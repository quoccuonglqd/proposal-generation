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imt3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24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2.00)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 have been here...</a:t>
            </a:r>
            <a:endParaRPr lang="en-US" altLang="en-US"/>
          </a:p>
          <a:p>
            <a:r>
              <a:rPr lang="en-US" altLang="en-US"/>
              <a:t>Pricing details...</a:t>
            </a:r>
            <a:endParaRPr lang="en-US" altLang="en-US"/>
          </a:p>
          <a:p>
            <a:r>
              <a:rPr lang="en-US" altLang="en-US"/>
              <a:t>Next steps...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