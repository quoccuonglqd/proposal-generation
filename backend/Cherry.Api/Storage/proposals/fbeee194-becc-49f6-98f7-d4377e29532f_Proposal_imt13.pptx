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imt13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Welcome to our proposal...</a:t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>Contact us to proceed.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