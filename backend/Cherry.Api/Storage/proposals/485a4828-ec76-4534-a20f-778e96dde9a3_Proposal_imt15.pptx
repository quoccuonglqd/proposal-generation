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imt15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23 Jan 2026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Vietnam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- Accounting &amp; Tax (Qty: 1.00)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Welcome to our proposal...</a:t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>Contact us to proceed.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Props1.xml><?xml version="1.0" encoding="utf-8"?>
<ds:datastoreItem xmlns:ds="http://schemas.openxmlformats.org/officeDocument/2006/customXml" ds:itemID="{1E8B99EC-ED63-46B3-9751-B374478A2AE2}">
  <ds:schemaRefs/>
</ds:datastoreItem>
</file>

<file path=customXml/itemProps2.xml><?xml version="1.0" encoding="utf-8"?>
<ds:datastoreItem xmlns:ds="http://schemas.openxmlformats.org/officeDocument/2006/customXml" ds:itemID="{569B4871-4362-42CF-BE0E-8F3D1941609A}">
  <ds:schemaRefs/>
</ds:datastoreItem>
</file>

<file path=customXml/itemProps3.xml><?xml version="1.0" encoding="utf-8"?>
<ds:datastoreItem xmlns:ds="http://schemas.openxmlformats.org/officeDocument/2006/customXml" ds:itemID="{EB2E7C00-A1F5-470F-829D-A0F53DF17F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Arial</vt:lpstr>
      <vt:lpstr>Wingdings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31</cp:revision>
  <dcterms:created xsi:type="dcterms:W3CDTF">2018-02-02T15:22:00Z</dcterms:created>
  <dcterms:modified xsi:type="dcterms:W3CDTF">2026-01-23T04:59:39Z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