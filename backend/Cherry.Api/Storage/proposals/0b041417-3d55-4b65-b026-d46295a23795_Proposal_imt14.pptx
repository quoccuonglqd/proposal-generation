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CF44-4FF0-2448-B081-BF53059115D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E937-02F4-B047-8DEC-E182D6178F9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899"/>
            <a:ext cx="9144000" cy="1998663"/>
          </a:xfrm>
        </p:spPr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Proposal v2 Considerations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imt14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23 Jan 2026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Vietnam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- Accounting &amp; Tax (Qty: 1.00)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Welcome to our proposal...</a:t>
            </a:r>
            <a:endParaRPr lang="en-US" altLang="en-US"/>
          </a:p>
          <a:p>
            <a:r>
              <a:rPr lang="en-US" altLang="en-US"/>
              <a:t/>
            </a:r>
            <a:endParaRPr lang="en-US" altLang="en-US"/>
          </a:p>
          <a:p>
            <a:r>
              <a:rPr lang="en-US" altLang="en-US"/>
              <a:t>Contact us to proceed.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F63D4E2FFAC4B999DE4DD6FD9F2CD" ma:contentTypeVersion="10" ma:contentTypeDescription="Create a new document." ma:contentTypeScope="" ma:versionID="a3cced944925c255e524f5f7c45a214b">
  <xsd:schema xmlns:xsd="http://www.w3.org/2001/XMLSchema" xmlns:xs="http://www.w3.org/2001/XMLSchema" xmlns:p="http://schemas.microsoft.com/office/2006/metadata/properties" xmlns:ns2="c430b873-7b30-4fba-a176-07ee339e2108" xmlns:ns3="8b1adfb4-9367-40a2-9f2d-f39317b7f046" targetNamespace="http://schemas.microsoft.com/office/2006/metadata/properties" ma:root="true" ma:fieldsID="8749b68dee70fcea35a6fe2635ebcf3b" ns2:_="" ns3:_="">
    <xsd:import namespace="c430b873-7b30-4fba-a176-07ee339e2108"/>
    <xsd:import namespace="8b1adfb4-9367-40a2-9f2d-f39317b7f0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e" minOccurs="0"/>
                <xsd:element ref="ns3:consider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Tag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0b873-7b30-4fba-a176-07ee339e21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dfb4-9367-40a2-9f2d-f39317b7f046" elementFormDefault="qualified">
    <xsd:import namespace="http://schemas.microsoft.com/office/2006/documentManagement/types"/>
    <xsd:import namespace="http://schemas.microsoft.com/office/infopath/2007/PartnerControls"/>
    <xsd:element name="Date" ma:index="10" nillable="true" ma:displayName="Date" ma:format="DateOnly" ma:internalName="Date">
      <xsd:simpleType>
        <xsd:restriction base="dms:DateTime"/>
      </xsd:simpleType>
    </xsd:element>
    <xsd:element name="consider" ma:index="11" nillable="true" ma:displayName="consider" ma:default="1" ma:internalName="consider">
      <xsd:simpleType>
        <xsd:restriction base="dms:Boolean"/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ag" ma:index="16" nillable="true" ma:displayName="Tag" ma:internalName="Tag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sider xmlns="8b1adfb4-9367-40a2-9f2d-f39317b7f046">true</consider>
    <Tag xmlns="8b1adfb4-9367-40a2-9f2d-f39317b7f046" xsi:nil="true"/>
    <Date xmlns="8b1adfb4-9367-40a2-9f2d-f39317b7f046" xsi:nil="true"/>
  </documentManagement>
</p:properties>
</file>

<file path=customXml/itemProps1.xml><?xml version="1.0" encoding="utf-8"?>
<ds:datastoreItem xmlns:ds="http://schemas.openxmlformats.org/officeDocument/2006/customXml" ds:itemID="{1E8B99EC-ED63-46B3-9751-B374478A2AE2}">
  <ds:schemaRefs/>
</ds:datastoreItem>
</file>

<file path=customXml/itemProps2.xml><?xml version="1.0" encoding="utf-8"?>
<ds:datastoreItem xmlns:ds="http://schemas.openxmlformats.org/officeDocument/2006/customXml" ds:itemID="{569B4871-4362-42CF-BE0E-8F3D1941609A}">
  <ds:schemaRefs/>
</ds:datastoreItem>
</file>

<file path=customXml/itemProps3.xml><?xml version="1.0" encoding="utf-8"?>
<ds:datastoreItem xmlns:ds="http://schemas.openxmlformats.org/officeDocument/2006/customXml" ds:itemID="{EB2E7C00-A1F5-470F-829D-A0F53DF17FE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WPS Presentation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Arial</vt:lpstr>
      <vt:lpstr>Wingdings</vt:lpstr>
      <vt:lpstr>Calibri Light</vt:lpstr>
      <vt:lpstr>Calibri</vt:lpstr>
      <vt:lpstr>Microsoft YaHei</vt:lpstr>
      <vt:lpstr>Arial Unicode MS</vt:lpstr>
      <vt:lpstr>Office Theme</vt:lpstr>
      <vt:lpstr>Microservices Proposal v2 Considerations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Proposal v2 Considerations</dc:title>
  <dc:creator>Josh Smith</dc:creator>
  <cp:lastModifiedBy>google1583896295</cp:lastModifiedBy>
  <cp:revision>31</cp:revision>
  <dcterms:created xsi:type="dcterms:W3CDTF">2018-02-02T15:22:00Z</dcterms:created>
  <dcterms:modified xsi:type="dcterms:W3CDTF">2026-01-23T04:59:39Z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0x010100D34F63D4E2FFAC4B999DE4DD6FD9F2CD</vt:lpwstr>
  </property>
  <property fmtid="{D5CDD505-2E9C-101B-9397-08002B2CF9AE}" pid="3" name="ICV">
    <vt:lpwstr>FDDE6DEC0C464D2491C843EEB118DE41_12</vt:lpwstr>
  </property>
  <property fmtid="{D5CDD505-2E9C-101B-9397-08002B2CF9AE}" pid="4" name="KSOProductBuildVer">
    <vt:lpwstr>1033-12.2.0.23196</vt:lpwstr>
  </property>
</Properties>
</file>