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{{proposal.clientName}}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{{proposal.date}}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{{proposal.region}}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{{services.list}}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{{section.Executive_Summary.0.title}}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{{section.Executive_Summary.0.content}}</a:t>
            </a:r>
            <a:endParaRPr lang="en-US" altLang="en-US"/>
          </a:p>
          <a:p>
            <a:r>
              <a:rPr lang="en-US" altLang="en-US"/>
              <a:t>{{section.Regional_Pricing.content}}</a:t>
            </a:r>
            <a:endParaRPr lang="en-US" altLang="en-US"/>
          </a:p>
          <a:p>
            <a:r>
              <a:rPr lang="en-US" altLang="en-US"/>
              <a:t>{{section.Next_Steps.content}}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9B4871-4362-42CF-BE0E-8F3D1941609A}">
  <ds:schemaRefs/>
</ds:datastoreItem>
</file>

<file path=customXml/itemProps2.xml><?xml version="1.0" encoding="utf-8"?>
<ds:datastoreItem xmlns:ds="http://schemas.openxmlformats.org/officeDocument/2006/customXml" ds:itemID="{EB2E7C00-A1F5-470F-829D-A0F53DF17FE2}">
  <ds:schemaRefs/>
</ds:datastoreItem>
</file>

<file path=customXml/itemProps3.xml><?xml version="1.0" encoding="utf-8"?>
<ds:datastoreItem xmlns:ds="http://schemas.openxmlformats.org/officeDocument/2006/customXml" ds:itemID="{1E8B99EC-ED63-46B3-9751-B374478A2A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WPS Presentation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32</cp:revision>
  <dcterms:created xsi:type="dcterms:W3CDTF">2018-02-02T15:22:00Z</dcterms:created>
  <dcterms:modified xsi:type="dcterms:W3CDTF">2026-01-30T03:46:15Z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