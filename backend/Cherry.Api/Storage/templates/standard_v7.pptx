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3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9900" y="2590796"/>
            <a:ext cx="7658100" cy="76962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77875" y="5448300"/>
            <a:ext cx="4600575" cy="4648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73625" y="7610474"/>
            <a:ext cx="714375" cy="26765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53475" y="4238625"/>
            <a:ext cx="7315200" cy="16668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8217" y="4598987"/>
            <a:ext cx="7268845" cy="791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52600" y="42576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029825" y="4286250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752600" y="52863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29825" y="610552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14400" y="36315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6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201150" y="3660140"/>
            <a:ext cx="381000" cy="423545"/>
          </a:xfrm>
          <a:custGeom>
            <a:avLst/>
            <a:gdLst/>
            <a:ahLst/>
            <a:cxnLst/>
            <a:rect l="l" t="t" r="r" b="b"/>
            <a:pathLst>
              <a:path w="381000" h="423545">
                <a:moveTo>
                  <a:pt x="54816" y="0"/>
                </a:moveTo>
                <a:lnTo>
                  <a:pt x="15966" y="16406"/>
                </a:lnTo>
                <a:lnTo>
                  <a:pt x="0" y="55626"/>
                </a:lnTo>
                <a:lnTo>
                  <a:pt x="0" y="367919"/>
                </a:lnTo>
                <a:lnTo>
                  <a:pt x="15966" y="407138"/>
                </a:lnTo>
                <a:lnTo>
                  <a:pt x="54816" y="423545"/>
                </a:lnTo>
                <a:lnTo>
                  <a:pt x="68919" y="421731"/>
                </a:lnTo>
                <a:lnTo>
                  <a:pt x="353695" y="259334"/>
                </a:lnTo>
                <a:lnTo>
                  <a:pt x="379108" y="226079"/>
                </a:lnTo>
                <a:lnTo>
                  <a:pt x="381000" y="211709"/>
                </a:lnTo>
                <a:lnTo>
                  <a:pt x="379108" y="197411"/>
                </a:lnTo>
                <a:lnTo>
                  <a:pt x="353695" y="164211"/>
                </a:lnTo>
                <a:lnTo>
                  <a:pt x="82296" y="7366"/>
                </a:lnTo>
                <a:lnTo>
                  <a:pt x="54816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400" y="46602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7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201150" y="4688824"/>
            <a:ext cx="381000" cy="424180"/>
          </a:xfrm>
          <a:custGeom>
            <a:avLst/>
            <a:gdLst/>
            <a:ahLst/>
            <a:cxnLst/>
            <a:rect l="l" t="t" r="r" b="b"/>
            <a:pathLst>
              <a:path w="381000" h="424179">
                <a:moveTo>
                  <a:pt x="54816" y="0"/>
                </a:moveTo>
                <a:lnTo>
                  <a:pt x="15966" y="16422"/>
                </a:lnTo>
                <a:lnTo>
                  <a:pt x="0" y="55641"/>
                </a:lnTo>
                <a:lnTo>
                  <a:pt x="0" y="367934"/>
                </a:lnTo>
                <a:lnTo>
                  <a:pt x="15966" y="407154"/>
                </a:lnTo>
                <a:lnTo>
                  <a:pt x="54816" y="423560"/>
                </a:lnTo>
                <a:lnTo>
                  <a:pt x="68919" y="421747"/>
                </a:lnTo>
                <a:lnTo>
                  <a:pt x="353695" y="259349"/>
                </a:lnTo>
                <a:lnTo>
                  <a:pt x="379108" y="226095"/>
                </a:lnTo>
                <a:lnTo>
                  <a:pt x="381000" y="211724"/>
                </a:lnTo>
                <a:lnTo>
                  <a:pt x="379108" y="197427"/>
                </a:lnTo>
                <a:lnTo>
                  <a:pt x="353695" y="164226"/>
                </a:lnTo>
                <a:lnTo>
                  <a:pt x="82296" y="7254"/>
                </a:lnTo>
                <a:lnTo>
                  <a:pt x="54816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52600" y="63150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52600" y="7372350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914400" y="56889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7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14400" y="6736715"/>
            <a:ext cx="390525" cy="423545"/>
          </a:xfrm>
          <a:custGeom>
            <a:avLst/>
            <a:gdLst/>
            <a:ahLst/>
            <a:cxnLst/>
            <a:rect l="l" t="t" r="r" b="b"/>
            <a:pathLst>
              <a:path w="390525" h="423545">
                <a:moveTo>
                  <a:pt x="56205" y="0"/>
                </a:moveTo>
                <a:lnTo>
                  <a:pt x="16368" y="16406"/>
                </a:lnTo>
                <a:lnTo>
                  <a:pt x="0" y="55625"/>
                </a:lnTo>
                <a:lnTo>
                  <a:pt x="0" y="367918"/>
                </a:lnTo>
                <a:lnTo>
                  <a:pt x="16368" y="407138"/>
                </a:lnTo>
                <a:lnTo>
                  <a:pt x="56205" y="423544"/>
                </a:lnTo>
                <a:lnTo>
                  <a:pt x="70656" y="421731"/>
                </a:lnTo>
                <a:lnTo>
                  <a:pt x="362584" y="259333"/>
                </a:lnTo>
                <a:lnTo>
                  <a:pt x="388588" y="226079"/>
                </a:lnTo>
                <a:lnTo>
                  <a:pt x="390525" y="211708"/>
                </a:lnTo>
                <a:lnTo>
                  <a:pt x="388588" y="197411"/>
                </a:lnTo>
                <a:lnTo>
                  <a:pt x="362584" y="164210"/>
                </a:lnTo>
                <a:lnTo>
                  <a:pt x="84366" y="736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356357" y="5099196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67"/>
                </a:lnTo>
                <a:lnTo>
                  <a:pt x="0" y="25543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43"/>
                </a:lnTo>
                <a:lnTo>
                  <a:pt x="33137" y="7367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356357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67"/>
                </a:lnTo>
                <a:lnTo>
                  <a:pt x="0" y="25542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42"/>
                </a:lnTo>
                <a:lnTo>
                  <a:pt x="33137" y="7367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356357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50"/>
                </a:lnTo>
                <a:lnTo>
                  <a:pt x="0" y="25525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25"/>
                </a:lnTo>
                <a:lnTo>
                  <a:pt x="33137" y="7350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356357" y="4509723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85"/>
                </a:lnTo>
                <a:lnTo>
                  <a:pt x="0" y="25560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60"/>
                </a:lnTo>
                <a:lnTo>
                  <a:pt x="33137" y="7385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356357" y="431323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85"/>
                </a:lnTo>
                <a:lnTo>
                  <a:pt x="0" y="25560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60"/>
                </a:lnTo>
                <a:lnTo>
                  <a:pt x="33137" y="7385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96762" y="5099197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66"/>
                </a:lnTo>
                <a:lnTo>
                  <a:pt x="0" y="25542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42"/>
                </a:lnTo>
                <a:lnTo>
                  <a:pt x="33135" y="7366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96762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68"/>
                </a:lnTo>
                <a:lnTo>
                  <a:pt x="0" y="25542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42"/>
                </a:lnTo>
                <a:lnTo>
                  <a:pt x="33135" y="7368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196762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50"/>
                </a:lnTo>
                <a:lnTo>
                  <a:pt x="0" y="25525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25"/>
                </a:lnTo>
                <a:lnTo>
                  <a:pt x="33135" y="7350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196762" y="4509724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83"/>
                </a:lnTo>
                <a:lnTo>
                  <a:pt x="0" y="25558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58"/>
                </a:lnTo>
                <a:lnTo>
                  <a:pt x="33135" y="7383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196762" y="4313240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83"/>
                </a:lnTo>
                <a:lnTo>
                  <a:pt x="0" y="25558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58"/>
                </a:lnTo>
                <a:lnTo>
                  <a:pt x="33135" y="7383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37207" y="5099197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4" y="0"/>
                </a:lnTo>
                <a:lnTo>
                  <a:pt x="7401" y="0"/>
                </a:lnTo>
                <a:lnTo>
                  <a:pt x="0" y="7366"/>
                </a:lnTo>
                <a:lnTo>
                  <a:pt x="0" y="25542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42"/>
                </a:lnTo>
                <a:lnTo>
                  <a:pt x="33121" y="7366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37207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68"/>
                </a:lnTo>
                <a:lnTo>
                  <a:pt x="0" y="25543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43"/>
                </a:lnTo>
                <a:lnTo>
                  <a:pt x="33121" y="7368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37207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50"/>
                </a:lnTo>
                <a:lnTo>
                  <a:pt x="0" y="25525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25"/>
                </a:lnTo>
                <a:lnTo>
                  <a:pt x="33121" y="7350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37207" y="4509724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4" y="0"/>
                </a:lnTo>
                <a:lnTo>
                  <a:pt x="7401" y="0"/>
                </a:lnTo>
                <a:lnTo>
                  <a:pt x="0" y="7383"/>
                </a:lnTo>
                <a:lnTo>
                  <a:pt x="0" y="25558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58"/>
                </a:lnTo>
                <a:lnTo>
                  <a:pt x="33121" y="7383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37207" y="4313240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83"/>
                </a:lnTo>
                <a:lnTo>
                  <a:pt x="0" y="25558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58"/>
                </a:lnTo>
                <a:lnTo>
                  <a:pt x="33121" y="7383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356357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50"/>
                </a:lnTo>
                <a:lnTo>
                  <a:pt x="0" y="25525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25"/>
                </a:lnTo>
                <a:lnTo>
                  <a:pt x="33137" y="7350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196762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50"/>
                </a:lnTo>
                <a:lnTo>
                  <a:pt x="0" y="25525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25"/>
                </a:lnTo>
                <a:lnTo>
                  <a:pt x="33135" y="7350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37207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50"/>
                </a:lnTo>
                <a:lnTo>
                  <a:pt x="0" y="25525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25"/>
                </a:lnTo>
                <a:lnTo>
                  <a:pt x="33121" y="7350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0" y="10001356"/>
            <a:ext cx="17233900" cy="285750"/>
          </a:xfrm>
          <a:custGeom>
            <a:avLst/>
            <a:gdLst/>
            <a:ahLst/>
            <a:cxnLst/>
            <a:rect l="l" t="t" r="r" b="b"/>
            <a:pathLst>
              <a:path w="17233900" h="285750">
                <a:moveTo>
                  <a:pt x="17233595" y="285644"/>
                </a:moveTo>
                <a:lnTo>
                  <a:pt x="17233595" y="0"/>
                </a:lnTo>
                <a:lnTo>
                  <a:pt x="0" y="0"/>
                </a:lnTo>
                <a:lnTo>
                  <a:pt x="0" y="285644"/>
                </a:lnTo>
                <a:lnTo>
                  <a:pt x="17233595" y="285644"/>
                </a:lnTo>
                <a:close/>
              </a:path>
            </a:pathLst>
          </a:custGeom>
          <a:solidFill>
            <a:srgbClr val="1D73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7488578" y="0"/>
            <a:ext cx="10799445" cy="2221230"/>
          </a:xfrm>
          <a:custGeom>
            <a:avLst/>
            <a:gdLst/>
            <a:ahLst/>
            <a:cxnLst/>
            <a:rect l="l" t="t" r="r" b="b"/>
            <a:pathLst>
              <a:path w="10799444" h="2221230">
                <a:moveTo>
                  <a:pt x="10799421" y="0"/>
                </a:moveTo>
                <a:lnTo>
                  <a:pt x="22709" y="0"/>
                </a:lnTo>
                <a:lnTo>
                  <a:pt x="14819" y="1379"/>
                </a:lnTo>
                <a:lnTo>
                  <a:pt x="8072" y="5222"/>
                </a:lnTo>
                <a:lnTo>
                  <a:pt x="2992" y="11090"/>
                </a:lnTo>
                <a:lnTo>
                  <a:pt x="103" y="18542"/>
                </a:lnTo>
                <a:lnTo>
                  <a:pt x="0" y="26513"/>
                </a:lnTo>
                <a:lnTo>
                  <a:pt x="2516" y="33829"/>
                </a:lnTo>
                <a:lnTo>
                  <a:pt x="5374870" y="2200529"/>
                </a:lnTo>
                <a:lnTo>
                  <a:pt x="5417930" y="2214123"/>
                </a:lnTo>
                <a:lnTo>
                  <a:pt x="5462160" y="2220920"/>
                </a:lnTo>
                <a:lnTo>
                  <a:pt x="5506781" y="2220920"/>
                </a:lnTo>
                <a:lnTo>
                  <a:pt x="5551012" y="2214123"/>
                </a:lnTo>
                <a:lnTo>
                  <a:pt x="5594072" y="2200529"/>
                </a:lnTo>
                <a:lnTo>
                  <a:pt x="10799421" y="106600"/>
                </a:lnTo>
                <a:lnTo>
                  <a:pt x="10799421" y="0"/>
                </a:lnTo>
                <a:close/>
              </a:path>
            </a:pathLst>
          </a:custGeom>
          <a:solidFill>
            <a:srgbClr val="0C5649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0" y="0"/>
            <a:ext cx="9042400" cy="2266950"/>
          </a:xfrm>
          <a:custGeom>
            <a:avLst/>
            <a:gdLst/>
            <a:ahLst/>
            <a:cxnLst/>
            <a:rect l="l" t="t" r="r" b="b"/>
            <a:pathLst>
              <a:path w="9042400" h="2266950">
                <a:moveTo>
                  <a:pt x="7591363" y="0"/>
                </a:moveTo>
                <a:lnTo>
                  <a:pt x="0" y="0"/>
                </a:lnTo>
                <a:lnTo>
                  <a:pt x="0" y="2244693"/>
                </a:lnTo>
                <a:lnTo>
                  <a:pt x="33806" y="2255347"/>
                </a:lnTo>
                <a:lnTo>
                  <a:pt x="80361" y="2264008"/>
                </a:lnTo>
                <a:lnTo>
                  <a:pt x="128155" y="2266950"/>
                </a:lnTo>
                <a:lnTo>
                  <a:pt x="8933942" y="2266950"/>
                </a:lnTo>
                <a:lnTo>
                  <a:pt x="8989996" y="2251329"/>
                </a:lnTo>
                <a:lnTo>
                  <a:pt x="9029954" y="2209038"/>
                </a:lnTo>
                <a:lnTo>
                  <a:pt x="9042352" y="2152126"/>
                </a:lnTo>
                <a:lnTo>
                  <a:pt x="9036829" y="2123545"/>
                </a:lnTo>
                <a:lnTo>
                  <a:pt x="9023604" y="2097024"/>
                </a:lnTo>
                <a:lnTo>
                  <a:pt x="7591363" y="0"/>
                </a:lnTo>
                <a:close/>
              </a:path>
            </a:pathLst>
          </a:custGeom>
          <a:solidFill>
            <a:srgbClr val="1D736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bg 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1947" y="0"/>
            <a:ext cx="4226052" cy="3791585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17923243" y="8407312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26936" y="36965"/>
                </a:lnTo>
                <a:lnTo>
                  <a:pt x="34709" y="28690"/>
                </a:lnTo>
                <a:lnTo>
                  <a:pt x="34709" y="8277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17923243" y="820125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17923243" y="799452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17922595" y="758240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849" y="1156"/>
                </a:lnTo>
                <a:lnTo>
                  <a:pt x="5303" y="5134"/>
                </a:lnTo>
                <a:lnTo>
                  <a:pt x="1446" y="11165"/>
                </a:lnTo>
                <a:lnTo>
                  <a:pt x="0" y="18483"/>
                </a:lnTo>
                <a:lnTo>
                  <a:pt x="0" y="28747"/>
                </a:lnTo>
                <a:lnTo>
                  <a:pt x="7721" y="36967"/>
                </a:lnTo>
                <a:lnTo>
                  <a:pt x="27000" y="36967"/>
                </a:lnTo>
                <a:lnTo>
                  <a:pt x="34709" y="28747"/>
                </a:lnTo>
                <a:lnTo>
                  <a:pt x="34709" y="8210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17922595" y="7375644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8356" y="0"/>
                </a:lnTo>
                <a:lnTo>
                  <a:pt x="0" y="8229"/>
                </a:lnTo>
                <a:lnTo>
                  <a:pt x="0" y="18540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17922595" y="716961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8356" y="0"/>
                </a:lnTo>
                <a:lnTo>
                  <a:pt x="0" y="8229"/>
                </a:lnTo>
                <a:lnTo>
                  <a:pt x="0" y="18445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18097461" y="8407312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26936" y="36965"/>
                </a:lnTo>
                <a:lnTo>
                  <a:pt x="34709" y="28690"/>
                </a:lnTo>
                <a:lnTo>
                  <a:pt x="34709" y="8277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18097461" y="820125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18097461" y="799452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18097461" y="758240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87" y="0"/>
                </a:moveTo>
                <a:lnTo>
                  <a:pt x="17348" y="0"/>
                </a:lnTo>
                <a:lnTo>
                  <a:pt x="10570" y="1156"/>
                </a:lnTo>
                <a:lnTo>
                  <a:pt x="5059" y="5134"/>
                </a:lnTo>
                <a:lnTo>
                  <a:pt x="1355" y="11165"/>
                </a:lnTo>
                <a:lnTo>
                  <a:pt x="0" y="18483"/>
                </a:lnTo>
                <a:lnTo>
                  <a:pt x="0" y="28747"/>
                </a:lnTo>
                <a:lnTo>
                  <a:pt x="7708" y="36967"/>
                </a:lnTo>
                <a:lnTo>
                  <a:pt x="26987" y="36967"/>
                </a:lnTo>
                <a:lnTo>
                  <a:pt x="34709" y="28747"/>
                </a:lnTo>
                <a:lnTo>
                  <a:pt x="34709" y="8210"/>
                </a:lnTo>
                <a:lnTo>
                  <a:pt x="26987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18097461" y="7375644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87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18540"/>
                </a:lnTo>
                <a:lnTo>
                  <a:pt x="0" y="28756"/>
                </a:lnTo>
                <a:lnTo>
                  <a:pt x="7708" y="36986"/>
                </a:lnTo>
                <a:lnTo>
                  <a:pt x="26987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6987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18097448" y="716961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7721" y="0"/>
                </a:lnTo>
                <a:lnTo>
                  <a:pt x="0" y="8229"/>
                </a:lnTo>
                <a:lnTo>
                  <a:pt x="0" y="18445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21" y="28756"/>
                </a:lnTo>
                <a:lnTo>
                  <a:pt x="34721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18272315" y="8407312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15684" y="36965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18272315" y="8201257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18272315" y="7994520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18272315" y="7582409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10"/>
                </a:lnTo>
                <a:lnTo>
                  <a:pt x="0" y="28747"/>
                </a:lnTo>
                <a:lnTo>
                  <a:pt x="7708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18272315" y="7375644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28756"/>
                </a:lnTo>
                <a:lnTo>
                  <a:pt x="7708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18272315" y="7169617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28756"/>
                </a:lnTo>
                <a:lnTo>
                  <a:pt x="7708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17923243" y="7788465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17922595" y="696359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849" y="1019"/>
                </a:lnTo>
                <a:lnTo>
                  <a:pt x="5303" y="4824"/>
                </a:lnTo>
                <a:lnTo>
                  <a:pt x="1446" y="10827"/>
                </a:lnTo>
                <a:lnTo>
                  <a:pt x="0" y="18445"/>
                </a:lnTo>
                <a:lnTo>
                  <a:pt x="0" y="28756"/>
                </a:lnTo>
                <a:lnTo>
                  <a:pt x="7708" y="36890"/>
                </a:lnTo>
                <a:lnTo>
                  <a:pt x="27000" y="36890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17923243" y="6756806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323"/>
                </a:lnTo>
                <a:lnTo>
                  <a:pt x="0" y="28661"/>
                </a:lnTo>
                <a:lnTo>
                  <a:pt x="7772" y="36986"/>
                </a:lnTo>
                <a:lnTo>
                  <a:pt x="26936" y="36986"/>
                </a:lnTo>
                <a:lnTo>
                  <a:pt x="34709" y="28661"/>
                </a:lnTo>
                <a:lnTo>
                  <a:pt x="34709" y="8323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17923243" y="655077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29"/>
                </a:lnTo>
                <a:lnTo>
                  <a:pt x="0" y="28661"/>
                </a:lnTo>
                <a:lnTo>
                  <a:pt x="7772" y="36986"/>
                </a:lnTo>
                <a:lnTo>
                  <a:pt x="26936" y="36986"/>
                </a:lnTo>
                <a:lnTo>
                  <a:pt x="34709" y="28661"/>
                </a:lnTo>
                <a:lnTo>
                  <a:pt x="34709" y="8229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18097461" y="7788465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18097448" y="696359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581" y="1019"/>
                </a:lnTo>
                <a:lnTo>
                  <a:pt x="5065" y="4824"/>
                </a:lnTo>
                <a:lnTo>
                  <a:pt x="1357" y="10827"/>
                </a:lnTo>
                <a:lnTo>
                  <a:pt x="0" y="18445"/>
                </a:lnTo>
                <a:lnTo>
                  <a:pt x="0" y="28756"/>
                </a:lnTo>
                <a:lnTo>
                  <a:pt x="7721" y="36890"/>
                </a:lnTo>
                <a:lnTo>
                  <a:pt x="27000" y="36890"/>
                </a:lnTo>
                <a:lnTo>
                  <a:pt x="34721" y="28756"/>
                </a:lnTo>
                <a:lnTo>
                  <a:pt x="34721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18097448" y="6756806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49" y="0"/>
                </a:moveTo>
                <a:lnTo>
                  <a:pt x="17360" y="0"/>
                </a:lnTo>
                <a:lnTo>
                  <a:pt x="7785" y="0"/>
                </a:lnTo>
                <a:lnTo>
                  <a:pt x="0" y="8323"/>
                </a:lnTo>
                <a:lnTo>
                  <a:pt x="0" y="28661"/>
                </a:lnTo>
                <a:lnTo>
                  <a:pt x="7785" y="36986"/>
                </a:lnTo>
                <a:lnTo>
                  <a:pt x="26949" y="36986"/>
                </a:lnTo>
                <a:lnTo>
                  <a:pt x="34721" y="28661"/>
                </a:lnTo>
                <a:lnTo>
                  <a:pt x="34721" y="8323"/>
                </a:lnTo>
                <a:lnTo>
                  <a:pt x="2694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18097448" y="6550778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49" y="0"/>
                </a:moveTo>
                <a:lnTo>
                  <a:pt x="17360" y="1"/>
                </a:lnTo>
                <a:lnTo>
                  <a:pt x="7772" y="1"/>
                </a:lnTo>
                <a:lnTo>
                  <a:pt x="0" y="8230"/>
                </a:lnTo>
                <a:lnTo>
                  <a:pt x="0" y="28662"/>
                </a:lnTo>
                <a:lnTo>
                  <a:pt x="7772" y="36987"/>
                </a:lnTo>
                <a:lnTo>
                  <a:pt x="26949" y="36987"/>
                </a:lnTo>
                <a:lnTo>
                  <a:pt x="34721" y="28662"/>
                </a:lnTo>
                <a:lnTo>
                  <a:pt x="34721" y="8230"/>
                </a:lnTo>
                <a:lnTo>
                  <a:pt x="2694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18272315" y="7788465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18272315" y="6963590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7472"/>
                </a:lnTo>
                <a:lnTo>
                  <a:pt x="0" y="28756"/>
                </a:lnTo>
                <a:lnTo>
                  <a:pt x="7708" y="36890"/>
                </a:lnTo>
                <a:lnTo>
                  <a:pt x="15684" y="36890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18272315" y="6756806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323"/>
                </a:lnTo>
                <a:lnTo>
                  <a:pt x="0" y="28661"/>
                </a:lnTo>
                <a:lnTo>
                  <a:pt x="7772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18272315" y="6550778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30"/>
                </a:lnTo>
                <a:lnTo>
                  <a:pt x="0" y="28662"/>
                </a:lnTo>
                <a:lnTo>
                  <a:pt x="7772" y="36987"/>
                </a:lnTo>
                <a:lnTo>
                  <a:pt x="15684" y="3698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8170" y="801413"/>
            <a:ext cx="8365490" cy="1865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3250" y="3753421"/>
            <a:ext cx="11463655" cy="505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9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3.png"/><Relationship Id="rId1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35.png"/><Relationship Id="rId2" Type="http://schemas.openxmlformats.org/officeDocument/2006/relationships/image" Target="../media/image43.png"/><Relationship Id="rId16" Type="http://schemas.openxmlformats.org/officeDocument/2006/relationships/slideLayout" Target="../slideLayouts/slideLayout2.xml"/><Relationship Id="rId15" Type="http://schemas.openxmlformats.org/officeDocument/2006/relationships/hyperlink" Target="http://www.chermant.com/" TargetMode="External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1.jpeg"/><Relationship Id="rId7" Type="http://schemas.openxmlformats.org/officeDocument/2006/relationships/image" Target="../media/image60.jpeg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9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hyperlink" Target="http://www.chermant.com/" TargetMode="External"/><Relationship Id="rId8" Type="http://schemas.openxmlformats.org/officeDocument/2006/relationships/hyperlink" Target="mailto:info@chermant.com" TargetMode="Externa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89.png"/><Relationship Id="rId21" Type="http://schemas.openxmlformats.org/officeDocument/2006/relationships/image" Target="../media/image88.png"/><Relationship Id="rId20" Type="http://schemas.openxmlformats.org/officeDocument/2006/relationships/image" Target="../media/image87.png"/><Relationship Id="rId2" Type="http://schemas.openxmlformats.org/officeDocument/2006/relationships/image" Target="../media/image71.png"/><Relationship Id="rId19" Type="http://schemas.openxmlformats.org/officeDocument/2006/relationships/image" Target="../media/image86.png"/><Relationship Id="rId18" Type="http://schemas.openxmlformats.org/officeDocument/2006/relationships/image" Target="../media/image85.png"/><Relationship Id="rId17" Type="http://schemas.openxmlformats.org/officeDocument/2006/relationships/image" Target="../media/image84.png"/><Relationship Id="rId16" Type="http://schemas.openxmlformats.org/officeDocument/2006/relationships/image" Target="../media/image83.png"/><Relationship Id="rId15" Type="http://schemas.openxmlformats.org/officeDocument/2006/relationships/image" Target="../media/image82.png"/><Relationship Id="rId14" Type="http://schemas.openxmlformats.org/officeDocument/2006/relationships/image" Target="../media/image81.png"/><Relationship Id="rId13" Type="http://schemas.openxmlformats.org/officeDocument/2006/relationships/image" Target="../media/image80.png"/><Relationship Id="rId12" Type="http://schemas.openxmlformats.org/officeDocument/2006/relationships/image" Target="../media/image79.png"/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9900" y="2590796"/>
              <a:ext cx="7658100" cy="7696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77875" y="5448300"/>
              <a:ext cx="4600575" cy="4648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3625" y="7610474"/>
              <a:ext cx="714375" cy="26765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700" y="552450"/>
              <a:ext cx="7315200" cy="166687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dirty="0">
                <a:solidFill>
                  <a:srgbClr val="14AA8D"/>
                </a:solidFill>
              </a:rPr>
              <a:t>Empowering</a:t>
            </a:r>
            <a:r>
              <a:rPr sz="3350" spc="16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Growth,</a:t>
            </a:r>
            <a:r>
              <a:rPr sz="3350" spc="9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Built</a:t>
            </a:r>
            <a:r>
              <a:rPr sz="3350" spc="6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on</a:t>
            </a:r>
            <a:r>
              <a:rPr sz="3350" spc="95" dirty="0">
                <a:solidFill>
                  <a:srgbClr val="14AA8D"/>
                </a:solidFill>
              </a:rPr>
              <a:t> </a:t>
            </a:r>
            <a:r>
              <a:rPr sz="3350" spc="-10" dirty="0">
                <a:solidFill>
                  <a:srgbClr val="14AA8D"/>
                </a:solidFill>
              </a:rPr>
              <a:t>Trust</a:t>
            </a:r>
            <a:endParaRPr sz="3350"/>
          </a:p>
        </p:txBody>
      </p:sp>
      <p:sp>
        <p:nvSpPr>
          <p:cNvPr id="9" name="object 9"/>
          <p:cNvSpPr txBox="1"/>
          <p:nvPr/>
        </p:nvSpPr>
        <p:spPr>
          <a:xfrm>
            <a:off x="2586989" y="3777551"/>
            <a:ext cx="13126085" cy="18357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17445" marR="5080" indent="-2405380">
              <a:lnSpc>
                <a:spcPct val="101000"/>
              </a:lnSpc>
              <a:spcBef>
                <a:spcPts val="80"/>
              </a:spcBef>
              <a:tabLst>
                <a:tab pos="7972425" algn="l"/>
              </a:tabLst>
            </a:pP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SUMMARY</a:t>
            </a:r>
            <a:r>
              <a:rPr sz="5900" spc="-38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5900" spc="-40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5900" spc="-31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SERVICE </a:t>
            </a:r>
            <a:r>
              <a:rPr sz="5900" spc="-2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GROUP</a:t>
            </a:r>
            <a:endParaRPr sz="5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2920" y="6092126"/>
            <a:ext cx="7794625" cy="20123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2847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3200" spc="-1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September</a:t>
            </a:r>
            <a:r>
              <a:rPr sz="3200" spc="-4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2025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32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3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3200" spc="-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3200" spc="-1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3200" spc="-1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0999" y="4751495"/>
            <a:ext cx="3606165" cy="873125"/>
            <a:chOff x="6760999" y="4751495"/>
            <a:chExt cx="3606165" cy="873125"/>
          </a:xfrm>
        </p:grpSpPr>
        <p:sp>
          <p:nvSpPr>
            <p:cNvPr id="12" name="object 12"/>
            <p:cNvSpPr/>
            <p:nvPr/>
          </p:nvSpPr>
          <p:spPr>
            <a:xfrm>
              <a:off x="6767349" y="4757845"/>
              <a:ext cx="3593465" cy="860425"/>
            </a:xfrm>
            <a:custGeom>
              <a:avLst/>
              <a:gdLst/>
              <a:ahLst/>
              <a:cxnLst/>
              <a:rect l="l" t="t" r="r" b="b"/>
              <a:pathLst>
                <a:path w="3593465" h="860425">
                  <a:moveTo>
                    <a:pt x="3593073" y="0"/>
                  </a:moveTo>
                  <a:lnTo>
                    <a:pt x="0" y="0"/>
                  </a:lnTo>
                  <a:lnTo>
                    <a:pt x="0" y="860037"/>
                  </a:lnTo>
                  <a:lnTo>
                    <a:pt x="3593073" y="860037"/>
                  </a:lnTo>
                  <a:lnTo>
                    <a:pt x="3593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67349" y="4757845"/>
              <a:ext cx="3593465" cy="860425"/>
            </a:xfrm>
            <a:custGeom>
              <a:avLst/>
              <a:gdLst/>
              <a:ahLst/>
              <a:cxnLst/>
              <a:rect l="l" t="t" r="r" b="b"/>
              <a:pathLst>
                <a:path w="3593465" h="860425">
                  <a:moveTo>
                    <a:pt x="0" y="860037"/>
                  </a:moveTo>
                  <a:lnTo>
                    <a:pt x="860037" y="0"/>
                  </a:lnTo>
                </a:path>
                <a:path w="3593465" h="860425">
                  <a:moveTo>
                    <a:pt x="0" y="0"/>
                  </a:moveTo>
                  <a:lnTo>
                    <a:pt x="860037" y="860037"/>
                  </a:lnTo>
                </a:path>
                <a:path w="3593465" h="860425">
                  <a:moveTo>
                    <a:pt x="860037" y="860037"/>
                  </a:moveTo>
                  <a:lnTo>
                    <a:pt x="1720075" y="0"/>
                  </a:lnTo>
                </a:path>
                <a:path w="3593465" h="860425">
                  <a:moveTo>
                    <a:pt x="860037" y="0"/>
                  </a:moveTo>
                  <a:lnTo>
                    <a:pt x="1720075" y="860037"/>
                  </a:lnTo>
                </a:path>
                <a:path w="3593465" h="860425">
                  <a:moveTo>
                    <a:pt x="1720075" y="860037"/>
                  </a:moveTo>
                  <a:lnTo>
                    <a:pt x="2580112" y="0"/>
                  </a:lnTo>
                </a:path>
                <a:path w="3593465" h="860425">
                  <a:moveTo>
                    <a:pt x="1720075" y="0"/>
                  </a:moveTo>
                  <a:lnTo>
                    <a:pt x="2580112" y="860037"/>
                  </a:lnTo>
                </a:path>
                <a:path w="3593465" h="860425">
                  <a:moveTo>
                    <a:pt x="2580112" y="860037"/>
                  </a:moveTo>
                  <a:lnTo>
                    <a:pt x="3440150" y="0"/>
                  </a:lnTo>
                </a:path>
                <a:path w="3593465" h="860425">
                  <a:moveTo>
                    <a:pt x="2580112" y="0"/>
                  </a:moveTo>
                  <a:lnTo>
                    <a:pt x="3440150" y="860037"/>
                  </a:lnTo>
                </a:path>
                <a:path w="3593465" h="860425">
                  <a:moveTo>
                    <a:pt x="3440150" y="860037"/>
                  </a:moveTo>
                  <a:lnTo>
                    <a:pt x="3593073" y="707114"/>
                  </a:lnTo>
                </a:path>
                <a:path w="3593465" h="860425">
                  <a:moveTo>
                    <a:pt x="3440150" y="0"/>
                  </a:moveTo>
                  <a:lnTo>
                    <a:pt x="3593073" y="152923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360" y="3551237"/>
            <a:ext cx="205676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Background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7031" y="3580447"/>
            <a:ext cx="53016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Benefit of</a:t>
            </a:r>
            <a:r>
              <a:rPr sz="3000" spc="-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Service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7360" y="4580953"/>
            <a:ext cx="24758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3000" spc="-8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Scope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1994" y="3583940"/>
            <a:ext cx="387985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77134" y="3630929"/>
            <a:ext cx="387985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05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1994" y="4613211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1955" y="4987353"/>
            <a:ext cx="38862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06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360" y="5610542"/>
            <a:ext cx="35794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3000" spc="-16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Arrangement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360" y="6661848"/>
            <a:ext cx="36252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3000" spc="-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Models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Proposal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0045" y="4625657"/>
            <a:ext cx="3590925" cy="124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3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3000" spc="-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Profile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(Thailand</a:t>
            </a:r>
            <a:r>
              <a:rPr sz="3000" spc="-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3000" spc="-1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Vietnam)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71994" y="5642927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1994" y="6694106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04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8618220" y="29845"/>
            <a:ext cx="9272270" cy="2534285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en-US" sz="8000" spc="-10" dirty="0">
                <a:solidFill>
                  <a:srgbClr val="FFFFFF"/>
                </a:solidFill>
              </a:rPr>
              <a:t>{{section.Table_of_Content.0.title}}</a:t>
            </a:r>
            <a:endParaRPr sz="8000"/>
          </a:p>
        </p:txBody>
      </p:sp>
      <p:pic>
        <p:nvPicPr>
          <p:cNvPr id="15" name="object 1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500" y="371475"/>
            <a:ext cx="4943475" cy="11239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801495" y="1208087"/>
            <a:ext cx="536448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2450" b="1" spc="10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2450" b="1" spc="19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2450" b="1" spc="12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450" b="1" spc="10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80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1230" y="2953067"/>
            <a:ext cx="16400144" cy="5641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9525" algn="just">
              <a:lnSpc>
                <a:spcPct val="108000"/>
              </a:lnSpc>
              <a:spcBef>
                <a:spcPts val="90"/>
              </a:spcBef>
              <a:tabLst>
                <a:tab pos="691451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of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	Group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seeking</a:t>
            </a:r>
            <a:r>
              <a:rPr sz="2600" spc="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daily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adhoc legal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tasks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Vietnam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jurisdiction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well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some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coordination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China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10000"/>
              </a:lnSpc>
              <a:spcBef>
                <a:spcPts val="5"/>
              </a:spcBef>
              <a:tabLst>
                <a:tab pos="2846705" algn="l"/>
              </a:tabLst>
            </a:pP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Currently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	Group</a:t>
            </a:r>
            <a:r>
              <a:rPr sz="2600" spc="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using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providers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type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these</a:t>
            </a:r>
            <a:r>
              <a:rPr sz="2600" spc="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countries.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2600" spc="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considering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whether</a:t>
            </a:r>
            <a:r>
              <a:rPr sz="2600" spc="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hiring</a:t>
            </a:r>
            <a:r>
              <a:rPr sz="2600" spc="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permanent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lawyer</a:t>
            </a:r>
            <a:r>
              <a:rPr sz="2600" spc="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employee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using</a:t>
            </a:r>
            <a:r>
              <a:rPr sz="2600" spc="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sub-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contract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should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suitable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need.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6350" algn="just">
              <a:lnSpc>
                <a:spcPct val="110000"/>
              </a:lnSpc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challenge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have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independent</a:t>
            </a:r>
            <a:r>
              <a:rPr sz="2600" spc="1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who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complete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assignments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without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need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close</a:t>
            </a:r>
            <a:r>
              <a:rPr sz="2600" spc="-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supervision</a:t>
            </a:r>
            <a:r>
              <a:rPr sz="2600" spc="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training, to</a:t>
            </a:r>
            <a:r>
              <a:rPr sz="2600" spc="-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600" spc="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teams</a:t>
            </a:r>
            <a:r>
              <a:rPr sz="2600" spc="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jurisdictions,</a:t>
            </a:r>
            <a:r>
              <a:rPr sz="2600" spc="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align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Group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budget.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0160" algn="just">
              <a:lnSpc>
                <a:spcPct val="108000"/>
              </a:lnSpc>
              <a:spcBef>
                <a:spcPts val="5"/>
              </a:spcBef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presentation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present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2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designed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2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2600" spc="3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3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internal</a:t>
            </a:r>
            <a:r>
              <a:rPr sz="2600" spc="3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resources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2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ensure</a:t>
            </a:r>
            <a:r>
              <a:rPr sz="2600" spc="3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reliable,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practical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outcomes.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562" y="2242"/>
            <a:ext cx="2692420" cy="15958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510280" y="311785"/>
            <a:ext cx="10732135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500" spc="-10" dirty="0">
                <a:solidFill>
                  <a:srgbClr val="FDFDFD"/>
                </a:solidFill>
              </a:rPr>
              <a:t>{{section.Background.0.title}}</a:t>
            </a:r>
            <a:endParaRPr sz="4500"/>
          </a:p>
        </p:txBody>
      </p:sp>
      <p:sp>
        <p:nvSpPr>
          <p:cNvPr id="10" name="object 10"/>
          <p:cNvSpPr txBox="1"/>
          <p:nvPr/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5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84859" y="3009532"/>
            <a:ext cx="5598160" cy="1701800"/>
            <a:chOff x="2284859" y="3009532"/>
            <a:chExt cx="5598160" cy="1701800"/>
          </a:xfrm>
        </p:grpSpPr>
        <p:sp>
          <p:nvSpPr>
            <p:cNvPr id="12" name="object 12"/>
            <p:cNvSpPr/>
            <p:nvPr/>
          </p:nvSpPr>
          <p:spPr>
            <a:xfrm>
              <a:off x="6488430" y="3015882"/>
              <a:ext cx="1388110" cy="392430"/>
            </a:xfrm>
            <a:custGeom>
              <a:avLst/>
              <a:gdLst/>
              <a:ahLst/>
              <a:cxnLst/>
              <a:rect l="l" t="t" r="r" b="b"/>
              <a:pathLst>
                <a:path w="1388109" h="392429">
                  <a:moveTo>
                    <a:pt x="1387855" y="0"/>
                  </a:moveTo>
                  <a:lnTo>
                    <a:pt x="0" y="0"/>
                  </a:lnTo>
                  <a:lnTo>
                    <a:pt x="0" y="392387"/>
                  </a:lnTo>
                  <a:lnTo>
                    <a:pt x="1387855" y="392387"/>
                  </a:lnTo>
                  <a:lnTo>
                    <a:pt x="13878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88430" y="3015882"/>
              <a:ext cx="1388110" cy="392430"/>
            </a:xfrm>
            <a:custGeom>
              <a:avLst/>
              <a:gdLst/>
              <a:ahLst/>
              <a:cxnLst/>
              <a:rect l="l" t="t" r="r" b="b"/>
              <a:pathLst>
                <a:path w="1388109" h="392429">
                  <a:moveTo>
                    <a:pt x="0" y="392387"/>
                  </a:moveTo>
                  <a:lnTo>
                    <a:pt x="392386" y="0"/>
                  </a:lnTo>
                </a:path>
                <a:path w="1388109" h="392429">
                  <a:moveTo>
                    <a:pt x="0" y="0"/>
                  </a:moveTo>
                  <a:lnTo>
                    <a:pt x="392386" y="392387"/>
                  </a:lnTo>
                </a:path>
                <a:path w="1388109" h="392429">
                  <a:moveTo>
                    <a:pt x="392386" y="392387"/>
                  </a:moveTo>
                  <a:lnTo>
                    <a:pt x="784773" y="0"/>
                  </a:lnTo>
                </a:path>
                <a:path w="1388109" h="392429">
                  <a:moveTo>
                    <a:pt x="392386" y="0"/>
                  </a:moveTo>
                  <a:lnTo>
                    <a:pt x="784773" y="392387"/>
                  </a:lnTo>
                </a:path>
                <a:path w="1388109" h="392429">
                  <a:moveTo>
                    <a:pt x="784773" y="392387"/>
                  </a:moveTo>
                  <a:lnTo>
                    <a:pt x="1177161" y="0"/>
                  </a:lnTo>
                </a:path>
                <a:path w="1388109" h="392429">
                  <a:moveTo>
                    <a:pt x="784773" y="0"/>
                  </a:moveTo>
                  <a:lnTo>
                    <a:pt x="1177161" y="392387"/>
                  </a:lnTo>
                </a:path>
                <a:path w="1388109" h="392429">
                  <a:moveTo>
                    <a:pt x="1177161" y="392387"/>
                  </a:moveTo>
                  <a:lnTo>
                    <a:pt x="1387855" y="181692"/>
                  </a:lnTo>
                </a:path>
                <a:path w="1388109" h="392429">
                  <a:moveTo>
                    <a:pt x="1177161" y="0"/>
                  </a:moveTo>
                  <a:lnTo>
                    <a:pt x="1387855" y="210694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91209" y="4312552"/>
              <a:ext cx="1517650" cy="392430"/>
            </a:xfrm>
            <a:custGeom>
              <a:avLst/>
              <a:gdLst/>
              <a:ahLst/>
              <a:cxnLst/>
              <a:rect l="l" t="t" r="r" b="b"/>
              <a:pathLst>
                <a:path w="1517650" h="392429">
                  <a:moveTo>
                    <a:pt x="1517266" y="0"/>
                  </a:moveTo>
                  <a:lnTo>
                    <a:pt x="0" y="0"/>
                  </a:lnTo>
                  <a:lnTo>
                    <a:pt x="0" y="392387"/>
                  </a:lnTo>
                  <a:lnTo>
                    <a:pt x="1517266" y="392387"/>
                  </a:lnTo>
                  <a:lnTo>
                    <a:pt x="15172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91209" y="4312552"/>
              <a:ext cx="1517650" cy="392430"/>
            </a:xfrm>
            <a:custGeom>
              <a:avLst/>
              <a:gdLst/>
              <a:ahLst/>
              <a:cxnLst/>
              <a:rect l="l" t="t" r="r" b="b"/>
              <a:pathLst>
                <a:path w="1517650" h="392429">
                  <a:moveTo>
                    <a:pt x="0" y="392387"/>
                  </a:moveTo>
                  <a:lnTo>
                    <a:pt x="392386" y="0"/>
                  </a:lnTo>
                </a:path>
                <a:path w="1517650" h="392429">
                  <a:moveTo>
                    <a:pt x="0" y="0"/>
                  </a:moveTo>
                  <a:lnTo>
                    <a:pt x="392386" y="392387"/>
                  </a:lnTo>
                </a:path>
                <a:path w="1517650" h="392429">
                  <a:moveTo>
                    <a:pt x="392386" y="392387"/>
                  </a:moveTo>
                  <a:lnTo>
                    <a:pt x="784774" y="0"/>
                  </a:lnTo>
                </a:path>
                <a:path w="1517650" h="392429">
                  <a:moveTo>
                    <a:pt x="392386" y="0"/>
                  </a:moveTo>
                  <a:lnTo>
                    <a:pt x="784774" y="392387"/>
                  </a:lnTo>
                </a:path>
                <a:path w="1517650" h="392429">
                  <a:moveTo>
                    <a:pt x="784774" y="392387"/>
                  </a:moveTo>
                  <a:lnTo>
                    <a:pt x="1177161" y="0"/>
                  </a:lnTo>
                </a:path>
                <a:path w="1517650" h="392429">
                  <a:moveTo>
                    <a:pt x="784774" y="0"/>
                  </a:moveTo>
                  <a:lnTo>
                    <a:pt x="1177161" y="392387"/>
                  </a:lnTo>
                </a:path>
                <a:path w="1517650" h="392429">
                  <a:moveTo>
                    <a:pt x="1177161" y="392387"/>
                  </a:moveTo>
                  <a:lnTo>
                    <a:pt x="1517266" y="52282"/>
                  </a:lnTo>
                </a:path>
                <a:path w="1517650" h="392429">
                  <a:moveTo>
                    <a:pt x="1177161" y="0"/>
                  </a:moveTo>
                  <a:lnTo>
                    <a:pt x="1517266" y="340105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56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5"/>
              <a:ext cx="17230725" cy="314325"/>
            </a:xfrm>
            <a:custGeom>
              <a:avLst/>
              <a:gdLst/>
              <a:ahLst/>
              <a:cxnLst/>
              <a:rect l="l" t="t" r="r" b="b"/>
              <a:pathLst>
                <a:path w="17230725" h="314325">
                  <a:moveTo>
                    <a:pt x="16783050" y="0"/>
                  </a:moveTo>
                  <a:lnTo>
                    <a:pt x="88874" y="0"/>
                  </a:lnTo>
                  <a:lnTo>
                    <a:pt x="40180" y="2458"/>
                  </a:lnTo>
                  <a:lnTo>
                    <a:pt x="0" y="8591"/>
                  </a:lnTo>
                  <a:lnTo>
                    <a:pt x="0" y="314325"/>
                  </a:lnTo>
                  <a:lnTo>
                    <a:pt x="17230328" y="314325"/>
                  </a:lnTo>
                  <a:lnTo>
                    <a:pt x="17223047" y="293996"/>
                  </a:lnTo>
                  <a:lnTo>
                    <a:pt x="17203195" y="251988"/>
                  </a:lnTo>
                  <a:lnTo>
                    <a:pt x="17179286" y="212026"/>
                  </a:lnTo>
                  <a:lnTo>
                    <a:pt x="17151450" y="174422"/>
                  </a:lnTo>
                  <a:lnTo>
                    <a:pt x="17119815" y="139490"/>
                  </a:lnTo>
                  <a:lnTo>
                    <a:pt x="17084881" y="107853"/>
                  </a:lnTo>
                  <a:lnTo>
                    <a:pt x="17047277" y="80015"/>
                  </a:lnTo>
                  <a:lnTo>
                    <a:pt x="17007315" y="56105"/>
                  </a:lnTo>
                  <a:lnTo>
                    <a:pt x="16965306" y="36252"/>
                  </a:lnTo>
                  <a:lnTo>
                    <a:pt x="16921563" y="20585"/>
                  </a:lnTo>
                  <a:lnTo>
                    <a:pt x="16876397" y="9235"/>
                  </a:lnTo>
                  <a:lnTo>
                    <a:pt x="16830122" y="2330"/>
                  </a:lnTo>
                  <a:lnTo>
                    <a:pt x="16783050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5090"/>
            </a:xfrm>
            <a:custGeom>
              <a:avLst/>
              <a:gdLst/>
              <a:ahLst/>
              <a:cxnLst/>
              <a:rect l="l" t="t" r="r" b="b"/>
              <a:pathLst>
                <a:path w="18288000" h="10245090">
                  <a:moveTo>
                    <a:pt x="23266" y="10225989"/>
                  </a:moveTo>
                  <a:lnTo>
                    <a:pt x="9105" y="10211841"/>
                  </a:lnTo>
                  <a:lnTo>
                    <a:pt x="4787" y="10211841"/>
                  </a:lnTo>
                  <a:lnTo>
                    <a:pt x="2705" y="10212248"/>
                  </a:lnTo>
                  <a:lnTo>
                    <a:pt x="0" y="10213378"/>
                  </a:lnTo>
                  <a:lnTo>
                    <a:pt x="0" y="10242931"/>
                  </a:lnTo>
                  <a:lnTo>
                    <a:pt x="2705" y="10244049"/>
                  </a:lnTo>
                  <a:lnTo>
                    <a:pt x="4787" y="10244468"/>
                  </a:lnTo>
                  <a:lnTo>
                    <a:pt x="9105" y="10244468"/>
                  </a:lnTo>
                  <a:lnTo>
                    <a:pt x="23266" y="10230320"/>
                  </a:lnTo>
                  <a:lnTo>
                    <a:pt x="23266" y="10225989"/>
                  </a:lnTo>
                  <a:close/>
                </a:path>
                <a:path w="18288000" h="10245090">
                  <a:moveTo>
                    <a:pt x="23266" y="10062820"/>
                  </a:moveTo>
                  <a:lnTo>
                    <a:pt x="9105" y="10048672"/>
                  </a:lnTo>
                  <a:lnTo>
                    <a:pt x="4787" y="10048672"/>
                  </a:lnTo>
                  <a:lnTo>
                    <a:pt x="2705" y="10049091"/>
                  </a:lnTo>
                  <a:lnTo>
                    <a:pt x="0" y="10050208"/>
                  </a:lnTo>
                  <a:lnTo>
                    <a:pt x="0" y="10079774"/>
                  </a:lnTo>
                  <a:lnTo>
                    <a:pt x="2705" y="10080892"/>
                  </a:lnTo>
                  <a:lnTo>
                    <a:pt x="4787" y="10081311"/>
                  </a:lnTo>
                  <a:lnTo>
                    <a:pt x="9105" y="10081311"/>
                  </a:lnTo>
                  <a:lnTo>
                    <a:pt x="23266" y="10067150"/>
                  </a:lnTo>
                  <a:lnTo>
                    <a:pt x="23266" y="10062820"/>
                  </a:lnTo>
                  <a:close/>
                </a:path>
                <a:path w="18288000" h="10245090">
                  <a:moveTo>
                    <a:pt x="23266" y="9899663"/>
                  </a:moveTo>
                  <a:lnTo>
                    <a:pt x="9105" y="9885515"/>
                  </a:lnTo>
                  <a:lnTo>
                    <a:pt x="4787" y="9885515"/>
                  </a:lnTo>
                  <a:lnTo>
                    <a:pt x="2705" y="9885921"/>
                  </a:lnTo>
                  <a:lnTo>
                    <a:pt x="0" y="9887039"/>
                  </a:lnTo>
                  <a:lnTo>
                    <a:pt x="0" y="9916604"/>
                  </a:lnTo>
                  <a:lnTo>
                    <a:pt x="2705" y="9917722"/>
                  </a:lnTo>
                  <a:lnTo>
                    <a:pt x="4787" y="9918141"/>
                  </a:lnTo>
                  <a:lnTo>
                    <a:pt x="9105" y="9918141"/>
                  </a:lnTo>
                  <a:lnTo>
                    <a:pt x="23266" y="9903993"/>
                  </a:lnTo>
                  <a:lnTo>
                    <a:pt x="23266" y="9899663"/>
                  </a:lnTo>
                  <a:close/>
                </a:path>
                <a:path w="18288000" h="10245090">
                  <a:moveTo>
                    <a:pt x="23266" y="9736493"/>
                  </a:moveTo>
                  <a:lnTo>
                    <a:pt x="9105" y="9722345"/>
                  </a:lnTo>
                  <a:lnTo>
                    <a:pt x="4787" y="9722345"/>
                  </a:lnTo>
                  <a:lnTo>
                    <a:pt x="2705" y="9722764"/>
                  </a:lnTo>
                  <a:lnTo>
                    <a:pt x="0" y="9723882"/>
                  </a:lnTo>
                  <a:lnTo>
                    <a:pt x="0" y="9753435"/>
                  </a:lnTo>
                  <a:lnTo>
                    <a:pt x="2705" y="9754565"/>
                  </a:lnTo>
                  <a:lnTo>
                    <a:pt x="4787" y="9754972"/>
                  </a:lnTo>
                  <a:lnTo>
                    <a:pt x="9105" y="9754972"/>
                  </a:lnTo>
                  <a:lnTo>
                    <a:pt x="23266" y="9740824"/>
                  </a:lnTo>
                  <a:lnTo>
                    <a:pt x="23266" y="9736493"/>
                  </a:lnTo>
                  <a:close/>
                </a:path>
                <a:path w="18288000" h="10245090">
                  <a:moveTo>
                    <a:pt x="23266" y="9573336"/>
                  </a:moveTo>
                  <a:lnTo>
                    <a:pt x="9105" y="9559176"/>
                  </a:lnTo>
                  <a:lnTo>
                    <a:pt x="4787" y="9559176"/>
                  </a:lnTo>
                  <a:lnTo>
                    <a:pt x="2705" y="9559595"/>
                  </a:lnTo>
                  <a:lnTo>
                    <a:pt x="0" y="9560712"/>
                  </a:lnTo>
                  <a:lnTo>
                    <a:pt x="0" y="9590278"/>
                  </a:lnTo>
                  <a:lnTo>
                    <a:pt x="2705" y="9591396"/>
                  </a:lnTo>
                  <a:lnTo>
                    <a:pt x="4787" y="9591815"/>
                  </a:lnTo>
                  <a:lnTo>
                    <a:pt x="9105" y="9591815"/>
                  </a:lnTo>
                  <a:lnTo>
                    <a:pt x="23266" y="9577667"/>
                  </a:lnTo>
                  <a:lnTo>
                    <a:pt x="23266" y="9573336"/>
                  </a:lnTo>
                  <a:close/>
                </a:path>
                <a:path w="18288000" h="10245090">
                  <a:moveTo>
                    <a:pt x="23266" y="9410167"/>
                  </a:moveTo>
                  <a:lnTo>
                    <a:pt x="9105" y="9396019"/>
                  </a:lnTo>
                  <a:lnTo>
                    <a:pt x="4787" y="9396019"/>
                  </a:lnTo>
                  <a:lnTo>
                    <a:pt x="2705" y="9396425"/>
                  </a:lnTo>
                  <a:lnTo>
                    <a:pt x="0" y="9397555"/>
                  </a:lnTo>
                  <a:lnTo>
                    <a:pt x="0" y="9427108"/>
                  </a:lnTo>
                  <a:lnTo>
                    <a:pt x="2705" y="9428239"/>
                  </a:lnTo>
                  <a:lnTo>
                    <a:pt x="4787" y="9428645"/>
                  </a:lnTo>
                  <a:lnTo>
                    <a:pt x="9105" y="9428645"/>
                  </a:lnTo>
                  <a:lnTo>
                    <a:pt x="23266" y="9414497"/>
                  </a:lnTo>
                  <a:lnTo>
                    <a:pt x="23266" y="9410167"/>
                  </a:lnTo>
                  <a:close/>
                </a:path>
                <a:path w="18288000" h="10245090">
                  <a:moveTo>
                    <a:pt x="23266" y="9247010"/>
                  </a:moveTo>
                  <a:lnTo>
                    <a:pt x="9105" y="9232849"/>
                  </a:lnTo>
                  <a:lnTo>
                    <a:pt x="4787" y="9232849"/>
                  </a:lnTo>
                  <a:lnTo>
                    <a:pt x="2705" y="9233268"/>
                  </a:lnTo>
                  <a:lnTo>
                    <a:pt x="0" y="9234386"/>
                  </a:lnTo>
                  <a:lnTo>
                    <a:pt x="0" y="9263951"/>
                  </a:lnTo>
                  <a:lnTo>
                    <a:pt x="2705" y="9265069"/>
                  </a:lnTo>
                  <a:lnTo>
                    <a:pt x="4787" y="9265488"/>
                  </a:lnTo>
                  <a:lnTo>
                    <a:pt x="9105" y="9265488"/>
                  </a:lnTo>
                  <a:lnTo>
                    <a:pt x="23266" y="9251328"/>
                  </a:lnTo>
                  <a:lnTo>
                    <a:pt x="23266" y="9247010"/>
                  </a:lnTo>
                  <a:close/>
                </a:path>
                <a:path w="18288000" h="10245090">
                  <a:moveTo>
                    <a:pt x="23266" y="9083840"/>
                  </a:moveTo>
                  <a:lnTo>
                    <a:pt x="9105" y="9069692"/>
                  </a:lnTo>
                  <a:lnTo>
                    <a:pt x="4787" y="9069692"/>
                  </a:lnTo>
                  <a:lnTo>
                    <a:pt x="2705" y="9070099"/>
                  </a:lnTo>
                  <a:lnTo>
                    <a:pt x="0" y="9071229"/>
                  </a:lnTo>
                  <a:lnTo>
                    <a:pt x="0" y="9100782"/>
                  </a:lnTo>
                  <a:lnTo>
                    <a:pt x="2705" y="9101912"/>
                  </a:lnTo>
                  <a:lnTo>
                    <a:pt x="4787" y="9102319"/>
                  </a:lnTo>
                  <a:lnTo>
                    <a:pt x="9105" y="9102319"/>
                  </a:lnTo>
                  <a:lnTo>
                    <a:pt x="23266" y="9088171"/>
                  </a:lnTo>
                  <a:lnTo>
                    <a:pt x="23266" y="9083840"/>
                  </a:lnTo>
                  <a:close/>
                </a:path>
                <a:path w="18288000" h="10245090">
                  <a:moveTo>
                    <a:pt x="23266" y="8920683"/>
                  </a:moveTo>
                  <a:lnTo>
                    <a:pt x="9105" y="8906523"/>
                  </a:lnTo>
                  <a:lnTo>
                    <a:pt x="4787" y="8906523"/>
                  </a:lnTo>
                  <a:lnTo>
                    <a:pt x="2705" y="8906942"/>
                  </a:lnTo>
                  <a:lnTo>
                    <a:pt x="0" y="8908059"/>
                  </a:lnTo>
                  <a:lnTo>
                    <a:pt x="0" y="8937625"/>
                  </a:lnTo>
                  <a:lnTo>
                    <a:pt x="2705" y="8938743"/>
                  </a:lnTo>
                  <a:lnTo>
                    <a:pt x="4787" y="8939162"/>
                  </a:lnTo>
                  <a:lnTo>
                    <a:pt x="9105" y="8939162"/>
                  </a:lnTo>
                  <a:lnTo>
                    <a:pt x="23266" y="8925001"/>
                  </a:lnTo>
                  <a:lnTo>
                    <a:pt x="23266" y="8920683"/>
                  </a:lnTo>
                  <a:close/>
                </a:path>
                <a:path w="18288000" h="10245090">
                  <a:moveTo>
                    <a:pt x="23266" y="8757514"/>
                  </a:moveTo>
                  <a:lnTo>
                    <a:pt x="9105" y="8743366"/>
                  </a:lnTo>
                  <a:lnTo>
                    <a:pt x="4787" y="8743366"/>
                  </a:lnTo>
                  <a:lnTo>
                    <a:pt x="2705" y="8743772"/>
                  </a:lnTo>
                  <a:lnTo>
                    <a:pt x="0" y="8744902"/>
                  </a:lnTo>
                  <a:lnTo>
                    <a:pt x="0" y="8774455"/>
                  </a:lnTo>
                  <a:lnTo>
                    <a:pt x="2705" y="8775586"/>
                  </a:lnTo>
                  <a:lnTo>
                    <a:pt x="4787" y="8775992"/>
                  </a:lnTo>
                  <a:lnTo>
                    <a:pt x="9105" y="8775992"/>
                  </a:lnTo>
                  <a:lnTo>
                    <a:pt x="23266" y="8761844"/>
                  </a:lnTo>
                  <a:lnTo>
                    <a:pt x="23266" y="8757514"/>
                  </a:lnTo>
                  <a:close/>
                </a:path>
                <a:path w="18288000" h="10245090">
                  <a:moveTo>
                    <a:pt x="186423" y="10225989"/>
                  </a:moveTo>
                  <a:lnTo>
                    <a:pt x="172275" y="10211841"/>
                  </a:lnTo>
                  <a:lnTo>
                    <a:pt x="167944" y="10211841"/>
                  </a:lnTo>
                  <a:lnTo>
                    <a:pt x="153797" y="10225989"/>
                  </a:lnTo>
                  <a:lnTo>
                    <a:pt x="153797" y="10230320"/>
                  </a:lnTo>
                  <a:lnTo>
                    <a:pt x="167944" y="10244468"/>
                  </a:lnTo>
                  <a:lnTo>
                    <a:pt x="172275" y="10244468"/>
                  </a:lnTo>
                  <a:lnTo>
                    <a:pt x="186423" y="10230320"/>
                  </a:lnTo>
                  <a:lnTo>
                    <a:pt x="186423" y="10228148"/>
                  </a:lnTo>
                  <a:lnTo>
                    <a:pt x="186423" y="10225989"/>
                  </a:lnTo>
                  <a:close/>
                </a:path>
                <a:path w="18288000" h="10245090">
                  <a:moveTo>
                    <a:pt x="186423" y="10062820"/>
                  </a:moveTo>
                  <a:lnTo>
                    <a:pt x="172275" y="10048672"/>
                  </a:lnTo>
                  <a:lnTo>
                    <a:pt x="167944" y="10048672"/>
                  </a:lnTo>
                  <a:lnTo>
                    <a:pt x="153797" y="10062820"/>
                  </a:lnTo>
                  <a:lnTo>
                    <a:pt x="153797" y="10067150"/>
                  </a:lnTo>
                  <a:lnTo>
                    <a:pt x="167944" y="10081311"/>
                  </a:lnTo>
                  <a:lnTo>
                    <a:pt x="172275" y="10081311"/>
                  </a:lnTo>
                  <a:lnTo>
                    <a:pt x="186423" y="10067150"/>
                  </a:lnTo>
                  <a:lnTo>
                    <a:pt x="186423" y="10064991"/>
                  </a:lnTo>
                  <a:lnTo>
                    <a:pt x="186423" y="10062820"/>
                  </a:lnTo>
                  <a:close/>
                </a:path>
                <a:path w="18288000" h="10245090">
                  <a:moveTo>
                    <a:pt x="186423" y="9899663"/>
                  </a:moveTo>
                  <a:lnTo>
                    <a:pt x="172275" y="9885515"/>
                  </a:lnTo>
                  <a:lnTo>
                    <a:pt x="167944" y="9885515"/>
                  </a:lnTo>
                  <a:lnTo>
                    <a:pt x="153797" y="9899663"/>
                  </a:lnTo>
                  <a:lnTo>
                    <a:pt x="153797" y="9903993"/>
                  </a:lnTo>
                  <a:lnTo>
                    <a:pt x="167944" y="9918141"/>
                  </a:lnTo>
                  <a:lnTo>
                    <a:pt x="172275" y="9918141"/>
                  </a:lnTo>
                  <a:lnTo>
                    <a:pt x="186423" y="9903993"/>
                  </a:lnTo>
                  <a:lnTo>
                    <a:pt x="186423" y="9901822"/>
                  </a:lnTo>
                  <a:lnTo>
                    <a:pt x="186423" y="9899663"/>
                  </a:lnTo>
                  <a:close/>
                </a:path>
                <a:path w="18288000" h="10245090">
                  <a:moveTo>
                    <a:pt x="186423" y="9736493"/>
                  </a:moveTo>
                  <a:lnTo>
                    <a:pt x="172275" y="9722345"/>
                  </a:lnTo>
                  <a:lnTo>
                    <a:pt x="167944" y="9722345"/>
                  </a:lnTo>
                  <a:lnTo>
                    <a:pt x="153797" y="9736493"/>
                  </a:lnTo>
                  <a:lnTo>
                    <a:pt x="153797" y="9740824"/>
                  </a:lnTo>
                  <a:lnTo>
                    <a:pt x="167944" y="9754972"/>
                  </a:lnTo>
                  <a:lnTo>
                    <a:pt x="172275" y="9754972"/>
                  </a:lnTo>
                  <a:lnTo>
                    <a:pt x="186423" y="9740824"/>
                  </a:lnTo>
                  <a:lnTo>
                    <a:pt x="186423" y="9738665"/>
                  </a:lnTo>
                  <a:lnTo>
                    <a:pt x="186423" y="9736493"/>
                  </a:lnTo>
                  <a:close/>
                </a:path>
                <a:path w="18288000" h="10245090">
                  <a:moveTo>
                    <a:pt x="186423" y="9573336"/>
                  </a:moveTo>
                  <a:lnTo>
                    <a:pt x="172275" y="9559176"/>
                  </a:lnTo>
                  <a:lnTo>
                    <a:pt x="167944" y="9559176"/>
                  </a:lnTo>
                  <a:lnTo>
                    <a:pt x="153797" y="9573336"/>
                  </a:lnTo>
                  <a:lnTo>
                    <a:pt x="153797" y="9577667"/>
                  </a:lnTo>
                  <a:lnTo>
                    <a:pt x="167944" y="9591815"/>
                  </a:lnTo>
                  <a:lnTo>
                    <a:pt x="172275" y="9591815"/>
                  </a:lnTo>
                  <a:lnTo>
                    <a:pt x="186423" y="9577667"/>
                  </a:lnTo>
                  <a:lnTo>
                    <a:pt x="186423" y="9575495"/>
                  </a:lnTo>
                  <a:lnTo>
                    <a:pt x="186423" y="9573336"/>
                  </a:lnTo>
                  <a:close/>
                </a:path>
                <a:path w="18288000" h="10245090">
                  <a:moveTo>
                    <a:pt x="186423" y="9410167"/>
                  </a:moveTo>
                  <a:lnTo>
                    <a:pt x="172275" y="9396019"/>
                  </a:lnTo>
                  <a:lnTo>
                    <a:pt x="167944" y="9396019"/>
                  </a:lnTo>
                  <a:lnTo>
                    <a:pt x="153797" y="9410167"/>
                  </a:lnTo>
                  <a:lnTo>
                    <a:pt x="153797" y="9414497"/>
                  </a:lnTo>
                  <a:lnTo>
                    <a:pt x="167944" y="9428645"/>
                  </a:lnTo>
                  <a:lnTo>
                    <a:pt x="172275" y="9428645"/>
                  </a:lnTo>
                  <a:lnTo>
                    <a:pt x="186423" y="9414497"/>
                  </a:lnTo>
                  <a:lnTo>
                    <a:pt x="186423" y="9412338"/>
                  </a:lnTo>
                  <a:lnTo>
                    <a:pt x="186423" y="9410167"/>
                  </a:lnTo>
                  <a:close/>
                </a:path>
                <a:path w="18288000" h="10245090">
                  <a:moveTo>
                    <a:pt x="186423" y="9247010"/>
                  </a:moveTo>
                  <a:lnTo>
                    <a:pt x="172275" y="9232849"/>
                  </a:lnTo>
                  <a:lnTo>
                    <a:pt x="167944" y="9232849"/>
                  </a:lnTo>
                  <a:lnTo>
                    <a:pt x="153797" y="9247010"/>
                  </a:lnTo>
                  <a:lnTo>
                    <a:pt x="153797" y="9251328"/>
                  </a:lnTo>
                  <a:lnTo>
                    <a:pt x="167944" y="9265488"/>
                  </a:lnTo>
                  <a:lnTo>
                    <a:pt x="172275" y="9265488"/>
                  </a:lnTo>
                  <a:lnTo>
                    <a:pt x="186423" y="9251328"/>
                  </a:lnTo>
                  <a:lnTo>
                    <a:pt x="186423" y="9249169"/>
                  </a:lnTo>
                  <a:lnTo>
                    <a:pt x="186423" y="9247010"/>
                  </a:lnTo>
                  <a:close/>
                </a:path>
                <a:path w="18288000" h="10245090">
                  <a:moveTo>
                    <a:pt x="186423" y="9083840"/>
                  </a:moveTo>
                  <a:lnTo>
                    <a:pt x="172275" y="9069692"/>
                  </a:lnTo>
                  <a:lnTo>
                    <a:pt x="167944" y="9069692"/>
                  </a:lnTo>
                  <a:lnTo>
                    <a:pt x="153797" y="9083840"/>
                  </a:lnTo>
                  <a:lnTo>
                    <a:pt x="153797" y="9088171"/>
                  </a:lnTo>
                  <a:lnTo>
                    <a:pt x="167944" y="9102319"/>
                  </a:lnTo>
                  <a:lnTo>
                    <a:pt x="172275" y="9102319"/>
                  </a:lnTo>
                  <a:lnTo>
                    <a:pt x="186423" y="9088171"/>
                  </a:lnTo>
                  <a:lnTo>
                    <a:pt x="186423" y="9086012"/>
                  </a:lnTo>
                  <a:lnTo>
                    <a:pt x="186423" y="9083840"/>
                  </a:lnTo>
                  <a:close/>
                </a:path>
                <a:path w="18288000" h="10245090">
                  <a:moveTo>
                    <a:pt x="186423" y="8920683"/>
                  </a:moveTo>
                  <a:lnTo>
                    <a:pt x="172275" y="8906523"/>
                  </a:lnTo>
                  <a:lnTo>
                    <a:pt x="167944" y="8906523"/>
                  </a:lnTo>
                  <a:lnTo>
                    <a:pt x="153797" y="8920683"/>
                  </a:lnTo>
                  <a:lnTo>
                    <a:pt x="153797" y="8925001"/>
                  </a:lnTo>
                  <a:lnTo>
                    <a:pt x="167944" y="8939162"/>
                  </a:lnTo>
                  <a:lnTo>
                    <a:pt x="172275" y="8939162"/>
                  </a:lnTo>
                  <a:lnTo>
                    <a:pt x="186423" y="8925001"/>
                  </a:lnTo>
                  <a:lnTo>
                    <a:pt x="186423" y="8922842"/>
                  </a:lnTo>
                  <a:lnTo>
                    <a:pt x="186423" y="8920683"/>
                  </a:lnTo>
                  <a:close/>
                </a:path>
                <a:path w="18288000" h="10245090">
                  <a:moveTo>
                    <a:pt x="186423" y="8757514"/>
                  </a:moveTo>
                  <a:lnTo>
                    <a:pt x="172275" y="8743366"/>
                  </a:lnTo>
                  <a:lnTo>
                    <a:pt x="167944" y="8743366"/>
                  </a:lnTo>
                  <a:lnTo>
                    <a:pt x="153797" y="8757514"/>
                  </a:lnTo>
                  <a:lnTo>
                    <a:pt x="153797" y="8761844"/>
                  </a:lnTo>
                  <a:lnTo>
                    <a:pt x="167944" y="8775992"/>
                  </a:lnTo>
                  <a:lnTo>
                    <a:pt x="172275" y="8775992"/>
                  </a:lnTo>
                  <a:lnTo>
                    <a:pt x="186423" y="8761844"/>
                  </a:lnTo>
                  <a:lnTo>
                    <a:pt x="186423" y="8759673"/>
                  </a:lnTo>
                  <a:lnTo>
                    <a:pt x="186423" y="8757514"/>
                  </a:lnTo>
                  <a:close/>
                </a:path>
                <a:path w="18288000" h="10245090">
                  <a:moveTo>
                    <a:pt x="349592" y="10225989"/>
                  </a:moveTo>
                  <a:lnTo>
                    <a:pt x="335445" y="10211841"/>
                  </a:lnTo>
                  <a:lnTo>
                    <a:pt x="331114" y="10211841"/>
                  </a:lnTo>
                  <a:lnTo>
                    <a:pt x="316953" y="10225989"/>
                  </a:lnTo>
                  <a:lnTo>
                    <a:pt x="316953" y="10230320"/>
                  </a:lnTo>
                  <a:lnTo>
                    <a:pt x="331114" y="10244468"/>
                  </a:lnTo>
                  <a:lnTo>
                    <a:pt x="335445" y="10244468"/>
                  </a:lnTo>
                  <a:lnTo>
                    <a:pt x="349592" y="10230320"/>
                  </a:lnTo>
                  <a:lnTo>
                    <a:pt x="349592" y="10228148"/>
                  </a:lnTo>
                  <a:lnTo>
                    <a:pt x="349592" y="10225989"/>
                  </a:lnTo>
                  <a:close/>
                </a:path>
                <a:path w="18288000" h="10245090">
                  <a:moveTo>
                    <a:pt x="349592" y="10062820"/>
                  </a:moveTo>
                  <a:lnTo>
                    <a:pt x="335445" y="10048672"/>
                  </a:lnTo>
                  <a:lnTo>
                    <a:pt x="331114" y="10048672"/>
                  </a:lnTo>
                  <a:lnTo>
                    <a:pt x="316953" y="10062820"/>
                  </a:lnTo>
                  <a:lnTo>
                    <a:pt x="316953" y="10067150"/>
                  </a:lnTo>
                  <a:lnTo>
                    <a:pt x="331114" y="10081311"/>
                  </a:lnTo>
                  <a:lnTo>
                    <a:pt x="335445" y="10081311"/>
                  </a:lnTo>
                  <a:lnTo>
                    <a:pt x="349592" y="10067150"/>
                  </a:lnTo>
                  <a:lnTo>
                    <a:pt x="349592" y="10064991"/>
                  </a:lnTo>
                  <a:lnTo>
                    <a:pt x="349592" y="10062820"/>
                  </a:lnTo>
                  <a:close/>
                </a:path>
                <a:path w="18288000" h="10245090">
                  <a:moveTo>
                    <a:pt x="349592" y="9899663"/>
                  </a:moveTo>
                  <a:lnTo>
                    <a:pt x="335445" y="9885515"/>
                  </a:lnTo>
                  <a:lnTo>
                    <a:pt x="331114" y="9885515"/>
                  </a:lnTo>
                  <a:lnTo>
                    <a:pt x="316953" y="9899663"/>
                  </a:lnTo>
                  <a:lnTo>
                    <a:pt x="316953" y="9903993"/>
                  </a:lnTo>
                  <a:lnTo>
                    <a:pt x="331114" y="9918141"/>
                  </a:lnTo>
                  <a:lnTo>
                    <a:pt x="335445" y="9918141"/>
                  </a:lnTo>
                  <a:lnTo>
                    <a:pt x="349592" y="9903993"/>
                  </a:lnTo>
                  <a:lnTo>
                    <a:pt x="349592" y="9901822"/>
                  </a:lnTo>
                  <a:lnTo>
                    <a:pt x="349592" y="9899663"/>
                  </a:lnTo>
                  <a:close/>
                </a:path>
                <a:path w="18288000" h="10245090">
                  <a:moveTo>
                    <a:pt x="349592" y="9736493"/>
                  </a:moveTo>
                  <a:lnTo>
                    <a:pt x="335445" y="9722345"/>
                  </a:lnTo>
                  <a:lnTo>
                    <a:pt x="331114" y="9722345"/>
                  </a:lnTo>
                  <a:lnTo>
                    <a:pt x="316953" y="9736493"/>
                  </a:lnTo>
                  <a:lnTo>
                    <a:pt x="316953" y="9740824"/>
                  </a:lnTo>
                  <a:lnTo>
                    <a:pt x="331114" y="9754972"/>
                  </a:lnTo>
                  <a:lnTo>
                    <a:pt x="335445" y="9754972"/>
                  </a:lnTo>
                  <a:lnTo>
                    <a:pt x="349592" y="9740824"/>
                  </a:lnTo>
                  <a:lnTo>
                    <a:pt x="349592" y="9738665"/>
                  </a:lnTo>
                  <a:lnTo>
                    <a:pt x="349592" y="9736493"/>
                  </a:lnTo>
                  <a:close/>
                </a:path>
                <a:path w="18288000" h="10245090">
                  <a:moveTo>
                    <a:pt x="349592" y="9573336"/>
                  </a:moveTo>
                  <a:lnTo>
                    <a:pt x="335445" y="9559176"/>
                  </a:lnTo>
                  <a:lnTo>
                    <a:pt x="331114" y="9559176"/>
                  </a:lnTo>
                  <a:lnTo>
                    <a:pt x="316953" y="9573336"/>
                  </a:lnTo>
                  <a:lnTo>
                    <a:pt x="316953" y="9577667"/>
                  </a:lnTo>
                  <a:lnTo>
                    <a:pt x="331114" y="9591815"/>
                  </a:lnTo>
                  <a:lnTo>
                    <a:pt x="335445" y="9591815"/>
                  </a:lnTo>
                  <a:lnTo>
                    <a:pt x="349592" y="9577667"/>
                  </a:lnTo>
                  <a:lnTo>
                    <a:pt x="349592" y="9575495"/>
                  </a:lnTo>
                  <a:lnTo>
                    <a:pt x="349592" y="9573336"/>
                  </a:lnTo>
                  <a:close/>
                </a:path>
                <a:path w="18288000" h="10245090">
                  <a:moveTo>
                    <a:pt x="349592" y="9410167"/>
                  </a:moveTo>
                  <a:lnTo>
                    <a:pt x="335445" y="9396019"/>
                  </a:lnTo>
                  <a:lnTo>
                    <a:pt x="331114" y="9396019"/>
                  </a:lnTo>
                  <a:lnTo>
                    <a:pt x="316953" y="9410167"/>
                  </a:lnTo>
                  <a:lnTo>
                    <a:pt x="316953" y="9414497"/>
                  </a:lnTo>
                  <a:lnTo>
                    <a:pt x="331114" y="9428645"/>
                  </a:lnTo>
                  <a:lnTo>
                    <a:pt x="335445" y="9428645"/>
                  </a:lnTo>
                  <a:lnTo>
                    <a:pt x="349592" y="9414497"/>
                  </a:lnTo>
                  <a:lnTo>
                    <a:pt x="349592" y="9412338"/>
                  </a:lnTo>
                  <a:lnTo>
                    <a:pt x="349592" y="9410167"/>
                  </a:lnTo>
                  <a:close/>
                </a:path>
                <a:path w="18288000" h="10245090">
                  <a:moveTo>
                    <a:pt x="349592" y="9247010"/>
                  </a:moveTo>
                  <a:lnTo>
                    <a:pt x="335445" y="9232849"/>
                  </a:lnTo>
                  <a:lnTo>
                    <a:pt x="331114" y="9232849"/>
                  </a:lnTo>
                  <a:lnTo>
                    <a:pt x="316953" y="9247010"/>
                  </a:lnTo>
                  <a:lnTo>
                    <a:pt x="316953" y="9251328"/>
                  </a:lnTo>
                  <a:lnTo>
                    <a:pt x="331114" y="9265488"/>
                  </a:lnTo>
                  <a:lnTo>
                    <a:pt x="335445" y="9265488"/>
                  </a:lnTo>
                  <a:lnTo>
                    <a:pt x="349592" y="9251328"/>
                  </a:lnTo>
                  <a:lnTo>
                    <a:pt x="349592" y="9249169"/>
                  </a:lnTo>
                  <a:lnTo>
                    <a:pt x="349592" y="9247010"/>
                  </a:lnTo>
                  <a:close/>
                </a:path>
                <a:path w="18288000" h="10245090">
                  <a:moveTo>
                    <a:pt x="349592" y="9083840"/>
                  </a:moveTo>
                  <a:lnTo>
                    <a:pt x="335445" y="9069692"/>
                  </a:lnTo>
                  <a:lnTo>
                    <a:pt x="331114" y="9069692"/>
                  </a:lnTo>
                  <a:lnTo>
                    <a:pt x="316953" y="9083840"/>
                  </a:lnTo>
                  <a:lnTo>
                    <a:pt x="316953" y="9088171"/>
                  </a:lnTo>
                  <a:lnTo>
                    <a:pt x="331114" y="9102319"/>
                  </a:lnTo>
                  <a:lnTo>
                    <a:pt x="335445" y="9102319"/>
                  </a:lnTo>
                  <a:lnTo>
                    <a:pt x="349592" y="9088171"/>
                  </a:lnTo>
                  <a:lnTo>
                    <a:pt x="349592" y="9086012"/>
                  </a:lnTo>
                  <a:lnTo>
                    <a:pt x="349592" y="9083840"/>
                  </a:lnTo>
                  <a:close/>
                </a:path>
                <a:path w="18288000" h="10245090">
                  <a:moveTo>
                    <a:pt x="349592" y="8920683"/>
                  </a:moveTo>
                  <a:lnTo>
                    <a:pt x="335445" y="8906523"/>
                  </a:lnTo>
                  <a:lnTo>
                    <a:pt x="331114" y="8906523"/>
                  </a:lnTo>
                  <a:lnTo>
                    <a:pt x="316953" y="8920683"/>
                  </a:lnTo>
                  <a:lnTo>
                    <a:pt x="316953" y="8925001"/>
                  </a:lnTo>
                  <a:lnTo>
                    <a:pt x="331114" y="8939162"/>
                  </a:lnTo>
                  <a:lnTo>
                    <a:pt x="335445" y="8939162"/>
                  </a:lnTo>
                  <a:lnTo>
                    <a:pt x="349592" y="8925001"/>
                  </a:lnTo>
                  <a:lnTo>
                    <a:pt x="349592" y="8922842"/>
                  </a:lnTo>
                  <a:lnTo>
                    <a:pt x="349592" y="8920683"/>
                  </a:lnTo>
                  <a:close/>
                </a:path>
                <a:path w="18288000" h="10245090">
                  <a:moveTo>
                    <a:pt x="349592" y="8757514"/>
                  </a:moveTo>
                  <a:lnTo>
                    <a:pt x="335445" y="8743366"/>
                  </a:lnTo>
                  <a:lnTo>
                    <a:pt x="331114" y="8743366"/>
                  </a:lnTo>
                  <a:lnTo>
                    <a:pt x="316953" y="8757514"/>
                  </a:lnTo>
                  <a:lnTo>
                    <a:pt x="316953" y="8761844"/>
                  </a:lnTo>
                  <a:lnTo>
                    <a:pt x="331114" y="8775992"/>
                  </a:lnTo>
                  <a:lnTo>
                    <a:pt x="335445" y="8775992"/>
                  </a:lnTo>
                  <a:lnTo>
                    <a:pt x="349592" y="8761844"/>
                  </a:lnTo>
                  <a:lnTo>
                    <a:pt x="349592" y="8759673"/>
                  </a:lnTo>
                  <a:lnTo>
                    <a:pt x="349592" y="8757514"/>
                  </a:lnTo>
                  <a:close/>
                </a:path>
                <a:path w="18288000" h="10245090">
                  <a:moveTo>
                    <a:pt x="512749" y="10225989"/>
                  </a:moveTo>
                  <a:lnTo>
                    <a:pt x="498602" y="10211841"/>
                  </a:lnTo>
                  <a:lnTo>
                    <a:pt x="494271" y="10211841"/>
                  </a:lnTo>
                  <a:lnTo>
                    <a:pt x="480123" y="10225989"/>
                  </a:lnTo>
                  <a:lnTo>
                    <a:pt x="480123" y="10230320"/>
                  </a:lnTo>
                  <a:lnTo>
                    <a:pt x="494271" y="10244468"/>
                  </a:lnTo>
                  <a:lnTo>
                    <a:pt x="498602" y="10244468"/>
                  </a:lnTo>
                  <a:lnTo>
                    <a:pt x="512749" y="10230320"/>
                  </a:lnTo>
                  <a:lnTo>
                    <a:pt x="512749" y="10228148"/>
                  </a:lnTo>
                  <a:lnTo>
                    <a:pt x="512749" y="10225989"/>
                  </a:lnTo>
                  <a:close/>
                </a:path>
                <a:path w="18288000" h="10245090">
                  <a:moveTo>
                    <a:pt x="512749" y="10062820"/>
                  </a:moveTo>
                  <a:lnTo>
                    <a:pt x="498602" y="10048672"/>
                  </a:lnTo>
                  <a:lnTo>
                    <a:pt x="494271" y="10048672"/>
                  </a:lnTo>
                  <a:lnTo>
                    <a:pt x="480123" y="10062820"/>
                  </a:lnTo>
                  <a:lnTo>
                    <a:pt x="480123" y="10067150"/>
                  </a:lnTo>
                  <a:lnTo>
                    <a:pt x="494271" y="10081311"/>
                  </a:lnTo>
                  <a:lnTo>
                    <a:pt x="498602" y="10081311"/>
                  </a:lnTo>
                  <a:lnTo>
                    <a:pt x="512749" y="10067150"/>
                  </a:lnTo>
                  <a:lnTo>
                    <a:pt x="512749" y="10064991"/>
                  </a:lnTo>
                  <a:lnTo>
                    <a:pt x="512749" y="10062820"/>
                  </a:lnTo>
                  <a:close/>
                </a:path>
                <a:path w="18288000" h="10245090">
                  <a:moveTo>
                    <a:pt x="512749" y="9899663"/>
                  </a:moveTo>
                  <a:lnTo>
                    <a:pt x="498602" y="9885515"/>
                  </a:lnTo>
                  <a:lnTo>
                    <a:pt x="494271" y="9885515"/>
                  </a:lnTo>
                  <a:lnTo>
                    <a:pt x="480123" y="9899663"/>
                  </a:lnTo>
                  <a:lnTo>
                    <a:pt x="480123" y="9903993"/>
                  </a:lnTo>
                  <a:lnTo>
                    <a:pt x="494271" y="9918141"/>
                  </a:lnTo>
                  <a:lnTo>
                    <a:pt x="498602" y="9918141"/>
                  </a:lnTo>
                  <a:lnTo>
                    <a:pt x="512749" y="9903993"/>
                  </a:lnTo>
                  <a:lnTo>
                    <a:pt x="512749" y="9901822"/>
                  </a:lnTo>
                  <a:lnTo>
                    <a:pt x="512749" y="9899663"/>
                  </a:lnTo>
                  <a:close/>
                </a:path>
                <a:path w="18288000" h="10245090">
                  <a:moveTo>
                    <a:pt x="512749" y="9736493"/>
                  </a:moveTo>
                  <a:lnTo>
                    <a:pt x="498602" y="9722345"/>
                  </a:lnTo>
                  <a:lnTo>
                    <a:pt x="494271" y="9722345"/>
                  </a:lnTo>
                  <a:lnTo>
                    <a:pt x="480123" y="9736493"/>
                  </a:lnTo>
                  <a:lnTo>
                    <a:pt x="480123" y="9740824"/>
                  </a:lnTo>
                  <a:lnTo>
                    <a:pt x="494271" y="9754972"/>
                  </a:lnTo>
                  <a:lnTo>
                    <a:pt x="498602" y="9754972"/>
                  </a:lnTo>
                  <a:lnTo>
                    <a:pt x="512749" y="9740824"/>
                  </a:lnTo>
                  <a:lnTo>
                    <a:pt x="512749" y="9738665"/>
                  </a:lnTo>
                  <a:lnTo>
                    <a:pt x="512749" y="9736493"/>
                  </a:lnTo>
                  <a:close/>
                </a:path>
                <a:path w="18288000" h="10245090">
                  <a:moveTo>
                    <a:pt x="512749" y="9573336"/>
                  </a:moveTo>
                  <a:lnTo>
                    <a:pt x="498602" y="9559176"/>
                  </a:lnTo>
                  <a:lnTo>
                    <a:pt x="494271" y="9559176"/>
                  </a:lnTo>
                  <a:lnTo>
                    <a:pt x="480123" y="9573336"/>
                  </a:lnTo>
                  <a:lnTo>
                    <a:pt x="480123" y="9577667"/>
                  </a:lnTo>
                  <a:lnTo>
                    <a:pt x="494271" y="9591815"/>
                  </a:lnTo>
                  <a:lnTo>
                    <a:pt x="498602" y="9591815"/>
                  </a:lnTo>
                  <a:lnTo>
                    <a:pt x="512749" y="9577667"/>
                  </a:lnTo>
                  <a:lnTo>
                    <a:pt x="512749" y="9575495"/>
                  </a:lnTo>
                  <a:lnTo>
                    <a:pt x="512749" y="9573336"/>
                  </a:lnTo>
                  <a:close/>
                </a:path>
                <a:path w="18288000" h="10245090">
                  <a:moveTo>
                    <a:pt x="512749" y="9410167"/>
                  </a:moveTo>
                  <a:lnTo>
                    <a:pt x="498602" y="9396019"/>
                  </a:lnTo>
                  <a:lnTo>
                    <a:pt x="494271" y="9396019"/>
                  </a:lnTo>
                  <a:lnTo>
                    <a:pt x="480123" y="9410167"/>
                  </a:lnTo>
                  <a:lnTo>
                    <a:pt x="480123" y="9414497"/>
                  </a:lnTo>
                  <a:lnTo>
                    <a:pt x="494271" y="9428645"/>
                  </a:lnTo>
                  <a:lnTo>
                    <a:pt x="498602" y="9428645"/>
                  </a:lnTo>
                  <a:lnTo>
                    <a:pt x="512749" y="9414497"/>
                  </a:lnTo>
                  <a:lnTo>
                    <a:pt x="512749" y="9412338"/>
                  </a:lnTo>
                  <a:lnTo>
                    <a:pt x="512749" y="9410167"/>
                  </a:lnTo>
                  <a:close/>
                </a:path>
                <a:path w="18288000" h="10245090">
                  <a:moveTo>
                    <a:pt x="512749" y="9247010"/>
                  </a:moveTo>
                  <a:lnTo>
                    <a:pt x="498602" y="9232849"/>
                  </a:lnTo>
                  <a:lnTo>
                    <a:pt x="494271" y="9232849"/>
                  </a:lnTo>
                  <a:lnTo>
                    <a:pt x="480123" y="9247010"/>
                  </a:lnTo>
                  <a:lnTo>
                    <a:pt x="480123" y="9251328"/>
                  </a:lnTo>
                  <a:lnTo>
                    <a:pt x="494271" y="9265488"/>
                  </a:lnTo>
                  <a:lnTo>
                    <a:pt x="498602" y="9265488"/>
                  </a:lnTo>
                  <a:lnTo>
                    <a:pt x="512749" y="9251328"/>
                  </a:lnTo>
                  <a:lnTo>
                    <a:pt x="512749" y="9249169"/>
                  </a:lnTo>
                  <a:lnTo>
                    <a:pt x="512749" y="9247010"/>
                  </a:lnTo>
                  <a:close/>
                </a:path>
                <a:path w="18288000" h="10245090">
                  <a:moveTo>
                    <a:pt x="512749" y="9083840"/>
                  </a:moveTo>
                  <a:lnTo>
                    <a:pt x="498602" y="9069692"/>
                  </a:lnTo>
                  <a:lnTo>
                    <a:pt x="494271" y="9069692"/>
                  </a:lnTo>
                  <a:lnTo>
                    <a:pt x="480123" y="9083840"/>
                  </a:lnTo>
                  <a:lnTo>
                    <a:pt x="480123" y="9088171"/>
                  </a:lnTo>
                  <a:lnTo>
                    <a:pt x="494271" y="9102319"/>
                  </a:lnTo>
                  <a:lnTo>
                    <a:pt x="498602" y="9102319"/>
                  </a:lnTo>
                  <a:lnTo>
                    <a:pt x="512749" y="9088171"/>
                  </a:lnTo>
                  <a:lnTo>
                    <a:pt x="512749" y="9086012"/>
                  </a:lnTo>
                  <a:lnTo>
                    <a:pt x="512749" y="9083840"/>
                  </a:lnTo>
                  <a:close/>
                </a:path>
                <a:path w="18288000" h="10245090">
                  <a:moveTo>
                    <a:pt x="512749" y="8920683"/>
                  </a:moveTo>
                  <a:lnTo>
                    <a:pt x="498602" y="8906523"/>
                  </a:lnTo>
                  <a:lnTo>
                    <a:pt x="494271" y="8906523"/>
                  </a:lnTo>
                  <a:lnTo>
                    <a:pt x="480123" y="8920683"/>
                  </a:lnTo>
                  <a:lnTo>
                    <a:pt x="480123" y="8925001"/>
                  </a:lnTo>
                  <a:lnTo>
                    <a:pt x="494271" y="8939162"/>
                  </a:lnTo>
                  <a:lnTo>
                    <a:pt x="498602" y="8939162"/>
                  </a:lnTo>
                  <a:lnTo>
                    <a:pt x="512749" y="8925001"/>
                  </a:lnTo>
                  <a:lnTo>
                    <a:pt x="512749" y="8922842"/>
                  </a:lnTo>
                  <a:lnTo>
                    <a:pt x="512749" y="8920683"/>
                  </a:lnTo>
                  <a:close/>
                </a:path>
                <a:path w="18288000" h="10245090">
                  <a:moveTo>
                    <a:pt x="512749" y="8757514"/>
                  </a:moveTo>
                  <a:lnTo>
                    <a:pt x="498602" y="8743366"/>
                  </a:lnTo>
                  <a:lnTo>
                    <a:pt x="494271" y="8743366"/>
                  </a:lnTo>
                  <a:lnTo>
                    <a:pt x="480123" y="8757514"/>
                  </a:lnTo>
                  <a:lnTo>
                    <a:pt x="480123" y="8761844"/>
                  </a:lnTo>
                  <a:lnTo>
                    <a:pt x="494271" y="8775992"/>
                  </a:lnTo>
                  <a:lnTo>
                    <a:pt x="498602" y="8775992"/>
                  </a:lnTo>
                  <a:lnTo>
                    <a:pt x="512749" y="8761844"/>
                  </a:lnTo>
                  <a:lnTo>
                    <a:pt x="512749" y="8759673"/>
                  </a:lnTo>
                  <a:lnTo>
                    <a:pt x="512749" y="8757514"/>
                  </a:lnTo>
                  <a:close/>
                </a:path>
                <a:path w="18288000" h="10245090">
                  <a:moveTo>
                    <a:pt x="18288000" y="0"/>
                  </a:moveTo>
                  <a:lnTo>
                    <a:pt x="15161527" y="0"/>
                  </a:lnTo>
                  <a:lnTo>
                    <a:pt x="16079712" y="1606765"/>
                  </a:lnTo>
                  <a:lnTo>
                    <a:pt x="16105442" y="1647126"/>
                  </a:lnTo>
                  <a:lnTo>
                    <a:pt x="16134639" y="1684413"/>
                  </a:lnTo>
                  <a:lnTo>
                    <a:pt x="16167024" y="1718462"/>
                  </a:lnTo>
                  <a:lnTo>
                    <a:pt x="16202317" y="1749107"/>
                  </a:lnTo>
                  <a:lnTo>
                    <a:pt x="16240227" y="1776196"/>
                  </a:lnTo>
                  <a:lnTo>
                    <a:pt x="16280499" y="1799564"/>
                  </a:lnTo>
                  <a:lnTo>
                    <a:pt x="16322828" y="1819033"/>
                  </a:lnTo>
                  <a:lnTo>
                    <a:pt x="16366947" y="1834476"/>
                  </a:lnTo>
                  <a:lnTo>
                    <a:pt x="16412566" y="1845691"/>
                  </a:lnTo>
                  <a:lnTo>
                    <a:pt x="16459429" y="1852549"/>
                  </a:lnTo>
                  <a:lnTo>
                    <a:pt x="16507244" y="1854873"/>
                  </a:lnTo>
                  <a:lnTo>
                    <a:pt x="18287988" y="1854873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5239" cy="1854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86021" y="1943087"/>
            <a:ext cx="16257269" cy="804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0">
              <a:lnSpc>
                <a:spcPct val="108000"/>
              </a:lnSpc>
              <a:spcBef>
                <a:spcPts val="100"/>
              </a:spcBef>
              <a:buNone/>
              <a:tabLst>
                <a:tab pos="379095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1.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Minimum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Capital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Requirements: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There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is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no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minimum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capital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requirement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law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for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majority</a:t>
            </a:r>
            <a:r>
              <a:rPr sz="2600" spc="-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Thai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shareholding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structure.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However,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at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least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2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million</a:t>
            </a:r>
            <a:r>
              <a:rPr sz="2600" spc="-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THB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for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majority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foreign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shareholding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  <a:sym typeface="+mn-ea"/>
              </a:rPr>
              <a:t>structure.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indent="366395">
              <a:lnSpc>
                <a:spcPct val="108000"/>
              </a:lnSpc>
              <a:spcBef>
                <a:spcPts val="100"/>
              </a:spcBef>
              <a:buAutoNum type="arabicPeriod" startAt="2"/>
              <a:tabLst>
                <a:tab pos="379095" algn="l"/>
              </a:tabLst>
            </a:pPr>
            <a:endParaRPr sz="2600" b="1" spc="-10" dirty="0">
              <a:solidFill>
                <a:srgbClr val="112D4E"/>
              </a:solidFill>
              <a:latin typeface="Arial" panose="020B0604020202020204"/>
              <a:cs typeface="Arial" panose="020B0604020202020204"/>
            </a:endParaRPr>
          </a:p>
          <a:p>
            <a:pPr marL="12700" marR="5080" indent="366395">
              <a:lnSpc>
                <a:spcPct val="108000"/>
              </a:lnSpc>
              <a:spcBef>
                <a:spcPts val="100"/>
              </a:spcBef>
              <a:buAutoNum type="arabicPeriod" startAt="2"/>
              <a:tabLst>
                <a:tab pos="379095" algn="l"/>
              </a:tabLst>
            </a:pP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Directors:</a:t>
            </a:r>
            <a:r>
              <a:rPr sz="2600" b="1" spc="-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nationality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required.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permit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signing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who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foreigner.</a:t>
            </a:r>
            <a:r>
              <a:rPr sz="2600" spc="-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Appointment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removal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including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remuneration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shall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resolved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meeting.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4605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Shareholders:</a:t>
            </a:r>
            <a:r>
              <a:rPr sz="2600" b="1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time.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Furthermore,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legally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convened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meeting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</a:t>
            </a:r>
            <a:r>
              <a:rPr sz="2600" spc="-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09982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License: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50%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held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foreigner(s),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License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3970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Hiring</a:t>
            </a:r>
            <a:r>
              <a:rPr sz="2600" b="1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b="1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expat:</a:t>
            </a:r>
            <a:r>
              <a:rPr sz="2600" b="1" spc="-1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million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registered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capital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each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expat.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4826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Timeline</a:t>
            </a:r>
            <a:r>
              <a:rPr sz="2600" b="1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b="1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b="1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fees:</a:t>
            </a:r>
            <a:r>
              <a:rPr sz="2600" b="1" spc="-1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Approximately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2-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weeks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setup.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Approximately</a:t>
            </a:r>
            <a:r>
              <a:rPr sz="2600" spc="-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10,000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establishment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2349" y="943"/>
            <a:ext cx="2695651" cy="1598277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138170" y="114300"/>
            <a:ext cx="10066655" cy="891540"/>
          </a:xfrm>
          <a:prstGeom prst="rect">
            <a:avLst/>
          </a:prstGeom>
        </p:spPr>
        <p:txBody>
          <a:bodyPr vert="horz" wrap="square" lIns="0" tIns="199918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lang="en-US" altLang="en-US" sz="4500" spc="-25" dirty="0">
                <a:solidFill>
                  <a:schemeClr val="bg1"/>
                </a:solidFill>
              </a:rPr>
              <a:t>{{section.Key_Requirement.0.title}}</a:t>
            </a:r>
            <a:endParaRPr lang="en-US" altLang="en-US" sz="4500" spc="-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68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5825" y="2204402"/>
            <a:ext cx="13851890" cy="6041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b="1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include: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666115" indent="-372745">
              <a:lnSpc>
                <a:spcPct val="100000"/>
              </a:lnSpc>
              <a:buFont typeface="Arial" panose="020B0604020202020204"/>
              <a:buChar char="•"/>
              <a:tabLst>
                <a:tab pos="666115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b="1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included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b="1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600" b="1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research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summaries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reviews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reporting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Commercial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contract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review,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drafting,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negotiation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09675" lvl="1" indent="-44831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0967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relation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court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disputes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(with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litigation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counsel</a:t>
            </a:r>
            <a:r>
              <a:rPr sz="2600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where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required)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General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regulatory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Liaison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authorities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agencies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discussion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(upon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request)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lvl="1">
              <a:lnSpc>
                <a:spcPct val="100000"/>
              </a:lnSpc>
              <a:spcBef>
                <a:spcPts val="650"/>
              </a:spcBef>
              <a:buClr>
                <a:srgbClr val="112D4E"/>
              </a:buClr>
              <a:buFont typeface="Segoe UI Symbol" panose="020B0502040204020203"/>
              <a:buChar char="◦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573405" indent="-280035">
              <a:lnSpc>
                <a:spcPct val="100000"/>
              </a:lnSpc>
              <a:buFont typeface="Arial" panose="020B0604020202020204"/>
              <a:buChar char="•"/>
              <a:tabLst>
                <a:tab pos="573405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arranged</a:t>
            </a:r>
            <a:r>
              <a:rPr sz="2600" b="1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separately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fixed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basis: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Court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reports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09675" lvl="1" indent="-448310">
              <a:lnSpc>
                <a:spcPct val="100000"/>
              </a:lnSpc>
              <a:spcBef>
                <a:spcPts val="255"/>
              </a:spcBef>
              <a:buFont typeface="Segoe UI Symbol" panose="020B0502040204020203"/>
              <a:buChar char="◦"/>
              <a:tabLst>
                <a:tab pos="120967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Applications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spc="-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liaison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562" y="2242"/>
            <a:ext cx="2692420" cy="15958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789680" y="311785"/>
            <a:ext cx="83356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500" spc="-25" dirty="0">
                <a:solidFill>
                  <a:schemeClr val="bg1"/>
                </a:solidFill>
                <a:sym typeface="+mn-ea"/>
              </a:rPr>
              <a:t>{{section.Service_Scope.0.title}}</a:t>
            </a:r>
            <a:endParaRPr sz="4500"/>
          </a:p>
        </p:txBody>
      </p:sp>
      <p:sp>
        <p:nvSpPr>
          <p:cNvPr id="10" name="object 10"/>
          <p:cNvSpPr txBox="1"/>
          <p:nvPr/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5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68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562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73803" y="365823"/>
            <a:ext cx="7169784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500" spc="-25" dirty="0">
                <a:solidFill>
                  <a:schemeClr val="bg1"/>
                </a:solidFill>
                <a:sym typeface="+mn-ea"/>
              </a:rPr>
              <a:t>{{section.Service_Arrangement.0.title}}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0942" y="2995104"/>
            <a:ext cx="16027400" cy="5059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970" algn="just">
              <a:lnSpc>
                <a:spcPct val="116000"/>
              </a:lnSpc>
              <a:spcBef>
                <a:spcPts val="90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First</a:t>
            </a:r>
            <a:r>
              <a:rPr sz="2600" b="1" spc="1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2600" b="1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(first</a:t>
            </a:r>
            <a:r>
              <a:rPr sz="2600" b="1" spc="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600" b="1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months):</a:t>
            </a:r>
            <a:r>
              <a:rPr sz="2600" b="1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229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estimated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1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type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2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used.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suggest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spc="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2600" spc="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like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600" spc="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would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hire</a:t>
            </a:r>
            <a:r>
              <a:rPr sz="2600" spc="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new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permanent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staff.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2600" spc="3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design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600" spc="3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3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estimated</a:t>
            </a:r>
            <a:r>
              <a:rPr sz="2600" spc="3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600" spc="2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3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3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used.</a:t>
            </a:r>
            <a:r>
              <a:rPr sz="2600" spc="3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During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stage,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will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scope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expectations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next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16000"/>
              </a:lnSpc>
              <a:spcBef>
                <a:spcPts val="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Second</a:t>
            </a:r>
            <a:r>
              <a:rPr sz="2600" b="1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2600" b="1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(4th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month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onward):</a:t>
            </a:r>
            <a:r>
              <a:rPr sz="2600" b="1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Once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requirement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expectation,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further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customize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packages</a:t>
            </a:r>
            <a:r>
              <a:rPr sz="2600" spc="2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operations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Vietnam.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point,</a:t>
            </a:r>
            <a:r>
              <a:rPr sz="2600" spc="4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4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discuss</a:t>
            </a:r>
            <a:r>
              <a:rPr sz="2600" spc="4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3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customize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3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3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scope</a:t>
            </a:r>
            <a:r>
              <a:rPr sz="2600" spc="4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again.</a:t>
            </a:r>
            <a:r>
              <a:rPr sz="2600" spc="3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3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example,</a:t>
            </a:r>
            <a:r>
              <a:rPr sz="2600" spc="4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4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4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600" spc="3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contact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6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6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other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providers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6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sole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one-stop-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</a:t>
            </a:r>
            <a:r>
              <a:rPr sz="2600" spc="6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order</a:t>
            </a:r>
            <a:r>
              <a:rPr sz="2600" spc="6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03</a:t>
            </a:r>
            <a:endParaRPr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73673" y="55"/>
            <a:ext cx="4814570" cy="10287000"/>
            <a:chOff x="13473673" y="55"/>
            <a:chExt cx="4814570" cy="10287000"/>
          </a:xfrm>
        </p:grpSpPr>
        <p:sp>
          <p:nvSpPr>
            <p:cNvPr id="3" name="object 3"/>
            <p:cNvSpPr/>
            <p:nvPr/>
          </p:nvSpPr>
          <p:spPr>
            <a:xfrm>
              <a:off x="13616789" y="209294"/>
              <a:ext cx="4671695" cy="10078085"/>
            </a:xfrm>
            <a:custGeom>
              <a:avLst/>
              <a:gdLst/>
              <a:ahLst/>
              <a:cxnLst/>
              <a:rect l="l" t="t" r="r" b="b"/>
              <a:pathLst>
                <a:path w="4671694" h="10078085">
                  <a:moveTo>
                    <a:pt x="0" y="0"/>
                  </a:moveTo>
                  <a:lnTo>
                    <a:pt x="92443" y="55687"/>
                  </a:lnTo>
                  <a:lnTo>
                    <a:pt x="183441" y="111829"/>
                  </a:lnTo>
                  <a:lnTo>
                    <a:pt x="273000" y="168401"/>
                  </a:lnTo>
                  <a:lnTo>
                    <a:pt x="361126" y="225397"/>
                  </a:lnTo>
                  <a:lnTo>
                    <a:pt x="447827" y="282813"/>
                  </a:lnTo>
                  <a:lnTo>
                    <a:pt x="533110" y="340643"/>
                  </a:lnTo>
                  <a:lnTo>
                    <a:pt x="616982" y="398883"/>
                  </a:lnTo>
                  <a:lnTo>
                    <a:pt x="699450" y="457528"/>
                  </a:lnTo>
                  <a:lnTo>
                    <a:pt x="780522" y="516572"/>
                  </a:lnTo>
                  <a:lnTo>
                    <a:pt x="860205" y="576010"/>
                  </a:lnTo>
                  <a:lnTo>
                    <a:pt x="938505" y="635838"/>
                  </a:lnTo>
                  <a:lnTo>
                    <a:pt x="1015431" y="696049"/>
                  </a:lnTo>
                  <a:lnTo>
                    <a:pt x="1090989" y="756640"/>
                  </a:lnTo>
                  <a:lnTo>
                    <a:pt x="1165187" y="817605"/>
                  </a:lnTo>
                  <a:lnTo>
                    <a:pt x="1238031" y="878939"/>
                  </a:lnTo>
                  <a:lnTo>
                    <a:pt x="1309530" y="940637"/>
                  </a:lnTo>
                  <a:lnTo>
                    <a:pt x="1379689" y="1002694"/>
                  </a:lnTo>
                  <a:lnTo>
                    <a:pt x="1448518" y="1065104"/>
                  </a:lnTo>
                  <a:lnTo>
                    <a:pt x="1516021" y="1127863"/>
                  </a:lnTo>
                  <a:lnTo>
                    <a:pt x="1582208" y="1190966"/>
                  </a:lnTo>
                  <a:lnTo>
                    <a:pt x="1647084" y="1254407"/>
                  </a:lnTo>
                  <a:lnTo>
                    <a:pt x="1710658" y="1318182"/>
                  </a:lnTo>
                  <a:lnTo>
                    <a:pt x="1772936" y="1382286"/>
                  </a:lnTo>
                  <a:lnTo>
                    <a:pt x="1833926" y="1446712"/>
                  </a:lnTo>
                  <a:lnTo>
                    <a:pt x="1893635" y="1511457"/>
                  </a:lnTo>
                  <a:lnTo>
                    <a:pt x="1952070" y="1576515"/>
                  </a:lnTo>
                  <a:lnTo>
                    <a:pt x="2009238" y="1641882"/>
                  </a:lnTo>
                  <a:lnTo>
                    <a:pt x="2065146" y="1707551"/>
                  </a:lnTo>
                  <a:lnTo>
                    <a:pt x="2119802" y="1773518"/>
                  </a:lnTo>
                  <a:lnTo>
                    <a:pt x="2173213" y="1839779"/>
                  </a:lnTo>
                  <a:lnTo>
                    <a:pt x="2225386" y="1906327"/>
                  </a:lnTo>
                  <a:lnTo>
                    <a:pt x="2276329" y="1973158"/>
                  </a:lnTo>
                  <a:lnTo>
                    <a:pt x="2326048" y="2040267"/>
                  </a:lnTo>
                  <a:lnTo>
                    <a:pt x="2374550" y="2107648"/>
                  </a:lnTo>
                  <a:lnTo>
                    <a:pt x="2421844" y="2175297"/>
                  </a:lnTo>
                  <a:lnTo>
                    <a:pt x="2467935" y="2243209"/>
                  </a:lnTo>
                  <a:lnTo>
                    <a:pt x="2512832" y="2311378"/>
                  </a:lnTo>
                  <a:lnTo>
                    <a:pt x="2556542" y="2379799"/>
                  </a:lnTo>
                  <a:lnTo>
                    <a:pt x="2599071" y="2448468"/>
                  </a:lnTo>
                  <a:lnTo>
                    <a:pt x="2640427" y="2517379"/>
                  </a:lnTo>
                  <a:lnTo>
                    <a:pt x="2680617" y="2586527"/>
                  </a:lnTo>
                  <a:lnTo>
                    <a:pt x="2719649" y="2655907"/>
                  </a:lnTo>
                  <a:lnTo>
                    <a:pt x="2757529" y="2725514"/>
                  </a:lnTo>
                  <a:lnTo>
                    <a:pt x="2794265" y="2795343"/>
                  </a:lnTo>
                  <a:lnTo>
                    <a:pt x="2829864" y="2865390"/>
                  </a:lnTo>
                  <a:lnTo>
                    <a:pt x="2864333" y="2935647"/>
                  </a:lnTo>
                  <a:lnTo>
                    <a:pt x="2897680" y="3006112"/>
                  </a:lnTo>
                  <a:lnTo>
                    <a:pt x="2929911" y="3076779"/>
                  </a:lnTo>
                  <a:lnTo>
                    <a:pt x="2961034" y="3147642"/>
                  </a:lnTo>
                  <a:lnTo>
                    <a:pt x="2991056" y="3218696"/>
                  </a:lnTo>
                  <a:lnTo>
                    <a:pt x="3019984" y="3289937"/>
                  </a:lnTo>
                  <a:lnTo>
                    <a:pt x="3047825" y="3361360"/>
                  </a:lnTo>
                  <a:lnTo>
                    <a:pt x="3074587" y="3432958"/>
                  </a:lnTo>
                  <a:lnTo>
                    <a:pt x="3100277" y="3504728"/>
                  </a:lnTo>
                  <a:lnTo>
                    <a:pt x="3124902" y="3576665"/>
                  </a:lnTo>
                  <a:lnTo>
                    <a:pt x="3148469" y="3648762"/>
                  </a:lnTo>
                  <a:lnTo>
                    <a:pt x="3170986" y="3721015"/>
                  </a:lnTo>
                  <a:lnTo>
                    <a:pt x="3192459" y="3793420"/>
                  </a:lnTo>
                  <a:lnTo>
                    <a:pt x="3212896" y="3865970"/>
                  </a:lnTo>
                  <a:lnTo>
                    <a:pt x="3232305" y="3938661"/>
                  </a:lnTo>
                  <a:lnTo>
                    <a:pt x="3250691" y="4011488"/>
                  </a:lnTo>
                  <a:lnTo>
                    <a:pt x="3268063" y="4084446"/>
                  </a:lnTo>
                  <a:lnTo>
                    <a:pt x="3284428" y="4157529"/>
                  </a:lnTo>
                  <a:lnTo>
                    <a:pt x="3299792" y="4230733"/>
                  </a:lnTo>
                  <a:lnTo>
                    <a:pt x="3314164" y="4304053"/>
                  </a:lnTo>
                  <a:lnTo>
                    <a:pt x="3327549" y="4377482"/>
                  </a:lnTo>
                  <a:lnTo>
                    <a:pt x="3339957" y="4451018"/>
                  </a:lnTo>
                  <a:lnTo>
                    <a:pt x="3351393" y="4524653"/>
                  </a:lnTo>
                  <a:lnTo>
                    <a:pt x="3361865" y="4598384"/>
                  </a:lnTo>
                  <a:lnTo>
                    <a:pt x="3371380" y="4672205"/>
                  </a:lnTo>
                  <a:lnTo>
                    <a:pt x="3379946" y="4746111"/>
                  </a:lnTo>
                  <a:lnTo>
                    <a:pt x="3387569" y="4820097"/>
                  </a:lnTo>
                  <a:lnTo>
                    <a:pt x="3394256" y="4894158"/>
                  </a:lnTo>
                  <a:lnTo>
                    <a:pt x="3400016" y="4968288"/>
                  </a:lnTo>
                  <a:lnTo>
                    <a:pt x="3404855" y="5042484"/>
                  </a:lnTo>
                  <a:lnTo>
                    <a:pt x="3408780" y="5116739"/>
                  </a:lnTo>
                  <a:lnTo>
                    <a:pt x="3411799" y="5191049"/>
                  </a:lnTo>
                  <a:lnTo>
                    <a:pt x="3413918" y="5265409"/>
                  </a:lnTo>
                  <a:lnTo>
                    <a:pt x="3415146" y="5339813"/>
                  </a:lnTo>
                  <a:lnTo>
                    <a:pt x="3415488" y="5414257"/>
                  </a:lnTo>
                  <a:lnTo>
                    <a:pt x="3414953" y="5488735"/>
                  </a:lnTo>
                  <a:lnTo>
                    <a:pt x="3413548" y="5563242"/>
                  </a:lnTo>
                  <a:lnTo>
                    <a:pt x="3411280" y="5637774"/>
                  </a:lnTo>
                  <a:lnTo>
                    <a:pt x="3408155" y="5712324"/>
                  </a:lnTo>
                  <a:lnTo>
                    <a:pt x="3404182" y="5786889"/>
                  </a:lnTo>
                  <a:lnTo>
                    <a:pt x="3399367" y="5861463"/>
                  </a:lnTo>
                  <a:lnTo>
                    <a:pt x="3393718" y="5936041"/>
                  </a:lnTo>
                  <a:lnTo>
                    <a:pt x="3387241" y="6010618"/>
                  </a:lnTo>
                  <a:lnTo>
                    <a:pt x="3379945" y="6085188"/>
                  </a:lnTo>
                  <a:lnTo>
                    <a:pt x="3371836" y="6159748"/>
                  </a:lnTo>
                  <a:lnTo>
                    <a:pt x="3362921" y="6234291"/>
                  </a:lnTo>
                  <a:lnTo>
                    <a:pt x="3353208" y="6308812"/>
                  </a:lnTo>
                  <a:lnTo>
                    <a:pt x="3342704" y="6383307"/>
                  </a:lnTo>
                  <a:lnTo>
                    <a:pt x="3331415" y="6457771"/>
                  </a:lnTo>
                  <a:lnTo>
                    <a:pt x="3319351" y="6532198"/>
                  </a:lnTo>
                  <a:lnTo>
                    <a:pt x="3306516" y="6606584"/>
                  </a:lnTo>
                  <a:lnTo>
                    <a:pt x="3292919" y="6680922"/>
                  </a:lnTo>
                  <a:lnTo>
                    <a:pt x="3278568" y="6755209"/>
                  </a:lnTo>
                  <a:lnTo>
                    <a:pt x="3263468" y="6829440"/>
                  </a:lnTo>
                  <a:lnTo>
                    <a:pt x="3247627" y="6903608"/>
                  </a:lnTo>
                  <a:lnTo>
                    <a:pt x="3231054" y="6977709"/>
                  </a:lnTo>
                  <a:lnTo>
                    <a:pt x="3213753" y="7051738"/>
                  </a:lnTo>
                  <a:lnTo>
                    <a:pt x="3195734" y="7125690"/>
                  </a:lnTo>
                  <a:lnTo>
                    <a:pt x="3177003" y="7199559"/>
                  </a:lnTo>
                  <a:lnTo>
                    <a:pt x="3157567" y="7273342"/>
                  </a:lnTo>
                  <a:lnTo>
                    <a:pt x="3137434" y="7347032"/>
                  </a:lnTo>
                  <a:lnTo>
                    <a:pt x="3116610" y="7420625"/>
                  </a:lnTo>
                  <a:lnTo>
                    <a:pt x="3095104" y="7494115"/>
                  </a:lnTo>
                  <a:lnTo>
                    <a:pt x="3072921" y="7567497"/>
                  </a:lnTo>
                  <a:lnTo>
                    <a:pt x="3050070" y="7640767"/>
                  </a:lnTo>
                  <a:lnTo>
                    <a:pt x="3026558" y="7713920"/>
                  </a:lnTo>
                  <a:lnTo>
                    <a:pt x="3002391" y="7786949"/>
                  </a:lnTo>
                  <a:lnTo>
                    <a:pt x="2977577" y="7859851"/>
                  </a:lnTo>
                  <a:lnTo>
                    <a:pt x="2952124" y="7932619"/>
                  </a:lnTo>
                  <a:lnTo>
                    <a:pt x="2926038" y="8005250"/>
                  </a:lnTo>
                  <a:lnTo>
                    <a:pt x="2899326" y="8077738"/>
                  </a:lnTo>
                  <a:lnTo>
                    <a:pt x="2871997" y="8150078"/>
                  </a:lnTo>
                  <a:lnTo>
                    <a:pt x="2844056" y="8222264"/>
                  </a:lnTo>
                  <a:lnTo>
                    <a:pt x="2815511" y="8294292"/>
                  </a:lnTo>
                  <a:lnTo>
                    <a:pt x="2786370" y="8366157"/>
                  </a:lnTo>
                  <a:lnTo>
                    <a:pt x="2756640" y="8437853"/>
                  </a:lnTo>
                  <a:lnTo>
                    <a:pt x="2726327" y="8509376"/>
                  </a:lnTo>
                  <a:lnTo>
                    <a:pt x="2695440" y="8580721"/>
                  </a:lnTo>
                  <a:lnTo>
                    <a:pt x="2663984" y="8651882"/>
                  </a:lnTo>
                  <a:lnTo>
                    <a:pt x="2631968" y="8722854"/>
                  </a:lnTo>
                  <a:lnTo>
                    <a:pt x="2599399" y="8793632"/>
                  </a:lnTo>
                  <a:lnTo>
                    <a:pt x="2566284" y="8864212"/>
                  </a:lnTo>
                  <a:lnTo>
                    <a:pt x="2532630" y="8934587"/>
                  </a:lnTo>
                  <a:lnTo>
                    <a:pt x="2498444" y="9004754"/>
                  </a:lnTo>
                  <a:lnTo>
                    <a:pt x="2463733" y="9074707"/>
                  </a:lnTo>
                  <a:lnTo>
                    <a:pt x="2428505" y="9144440"/>
                  </a:lnTo>
                  <a:lnTo>
                    <a:pt x="2392768" y="9213950"/>
                  </a:lnTo>
                  <a:lnTo>
                    <a:pt x="2356527" y="9283230"/>
                  </a:lnTo>
                  <a:lnTo>
                    <a:pt x="2319790" y="9352276"/>
                  </a:lnTo>
                  <a:lnTo>
                    <a:pt x="2282565" y="9421083"/>
                  </a:lnTo>
                  <a:lnTo>
                    <a:pt x="2244859" y="9489645"/>
                  </a:lnTo>
                  <a:lnTo>
                    <a:pt x="2206679" y="9557957"/>
                  </a:lnTo>
                  <a:lnTo>
                    <a:pt x="2168031" y="9626015"/>
                  </a:lnTo>
                  <a:lnTo>
                    <a:pt x="2128925" y="9693814"/>
                  </a:lnTo>
                  <a:lnTo>
                    <a:pt x="2089365" y="9761347"/>
                  </a:lnTo>
                  <a:lnTo>
                    <a:pt x="2049361" y="9828611"/>
                  </a:lnTo>
                  <a:lnTo>
                    <a:pt x="2008918" y="9895600"/>
                  </a:lnTo>
                  <a:lnTo>
                    <a:pt x="1968045" y="9962309"/>
                  </a:lnTo>
                  <a:lnTo>
                    <a:pt x="1926748" y="10028733"/>
                  </a:lnTo>
                  <a:lnTo>
                    <a:pt x="1895858" y="10077706"/>
                  </a:lnTo>
                  <a:lnTo>
                    <a:pt x="4671210" y="10077706"/>
                  </a:lnTo>
                  <a:lnTo>
                    <a:pt x="4671210" y="91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473673" y="55"/>
              <a:ext cx="4814570" cy="10287000"/>
            </a:xfrm>
            <a:custGeom>
              <a:avLst/>
              <a:gdLst/>
              <a:ahLst/>
              <a:cxnLst/>
              <a:rect l="l" t="t" r="r" b="b"/>
              <a:pathLst>
                <a:path w="4814569" h="10287000">
                  <a:moveTo>
                    <a:pt x="4814326" y="0"/>
                  </a:moveTo>
                  <a:lnTo>
                    <a:pt x="2442161" y="0"/>
                  </a:lnTo>
                  <a:lnTo>
                    <a:pt x="0" y="222263"/>
                  </a:lnTo>
                  <a:lnTo>
                    <a:pt x="82000" y="259518"/>
                  </a:lnTo>
                  <a:lnTo>
                    <a:pt x="163106" y="297538"/>
                  </a:lnTo>
                  <a:lnTo>
                    <a:pt x="243319" y="336296"/>
                  </a:lnTo>
                  <a:lnTo>
                    <a:pt x="322639" y="375785"/>
                  </a:lnTo>
                  <a:lnTo>
                    <a:pt x="401069" y="415999"/>
                  </a:lnTo>
                  <a:lnTo>
                    <a:pt x="478612" y="456929"/>
                  </a:lnTo>
                  <a:lnTo>
                    <a:pt x="555268" y="498570"/>
                  </a:lnTo>
                  <a:lnTo>
                    <a:pt x="631041" y="540913"/>
                  </a:lnTo>
                  <a:lnTo>
                    <a:pt x="705931" y="583953"/>
                  </a:lnTo>
                  <a:lnTo>
                    <a:pt x="779941" y="627681"/>
                  </a:lnTo>
                  <a:lnTo>
                    <a:pt x="853073" y="672090"/>
                  </a:lnTo>
                  <a:lnTo>
                    <a:pt x="925329" y="717174"/>
                  </a:lnTo>
                  <a:lnTo>
                    <a:pt x="996711" y="762925"/>
                  </a:lnTo>
                  <a:lnTo>
                    <a:pt x="1067221" y="809337"/>
                  </a:lnTo>
                  <a:lnTo>
                    <a:pt x="1136861" y="856401"/>
                  </a:lnTo>
                  <a:lnTo>
                    <a:pt x="1205633" y="904112"/>
                  </a:lnTo>
                  <a:lnTo>
                    <a:pt x="1273538" y="952461"/>
                  </a:lnTo>
                  <a:lnTo>
                    <a:pt x="1340579" y="1001442"/>
                  </a:lnTo>
                  <a:lnTo>
                    <a:pt x="1406758" y="1051048"/>
                  </a:lnTo>
                  <a:lnTo>
                    <a:pt x="1472077" y="1101271"/>
                  </a:lnTo>
                  <a:lnTo>
                    <a:pt x="1536538" y="1152105"/>
                  </a:lnTo>
                  <a:lnTo>
                    <a:pt x="1600142" y="1203542"/>
                  </a:lnTo>
                  <a:lnTo>
                    <a:pt x="1662893" y="1255576"/>
                  </a:lnTo>
                  <a:lnTo>
                    <a:pt x="1724791" y="1308198"/>
                  </a:lnTo>
                  <a:lnTo>
                    <a:pt x="1785838" y="1361403"/>
                  </a:lnTo>
                  <a:lnTo>
                    <a:pt x="1846037" y="1415182"/>
                  </a:lnTo>
                  <a:lnTo>
                    <a:pt x="1905391" y="1469529"/>
                  </a:lnTo>
                  <a:lnTo>
                    <a:pt x="1963899" y="1524437"/>
                  </a:lnTo>
                  <a:lnTo>
                    <a:pt x="2021566" y="1579899"/>
                  </a:lnTo>
                  <a:lnTo>
                    <a:pt x="2078392" y="1635907"/>
                  </a:lnTo>
                  <a:lnTo>
                    <a:pt x="2134379" y="1692454"/>
                  </a:lnTo>
                  <a:lnTo>
                    <a:pt x="2189531" y="1749533"/>
                  </a:lnTo>
                  <a:lnTo>
                    <a:pt x="2243848" y="1807138"/>
                  </a:lnTo>
                  <a:lnTo>
                    <a:pt x="2297332" y="1865261"/>
                  </a:lnTo>
                  <a:lnTo>
                    <a:pt x="2349986" y="1923894"/>
                  </a:lnTo>
                  <a:lnTo>
                    <a:pt x="2401812" y="1983032"/>
                  </a:lnTo>
                  <a:lnTo>
                    <a:pt x="2452811" y="2042666"/>
                  </a:lnTo>
                  <a:lnTo>
                    <a:pt x="2502986" y="2102790"/>
                  </a:lnTo>
                  <a:lnTo>
                    <a:pt x="2552338" y="2163396"/>
                  </a:lnTo>
                  <a:lnTo>
                    <a:pt x="2600870" y="2224477"/>
                  </a:lnTo>
                  <a:lnTo>
                    <a:pt x="2648583" y="2286027"/>
                  </a:lnTo>
                  <a:lnTo>
                    <a:pt x="2695479" y="2348038"/>
                  </a:lnTo>
                  <a:lnTo>
                    <a:pt x="2741562" y="2410503"/>
                  </a:lnTo>
                  <a:lnTo>
                    <a:pt x="2786831" y="2473415"/>
                  </a:lnTo>
                  <a:lnTo>
                    <a:pt x="2831290" y="2536767"/>
                  </a:lnTo>
                  <a:lnTo>
                    <a:pt x="2874941" y="2600551"/>
                  </a:lnTo>
                  <a:lnTo>
                    <a:pt x="2917785" y="2664761"/>
                  </a:lnTo>
                  <a:lnTo>
                    <a:pt x="2959824" y="2729390"/>
                  </a:lnTo>
                  <a:lnTo>
                    <a:pt x="3001060" y="2794430"/>
                  </a:lnTo>
                  <a:lnTo>
                    <a:pt x="3041496" y="2859874"/>
                  </a:lnTo>
                  <a:lnTo>
                    <a:pt x="3081134" y="2925716"/>
                  </a:lnTo>
                  <a:lnTo>
                    <a:pt x="3119974" y="2991947"/>
                  </a:lnTo>
                  <a:lnTo>
                    <a:pt x="3158020" y="3058562"/>
                  </a:lnTo>
                  <a:lnTo>
                    <a:pt x="3195273" y="3125552"/>
                  </a:lnTo>
                  <a:lnTo>
                    <a:pt x="3231736" y="3192911"/>
                  </a:lnTo>
                  <a:lnTo>
                    <a:pt x="3267410" y="3260632"/>
                  </a:lnTo>
                  <a:lnTo>
                    <a:pt x="3302297" y="3328707"/>
                  </a:lnTo>
                  <a:lnTo>
                    <a:pt x="3336399" y="3397130"/>
                  </a:lnTo>
                  <a:lnTo>
                    <a:pt x="3369719" y="3465892"/>
                  </a:lnTo>
                  <a:lnTo>
                    <a:pt x="3402257" y="3534989"/>
                  </a:lnTo>
                  <a:lnTo>
                    <a:pt x="3434017" y="3604411"/>
                  </a:lnTo>
                  <a:lnTo>
                    <a:pt x="3465000" y="3674152"/>
                  </a:lnTo>
                  <a:lnTo>
                    <a:pt x="3495209" y="3744205"/>
                  </a:lnTo>
                  <a:lnTo>
                    <a:pt x="3524644" y="3814563"/>
                  </a:lnTo>
                  <a:lnTo>
                    <a:pt x="3553309" y="3885218"/>
                  </a:lnTo>
                  <a:lnTo>
                    <a:pt x="3581204" y="3956164"/>
                  </a:lnTo>
                  <a:lnTo>
                    <a:pt x="3608333" y="4027393"/>
                  </a:lnTo>
                  <a:lnTo>
                    <a:pt x="3634697" y="4098899"/>
                  </a:lnTo>
                  <a:lnTo>
                    <a:pt x="3660298" y="4170674"/>
                  </a:lnTo>
                  <a:lnTo>
                    <a:pt x="3685138" y="4242711"/>
                  </a:lnTo>
                  <a:lnTo>
                    <a:pt x="3709219" y="4315003"/>
                  </a:lnTo>
                  <a:lnTo>
                    <a:pt x="3732543" y="4387543"/>
                  </a:lnTo>
                  <a:lnTo>
                    <a:pt x="3755112" y="4460323"/>
                  </a:lnTo>
                  <a:lnTo>
                    <a:pt x="3776929" y="4533338"/>
                  </a:lnTo>
                  <a:lnTo>
                    <a:pt x="3797994" y="4606578"/>
                  </a:lnTo>
                  <a:lnTo>
                    <a:pt x="3818310" y="4680039"/>
                  </a:lnTo>
                  <a:lnTo>
                    <a:pt x="3837879" y="4753711"/>
                  </a:lnTo>
                  <a:lnTo>
                    <a:pt x="3856703" y="4827589"/>
                  </a:lnTo>
                  <a:lnTo>
                    <a:pt x="3874784" y="4901665"/>
                  </a:lnTo>
                  <a:lnTo>
                    <a:pt x="3892124" y="4975932"/>
                  </a:lnTo>
                  <a:lnTo>
                    <a:pt x="3908724" y="5050383"/>
                  </a:lnTo>
                  <a:lnTo>
                    <a:pt x="3924588" y="5125010"/>
                  </a:lnTo>
                  <a:lnTo>
                    <a:pt x="3939717" y="5199808"/>
                  </a:lnTo>
                  <a:lnTo>
                    <a:pt x="3954112" y="5274768"/>
                  </a:lnTo>
                  <a:lnTo>
                    <a:pt x="3967776" y="5349883"/>
                  </a:lnTo>
                  <a:lnTo>
                    <a:pt x="3980711" y="5425147"/>
                  </a:lnTo>
                  <a:lnTo>
                    <a:pt x="3992919" y="5500552"/>
                  </a:lnTo>
                  <a:lnTo>
                    <a:pt x="4004402" y="5576091"/>
                  </a:lnTo>
                  <a:lnTo>
                    <a:pt x="4015161" y="5651757"/>
                  </a:lnTo>
                  <a:lnTo>
                    <a:pt x="4025200" y="5727543"/>
                  </a:lnTo>
                  <a:lnTo>
                    <a:pt x="4034519" y="5803442"/>
                  </a:lnTo>
                  <a:lnTo>
                    <a:pt x="4043120" y="5879446"/>
                  </a:lnTo>
                  <a:lnTo>
                    <a:pt x="4051007" y="5955549"/>
                  </a:lnTo>
                  <a:lnTo>
                    <a:pt x="4058180" y="6031744"/>
                  </a:lnTo>
                  <a:lnTo>
                    <a:pt x="4064642" y="6108023"/>
                  </a:lnTo>
                  <a:lnTo>
                    <a:pt x="4070395" y="6184379"/>
                  </a:lnTo>
                  <a:lnTo>
                    <a:pt x="4075440" y="6260805"/>
                  </a:lnTo>
                  <a:lnTo>
                    <a:pt x="4079780" y="6337295"/>
                  </a:lnTo>
                  <a:lnTo>
                    <a:pt x="4083416" y="6413840"/>
                  </a:lnTo>
                  <a:lnTo>
                    <a:pt x="4086351" y="6490434"/>
                  </a:lnTo>
                  <a:lnTo>
                    <a:pt x="4088587" y="6567070"/>
                  </a:lnTo>
                  <a:lnTo>
                    <a:pt x="4090125" y="6643741"/>
                  </a:lnTo>
                  <a:lnTo>
                    <a:pt x="4090968" y="6720439"/>
                  </a:lnTo>
                  <a:lnTo>
                    <a:pt x="4091118" y="6797157"/>
                  </a:lnTo>
                  <a:lnTo>
                    <a:pt x="4090576" y="6873889"/>
                  </a:lnTo>
                  <a:lnTo>
                    <a:pt x="4089345" y="6950627"/>
                  </a:lnTo>
                  <a:lnTo>
                    <a:pt x="4087426" y="7027363"/>
                  </a:lnTo>
                  <a:lnTo>
                    <a:pt x="4084821" y="7104092"/>
                  </a:lnTo>
                  <a:lnTo>
                    <a:pt x="4081533" y="7180806"/>
                  </a:lnTo>
                  <a:lnTo>
                    <a:pt x="4077564" y="7257497"/>
                  </a:lnTo>
                  <a:lnTo>
                    <a:pt x="4072915" y="7334159"/>
                  </a:lnTo>
                  <a:lnTo>
                    <a:pt x="4067589" y="7410785"/>
                  </a:lnTo>
                  <a:lnTo>
                    <a:pt x="4061587" y="7487367"/>
                  </a:lnTo>
                  <a:lnTo>
                    <a:pt x="4054911" y="7563898"/>
                  </a:lnTo>
                  <a:lnTo>
                    <a:pt x="4047564" y="7640372"/>
                  </a:lnTo>
                  <a:lnTo>
                    <a:pt x="4039547" y="7716780"/>
                  </a:lnTo>
                  <a:lnTo>
                    <a:pt x="4030863" y="7793117"/>
                  </a:lnTo>
                  <a:lnTo>
                    <a:pt x="4021512" y="7869374"/>
                  </a:lnTo>
                  <a:lnTo>
                    <a:pt x="4011499" y="7945545"/>
                  </a:lnTo>
                  <a:lnTo>
                    <a:pt x="4000823" y="8021623"/>
                  </a:lnTo>
                  <a:lnTo>
                    <a:pt x="3989488" y="8097600"/>
                  </a:lnTo>
                  <a:lnTo>
                    <a:pt x="3977495" y="8173470"/>
                  </a:lnTo>
                  <a:lnTo>
                    <a:pt x="3964847" y="8249225"/>
                  </a:lnTo>
                  <a:lnTo>
                    <a:pt x="3951545" y="8324858"/>
                  </a:lnTo>
                  <a:lnTo>
                    <a:pt x="3937591" y="8400362"/>
                  </a:lnTo>
                  <a:lnTo>
                    <a:pt x="3922987" y="8475730"/>
                  </a:lnTo>
                  <a:lnTo>
                    <a:pt x="3907736" y="8550955"/>
                  </a:lnTo>
                  <a:lnTo>
                    <a:pt x="3891838" y="8626030"/>
                  </a:lnTo>
                  <a:lnTo>
                    <a:pt x="3875297" y="8700948"/>
                  </a:lnTo>
                  <a:lnTo>
                    <a:pt x="3858114" y="8775701"/>
                  </a:lnTo>
                  <a:lnTo>
                    <a:pt x="3840292" y="8850283"/>
                  </a:lnTo>
                  <a:lnTo>
                    <a:pt x="3821831" y="8924686"/>
                  </a:lnTo>
                  <a:lnTo>
                    <a:pt x="3802735" y="8998903"/>
                  </a:lnTo>
                  <a:lnTo>
                    <a:pt x="3783004" y="9072927"/>
                  </a:lnTo>
                  <a:lnTo>
                    <a:pt x="3762642" y="9146751"/>
                  </a:lnTo>
                  <a:lnTo>
                    <a:pt x="3741650" y="9220368"/>
                  </a:lnTo>
                  <a:lnTo>
                    <a:pt x="3720030" y="9293771"/>
                  </a:lnTo>
                  <a:lnTo>
                    <a:pt x="3697784" y="9366953"/>
                  </a:lnTo>
                  <a:lnTo>
                    <a:pt x="3674914" y="9439906"/>
                  </a:lnTo>
                  <a:lnTo>
                    <a:pt x="3651422" y="9512624"/>
                  </a:lnTo>
                  <a:lnTo>
                    <a:pt x="3627311" y="9585099"/>
                  </a:lnTo>
                  <a:lnTo>
                    <a:pt x="3602581" y="9657324"/>
                  </a:lnTo>
                  <a:lnTo>
                    <a:pt x="3577235" y="9729292"/>
                  </a:lnTo>
                  <a:lnTo>
                    <a:pt x="3551275" y="9800997"/>
                  </a:lnTo>
                  <a:lnTo>
                    <a:pt x="3524703" y="9872430"/>
                  </a:lnTo>
                  <a:lnTo>
                    <a:pt x="3497521" y="9943585"/>
                  </a:lnTo>
                  <a:lnTo>
                    <a:pt x="3469731" y="10014455"/>
                  </a:lnTo>
                  <a:lnTo>
                    <a:pt x="3441335" y="10085032"/>
                  </a:lnTo>
                  <a:lnTo>
                    <a:pt x="3412335" y="10155310"/>
                  </a:lnTo>
                  <a:lnTo>
                    <a:pt x="3382733" y="10225281"/>
                  </a:lnTo>
                  <a:lnTo>
                    <a:pt x="3355996" y="10286946"/>
                  </a:lnTo>
                  <a:lnTo>
                    <a:pt x="4814326" y="10286946"/>
                  </a:lnTo>
                  <a:lnTo>
                    <a:pt x="4814326" y="0"/>
                  </a:lnTo>
                  <a:close/>
                </a:path>
              </a:pathLst>
            </a:custGeom>
            <a:solidFill>
              <a:srgbClr val="146C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506053" y="55"/>
              <a:ext cx="2782570" cy="6232525"/>
            </a:xfrm>
            <a:custGeom>
              <a:avLst/>
              <a:gdLst/>
              <a:ahLst/>
              <a:cxnLst/>
              <a:rect l="l" t="t" r="r" b="b"/>
              <a:pathLst>
                <a:path w="2782569" h="6232525">
                  <a:moveTo>
                    <a:pt x="1734227" y="0"/>
                  </a:moveTo>
                  <a:lnTo>
                    <a:pt x="409782" y="0"/>
                  </a:lnTo>
                  <a:lnTo>
                    <a:pt x="0" y="37293"/>
                  </a:lnTo>
                  <a:lnTo>
                    <a:pt x="31589" y="65067"/>
                  </a:lnTo>
                  <a:lnTo>
                    <a:pt x="62991" y="93162"/>
                  </a:lnTo>
                  <a:lnTo>
                    <a:pt x="94206" y="121573"/>
                  </a:lnTo>
                  <a:lnTo>
                    <a:pt x="125234" y="150299"/>
                  </a:lnTo>
                  <a:lnTo>
                    <a:pt x="156075" y="179336"/>
                  </a:lnTo>
                  <a:lnTo>
                    <a:pt x="186730" y="208684"/>
                  </a:lnTo>
                  <a:lnTo>
                    <a:pt x="217199" y="238339"/>
                  </a:lnTo>
                  <a:lnTo>
                    <a:pt x="247483" y="268300"/>
                  </a:lnTo>
                  <a:lnTo>
                    <a:pt x="277582" y="298565"/>
                  </a:lnTo>
                  <a:lnTo>
                    <a:pt x="307495" y="329132"/>
                  </a:lnTo>
                  <a:lnTo>
                    <a:pt x="337224" y="359998"/>
                  </a:lnTo>
                  <a:lnTo>
                    <a:pt x="366770" y="391161"/>
                  </a:lnTo>
                  <a:lnTo>
                    <a:pt x="396131" y="422620"/>
                  </a:lnTo>
                  <a:lnTo>
                    <a:pt x="425309" y="454371"/>
                  </a:lnTo>
                  <a:lnTo>
                    <a:pt x="454304" y="486414"/>
                  </a:lnTo>
                  <a:lnTo>
                    <a:pt x="483116" y="518746"/>
                  </a:lnTo>
                  <a:lnTo>
                    <a:pt x="511746" y="551364"/>
                  </a:lnTo>
                  <a:lnTo>
                    <a:pt x="540195" y="584267"/>
                  </a:lnTo>
                  <a:lnTo>
                    <a:pt x="568461" y="617453"/>
                  </a:lnTo>
                  <a:lnTo>
                    <a:pt x="596546" y="650919"/>
                  </a:lnTo>
                  <a:lnTo>
                    <a:pt x="624451" y="684663"/>
                  </a:lnTo>
                  <a:lnTo>
                    <a:pt x="652175" y="718684"/>
                  </a:lnTo>
                  <a:lnTo>
                    <a:pt x="679718" y="752978"/>
                  </a:lnTo>
                  <a:lnTo>
                    <a:pt x="707082" y="787545"/>
                  </a:lnTo>
                  <a:lnTo>
                    <a:pt x="734267" y="822381"/>
                  </a:lnTo>
                  <a:lnTo>
                    <a:pt x="761272" y="857486"/>
                  </a:lnTo>
                  <a:lnTo>
                    <a:pt x="788098" y="892855"/>
                  </a:lnTo>
                  <a:lnTo>
                    <a:pt x="814747" y="928489"/>
                  </a:lnTo>
                  <a:lnTo>
                    <a:pt x="841217" y="964384"/>
                  </a:lnTo>
                  <a:lnTo>
                    <a:pt x="867509" y="1000538"/>
                  </a:lnTo>
                  <a:lnTo>
                    <a:pt x="893624" y="1036949"/>
                  </a:lnTo>
                  <a:lnTo>
                    <a:pt x="919563" y="1073615"/>
                  </a:lnTo>
                  <a:lnTo>
                    <a:pt x="945324" y="1110535"/>
                  </a:lnTo>
                  <a:lnTo>
                    <a:pt x="970910" y="1147705"/>
                  </a:lnTo>
                  <a:lnTo>
                    <a:pt x="996319" y="1185124"/>
                  </a:lnTo>
                  <a:lnTo>
                    <a:pt x="1021553" y="1222789"/>
                  </a:lnTo>
                  <a:lnTo>
                    <a:pt x="1046612" y="1260699"/>
                  </a:lnTo>
                  <a:lnTo>
                    <a:pt x="1071496" y="1298852"/>
                  </a:lnTo>
                  <a:lnTo>
                    <a:pt x="1096205" y="1337245"/>
                  </a:lnTo>
                  <a:lnTo>
                    <a:pt x="1120741" y="1375875"/>
                  </a:lnTo>
                  <a:lnTo>
                    <a:pt x="1145103" y="1414742"/>
                  </a:lnTo>
                  <a:lnTo>
                    <a:pt x="1169291" y="1453843"/>
                  </a:lnTo>
                  <a:lnTo>
                    <a:pt x="1193306" y="1493176"/>
                  </a:lnTo>
                  <a:lnTo>
                    <a:pt x="1217149" y="1532738"/>
                  </a:lnTo>
                  <a:lnTo>
                    <a:pt x="1240819" y="1572528"/>
                  </a:lnTo>
                  <a:lnTo>
                    <a:pt x="1264317" y="1612544"/>
                  </a:lnTo>
                  <a:lnTo>
                    <a:pt x="1287644" y="1652782"/>
                  </a:lnTo>
                  <a:lnTo>
                    <a:pt x="1310799" y="1693242"/>
                  </a:lnTo>
                  <a:lnTo>
                    <a:pt x="1333784" y="1733922"/>
                  </a:lnTo>
                  <a:lnTo>
                    <a:pt x="1356598" y="1774818"/>
                  </a:lnTo>
                  <a:lnTo>
                    <a:pt x="1379242" y="1815929"/>
                  </a:lnTo>
                  <a:lnTo>
                    <a:pt x="1401716" y="1857253"/>
                  </a:lnTo>
                  <a:lnTo>
                    <a:pt x="1424020" y="1898788"/>
                  </a:lnTo>
                  <a:lnTo>
                    <a:pt x="1446156" y="1940531"/>
                  </a:lnTo>
                  <a:lnTo>
                    <a:pt x="1468122" y="1982480"/>
                  </a:lnTo>
                  <a:lnTo>
                    <a:pt x="1489921" y="2024634"/>
                  </a:lnTo>
                  <a:lnTo>
                    <a:pt x="1511551" y="2066991"/>
                  </a:lnTo>
                  <a:lnTo>
                    <a:pt x="1533013" y="2109547"/>
                  </a:lnTo>
                  <a:lnTo>
                    <a:pt x="1554309" y="2152301"/>
                  </a:lnTo>
                  <a:lnTo>
                    <a:pt x="1575437" y="2195252"/>
                  </a:lnTo>
                  <a:lnTo>
                    <a:pt x="1596398" y="2238396"/>
                  </a:lnTo>
                  <a:lnTo>
                    <a:pt x="1617194" y="2281731"/>
                  </a:lnTo>
                  <a:lnTo>
                    <a:pt x="1637823" y="2325257"/>
                  </a:lnTo>
                  <a:lnTo>
                    <a:pt x="1658287" y="2368969"/>
                  </a:lnTo>
                  <a:lnTo>
                    <a:pt x="1678586" y="2412867"/>
                  </a:lnTo>
                  <a:lnTo>
                    <a:pt x="1698720" y="2456948"/>
                  </a:lnTo>
                  <a:lnTo>
                    <a:pt x="1718689" y="2501211"/>
                  </a:lnTo>
                  <a:lnTo>
                    <a:pt x="1738495" y="2545652"/>
                  </a:lnTo>
                  <a:lnTo>
                    <a:pt x="1758136" y="2590270"/>
                  </a:lnTo>
                  <a:lnTo>
                    <a:pt x="1777615" y="2635063"/>
                  </a:lnTo>
                  <a:lnTo>
                    <a:pt x="1796930" y="2680028"/>
                  </a:lnTo>
                  <a:lnTo>
                    <a:pt x="1816082" y="2725165"/>
                  </a:lnTo>
                  <a:lnTo>
                    <a:pt x="1835072" y="2770469"/>
                  </a:lnTo>
                  <a:lnTo>
                    <a:pt x="1853900" y="2815940"/>
                  </a:lnTo>
                  <a:lnTo>
                    <a:pt x="1872567" y="2861575"/>
                  </a:lnTo>
                  <a:lnTo>
                    <a:pt x="1891072" y="2907372"/>
                  </a:lnTo>
                  <a:lnTo>
                    <a:pt x="1909417" y="2953329"/>
                  </a:lnTo>
                  <a:lnTo>
                    <a:pt x="1927600" y="2999443"/>
                  </a:lnTo>
                  <a:lnTo>
                    <a:pt x="1945624" y="3045714"/>
                  </a:lnTo>
                  <a:lnTo>
                    <a:pt x="1963488" y="3092138"/>
                  </a:lnTo>
                  <a:lnTo>
                    <a:pt x="1981192" y="3138714"/>
                  </a:lnTo>
                  <a:lnTo>
                    <a:pt x="1998737" y="3185439"/>
                  </a:lnTo>
                  <a:lnTo>
                    <a:pt x="2016124" y="3232311"/>
                  </a:lnTo>
                  <a:lnTo>
                    <a:pt x="2033352" y="3279329"/>
                  </a:lnTo>
                  <a:lnTo>
                    <a:pt x="2050422" y="3326489"/>
                  </a:lnTo>
                  <a:lnTo>
                    <a:pt x="2067334" y="3373791"/>
                  </a:lnTo>
                  <a:lnTo>
                    <a:pt x="2084089" y="3421231"/>
                  </a:lnTo>
                  <a:lnTo>
                    <a:pt x="2100687" y="3468808"/>
                  </a:lnTo>
                  <a:lnTo>
                    <a:pt x="2117128" y="3516520"/>
                  </a:lnTo>
                  <a:lnTo>
                    <a:pt x="2133413" y="3564364"/>
                  </a:lnTo>
                  <a:lnTo>
                    <a:pt x="2149542" y="3612338"/>
                  </a:lnTo>
                  <a:lnTo>
                    <a:pt x="2165516" y="3660441"/>
                  </a:lnTo>
                  <a:lnTo>
                    <a:pt x="2181334" y="3708670"/>
                  </a:lnTo>
                  <a:lnTo>
                    <a:pt x="2196998" y="3757023"/>
                  </a:lnTo>
                  <a:lnTo>
                    <a:pt x="2212507" y="3805497"/>
                  </a:lnTo>
                  <a:lnTo>
                    <a:pt x="2227862" y="3854092"/>
                  </a:lnTo>
                  <a:lnTo>
                    <a:pt x="2243063" y="3902804"/>
                  </a:lnTo>
                  <a:lnTo>
                    <a:pt x="2258111" y="3951632"/>
                  </a:lnTo>
                  <a:lnTo>
                    <a:pt x="2273006" y="4000573"/>
                  </a:lnTo>
                  <a:lnTo>
                    <a:pt x="2287748" y="4049626"/>
                  </a:lnTo>
                  <a:lnTo>
                    <a:pt x="2302337" y="4098788"/>
                  </a:lnTo>
                  <a:lnTo>
                    <a:pt x="2316775" y="4148057"/>
                  </a:lnTo>
                  <a:lnTo>
                    <a:pt x="2331061" y="4197431"/>
                  </a:lnTo>
                  <a:lnTo>
                    <a:pt x="2345196" y="4246908"/>
                  </a:lnTo>
                  <a:lnTo>
                    <a:pt x="2359180" y="4296485"/>
                  </a:lnTo>
                  <a:lnTo>
                    <a:pt x="2373013" y="4346162"/>
                  </a:lnTo>
                  <a:lnTo>
                    <a:pt x="2386696" y="4395934"/>
                  </a:lnTo>
                  <a:lnTo>
                    <a:pt x="2400229" y="4445802"/>
                  </a:lnTo>
                  <a:lnTo>
                    <a:pt x="2413613" y="4495761"/>
                  </a:lnTo>
                  <a:lnTo>
                    <a:pt x="2426848" y="4545811"/>
                  </a:lnTo>
                  <a:lnTo>
                    <a:pt x="2439933" y="4595949"/>
                  </a:lnTo>
                  <a:lnTo>
                    <a:pt x="2452871" y="4646173"/>
                  </a:lnTo>
                  <a:lnTo>
                    <a:pt x="2465660" y="4696481"/>
                  </a:lnTo>
                  <a:lnTo>
                    <a:pt x="2478302" y="4746870"/>
                  </a:lnTo>
                  <a:lnTo>
                    <a:pt x="2490796" y="4797339"/>
                  </a:lnTo>
                  <a:lnTo>
                    <a:pt x="2503143" y="4847886"/>
                  </a:lnTo>
                  <a:lnTo>
                    <a:pt x="2515344" y="4898508"/>
                  </a:lnTo>
                  <a:lnTo>
                    <a:pt x="2527399" y="4949203"/>
                  </a:lnTo>
                  <a:lnTo>
                    <a:pt x="2539307" y="4999970"/>
                  </a:lnTo>
                  <a:lnTo>
                    <a:pt x="2551070" y="5050805"/>
                  </a:lnTo>
                  <a:lnTo>
                    <a:pt x="2562688" y="5101708"/>
                  </a:lnTo>
                  <a:lnTo>
                    <a:pt x="2574160" y="5152675"/>
                  </a:lnTo>
                  <a:lnTo>
                    <a:pt x="2585489" y="5203706"/>
                  </a:lnTo>
                  <a:lnTo>
                    <a:pt x="2596673" y="5254796"/>
                  </a:lnTo>
                  <a:lnTo>
                    <a:pt x="2607713" y="5305946"/>
                  </a:lnTo>
                  <a:lnTo>
                    <a:pt x="2618610" y="5357151"/>
                  </a:lnTo>
                  <a:lnTo>
                    <a:pt x="2629364" y="5408411"/>
                  </a:lnTo>
                  <a:lnTo>
                    <a:pt x="2639976" y="5459723"/>
                  </a:lnTo>
                  <a:lnTo>
                    <a:pt x="2650444" y="5511086"/>
                  </a:lnTo>
                  <a:lnTo>
                    <a:pt x="2660771" y="5562496"/>
                  </a:lnTo>
                  <a:lnTo>
                    <a:pt x="2670957" y="5613951"/>
                  </a:lnTo>
                  <a:lnTo>
                    <a:pt x="2681001" y="5665451"/>
                  </a:lnTo>
                  <a:lnTo>
                    <a:pt x="2690904" y="5716992"/>
                  </a:lnTo>
                  <a:lnTo>
                    <a:pt x="2700666" y="5768573"/>
                  </a:lnTo>
                  <a:lnTo>
                    <a:pt x="2710288" y="5820191"/>
                  </a:lnTo>
                  <a:lnTo>
                    <a:pt x="2719771" y="5871844"/>
                  </a:lnTo>
                  <a:lnTo>
                    <a:pt x="2729113" y="5923531"/>
                  </a:lnTo>
                  <a:lnTo>
                    <a:pt x="2738317" y="5975248"/>
                  </a:lnTo>
                  <a:lnTo>
                    <a:pt x="2747382" y="6026995"/>
                  </a:lnTo>
                  <a:lnTo>
                    <a:pt x="2756309" y="6078768"/>
                  </a:lnTo>
                  <a:lnTo>
                    <a:pt x="2765097" y="6130566"/>
                  </a:lnTo>
                  <a:lnTo>
                    <a:pt x="2773748" y="6182386"/>
                  </a:lnTo>
                  <a:lnTo>
                    <a:pt x="2781947" y="6232315"/>
                  </a:lnTo>
                  <a:lnTo>
                    <a:pt x="2781947" y="4151168"/>
                  </a:lnTo>
                  <a:lnTo>
                    <a:pt x="2767660" y="4064604"/>
                  </a:lnTo>
                  <a:lnTo>
                    <a:pt x="2758852" y="4012174"/>
                  </a:lnTo>
                  <a:lnTo>
                    <a:pt x="2749933" y="3959738"/>
                  </a:lnTo>
                  <a:lnTo>
                    <a:pt x="2740903" y="3907298"/>
                  </a:lnTo>
                  <a:lnTo>
                    <a:pt x="2731763" y="3854857"/>
                  </a:lnTo>
                  <a:lnTo>
                    <a:pt x="2722513" y="3802416"/>
                  </a:lnTo>
                  <a:lnTo>
                    <a:pt x="2713153" y="3749977"/>
                  </a:lnTo>
                  <a:lnTo>
                    <a:pt x="2703683" y="3697543"/>
                  </a:lnTo>
                  <a:lnTo>
                    <a:pt x="2694104" y="3645115"/>
                  </a:lnTo>
                  <a:lnTo>
                    <a:pt x="2684417" y="3592696"/>
                  </a:lnTo>
                  <a:lnTo>
                    <a:pt x="2674622" y="3540288"/>
                  </a:lnTo>
                  <a:lnTo>
                    <a:pt x="2664718" y="3487892"/>
                  </a:lnTo>
                  <a:lnTo>
                    <a:pt x="2654707" y="3435511"/>
                  </a:lnTo>
                  <a:lnTo>
                    <a:pt x="2644589" y="3383147"/>
                  </a:lnTo>
                  <a:lnTo>
                    <a:pt x="2634364" y="3330803"/>
                  </a:lnTo>
                  <a:lnTo>
                    <a:pt x="2624033" y="3278479"/>
                  </a:lnTo>
                  <a:lnTo>
                    <a:pt x="2613595" y="3226178"/>
                  </a:lnTo>
                  <a:lnTo>
                    <a:pt x="2603052" y="3173903"/>
                  </a:lnTo>
                  <a:lnTo>
                    <a:pt x="2592404" y="3121655"/>
                  </a:lnTo>
                  <a:lnTo>
                    <a:pt x="2581650" y="3069436"/>
                  </a:lnTo>
                  <a:lnTo>
                    <a:pt x="2570792" y="3017249"/>
                  </a:lnTo>
                  <a:lnTo>
                    <a:pt x="2559830" y="2965095"/>
                  </a:lnTo>
                  <a:lnTo>
                    <a:pt x="2548764" y="2912977"/>
                  </a:lnTo>
                  <a:lnTo>
                    <a:pt x="2537595" y="2860896"/>
                  </a:lnTo>
                  <a:lnTo>
                    <a:pt x="2526322" y="2808855"/>
                  </a:lnTo>
                  <a:lnTo>
                    <a:pt x="2514947" y="2756856"/>
                  </a:lnTo>
                  <a:lnTo>
                    <a:pt x="2503470" y="2704901"/>
                  </a:lnTo>
                  <a:lnTo>
                    <a:pt x="2491890" y="2652992"/>
                  </a:lnTo>
                  <a:lnTo>
                    <a:pt x="2480209" y="2601130"/>
                  </a:lnTo>
                  <a:lnTo>
                    <a:pt x="2468427" y="2549319"/>
                  </a:lnTo>
                  <a:lnTo>
                    <a:pt x="2456544" y="2497560"/>
                  </a:lnTo>
                  <a:lnTo>
                    <a:pt x="2444560" y="2445855"/>
                  </a:lnTo>
                  <a:lnTo>
                    <a:pt x="2432476" y="2394206"/>
                  </a:lnTo>
                  <a:lnTo>
                    <a:pt x="2420293" y="2342616"/>
                  </a:lnTo>
                  <a:lnTo>
                    <a:pt x="2408010" y="2291086"/>
                  </a:lnTo>
                  <a:lnTo>
                    <a:pt x="2395628" y="2239619"/>
                  </a:lnTo>
                  <a:lnTo>
                    <a:pt x="2383148" y="2188216"/>
                  </a:lnTo>
                  <a:lnTo>
                    <a:pt x="2370569" y="2136880"/>
                  </a:lnTo>
                  <a:lnTo>
                    <a:pt x="2357893" y="2085613"/>
                  </a:lnTo>
                  <a:lnTo>
                    <a:pt x="2345119" y="2034416"/>
                  </a:lnTo>
                  <a:lnTo>
                    <a:pt x="2332248" y="1983292"/>
                  </a:lnTo>
                  <a:lnTo>
                    <a:pt x="2319280" y="1932244"/>
                  </a:lnTo>
                  <a:lnTo>
                    <a:pt x="2306215" y="1881272"/>
                  </a:lnTo>
                  <a:lnTo>
                    <a:pt x="2293055" y="1830379"/>
                  </a:lnTo>
                  <a:lnTo>
                    <a:pt x="2279799" y="1779567"/>
                  </a:lnTo>
                  <a:lnTo>
                    <a:pt x="2266448" y="1728839"/>
                  </a:lnTo>
                  <a:lnTo>
                    <a:pt x="2253002" y="1678196"/>
                  </a:lnTo>
                  <a:lnTo>
                    <a:pt x="2239461" y="1627640"/>
                  </a:lnTo>
                  <a:lnTo>
                    <a:pt x="2225826" y="1577174"/>
                  </a:lnTo>
                  <a:lnTo>
                    <a:pt x="2212098" y="1526799"/>
                  </a:lnTo>
                  <a:lnTo>
                    <a:pt x="2198276" y="1476518"/>
                  </a:lnTo>
                  <a:lnTo>
                    <a:pt x="2184361" y="1426333"/>
                  </a:lnTo>
                  <a:lnTo>
                    <a:pt x="2170353" y="1376245"/>
                  </a:lnTo>
                  <a:lnTo>
                    <a:pt x="2156253" y="1326257"/>
                  </a:lnTo>
                  <a:lnTo>
                    <a:pt x="2142062" y="1276371"/>
                  </a:lnTo>
                  <a:lnTo>
                    <a:pt x="2127778" y="1226589"/>
                  </a:lnTo>
                  <a:lnTo>
                    <a:pt x="2113404" y="1176912"/>
                  </a:lnTo>
                  <a:lnTo>
                    <a:pt x="2098938" y="1127344"/>
                  </a:lnTo>
                  <a:lnTo>
                    <a:pt x="2084382" y="1077886"/>
                  </a:lnTo>
                  <a:lnTo>
                    <a:pt x="2069737" y="1028541"/>
                  </a:lnTo>
                  <a:lnTo>
                    <a:pt x="2055001" y="979309"/>
                  </a:lnTo>
                  <a:lnTo>
                    <a:pt x="2040176" y="930194"/>
                  </a:lnTo>
                  <a:lnTo>
                    <a:pt x="2025262" y="881197"/>
                  </a:lnTo>
                  <a:lnTo>
                    <a:pt x="2010260" y="832321"/>
                  </a:lnTo>
                  <a:lnTo>
                    <a:pt x="1995169" y="783568"/>
                  </a:lnTo>
                  <a:lnTo>
                    <a:pt x="1979991" y="734939"/>
                  </a:lnTo>
                  <a:lnTo>
                    <a:pt x="1964725" y="686437"/>
                  </a:lnTo>
                  <a:lnTo>
                    <a:pt x="1949372" y="638063"/>
                  </a:lnTo>
                  <a:lnTo>
                    <a:pt x="1933933" y="589821"/>
                  </a:lnTo>
                  <a:lnTo>
                    <a:pt x="1918407" y="541711"/>
                  </a:lnTo>
                  <a:lnTo>
                    <a:pt x="1902795" y="493737"/>
                  </a:lnTo>
                  <a:lnTo>
                    <a:pt x="1887097" y="445899"/>
                  </a:lnTo>
                  <a:lnTo>
                    <a:pt x="1871314" y="398201"/>
                  </a:lnTo>
                  <a:lnTo>
                    <a:pt x="1855447" y="350644"/>
                  </a:lnTo>
                  <a:lnTo>
                    <a:pt x="1839495" y="303230"/>
                  </a:lnTo>
                  <a:lnTo>
                    <a:pt x="1823458" y="255962"/>
                  </a:lnTo>
                  <a:lnTo>
                    <a:pt x="1807338" y="208841"/>
                  </a:lnTo>
                  <a:lnTo>
                    <a:pt x="1791135" y="161870"/>
                  </a:lnTo>
                  <a:lnTo>
                    <a:pt x="1774849" y="115050"/>
                  </a:lnTo>
                  <a:lnTo>
                    <a:pt x="1758480" y="68384"/>
                  </a:lnTo>
                  <a:lnTo>
                    <a:pt x="1742029" y="21873"/>
                  </a:lnTo>
                  <a:lnTo>
                    <a:pt x="1734227" y="0"/>
                  </a:lnTo>
                  <a:close/>
                </a:path>
              </a:pathLst>
            </a:custGeom>
            <a:solidFill>
              <a:srgbClr val="145A5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181850"/>
            <a:ext cx="5295900" cy="31051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4375" y="1885950"/>
            <a:ext cx="5172075" cy="619125"/>
          </a:xfrm>
          <a:prstGeom prst="rect">
            <a:avLst/>
          </a:prstGeom>
          <a:solidFill>
            <a:srgbClr val="B0C3C4"/>
          </a:solidFill>
        </p:spPr>
        <p:txBody>
          <a:bodyPr vert="horz" wrap="square" lIns="0" tIns="14604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latin typeface="Arial" panose="020B0604020202020204"/>
                <a:cs typeface="Arial" panose="020B0604020202020204"/>
              </a:rPr>
              <a:t>Special</a:t>
            </a:r>
            <a:r>
              <a:rPr sz="29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latin typeface="Arial" panose="020B0604020202020204"/>
                <a:cs typeface="Arial" panose="020B0604020202020204"/>
              </a:rPr>
              <a:t>Hourly</a:t>
            </a:r>
            <a:r>
              <a:rPr sz="2900" b="1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latin typeface="Arial" panose="020B0604020202020204"/>
                <a:cs typeface="Arial" panose="020B0604020202020204"/>
              </a:rPr>
              <a:t>Rate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6450" y="1885950"/>
            <a:ext cx="5267325" cy="619125"/>
          </a:xfrm>
          <a:prstGeom prst="rect">
            <a:avLst/>
          </a:prstGeom>
          <a:solidFill>
            <a:srgbClr val="1F888D"/>
          </a:solidFill>
        </p:spPr>
        <p:txBody>
          <a:bodyPr vert="horz" wrap="square" lIns="0" tIns="14604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Monthly</a:t>
            </a:r>
            <a:r>
              <a:rPr sz="2900" b="1" spc="-11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90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Model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3775" y="1885950"/>
            <a:ext cx="4953000" cy="619125"/>
          </a:xfrm>
          <a:prstGeom prst="rect">
            <a:avLst/>
          </a:prstGeom>
          <a:solidFill>
            <a:srgbClr val="145A5D"/>
          </a:solidFill>
        </p:spPr>
        <p:txBody>
          <a:bodyPr vert="horz" wrap="square" lIns="0" tIns="14604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Annual</a:t>
            </a:r>
            <a:r>
              <a:rPr sz="2900" b="1" spc="-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900" b="1" spc="-11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Model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957" y="2547658"/>
            <a:ext cx="4417060" cy="18859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1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900" b="1" spc="-7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900" b="1" spc="-4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rate</a:t>
            </a:r>
            <a:r>
              <a:rPr sz="2900" b="1" spc="-3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are: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90195">
              <a:lnSpc>
                <a:spcPct val="108000"/>
              </a:lnSpc>
              <a:spcBef>
                <a:spcPts val="445"/>
              </a:spcBef>
              <a:buChar char="•"/>
              <a:tabLst>
                <a:tab pos="30289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</a:t>
            </a:r>
            <a:r>
              <a:rPr sz="2550" spc="-8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(applied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covered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550" spc="-4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standby retainer).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957" y="4827460"/>
            <a:ext cx="460819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0195">
              <a:lnSpc>
                <a:spcPct val="108000"/>
              </a:lnSpc>
              <a:spcBef>
                <a:spcPts val="100"/>
              </a:spcBef>
              <a:buChar char="•"/>
              <a:tabLst>
                <a:tab pos="30289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</a:t>
            </a:r>
            <a:r>
              <a:rPr sz="2550" spc="-8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(blended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hourly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rate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hours).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434" y="2557564"/>
            <a:ext cx="4455795" cy="228727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32,500/month</a:t>
            </a:r>
            <a:r>
              <a:rPr sz="2900" b="1" spc="-6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900" b="1" spc="-8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900" b="1" spc="-114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hrs.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99085">
              <a:lnSpc>
                <a:spcPct val="108000"/>
              </a:lnSpc>
              <a:spcBef>
                <a:spcPts val="375"/>
              </a:spcBef>
              <a:buChar char="•"/>
              <a:tabLst>
                <a:tab pos="31178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Starting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550" spc="-5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month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(THB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32,500/month</a:t>
            </a:r>
            <a:r>
              <a:rPr sz="2550" spc="-6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6,500/hour). No</a:t>
            </a:r>
            <a:r>
              <a:rPr sz="2550" spc="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carried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forward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following</a:t>
            </a:r>
            <a:r>
              <a:rPr sz="2550" spc="6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month.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0434" y="5238716"/>
            <a:ext cx="4577080" cy="864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0670">
              <a:lnSpc>
                <a:spcPct val="108000"/>
              </a:lnSpc>
              <a:spcBef>
                <a:spcPts val="95"/>
              </a:spcBef>
              <a:buChar char="•"/>
              <a:tabLst>
                <a:tab pos="293370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billed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8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8,000/hour.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34166" y="5246814"/>
            <a:ext cx="457771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0670">
              <a:lnSpc>
                <a:spcPct val="1080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billed</a:t>
            </a:r>
            <a:r>
              <a:rPr sz="2550" spc="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10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8,000/hour.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34166" y="2547658"/>
            <a:ext cx="4730750" cy="23050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130,000/year</a:t>
            </a:r>
            <a:r>
              <a:rPr sz="2900" b="1" spc="-7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900" b="1" spc="-7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900" b="1" spc="-10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hrs.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08915">
              <a:lnSpc>
                <a:spcPct val="108000"/>
              </a:lnSpc>
              <a:spcBef>
                <a:spcPts val="445"/>
              </a:spcBef>
              <a:buChar char="•"/>
              <a:tabLst>
                <a:tab pos="22161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Starting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550" spc="-4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year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(THB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130,000/year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7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6,500/hour).</a:t>
            </a:r>
            <a:r>
              <a:rPr sz="2550" spc="-3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carried</a:t>
            </a:r>
            <a:r>
              <a:rPr sz="2550" spc="3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forward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following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year.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18288000" cy="1598295"/>
            <a:chOff x="0" y="0"/>
            <a:chExt cx="18288000" cy="1598295"/>
          </a:xfrm>
        </p:grpSpPr>
        <p:sp>
          <p:nvSpPr>
            <p:cNvPr id="17" name="object 17"/>
            <p:cNvSpPr/>
            <p:nvPr/>
          </p:nvSpPr>
          <p:spPr>
            <a:xfrm>
              <a:off x="15340249" y="0"/>
              <a:ext cx="2948305" cy="1543050"/>
            </a:xfrm>
            <a:custGeom>
              <a:avLst/>
              <a:gdLst/>
              <a:ahLst/>
              <a:cxnLst/>
              <a:rect l="l" t="t" r="r" b="b"/>
              <a:pathLst>
                <a:path w="2948305" h="1543050">
                  <a:moveTo>
                    <a:pt x="2947749" y="0"/>
                  </a:moveTo>
                  <a:lnTo>
                    <a:pt x="0" y="0"/>
                  </a:lnTo>
                  <a:lnTo>
                    <a:pt x="755983" y="1325752"/>
                  </a:lnTo>
                  <a:lnTo>
                    <a:pt x="783877" y="1368593"/>
                  </a:lnTo>
                  <a:lnTo>
                    <a:pt x="816209" y="1407364"/>
                  </a:lnTo>
                  <a:lnTo>
                    <a:pt x="852536" y="1441807"/>
                  </a:lnTo>
                  <a:lnTo>
                    <a:pt x="892412" y="1471662"/>
                  </a:lnTo>
                  <a:lnTo>
                    <a:pt x="935393" y="1496670"/>
                  </a:lnTo>
                  <a:lnTo>
                    <a:pt x="981036" y="1516572"/>
                  </a:lnTo>
                  <a:lnTo>
                    <a:pt x="1028896" y="1531109"/>
                  </a:lnTo>
                  <a:lnTo>
                    <a:pt x="1078529" y="1540021"/>
                  </a:lnTo>
                  <a:lnTo>
                    <a:pt x="1129490" y="1543050"/>
                  </a:lnTo>
                  <a:lnTo>
                    <a:pt x="2947749" y="1543050"/>
                  </a:lnTo>
                  <a:lnTo>
                    <a:pt x="2947749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5525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563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78934" y="402208"/>
            <a:ext cx="672020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4500" b="1" spc="-7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4500" b="1" spc="-3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PROPOSAL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04</a:t>
            </a:r>
            <a:endParaRPr sz="5000"/>
          </a:p>
        </p:txBody>
      </p:sp>
      <p:sp>
        <p:nvSpPr>
          <p:cNvPr id="22" name="object 22"/>
          <p:cNvSpPr txBox="1"/>
          <p:nvPr/>
        </p:nvSpPr>
        <p:spPr>
          <a:xfrm>
            <a:off x="867410" y="6441503"/>
            <a:ext cx="14932025" cy="33674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20"/>
              </a:spcBef>
            </a:pP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Lump</a:t>
            </a:r>
            <a:r>
              <a:rPr sz="2550" b="1" spc="-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Sum</a:t>
            </a:r>
            <a:r>
              <a:rPr sz="2550" b="1" spc="-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550" b="1" spc="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Model:  </a:t>
            </a:r>
            <a:r>
              <a:rPr sz="2550" dirty="0">
                <a:latin typeface="Arial" panose="020B0604020202020204"/>
                <a:cs typeface="Arial" panose="020B0604020202020204"/>
              </a:rPr>
              <a:t>For</a:t>
            </a:r>
            <a:r>
              <a:rPr sz="255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works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such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as</a:t>
            </a:r>
            <a:r>
              <a:rPr sz="255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court</a:t>
            </a:r>
            <a:r>
              <a:rPr sz="2550" spc="2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case,  compliance</a:t>
            </a:r>
            <a:r>
              <a:rPr sz="2550" spc="-10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reports,</a:t>
            </a:r>
            <a:r>
              <a:rPr sz="2550" spc="1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and  applications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 </a:t>
            </a:r>
            <a:r>
              <a:rPr sz="2550" spc="-25" dirty="0">
                <a:latin typeface="Arial" panose="020B0604020202020204"/>
                <a:cs typeface="Arial" panose="020B0604020202020204"/>
              </a:rPr>
              <a:t>or </a:t>
            </a:r>
            <a:r>
              <a:rPr sz="2550" dirty="0">
                <a:latin typeface="Arial" panose="020B0604020202020204"/>
                <a:cs typeface="Arial" panose="020B0604020202020204"/>
              </a:rPr>
              <a:t>government</a:t>
            </a:r>
            <a:r>
              <a:rPr sz="2550" spc="4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liaison,</a:t>
            </a:r>
            <a:r>
              <a:rPr sz="2550" spc="4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we</a:t>
            </a:r>
            <a:r>
              <a:rPr sz="2550" spc="4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believe</a:t>
            </a:r>
            <a:r>
              <a:rPr sz="25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lump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sum</a:t>
            </a:r>
            <a:r>
              <a:rPr sz="25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fee</a:t>
            </a:r>
            <a:r>
              <a:rPr sz="2550" spc="459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structure</a:t>
            </a:r>
            <a:r>
              <a:rPr sz="2550" spc="48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is</a:t>
            </a:r>
            <a:r>
              <a:rPr sz="2550" spc="4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often</a:t>
            </a:r>
            <a:r>
              <a:rPr sz="2550" spc="50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more</a:t>
            </a:r>
            <a:r>
              <a:rPr sz="25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beneficial</a:t>
            </a:r>
            <a:r>
              <a:rPr sz="2550" spc="4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to</a:t>
            </a:r>
            <a:r>
              <a:rPr sz="2550" spc="45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you,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as</a:t>
            </a:r>
            <a:r>
              <a:rPr sz="25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these </a:t>
            </a:r>
            <a:r>
              <a:rPr sz="2550" dirty="0">
                <a:latin typeface="Arial" panose="020B0604020202020204"/>
                <a:cs typeface="Arial" panose="020B0604020202020204"/>
              </a:rPr>
              <a:t>assignments</a:t>
            </a:r>
            <a:r>
              <a:rPr sz="2550" spc="6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can</a:t>
            </a:r>
            <a:r>
              <a:rPr sz="255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difficult</a:t>
            </a:r>
            <a:r>
              <a:rPr sz="255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to</a:t>
            </a:r>
            <a:r>
              <a:rPr sz="2550" spc="5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evaluate</a:t>
            </a:r>
            <a:r>
              <a:rPr sz="2550" spc="11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solely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on</a:t>
            </a:r>
            <a:r>
              <a:rPr sz="255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an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hourly</a:t>
            </a:r>
            <a:r>
              <a:rPr sz="2550" spc="8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basis—particularly</a:t>
            </a:r>
            <a:r>
              <a:rPr sz="2550" spc="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where</a:t>
            </a:r>
            <a:r>
              <a:rPr sz="255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engagement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with </a:t>
            </a:r>
            <a:r>
              <a:rPr sz="2550" dirty="0">
                <a:latin typeface="Arial" panose="020B0604020202020204"/>
                <a:cs typeface="Arial" panose="020B0604020202020204"/>
              </a:rPr>
              <a:t>third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parties</a:t>
            </a:r>
            <a:r>
              <a:rPr sz="2550" spc="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or</a:t>
            </a:r>
            <a:r>
              <a:rPr sz="2550" spc="3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government</a:t>
            </a:r>
            <a:r>
              <a:rPr sz="255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officers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is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required.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In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these</a:t>
            </a:r>
            <a:r>
              <a:rPr sz="255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cases,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we</a:t>
            </a:r>
            <a:r>
              <a:rPr sz="255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will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propose</a:t>
            </a:r>
            <a:r>
              <a:rPr sz="2550" spc="8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</a:t>
            </a:r>
            <a:r>
              <a:rPr sz="255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lump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sum</a:t>
            </a:r>
            <a:r>
              <a:rPr sz="2550" spc="5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fee</a:t>
            </a:r>
            <a:r>
              <a:rPr sz="255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for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your </a:t>
            </a:r>
            <a:r>
              <a:rPr sz="2550" dirty="0">
                <a:latin typeface="Arial" panose="020B0604020202020204"/>
                <a:cs typeface="Arial" panose="020B0604020202020204"/>
              </a:rPr>
              <a:t>approval</a:t>
            </a:r>
            <a:r>
              <a:rPr sz="2550" spc="3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in</a:t>
            </a:r>
            <a:r>
              <a:rPr sz="255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latin typeface="Arial" panose="020B0604020202020204"/>
                <a:cs typeface="Arial" panose="020B0604020202020204"/>
              </a:rPr>
              <a:t>advance.</a:t>
            </a:r>
            <a:endParaRPr sz="25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550">
              <a:latin typeface="Arial" panose="020B0604020202020204"/>
              <a:cs typeface="Arial" panose="020B0604020202020204"/>
            </a:endParaRPr>
          </a:p>
          <a:p>
            <a:pPr marL="829310">
              <a:lnSpc>
                <a:spcPct val="100000"/>
              </a:lnSpc>
            </a:pP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550" i="1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550" i="1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fees</a:t>
            </a:r>
            <a:r>
              <a:rPr sz="2550" i="1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550" i="1" spc="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exclusive</a:t>
            </a:r>
            <a:r>
              <a:rPr sz="2550" i="1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5%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disbursement,</a:t>
            </a:r>
            <a:r>
              <a:rPr sz="2550" i="1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out-of-pocket</a:t>
            </a:r>
            <a:r>
              <a:rPr sz="2550" i="1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expense,</a:t>
            </a:r>
            <a:r>
              <a:rPr sz="2550" i="1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VAT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389896"/>
              <a:ext cx="18288000" cy="2324100"/>
            </a:xfrm>
            <a:custGeom>
              <a:avLst/>
              <a:gdLst/>
              <a:ahLst/>
              <a:cxnLst/>
              <a:rect l="l" t="t" r="r" b="b"/>
              <a:pathLst>
                <a:path w="18288000" h="2324100">
                  <a:moveTo>
                    <a:pt x="4921649" y="1117600"/>
                  </a:moveTo>
                  <a:lnTo>
                    <a:pt x="1785526" y="1117600"/>
                  </a:lnTo>
                  <a:lnTo>
                    <a:pt x="831743" y="1384300"/>
                  </a:lnTo>
                  <a:lnTo>
                    <a:pt x="787522" y="1409700"/>
                  </a:lnTo>
                  <a:lnTo>
                    <a:pt x="265840" y="1562100"/>
                  </a:lnTo>
                  <a:lnTo>
                    <a:pt x="223130" y="1587500"/>
                  </a:lnTo>
                  <a:lnTo>
                    <a:pt x="11394" y="1651000"/>
                  </a:lnTo>
                  <a:lnTo>
                    <a:pt x="0" y="1663700"/>
                  </a:lnTo>
                  <a:lnTo>
                    <a:pt x="0" y="2324100"/>
                  </a:lnTo>
                  <a:lnTo>
                    <a:pt x="23115" y="2324100"/>
                  </a:lnTo>
                  <a:lnTo>
                    <a:pt x="106149" y="2298700"/>
                  </a:lnTo>
                  <a:lnTo>
                    <a:pt x="147859" y="2273300"/>
                  </a:lnTo>
                  <a:lnTo>
                    <a:pt x="443378" y="2184400"/>
                  </a:lnTo>
                  <a:lnTo>
                    <a:pt x="486095" y="2159000"/>
                  </a:lnTo>
                  <a:lnTo>
                    <a:pt x="1052432" y="1993900"/>
                  </a:lnTo>
                  <a:lnTo>
                    <a:pt x="1096824" y="1968500"/>
                  </a:lnTo>
                  <a:lnTo>
                    <a:pt x="1868674" y="1752600"/>
                  </a:lnTo>
                  <a:lnTo>
                    <a:pt x="1915056" y="1752600"/>
                  </a:lnTo>
                  <a:lnTo>
                    <a:pt x="2479673" y="1600200"/>
                  </a:lnTo>
                  <a:lnTo>
                    <a:pt x="2527377" y="1600200"/>
                  </a:lnTo>
                  <a:lnTo>
                    <a:pt x="2864010" y="1511300"/>
                  </a:lnTo>
                  <a:lnTo>
                    <a:pt x="2912480" y="1511300"/>
                  </a:lnTo>
                  <a:lnTo>
                    <a:pt x="3205238" y="1435100"/>
                  </a:lnTo>
                  <a:lnTo>
                    <a:pt x="3254348" y="1435100"/>
                  </a:lnTo>
                  <a:lnTo>
                    <a:pt x="3451677" y="1384300"/>
                  </a:lnTo>
                  <a:lnTo>
                    <a:pt x="3501228" y="1384300"/>
                  </a:lnTo>
                  <a:lnTo>
                    <a:pt x="3700290" y="1333500"/>
                  </a:lnTo>
                  <a:lnTo>
                    <a:pt x="3750268" y="1333500"/>
                  </a:lnTo>
                  <a:lnTo>
                    <a:pt x="3900698" y="1295400"/>
                  </a:lnTo>
                  <a:lnTo>
                    <a:pt x="3951006" y="1295400"/>
                  </a:lnTo>
                  <a:lnTo>
                    <a:pt x="4102415" y="1257300"/>
                  </a:lnTo>
                  <a:lnTo>
                    <a:pt x="4153045" y="1257300"/>
                  </a:lnTo>
                  <a:lnTo>
                    <a:pt x="4254540" y="1231900"/>
                  </a:lnTo>
                  <a:lnTo>
                    <a:pt x="4305405" y="1231900"/>
                  </a:lnTo>
                  <a:lnTo>
                    <a:pt x="4458461" y="1193800"/>
                  </a:lnTo>
                  <a:lnTo>
                    <a:pt x="4509632" y="1193800"/>
                  </a:lnTo>
                  <a:lnTo>
                    <a:pt x="4612197" y="1168400"/>
                  </a:lnTo>
                  <a:lnTo>
                    <a:pt x="4663591" y="1168400"/>
                  </a:lnTo>
                  <a:lnTo>
                    <a:pt x="4766599" y="1143000"/>
                  </a:lnTo>
                  <a:lnTo>
                    <a:pt x="4818211" y="1143000"/>
                  </a:lnTo>
                  <a:lnTo>
                    <a:pt x="4921649" y="1117600"/>
                  </a:lnTo>
                  <a:close/>
                </a:path>
                <a:path w="18288000" h="2324100">
                  <a:moveTo>
                    <a:pt x="18288000" y="762000"/>
                  </a:moveTo>
                  <a:lnTo>
                    <a:pt x="14199651" y="762000"/>
                  </a:lnTo>
                  <a:lnTo>
                    <a:pt x="14250561" y="774700"/>
                  </a:lnTo>
                  <a:lnTo>
                    <a:pt x="14352141" y="774700"/>
                  </a:lnTo>
                  <a:lnTo>
                    <a:pt x="14402810" y="787400"/>
                  </a:lnTo>
                  <a:lnTo>
                    <a:pt x="14503903" y="787400"/>
                  </a:lnTo>
                  <a:lnTo>
                    <a:pt x="14554326" y="800100"/>
                  </a:lnTo>
                  <a:lnTo>
                    <a:pt x="14654922" y="800100"/>
                  </a:lnTo>
                  <a:lnTo>
                    <a:pt x="14705095" y="812800"/>
                  </a:lnTo>
                  <a:lnTo>
                    <a:pt x="14755182" y="812800"/>
                  </a:lnTo>
                  <a:lnTo>
                    <a:pt x="14805185" y="825500"/>
                  </a:lnTo>
                  <a:lnTo>
                    <a:pt x="14855101" y="825500"/>
                  </a:lnTo>
                  <a:lnTo>
                    <a:pt x="14904932" y="838200"/>
                  </a:lnTo>
                  <a:lnTo>
                    <a:pt x="15004332" y="838200"/>
                  </a:lnTo>
                  <a:lnTo>
                    <a:pt x="15053901" y="850900"/>
                  </a:lnTo>
                  <a:lnTo>
                    <a:pt x="15103381" y="850900"/>
                  </a:lnTo>
                  <a:lnTo>
                    <a:pt x="15152772" y="863600"/>
                  </a:lnTo>
                  <a:lnTo>
                    <a:pt x="15202074" y="863600"/>
                  </a:lnTo>
                  <a:lnTo>
                    <a:pt x="15251286" y="876300"/>
                  </a:lnTo>
                  <a:lnTo>
                    <a:pt x="15300408" y="876300"/>
                  </a:lnTo>
                  <a:lnTo>
                    <a:pt x="15349439" y="889000"/>
                  </a:lnTo>
                  <a:lnTo>
                    <a:pt x="15398378" y="889000"/>
                  </a:lnTo>
                  <a:lnTo>
                    <a:pt x="15447225" y="901700"/>
                  </a:lnTo>
                  <a:lnTo>
                    <a:pt x="15495979" y="901700"/>
                  </a:lnTo>
                  <a:lnTo>
                    <a:pt x="15544640" y="914400"/>
                  </a:lnTo>
                  <a:lnTo>
                    <a:pt x="15593208" y="914400"/>
                  </a:lnTo>
                  <a:lnTo>
                    <a:pt x="15641681" y="927100"/>
                  </a:lnTo>
                  <a:lnTo>
                    <a:pt x="15690060" y="927100"/>
                  </a:lnTo>
                  <a:lnTo>
                    <a:pt x="15738344" y="939800"/>
                  </a:lnTo>
                  <a:lnTo>
                    <a:pt x="15786531" y="939800"/>
                  </a:lnTo>
                  <a:lnTo>
                    <a:pt x="15834623" y="952500"/>
                  </a:lnTo>
                  <a:lnTo>
                    <a:pt x="15882617" y="952500"/>
                  </a:lnTo>
                  <a:lnTo>
                    <a:pt x="15930515" y="965200"/>
                  </a:lnTo>
                  <a:lnTo>
                    <a:pt x="15978314" y="965200"/>
                  </a:lnTo>
                  <a:lnTo>
                    <a:pt x="16026015" y="977900"/>
                  </a:lnTo>
                  <a:lnTo>
                    <a:pt x="16073617" y="977900"/>
                  </a:lnTo>
                  <a:lnTo>
                    <a:pt x="16168522" y="1003300"/>
                  </a:lnTo>
                  <a:lnTo>
                    <a:pt x="16215824" y="1003300"/>
                  </a:lnTo>
                  <a:lnTo>
                    <a:pt x="16263025" y="1016000"/>
                  </a:lnTo>
                  <a:lnTo>
                    <a:pt x="16310124" y="1016000"/>
                  </a:lnTo>
                  <a:lnTo>
                    <a:pt x="16357121" y="1028700"/>
                  </a:lnTo>
                  <a:lnTo>
                    <a:pt x="16404016" y="1028700"/>
                  </a:lnTo>
                  <a:lnTo>
                    <a:pt x="16497495" y="1054100"/>
                  </a:lnTo>
                  <a:lnTo>
                    <a:pt x="16544078" y="1054100"/>
                  </a:lnTo>
                  <a:lnTo>
                    <a:pt x="16636930" y="1079500"/>
                  </a:lnTo>
                  <a:lnTo>
                    <a:pt x="16683198" y="1079500"/>
                  </a:lnTo>
                  <a:lnTo>
                    <a:pt x="16729359" y="1092200"/>
                  </a:lnTo>
                  <a:lnTo>
                    <a:pt x="16775413" y="1092200"/>
                  </a:lnTo>
                  <a:lnTo>
                    <a:pt x="16867199" y="1117600"/>
                  </a:lnTo>
                  <a:lnTo>
                    <a:pt x="16912929" y="1117600"/>
                  </a:lnTo>
                  <a:lnTo>
                    <a:pt x="17004062" y="1143000"/>
                  </a:lnTo>
                  <a:lnTo>
                    <a:pt x="17049464" y="1143000"/>
                  </a:lnTo>
                  <a:lnTo>
                    <a:pt x="17185003" y="1181100"/>
                  </a:lnTo>
                  <a:lnTo>
                    <a:pt x="17229959" y="1181100"/>
                  </a:lnTo>
                  <a:lnTo>
                    <a:pt x="17319533" y="1206500"/>
                  </a:lnTo>
                  <a:lnTo>
                    <a:pt x="17364149" y="1206500"/>
                  </a:lnTo>
                  <a:lnTo>
                    <a:pt x="17497310" y="1244600"/>
                  </a:lnTo>
                  <a:lnTo>
                    <a:pt x="17541466" y="1244600"/>
                  </a:lnTo>
                  <a:lnTo>
                    <a:pt x="17673233" y="1282700"/>
                  </a:lnTo>
                  <a:lnTo>
                    <a:pt x="17716921" y="1282700"/>
                  </a:lnTo>
                  <a:lnTo>
                    <a:pt x="17847268" y="1320800"/>
                  </a:lnTo>
                  <a:lnTo>
                    <a:pt x="17890478" y="1320800"/>
                  </a:lnTo>
                  <a:lnTo>
                    <a:pt x="18062105" y="1371600"/>
                  </a:lnTo>
                  <a:lnTo>
                    <a:pt x="18104706" y="1371600"/>
                  </a:lnTo>
                  <a:lnTo>
                    <a:pt x="18273871" y="1422400"/>
                  </a:lnTo>
                  <a:lnTo>
                    <a:pt x="18288000" y="1422400"/>
                  </a:lnTo>
                  <a:lnTo>
                    <a:pt x="18288000" y="762000"/>
                  </a:lnTo>
                  <a:close/>
                </a:path>
                <a:path w="18288000" h="2324100">
                  <a:moveTo>
                    <a:pt x="5970786" y="965200"/>
                  </a:moveTo>
                  <a:lnTo>
                    <a:pt x="2398613" y="965200"/>
                  </a:lnTo>
                  <a:lnTo>
                    <a:pt x="1832096" y="1117600"/>
                  </a:lnTo>
                  <a:lnTo>
                    <a:pt x="4973475" y="1117600"/>
                  </a:lnTo>
                  <a:lnTo>
                    <a:pt x="5077334" y="1092200"/>
                  </a:lnTo>
                  <a:lnTo>
                    <a:pt x="5129367" y="1092200"/>
                  </a:lnTo>
                  <a:lnTo>
                    <a:pt x="5181469" y="1079500"/>
                  </a:lnTo>
                  <a:lnTo>
                    <a:pt x="5233638" y="1079500"/>
                  </a:lnTo>
                  <a:lnTo>
                    <a:pt x="5338176" y="1054100"/>
                  </a:lnTo>
                  <a:lnTo>
                    <a:pt x="5390545" y="1054100"/>
                  </a:lnTo>
                  <a:lnTo>
                    <a:pt x="5442979" y="1041400"/>
                  </a:lnTo>
                  <a:lnTo>
                    <a:pt x="5495477" y="1041400"/>
                  </a:lnTo>
                  <a:lnTo>
                    <a:pt x="5600667" y="1016000"/>
                  </a:lnTo>
                  <a:lnTo>
                    <a:pt x="5653356" y="1016000"/>
                  </a:lnTo>
                  <a:lnTo>
                    <a:pt x="5706108" y="1003300"/>
                  </a:lnTo>
                  <a:lnTo>
                    <a:pt x="5758922" y="1003300"/>
                  </a:lnTo>
                  <a:lnTo>
                    <a:pt x="5864734" y="977900"/>
                  </a:lnTo>
                  <a:lnTo>
                    <a:pt x="5917730" y="977900"/>
                  </a:lnTo>
                  <a:lnTo>
                    <a:pt x="5970786" y="965200"/>
                  </a:lnTo>
                  <a:close/>
                </a:path>
                <a:path w="18288000" h="2324100">
                  <a:moveTo>
                    <a:pt x="6611906" y="889000"/>
                  </a:moveTo>
                  <a:lnTo>
                    <a:pt x="2735390" y="889000"/>
                  </a:lnTo>
                  <a:lnTo>
                    <a:pt x="2446447" y="965200"/>
                  </a:lnTo>
                  <a:lnTo>
                    <a:pt x="6023902" y="965200"/>
                  </a:lnTo>
                  <a:lnTo>
                    <a:pt x="6077075" y="952500"/>
                  </a:lnTo>
                  <a:lnTo>
                    <a:pt x="6130307" y="952500"/>
                  </a:lnTo>
                  <a:lnTo>
                    <a:pt x="6183596" y="939800"/>
                  </a:lnTo>
                  <a:lnTo>
                    <a:pt x="6236942" y="939800"/>
                  </a:lnTo>
                  <a:lnTo>
                    <a:pt x="6290344" y="927100"/>
                  </a:lnTo>
                  <a:lnTo>
                    <a:pt x="6343802" y="927100"/>
                  </a:lnTo>
                  <a:lnTo>
                    <a:pt x="6397315" y="914400"/>
                  </a:lnTo>
                  <a:lnTo>
                    <a:pt x="6450882" y="914400"/>
                  </a:lnTo>
                  <a:lnTo>
                    <a:pt x="6504504" y="901700"/>
                  </a:lnTo>
                  <a:lnTo>
                    <a:pt x="6558179" y="901700"/>
                  </a:lnTo>
                  <a:lnTo>
                    <a:pt x="6611906" y="889000"/>
                  </a:lnTo>
                  <a:close/>
                </a:path>
                <a:path w="18288000" h="2324100">
                  <a:moveTo>
                    <a:pt x="7314917" y="812800"/>
                  </a:moveTo>
                  <a:lnTo>
                    <a:pt x="3076585" y="812800"/>
                  </a:lnTo>
                  <a:lnTo>
                    <a:pt x="2783866" y="889000"/>
                  </a:lnTo>
                  <a:lnTo>
                    <a:pt x="6665686" y="889000"/>
                  </a:lnTo>
                  <a:lnTo>
                    <a:pt x="6719518" y="876300"/>
                  </a:lnTo>
                  <a:lnTo>
                    <a:pt x="6773401" y="876300"/>
                  </a:lnTo>
                  <a:lnTo>
                    <a:pt x="6827334" y="863600"/>
                  </a:lnTo>
                  <a:lnTo>
                    <a:pt x="6881318" y="863600"/>
                  </a:lnTo>
                  <a:lnTo>
                    <a:pt x="6935350" y="850900"/>
                  </a:lnTo>
                  <a:lnTo>
                    <a:pt x="7043562" y="850900"/>
                  </a:lnTo>
                  <a:lnTo>
                    <a:pt x="7097740" y="838200"/>
                  </a:lnTo>
                  <a:lnTo>
                    <a:pt x="7151965" y="838200"/>
                  </a:lnTo>
                  <a:lnTo>
                    <a:pt x="7206236" y="825500"/>
                  </a:lnTo>
                  <a:lnTo>
                    <a:pt x="7260554" y="825500"/>
                  </a:lnTo>
                  <a:lnTo>
                    <a:pt x="7314917" y="812800"/>
                  </a:lnTo>
                  <a:close/>
                </a:path>
                <a:path w="18288000" h="2324100">
                  <a:moveTo>
                    <a:pt x="7915747" y="762000"/>
                  </a:moveTo>
                  <a:lnTo>
                    <a:pt x="3322897" y="762000"/>
                  </a:lnTo>
                  <a:lnTo>
                    <a:pt x="3125677" y="812800"/>
                  </a:lnTo>
                  <a:lnTo>
                    <a:pt x="7423777" y="812800"/>
                  </a:lnTo>
                  <a:lnTo>
                    <a:pt x="7478273" y="800100"/>
                  </a:lnTo>
                  <a:lnTo>
                    <a:pt x="7532812" y="800100"/>
                  </a:lnTo>
                  <a:lnTo>
                    <a:pt x="7587394" y="787400"/>
                  </a:lnTo>
                  <a:lnTo>
                    <a:pt x="7696683" y="787400"/>
                  </a:lnTo>
                  <a:lnTo>
                    <a:pt x="7751389" y="774700"/>
                  </a:lnTo>
                  <a:lnTo>
                    <a:pt x="7860921" y="774700"/>
                  </a:lnTo>
                  <a:lnTo>
                    <a:pt x="7915747" y="762000"/>
                  </a:lnTo>
                  <a:close/>
                </a:path>
                <a:path w="18288000" h="2324100">
                  <a:moveTo>
                    <a:pt x="8631787" y="711200"/>
                  </a:moveTo>
                  <a:lnTo>
                    <a:pt x="3571300" y="711200"/>
                  </a:lnTo>
                  <a:lnTo>
                    <a:pt x="3372412" y="762000"/>
                  </a:lnTo>
                  <a:lnTo>
                    <a:pt x="8025513" y="762000"/>
                  </a:lnTo>
                  <a:lnTo>
                    <a:pt x="8080453" y="749300"/>
                  </a:lnTo>
                  <a:lnTo>
                    <a:pt x="8190442" y="749300"/>
                  </a:lnTo>
                  <a:lnTo>
                    <a:pt x="8245491" y="736600"/>
                  </a:lnTo>
                  <a:lnTo>
                    <a:pt x="8355694" y="736600"/>
                  </a:lnTo>
                  <a:lnTo>
                    <a:pt x="8410846" y="723900"/>
                  </a:lnTo>
                  <a:lnTo>
                    <a:pt x="8576503" y="723900"/>
                  </a:lnTo>
                  <a:lnTo>
                    <a:pt x="8631787" y="711200"/>
                  </a:lnTo>
                  <a:close/>
                </a:path>
                <a:path w="18288000" h="2324100">
                  <a:moveTo>
                    <a:pt x="18185069" y="736600"/>
                  </a:moveTo>
                  <a:lnTo>
                    <a:pt x="13892542" y="736600"/>
                  </a:lnTo>
                  <a:lnTo>
                    <a:pt x="13943920" y="749300"/>
                  </a:lnTo>
                  <a:lnTo>
                    <a:pt x="14097593" y="749300"/>
                  </a:lnTo>
                  <a:lnTo>
                    <a:pt x="14148661" y="762000"/>
                  </a:lnTo>
                  <a:lnTo>
                    <a:pt x="18270581" y="762000"/>
                  </a:lnTo>
                  <a:lnTo>
                    <a:pt x="18185069" y="736600"/>
                  </a:lnTo>
                  <a:close/>
                </a:path>
                <a:path w="18288000" h="2324100">
                  <a:moveTo>
                    <a:pt x="17969224" y="685800"/>
                  </a:moveTo>
                  <a:lnTo>
                    <a:pt x="13165490" y="685800"/>
                  </a:lnTo>
                  <a:lnTo>
                    <a:pt x="13217886" y="698500"/>
                  </a:lnTo>
                  <a:lnTo>
                    <a:pt x="13374657" y="698500"/>
                  </a:lnTo>
                  <a:lnTo>
                    <a:pt x="13426774" y="711200"/>
                  </a:lnTo>
                  <a:lnTo>
                    <a:pt x="13582691" y="711200"/>
                  </a:lnTo>
                  <a:lnTo>
                    <a:pt x="13634519" y="723900"/>
                  </a:lnTo>
                  <a:lnTo>
                    <a:pt x="13737952" y="723900"/>
                  </a:lnTo>
                  <a:lnTo>
                    <a:pt x="13789557" y="736600"/>
                  </a:lnTo>
                  <a:lnTo>
                    <a:pt x="18142135" y="736600"/>
                  </a:lnTo>
                  <a:lnTo>
                    <a:pt x="17969224" y="685800"/>
                  </a:lnTo>
                  <a:close/>
                </a:path>
                <a:path w="18288000" h="2324100">
                  <a:moveTo>
                    <a:pt x="9301228" y="673100"/>
                  </a:moveTo>
                  <a:lnTo>
                    <a:pt x="3771481" y="673100"/>
                  </a:lnTo>
                  <a:lnTo>
                    <a:pt x="3621225" y="711200"/>
                  </a:lnTo>
                  <a:lnTo>
                    <a:pt x="8797822" y="711200"/>
                  </a:lnTo>
                  <a:lnTo>
                    <a:pt x="8853227" y="698500"/>
                  </a:lnTo>
                  <a:lnTo>
                    <a:pt x="9020968" y="698500"/>
                  </a:lnTo>
                  <a:lnTo>
                    <a:pt x="9077079" y="685800"/>
                  </a:lnTo>
                  <a:lnTo>
                    <a:pt x="9245236" y="685800"/>
                  </a:lnTo>
                  <a:lnTo>
                    <a:pt x="9301228" y="673100"/>
                  </a:lnTo>
                  <a:close/>
                </a:path>
                <a:path w="18288000" h="2324100">
                  <a:moveTo>
                    <a:pt x="17794457" y="647700"/>
                  </a:moveTo>
                  <a:lnTo>
                    <a:pt x="12264665" y="647700"/>
                  </a:lnTo>
                  <a:lnTo>
                    <a:pt x="12318158" y="660400"/>
                  </a:lnTo>
                  <a:lnTo>
                    <a:pt x="12637832" y="660400"/>
                  </a:lnTo>
                  <a:lnTo>
                    <a:pt x="12690892" y="673100"/>
                  </a:lnTo>
                  <a:lnTo>
                    <a:pt x="12902487" y="673100"/>
                  </a:lnTo>
                  <a:lnTo>
                    <a:pt x="12955222" y="685800"/>
                  </a:lnTo>
                  <a:lnTo>
                    <a:pt x="17925705" y="685800"/>
                  </a:lnTo>
                  <a:lnTo>
                    <a:pt x="17794457" y="647700"/>
                  </a:lnTo>
                  <a:close/>
                </a:path>
                <a:path w="18288000" h="2324100">
                  <a:moveTo>
                    <a:pt x="10579379" y="635000"/>
                  </a:moveTo>
                  <a:lnTo>
                    <a:pt x="3972922" y="635000"/>
                  </a:lnTo>
                  <a:lnTo>
                    <a:pt x="3821725" y="673100"/>
                  </a:lnTo>
                  <a:lnTo>
                    <a:pt x="9580710" y="673100"/>
                  </a:lnTo>
                  <a:lnTo>
                    <a:pt x="9636508" y="660400"/>
                  </a:lnTo>
                  <a:lnTo>
                    <a:pt x="9914968" y="660400"/>
                  </a:lnTo>
                  <a:lnTo>
                    <a:pt x="9970552" y="647700"/>
                  </a:lnTo>
                  <a:lnTo>
                    <a:pt x="10524237" y="647700"/>
                  </a:lnTo>
                  <a:lnTo>
                    <a:pt x="10579379" y="635000"/>
                  </a:lnTo>
                  <a:close/>
                </a:path>
                <a:path w="18288000" h="2324100">
                  <a:moveTo>
                    <a:pt x="17617868" y="609600"/>
                  </a:moveTo>
                  <a:lnTo>
                    <a:pt x="4124809" y="609600"/>
                  </a:lnTo>
                  <a:lnTo>
                    <a:pt x="4023476" y="635000"/>
                  </a:lnTo>
                  <a:lnTo>
                    <a:pt x="11672416" y="635000"/>
                  </a:lnTo>
                  <a:lnTo>
                    <a:pt x="11726537" y="647700"/>
                  </a:lnTo>
                  <a:lnTo>
                    <a:pt x="17750480" y="647700"/>
                  </a:lnTo>
                  <a:lnTo>
                    <a:pt x="17617868" y="609600"/>
                  </a:lnTo>
                  <a:close/>
                </a:path>
                <a:path w="18288000" h="2324100">
                  <a:moveTo>
                    <a:pt x="17304547" y="546100"/>
                  </a:moveTo>
                  <a:lnTo>
                    <a:pt x="4481808" y="546100"/>
                  </a:lnTo>
                  <a:lnTo>
                    <a:pt x="4379445" y="571500"/>
                  </a:lnTo>
                  <a:lnTo>
                    <a:pt x="4328371" y="571500"/>
                  </a:lnTo>
                  <a:lnTo>
                    <a:pt x="4175589" y="609600"/>
                  </a:lnTo>
                  <a:lnTo>
                    <a:pt x="17573439" y="609600"/>
                  </a:lnTo>
                  <a:lnTo>
                    <a:pt x="17484249" y="584200"/>
                  </a:lnTo>
                  <a:lnTo>
                    <a:pt x="17439488" y="584200"/>
                  </a:lnTo>
                  <a:lnTo>
                    <a:pt x="17304547" y="546100"/>
                  </a:lnTo>
                  <a:close/>
                </a:path>
                <a:path w="18288000" h="2324100">
                  <a:moveTo>
                    <a:pt x="17168631" y="520700"/>
                  </a:moveTo>
                  <a:lnTo>
                    <a:pt x="4635885" y="520700"/>
                  </a:lnTo>
                  <a:lnTo>
                    <a:pt x="4533097" y="546100"/>
                  </a:lnTo>
                  <a:lnTo>
                    <a:pt x="17259349" y="546100"/>
                  </a:lnTo>
                  <a:lnTo>
                    <a:pt x="17168631" y="520700"/>
                  </a:lnTo>
                  <a:close/>
                </a:path>
                <a:path w="18288000" h="2324100">
                  <a:moveTo>
                    <a:pt x="17031754" y="495300"/>
                  </a:moveTo>
                  <a:lnTo>
                    <a:pt x="4790588" y="495300"/>
                  </a:lnTo>
                  <a:lnTo>
                    <a:pt x="4687384" y="520700"/>
                  </a:lnTo>
                  <a:lnTo>
                    <a:pt x="17123112" y="520700"/>
                  </a:lnTo>
                  <a:lnTo>
                    <a:pt x="17031754" y="495300"/>
                  </a:lnTo>
                  <a:close/>
                </a:path>
                <a:path w="18288000" h="2324100">
                  <a:moveTo>
                    <a:pt x="16893929" y="469900"/>
                  </a:moveTo>
                  <a:lnTo>
                    <a:pt x="4945901" y="469900"/>
                  </a:lnTo>
                  <a:lnTo>
                    <a:pt x="4842292" y="495300"/>
                  </a:lnTo>
                  <a:lnTo>
                    <a:pt x="16985917" y="495300"/>
                  </a:lnTo>
                  <a:lnTo>
                    <a:pt x="16893929" y="469900"/>
                  </a:lnTo>
                  <a:close/>
                </a:path>
                <a:path w="18288000" h="2324100">
                  <a:moveTo>
                    <a:pt x="16662152" y="431800"/>
                  </a:moveTo>
                  <a:lnTo>
                    <a:pt x="5206073" y="431800"/>
                  </a:lnTo>
                  <a:lnTo>
                    <a:pt x="5101810" y="457200"/>
                  </a:lnTo>
                  <a:lnTo>
                    <a:pt x="5049775" y="457200"/>
                  </a:lnTo>
                  <a:lnTo>
                    <a:pt x="4997805" y="469900"/>
                  </a:lnTo>
                  <a:lnTo>
                    <a:pt x="16847779" y="469900"/>
                  </a:lnTo>
                  <a:lnTo>
                    <a:pt x="16755170" y="444500"/>
                  </a:lnTo>
                  <a:lnTo>
                    <a:pt x="16708712" y="444500"/>
                  </a:lnTo>
                  <a:lnTo>
                    <a:pt x="16662152" y="431800"/>
                  </a:lnTo>
                  <a:close/>
                </a:path>
                <a:path w="18288000" h="2324100">
                  <a:moveTo>
                    <a:pt x="16521867" y="406400"/>
                  </a:moveTo>
                  <a:lnTo>
                    <a:pt x="5362943" y="406400"/>
                  </a:lnTo>
                  <a:lnTo>
                    <a:pt x="5258301" y="431800"/>
                  </a:lnTo>
                  <a:lnTo>
                    <a:pt x="16615491" y="431800"/>
                  </a:lnTo>
                  <a:lnTo>
                    <a:pt x="16521867" y="406400"/>
                  </a:lnTo>
                  <a:close/>
                </a:path>
                <a:path w="18288000" h="2324100">
                  <a:moveTo>
                    <a:pt x="16427844" y="393700"/>
                  </a:moveTo>
                  <a:lnTo>
                    <a:pt x="5467833" y="393700"/>
                  </a:lnTo>
                  <a:lnTo>
                    <a:pt x="5415358" y="406400"/>
                  </a:lnTo>
                  <a:lnTo>
                    <a:pt x="16474905" y="406400"/>
                  </a:lnTo>
                  <a:lnTo>
                    <a:pt x="16427844" y="393700"/>
                  </a:lnTo>
                  <a:close/>
                </a:path>
                <a:path w="18288000" h="2324100">
                  <a:moveTo>
                    <a:pt x="16191069" y="355600"/>
                  </a:moveTo>
                  <a:lnTo>
                    <a:pt x="5731112" y="355600"/>
                  </a:lnTo>
                  <a:lnTo>
                    <a:pt x="5625623" y="381000"/>
                  </a:lnTo>
                  <a:lnTo>
                    <a:pt x="5572966" y="381000"/>
                  </a:lnTo>
                  <a:lnTo>
                    <a:pt x="5520370" y="393700"/>
                  </a:lnTo>
                  <a:lnTo>
                    <a:pt x="16380685" y="393700"/>
                  </a:lnTo>
                  <a:lnTo>
                    <a:pt x="16286071" y="368300"/>
                  </a:lnTo>
                  <a:lnTo>
                    <a:pt x="16238619" y="368300"/>
                  </a:lnTo>
                  <a:lnTo>
                    <a:pt x="16191069" y="355600"/>
                  </a:lnTo>
                  <a:close/>
                </a:path>
                <a:path w="18288000" h="2324100">
                  <a:moveTo>
                    <a:pt x="16095683" y="342900"/>
                  </a:moveTo>
                  <a:lnTo>
                    <a:pt x="5836834" y="342900"/>
                  </a:lnTo>
                  <a:lnTo>
                    <a:pt x="5783945" y="355600"/>
                  </a:lnTo>
                  <a:lnTo>
                    <a:pt x="16143424" y="355600"/>
                  </a:lnTo>
                  <a:lnTo>
                    <a:pt x="16095683" y="342900"/>
                  </a:lnTo>
                  <a:close/>
                </a:path>
                <a:path w="18288000" h="2324100">
                  <a:moveTo>
                    <a:pt x="15951890" y="317500"/>
                  </a:moveTo>
                  <a:lnTo>
                    <a:pt x="6048957" y="317500"/>
                  </a:lnTo>
                  <a:lnTo>
                    <a:pt x="5995843" y="330200"/>
                  </a:lnTo>
                  <a:lnTo>
                    <a:pt x="5942784" y="330200"/>
                  </a:lnTo>
                  <a:lnTo>
                    <a:pt x="5889781" y="342900"/>
                  </a:lnTo>
                  <a:lnTo>
                    <a:pt x="16047846" y="342900"/>
                  </a:lnTo>
                  <a:lnTo>
                    <a:pt x="15951890" y="317500"/>
                  </a:lnTo>
                  <a:close/>
                </a:path>
                <a:path w="18288000" h="2324100">
                  <a:moveTo>
                    <a:pt x="15855560" y="304800"/>
                  </a:moveTo>
                  <a:lnTo>
                    <a:pt x="6155350" y="304800"/>
                  </a:lnTo>
                  <a:lnTo>
                    <a:pt x="6102126" y="317500"/>
                  </a:lnTo>
                  <a:lnTo>
                    <a:pt x="15903772" y="317500"/>
                  </a:lnTo>
                  <a:lnTo>
                    <a:pt x="15855560" y="304800"/>
                  </a:lnTo>
                  <a:close/>
                </a:path>
                <a:path w="18288000" h="2324100">
                  <a:moveTo>
                    <a:pt x="15758859" y="292100"/>
                  </a:moveTo>
                  <a:lnTo>
                    <a:pt x="6261957" y="292100"/>
                  </a:lnTo>
                  <a:lnTo>
                    <a:pt x="6208627" y="304800"/>
                  </a:lnTo>
                  <a:lnTo>
                    <a:pt x="15807256" y="304800"/>
                  </a:lnTo>
                  <a:lnTo>
                    <a:pt x="15758859" y="292100"/>
                  </a:lnTo>
                  <a:close/>
                </a:path>
                <a:path w="18288000" h="2324100">
                  <a:moveTo>
                    <a:pt x="15661792" y="279400"/>
                  </a:moveTo>
                  <a:lnTo>
                    <a:pt x="6368775" y="279400"/>
                  </a:lnTo>
                  <a:lnTo>
                    <a:pt x="6315340" y="292100"/>
                  </a:lnTo>
                  <a:lnTo>
                    <a:pt x="15710371" y="292100"/>
                  </a:lnTo>
                  <a:lnTo>
                    <a:pt x="15661792" y="279400"/>
                  </a:lnTo>
                  <a:close/>
                </a:path>
                <a:path w="18288000" h="2324100">
                  <a:moveTo>
                    <a:pt x="15564363" y="266700"/>
                  </a:moveTo>
                  <a:lnTo>
                    <a:pt x="6475798" y="266700"/>
                  </a:lnTo>
                  <a:lnTo>
                    <a:pt x="6422261" y="279400"/>
                  </a:lnTo>
                  <a:lnTo>
                    <a:pt x="15613122" y="279400"/>
                  </a:lnTo>
                  <a:lnTo>
                    <a:pt x="15564363" y="266700"/>
                  </a:lnTo>
                  <a:close/>
                </a:path>
                <a:path w="18288000" h="2324100">
                  <a:moveTo>
                    <a:pt x="15466575" y="254000"/>
                  </a:moveTo>
                  <a:lnTo>
                    <a:pt x="6583024" y="254000"/>
                  </a:lnTo>
                  <a:lnTo>
                    <a:pt x="6529386" y="266700"/>
                  </a:lnTo>
                  <a:lnTo>
                    <a:pt x="15515514" y="266700"/>
                  </a:lnTo>
                  <a:lnTo>
                    <a:pt x="15466575" y="254000"/>
                  </a:lnTo>
                  <a:close/>
                </a:path>
                <a:path w="18288000" h="2324100">
                  <a:moveTo>
                    <a:pt x="15368434" y="241300"/>
                  </a:moveTo>
                  <a:lnTo>
                    <a:pt x="6690447" y="241300"/>
                  </a:lnTo>
                  <a:lnTo>
                    <a:pt x="6636711" y="254000"/>
                  </a:lnTo>
                  <a:lnTo>
                    <a:pt x="15417549" y="254000"/>
                  </a:lnTo>
                  <a:lnTo>
                    <a:pt x="15368434" y="241300"/>
                  </a:lnTo>
                  <a:close/>
                </a:path>
                <a:path w="18288000" h="2324100">
                  <a:moveTo>
                    <a:pt x="15269942" y="228600"/>
                  </a:moveTo>
                  <a:lnTo>
                    <a:pt x="6798063" y="228600"/>
                  </a:lnTo>
                  <a:lnTo>
                    <a:pt x="6744231" y="241300"/>
                  </a:lnTo>
                  <a:lnTo>
                    <a:pt x="15319231" y="241300"/>
                  </a:lnTo>
                  <a:lnTo>
                    <a:pt x="15269942" y="228600"/>
                  </a:lnTo>
                  <a:close/>
                </a:path>
                <a:path w="18288000" h="2324100">
                  <a:moveTo>
                    <a:pt x="15121557" y="215900"/>
                  </a:moveTo>
                  <a:lnTo>
                    <a:pt x="6905868" y="215900"/>
                  </a:lnTo>
                  <a:lnTo>
                    <a:pt x="6851942" y="228600"/>
                  </a:lnTo>
                  <a:lnTo>
                    <a:pt x="15171104" y="228600"/>
                  </a:lnTo>
                  <a:lnTo>
                    <a:pt x="15121557" y="215900"/>
                  </a:lnTo>
                  <a:close/>
                </a:path>
                <a:path w="18288000" h="2324100">
                  <a:moveTo>
                    <a:pt x="15022208" y="203200"/>
                  </a:moveTo>
                  <a:lnTo>
                    <a:pt x="7013857" y="203200"/>
                  </a:lnTo>
                  <a:lnTo>
                    <a:pt x="6959839" y="215900"/>
                  </a:lnTo>
                  <a:lnTo>
                    <a:pt x="15071925" y="215900"/>
                  </a:lnTo>
                  <a:lnTo>
                    <a:pt x="15022208" y="203200"/>
                  </a:lnTo>
                  <a:close/>
                </a:path>
                <a:path w="18288000" h="2324100">
                  <a:moveTo>
                    <a:pt x="14922524" y="190500"/>
                  </a:moveTo>
                  <a:lnTo>
                    <a:pt x="7176176" y="190500"/>
                  </a:lnTo>
                  <a:lnTo>
                    <a:pt x="7122026" y="203200"/>
                  </a:lnTo>
                  <a:lnTo>
                    <a:pt x="14972408" y="203200"/>
                  </a:lnTo>
                  <a:lnTo>
                    <a:pt x="14922524" y="190500"/>
                  </a:lnTo>
                  <a:close/>
                </a:path>
                <a:path w="18288000" h="2324100">
                  <a:moveTo>
                    <a:pt x="14772376" y="177800"/>
                  </a:moveTo>
                  <a:lnTo>
                    <a:pt x="7284607" y="177800"/>
                  </a:lnTo>
                  <a:lnTo>
                    <a:pt x="7230371" y="190500"/>
                  </a:lnTo>
                  <a:lnTo>
                    <a:pt x="14822507" y="190500"/>
                  </a:lnTo>
                  <a:lnTo>
                    <a:pt x="14772376" y="177800"/>
                  </a:lnTo>
                  <a:close/>
                </a:path>
                <a:path w="18288000" h="2324100">
                  <a:moveTo>
                    <a:pt x="14671869" y="165100"/>
                  </a:moveTo>
                  <a:lnTo>
                    <a:pt x="7447569" y="165100"/>
                  </a:lnTo>
                  <a:lnTo>
                    <a:pt x="7393207" y="177800"/>
                  </a:lnTo>
                  <a:lnTo>
                    <a:pt x="14722163" y="177800"/>
                  </a:lnTo>
                  <a:lnTo>
                    <a:pt x="14671869" y="165100"/>
                  </a:lnTo>
                  <a:close/>
                </a:path>
                <a:path w="18288000" h="2324100">
                  <a:moveTo>
                    <a:pt x="14520508" y="152400"/>
                  </a:moveTo>
                  <a:lnTo>
                    <a:pt x="7556415" y="152400"/>
                  </a:lnTo>
                  <a:lnTo>
                    <a:pt x="7501972" y="165100"/>
                  </a:lnTo>
                  <a:lnTo>
                    <a:pt x="14571041" y="165100"/>
                  </a:lnTo>
                  <a:lnTo>
                    <a:pt x="14520508" y="152400"/>
                  </a:lnTo>
                  <a:close/>
                </a:path>
                <a:path w="18288000" h="2324100">
                  <a:moveTo>
                    <a:pt x="14419205" y="139700"/>
                  </a:moveTo>
                  <a:lnTo>
                    <a:pt x="7719979" y="139700"/>
                  </a:lnTo>
                  <a:lnTo>
                    <a:pt x="7665419" y="152400"/>
                  </a:lnTo>
                  <a:lnTo>
                    <a:pt x="14469896" y="152400"/>
                  </a:lnTo>
                  <a:lnTo>
                    <a:pt x="14419205" y="139700"/>
                  </a:lnTo>
                  <a:close/>
                </a:path>
                <a:path w="18288000" h="2324100">
                  <a:moveTo>
                    <a:pt x="14266668" y="127000"/>
                  </a:moveTo>
                  <a:lnTo>
                    <a:pt x="7883883" y="127000"/>
                  </a:lnTo>
                  <a:lnTo>
                    <a:pt x="7829211" y="139700"/>
                  </a:lnTo>
                  <a:lnTo>
                    <a:pt x="14317591" y="139700"/>
                  </a:lnTo>
                  <a:lnTo>
                    <a:pt x="14266668" y="127000"/>
                  </a:lnTo>
                  <a:close/>
                </a:path>
                <a:path w="18288000" h="2324100">
                  <a:moveTo>
                    <a:pt x="14113444" y="114300"/>
                  </a:moveTo>
                  <a:lnTo>
                    <a:pt x="8048115" y="114300"/>
                  </a:lnTo>
                  <a:lnTo>
                    <a:pt x="7993336" y="127000"/>
                  </a:lnTo>
                  <a:lnTo>
                    <a:pt x="14164594" y="127000"/>
                  </a:lnTo>
                  <a:lnTo>
                    <a:pt x="14113444" y="114300"/>
                  </a:lnTo>
                  <a:close/>
                </a:path>
                <a:path w="18288000" h="2324100">
                  <a:moveTo>
                    <a:pt x="13959547" y="101600"/>
                  </a:moveTo>
                  <a:lnTo>
                    <a:pt x="8212659" y="101600"/>
                  </a:lnTo>
                  <a:lnTo>
                    <a:pt x="8157777" y="114300"/>
                  </a:lnTo>
                  <a:lnTo>
                    <a:pt x="14010920" y="114300"/>
                  </a:lnTo>
                  <a:lnTo>
                    <a:pt x="13959547" y="101600"/>
                  </a:lnTo>
                  <a:close/>
                </a:path>
                <a:path w="18288000" h="2324100">
                  <a:moveTo>
                    <a:pt x="13753328" y="88900"/>
                  </a:moveTo>
                  <a:lnTo>
                    <a:pt x="8377499" y="88900"/>
                  </a:lnTo>
                  <a:lnTo>
                    <a:pt x="8322520" y="101600"/>
                  </a:lnTo>
                  <a:lnTo>
                    <a:pt x="13804991" y="101600"/>
                  </a:lnTo>
                  <a:lnTo>
                    <a:pt x="13753328" y="88900"/>
                  </a:lnTo>
                  <a:close/>
                </a:path>
                <a:path w="18288000" h="2324100">
                  <a:moveTo>
                    <a:pt x="13597913" y="76200"/>
                  </a:moveTo>
                  <a:lnTo>
                    <a:pt x="8597724" y="76200"/>
                  </a:lnTo>
                  <a:lnTo>
                    <a:pt x="8542623" y="88900"/>
                  </a:lnTo>
                  <a:lnTo>
                    <a:pt x="13649789" y="88900"/>
                  </a:lnTo>
                  <a:lnTo>
                    <a:pt x="13597913" y="76200"/>
                  </a:lnTo>
                  <a:close/>
                </a:path>
                <a:path w="18288000" h="2324100">
                  <a:moveTo>
                    <a:pt x="13389720" y="63500"/>
                  </a:moveTo>
                  <a:lnTo>
                    <a:pt x="8818416" y="63500"/>
                  </a:lnTo>
                  <a:lnTo>
                    <a:pt x="8763201" y="76200"/>
                  </a:lnTo>
                  <a:lnTo>
                    <a:pt x="13441871" y="76200"/>
                  </a:lnTo>
                  <a:lnTo>
                    <a:pt x="13389720" y="63500"/>
                  </a:lnTo>
                  <a:close/>
                </a:path>
                <a:path w="18288000" h="2324100">
                  <a:moveTo>
                    <a:pt x="13180444" y="50800"/>
                  </a:moveTo>
                  <a:lnTo>
                    <a:pt x="9041698" y="50800"/>
                  </a:lnTo>
                  <a:lnTo>
                    <a:pt x="8985711" y="63500"/>
                  </a:lnTo>
                  <a:lnTo>
                    <a:pt x="13232863" y="63500"/>
                  </a:lnTo>
                  <a:lnTo>
                    <a:pt x="13180444" y="50800"/>
                  </a:lnTo>
                  <a:close/>
                </a:path>
                <a:path w="18288000" h="2324100">
                  <a:moveTo>
                    <a:pt x="12917376" y="38100"/>
                  </a:moveTo>
                  <a:lnTo>
                    <a:pt x="9265370" y="38100"/>
                  </a:lnTo>
                  <a:lnTo>
                    <a:pt x="9209494" y="50800"/>
                  </a:lnTo>
                  <a:lnTo>
                    <a:pt x="12970118" y="50800"/>
                  </a:lnTo>
                  <a:lnTo>
                    <a:pt x="12917376" y="38100"/>
                  </a:lnTo>
                  <a:close/>
                </a:path>
                <a:path w="18288000" h="2324100">
                  <a:moveTo>
                    <a:pt x="12652730" y="25400"/>
                  </a:moveTo>
                  <a:lnTo>
                    <a:pt x="9599996" y="25400"/>
                  </a:lnTo>
                  <a:lnTo>
                    <a:pt x="9544302" y="38100"/>
                  </a:lnTo>
                  <a:lnTo>
                    <a:pt x="12705782" y="38100"/>
                  </a:lnTo>
                  <a:lnTo>
                    <a:pt x="12652730" y="25400"/>
                  </a:lnTo>
                  <a:close/>
                </a:path>
                <a:path w="18288000" h="2324100">
                  <a:moveTo>
                    <a:pt x="12279695" y="12700"/>
                  </a:moveTo>
                  <a:lnTo>
                    <a:pt x="9988925" y="12700"/>
                  </a:lnTo>
                  <a:lnTo>
                    <a:pt x="9933466" y="25400"/>
                  </a:lnTo>
                  <a:lnTo>
                    <a:pt x="12333161" y="25400"/>
                  </a:lnTo>
                  <a:lnTo>
                    <a:pt x="12279695" y="12700"/>
                  </a:lnTo>
                  <a:close/>
                </a:path>
                <a:path w="18288000" h="2324100">
                  <a:moveTo>
                    <a:pt x="11741986" y="0"/>
                  </a:moveTo>
                  <a:lnTo>
                    <a:pt x="10541462" y="0"/>
                  </a:lnTo>
                  <a:lnTo>
                    <a:pt x="10486383" y="12700"/>
                  </a:lnTo>
                  <a:lnTo>
                    <a:pt x="11795999" y="12700"/>
                  </a:lnTo>
                  <a:lnTo>
                    <a:pt x="11741986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5229" y="5678287"/>
              <a:ext cx="17279620" cy="1551305"/>
            </a:xfrm>
            <a:custGeom>
              <a:avLst/>
              <a:gdLst/>
              <a:ahLst/>
              <a:cxnLst/>
              <a:rect l="l" t="t" r="r" b="b"/>
              <a:pathLst>
                <a:path w="17279620" h="1551304">
                  <a:moveTo>
                    <a:pt x="664981" y="1301184"/>
                  </a:moveTo>
                  <a:lnTo>
                    <a:pt x="400881" y="1379169"/>
                  </a:lnTo>
                  <a:lnTo>
                    <a:pt x="0" y="1503764"/>
                  </a:lnTo>
                  <a:lnTo>
                    <a:pt x="15101" y="1551060"/>
                  </a:lnTo>
                  <a:lnTo>
                    <a:pt x="415172" y="1426721"/>
                  </a:lnTo>
                  <a:lnTo>
                    <a:pt x="678770" y="1348891"/>
                  </a:lnTo>
                  <a:lnTo>
                    <a:pt x="664981" y="1301184"/>
                  </a:lnTo>
                  <a:close/>
                </a:path>
                <a:path w="17279620" h="1551304">
                  <a:moveTo>
                    <a:pt x="1913113" y="972616"/>
                  </a:moveTo>
                  <a:lnTo>
                    <a:pt x="1743164" y="1013750"/>
                  </a:lnTo>
                  <a:lnTo>
                    <a:pt x="1239063" y="1142226"/>
                  </a:lnTo>
                  <a:lnTo>
                    <a:pt x="1251791" y="1190251"/>
                  </a:lnTo>
                  <a:lnTo>
                    <a:pt x="1755018" y="1061983"/>
                  </a:lnTo>
                  <a:lnTo>
                    <a:pt x="1924649" y="1020920"/>
                  </a:lnTo>
                  <a:lnTo>
                    <a:pt x="1913113" y="972616"/>
                  </a:lnTo>
                  <a:close/>
                </a:path>
                <a:path w="17279620" h="1551304">
                  <a:moveTo>
                    <a:pt x="3174240" y="699237"/>
                  </a:moveTo>
                  <a:lnTo>
                    <a:pt x="3100941" y="713662"/>
                  </a:lnTo>
                  <a:lnTo>
                    <a:pt x="2493694" y="839958"/>
                  </a:lnTo>
                  <a:lnTo>
                    <a:pt x="2504300" y="888501"/>
                  </a:lnTo>
                  <a:lnTo>
                    <a:pt x="3110654" y="762337"/>
                  </a:lnTo>
                  <a:lnTo>
                    <a:pt x="3183786" y="747912"/>
                  </a:lnTo>
                  <a:lnTo>
                    <a:pt x="3174240" y="699237"/>
                  </a:lnTo>
                  <a:close/>
                </a:path>
                <a:path w="17279620" h="1551304">
                  <a:moveTo>
                    <a:pt x="16598762" y="516339"/>
                  </a:moveTo>
                  <a:lnTo>
                    <a:pt x="16589478" y="565146"/>
                  </a:lnTo>
                  <a:lnTo>
                    <a:pt x="16908031" y="627915"/>
                  </a:lnTo>
                  <a:lnTo>
                    <a:pt x="17268839" y="704940"/>
                  </a:lnTo>
                  <a:lnTo>
                    <a:pt x="17279571" y="656397"/>
                  </a:lnTo>
                  <a:lnTo>
                    <a:pt x="16869151" y="569343"/>
                  </a:lnTo>
                  <a:lnTo>
                    <a:pt x="16598762" y="516339"/>
                  </a:lnTo>
                  <a:close/>
                </a:path>
                <a:path w="17279620" h="1551304">
                  <a:moveTo>
                    <a:pt x="4445045" y="475223"/>
                  </a:moveTo>
                  <a:lnTo>
                    <a:pt x="4420650" y="479070"/>
                  </a:lnTo>
                  <a:lnTo>
                    <a:pt x="3759725" y="589948"/>
                  </a:lnTo>
                  <a:lnTo>
                    <a:pt x="3768475" y="638890"/>
                  </a:lnTo>
                  <a:lnTo>
                    <a:pt x="4428339" y="528142"/>
                  </a:lnTo>
                  <a:lnTo>
                    <a:pt x="4452867" y="524297"/>
                  </a:lnTo>
                  <a:lnTo>
                    <a:pt x="4445045" y="475223"/>
                  </a:lnTo>
                  <a:close/>
                </a:path>
                <a:path w="17279620" h="1551304">
                  <a:moveTo>
                    <a:pt x="15325041" y="307710"/>
                  </a:moveTo>
                  <a:lnTo>
                    <a:pt x="15318285" y="356783"/>
                  </a:lnTo>
                  <a:lnTo>
                    <a:pt x="15491203" y="381466"/>
                  </a:lnTo>
                  <a:lnTo>
                    <a:pt x="16004123" y="461164"/>
                  </a:lnTo>
                  <a:lnTo>
                    <a:pt x="16012213" y="412090"/>
                  </a:lnTo>
                  <a:lnTo>
                    <a:pt x="15498375" y="332278"/>
                  </a:lnTo>
                  <a:lnTo>
                    <a:pt x="15325041" y="307710"/>
                  </a:lnTo>
                  <a:close/>
                </a:path>
                <a:path w="17279620" h="1551304">
                  <a:moveTo>
                    <a:pt x="5723141" y="296834"/>
                  </a:moveTo>
                  <a:lnTo>
                    <a:pt x="5698480" y="299752"/>
                  </a:lnTo>
                  <a:lnTo>
                    <a:pt x="5034109" y="387421"/>
                  </a:lnTo>
                  <a:lnTo>
                    <a:pt x="5041004" y="436494"/>
                  </a:lnTo>
                  <a:lnTo>
                    <a:pt x="5729108" y="346040"/>
                  </a:lnTo>
                  <a:lnTo>
                    <a:pt x="5723141" y="296834"/>
                  </a:lnTo>
                  <a:close/>
                </a:path>
                <a:path w="17279620" h="1551304">
                  <a:moveTo>
                    <a:pt x="14043370" y="157704"/>
                  </a:moveTo>
                  <a:lnTo>
                    <a:pt x="14038531" y="206406"/>
                  </a:lnTo>
                  <a:lnTo>
                    <a:pt x="14038455" y="207175"/>
                  </a:lnTo>
                  <a:lnTo>
                    <a:pt x="14162422" y="219279"/>
                  </a:lnTo>
                  <a:lnTo>
                    <a:pt x="14728420" y="280918"/>
                  </a:lnTo>
                  <a:lnTo>
                    <a:pt x="14734389" y="231580"/>
                  </a:lnTo>
                  <a:lnTo>
                    <a:pt x="14117688" y="164936"/>
                  </a:lnTo>
                  <a:lnTo>
                    <a:pt x="14043370" y="157704"/>
                  </a:lnTo>
                  <a:close/>
                </a:path>
                <a:path w="17279620" h="1551304">
                  <a:moveTo>
                    <a:pt x="7006276" y="161285"/>
                  </a:moveTo>
                  <a:lnTo>
                    <a:pt x="6314725" y="229059"/>
                  </a:lnTo>
                  <a:lnTo>
                    <a:pt x="6320029" y="278398"/>
                  </a:lnTo>
                  <a:lnTo>
                    <a:pt x="7010651" y="210757"/>
                  </a:lnTo>
                  <a:lnTo>
                    <a:pt x="7006276" y="161285"/>
                  </a:lnTo>
                  <a:close/>
                </a:path>
                <a:path w="17279620" h="1551304">
                  <a:moveTo>
                    <a:pt x="8293123" y="67117"/>
                  </a:moveTo>
                  <a:lnTo>
                    <a:pt x="8268330" y="68443"/>
                  </a:lnTo>
                  <a:lnTo>
                    <a:pt x="7599848" y="112742"/>
                  </a:lnTo>
                  <a:lnTo>
                    <a:pt x="7603428" y="162346"/>
                  </a:lnTo>
                  <a:lnTo>
                    <a:pt x="8296039" y="116588"/>
                  </a:lnTo>
                  <a:lnTo>
                    <a:pt x="8293202" y="68443"/>
                  </a:lnTo>
                  <a:lnTo>
                    <a:pt x="8293123" y="67117"/>
                  </a:lnTo>
                  <a:close/>
                </a:path>
                <a:path w="17279620" h="1551304">
                  <a:moveTo>
                    <a:pt x="12756644" y="59689"/>
                  </a:moveTo>
                  <a:lnTo>
                    <a:pt x="12753862" y="109294"/>
                  </a:lnTo>
                  <a:lnTo>
                    <a:pt x="12778526" y="110620"/>
                  </a:lnTo>
                  <a:lnTo>
                    <a:pt x="13446216" y="155847"/>
                  </a:lnTo>
                  <a:lnTo>
                    <a:pt x="13449924" y="106375"/>
                  </a:lnTo>
                  <a:lnTo>
                    <a:pt x="12756644" y="59689"/>
                  </a:lnTo>
                  <a:close/>
                </a:path>
                <a:path w="17279620" h="1551304">
                  <a:moveTo>
                    <a:pt x="9582224" y="13136"/>
                  </a:moveTo>
                  <a:lnTo>
                    <a:pt x="8887889" y="37141"/>
                  </a:lnTo>
                  <a:lnTo>
                    <a:pt x="8888983" y="62740"/>
                  </a:lnTo>
                  <a:lnTo>
                    <a:pt x="8889069" y="64751"/>
                  </a:lnTo>
                  <a:lnTo>
                    <a:pt x="8889193" y="67643"/>
                  </a:lnTo>
                  <a:lnTo>
                    <a:pt x="8889258" y="69183"/>
                  </a:lnTo>
                  <a:lnTo>
                    <a:pt x="8889327" y="70785"/>
                  </a:lnTo>
                  <a:lnTo>
                    <a:pt x="8889398" y="72447"/>
                  </a:lnTo>
                  <a:lnTo>
                    <a:pt x="8889472" y="74169"/>
                  </a:lnTo>
                  <a:lnTo>
                    <a:pt x="8889548" y="75949"/>
                  </a:lnTo>
                  <a:lnTo>
                    <a:pt x="8889626" y="77786"/>
                  </a:lnTo>
                  <a:lnTo>
                    <a:pt x="8889707" y="79679"/>
                  </a:lnTo>
                  <a:lnTo>
                    <a:pt x="8889791" y="81627"/>
                  </a:lnTo>
                  <a:lnTo>
                    <a:pt x="8889876" y="83630"/>
                  </a:lnTo>
                  <a:lnTo>
                    <a:pt x="8889964" y="85685"/>
                  </a:lnTo>
                  <a:lnTo>
                    <a:pt x="8890009" y="86746"/>
                  </a:lnTo>
                  <a:lnTo>
                    <a:pt x="9583550" y="62740"/>
                  </a:lnTo>
                  <a:lnTo>
                    <a:pt x="9582866" y="37141"/>
                  </a:lnTo>
                  <a:lnTo>
                    <a:pt x="9582782" y="34000"/>
                  </a:lnTo>
                  <a:lnTo>
                    <a:pt x="9582675" y="30021"/>
                  </a:lnTo>
                  <a:lnTo>
                    <a:pt x="9582576" y="26287"/>
                  </a:lnTo>
                  <a:lnTo>
                    <a:pt x="9582482" y="22798"/>
                  </a:lnTo>
                  <a:lnTo>
                    <a:pt x="9582396" y="19553"/>
                  </a:lnTo>
                  <a:lnTo>
                    <a:pt x="9582278" y="15146"/>
                  </a:lnTo>
                  <a:lnTo>
                    <a:pt x="9582224" y="13136"/>
                  </a:lnTo>
                  <a:close/>
                </a:path>
                <a:path w="17279620" h="1551304">
                  <a:moveTo>
                    <a:pt x="11467284" y="8892"/>
                  </a:moveTo>
                  <a:lnTo>
                    <a:pt x="11466223" y="58495"/>
                  </a:lnTo>
                  <a:lnTo>
                    <a:pt x="11490883" y="59026"/>
                  </a:lnTo>
                  <a:lnTo>
                    <a:pt x="12159763" y="80114"/>
                  </a:lnTo>
                  <a:lnTo>
                    <a:pt x="12161752" y="30511"/>
                  </a:lnTo>
                  <a:lnTo>
                    <a:pt x="11492077" y="9422"/>
                  </a:lnTo>
                  <a:lnTo>
                    <a:pt x="11467284" y="8892"/>
                  </a:lnTo>
                  <a:close/>
                </a:path>
                <a:path w="17279620" h="1551304">
                  <a:moveTo>
                    <a:pt x="10790638" y="0"/>
                  </a:moveTo>
                  <a:lnTo>
                    <a:pt x="10441931" y="0"/>
                  </a:lnTo>
                  <a:lnTo>
                    <a:pt x="10177520" y="2128"/>
                  </a:lnTo>
                  <a:lnTo>
                    <a:pt x="10178025" y="49394"/>
                  </a:lnTo>
                  <a:lnTo>
                    <a:pt x="10178050" y="51731"/>
                  </a:lnTo>
                  <a:lnTo>
                    <a:pt x="10445786" y="49603"/>
                  </a:lnTo>
                  <a:lnTo>
                    <a:pt x="10871991" y="49394"/>
                  </a:lnTo>
                  <a:lnTo>
                    <a:pt x="10872244" y="2128"/>
                  </a:lnTo>
                  <a:lnTo>
                    <a:pt x="10872253" y="450"/>
                  </a:lnTo>
                  <a:lnTo>
                    <a:pt x="10881695" y="450"/>
                  </a:lnTo>
                  <a:lnTo>
                    <a:pt x="10790638" y="0"/>
                  </a:lnTo>
                  <a:close/>
                </a:path>
                <a:path w="17279620" h="1551304">
                  <a:moveTo>
                    <a:pt x="10871991" y="49394"/>
                  </a:moveTo>
                  <a:lnTo>
                    <a:pt x="10733572" y="49394"/>
                  </a:lnTo>
                  <a:lnTo>
                    <a:pt x="10892939" y="50112"/>
                  </a:lnTo>
                  <a:lnTo>
                    <a:pt x="10871987" y="50112"/>
                  </a:lnTo>
                  <a:lnTo>
                    <a:pt x="10871991" y="49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3257550"/>
              <a:ext cx="3476625" cy="34766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2533650"/>
              <a:ext cx="3476625" cy="34766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200" y="2343150"/>
              <a:ext cx="3476625" cy="34766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3175" y="2571750"/>
              <a:ext cx="3476625" cy="34766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3550" y="4152900"/>
              <a:ext cx="1676400" cy="16764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3238499"/>
              <a:ext cx="17226280" cy="7048500"/>
            </a:xfrm>
            <a:custGeom>
              <a:avLst/>
              <a:gdLst/>
              <a:ahLst/>
              <a:cxnLst/>
              <a:rect l="l" t="t" r="r" b="b"/>
              <a:pathLst>
                <a:path w="17226280" h="7048500">
                  <a:moveTo>
                    <a:pt x="7791450" y="1033399"/>
                  </a:moveTo>
                  <a:lnTo>
                    <a:pt x="7790129" y="986116"/>
                  </a:lnTo>
                  <a:lnTo>
                    <a:pt x="7786217" y="939520"/>
                  </a:lnTo>
                  <a:lnTo>
                    <a:pt x="7779779" y="893686"/>
                  </a:lnTo>
                  <a:lnTo>
                    <a:pt x="7770901" y="848677"/>
                  </a:lnTo>
                  <a:lnTo>
                    <a:pt x="7759636" y="804583"/>
                  </a:lnTo>
                  <a:lnTo>
                    <a:pt x="7746060" y="761453"/>
                  </a:lnTo>
                  <a:lnTo>
                    <a:pt x="7730249" y="719378"/>
                  </a:lnTo>
                  <a:lnTo>
                    <a:pt x="7712265" y="678408"/>
                  </a:lnTo>
                  <a:lnTo>
                    <a:pt x="7692187" y="638619"/>
                  </a:lnTo>
                  <a:lnTo>
                    <a:pt x="7670063" y="600087"/>
                  </a:lnTo>
                  <a:lnTo>
                    <a:pt x="7645997" y="562889"/>
                  </a:lnTo>
                  <a:lnTo>
                    <a:pt x="7620038" y="527075"/>
                  </a:lnTo>
                  <a:lnTo>
                    <a:pt x="7592263" y="492734"/>
                  </a:lnTo>
                  <a:lnTo>
                    <a:pt x="7562748" y="459930"/>
                  </a:lnTo>
                  <a:lnTo>
                    <a:pt x="7531544" y="428726"/>
                  </a:lnTo>
                  <a:lnTo>
                    <a:pt x="7498740" y="399211"/>
                  </a:lnTo>
                  <a:lnTo>
                    <a:pt x="7464399" y="371436"/>
                  </a:lnTo>
                  <a:lnTo>
                    <a:pt x="7428585" y="345478"/>
                  </a:lnTo>
                  <a:lnTo>
                    <a:pt x="7391387" y="321411"/>
                  </a:lnTo>
                  <a:lnTo>
                    <a:pt x="7352855" y="299288"/>
                  </a:lnTo>
                  <a:lnTo>
                    <a:pt x="7313066" y="279209"/>
                  </a:lnTo>
                  <a:lnTo>
                    <a:pt x="7272096" y="261226"/>
                  </a:lnTo>
                  <a:lnTo>
                    <a:pt x="7230021" y="245414"/>
                  </a:lnTo>
                  <a:lnTo>
                    <a:pt x="7186892" y="231838"/>
                  </a:lnTo>
                  <a:lnTo>
                    <a:pt x="7142797" y="220573"/>
                  </a:lnTo>
                  <a:lnTo>
                    <a:pt x="7097789" y="211696"/>
                  </a:lnTo>
                  <a:lnTo>
                    <a:pt x="7051954" y="205257"/>
                  </a:lnTo>
                  <a:lnTo>
                    <a:pt x="7005358" y="201345"/>
                  </a:lnTo>
                  <a:lnTo>
                    <a:pt x="6958076" y="200025"/>
                  </a:lnTo>
                  <a:lnTo>
                    <a:pt x="6910768" y="201345"/>
                  </a:lnTo>
                  <a:lnTo>
                    <a:pt x="6864159" y="205257"/>
                  </a:lnTo>
                  <a:lnTo>
                    <a:pt x="6818312" y="211696"/>
                  </a:lnTo>
                  <a:lnTo>
                    <a:pt x="6773304" y="220573"/>
                  </a:lnTo>
                  <a:lnTo>
                    <a:pt x="6729196" y="231838"/>
                  </a:lnTo>
                  <a:lnTo>
                    <a:pt x="6686055" y="245414"/>
                  </a:lnTo>
                  <a:lnTo>
                    <a:pt x="6643967" y="261226"/>
                  </a:lnTo>
                  <a:lnTo>
                    <a:pt x="6602984" y="279209"/>
                  </a:lnTo>
                  <a:lnTo>
                    <a:pt x="6563195" y="299288"/>
                  </a:lnTo>
                  <a:lnTo>
                    <a:pt x="6524663" y="321411"/>
                  </a:lnTo>
                  <a:lnTo>
                    <a:pt x="6487452" y="345478"/>
                  </a:lnTo>
                  <a:lnTo>
                    <a:pt x="6451638" y="371436"/>
                  </a:lnTo>
                  <a:lnTo>
                    <a:pt x="6417297" y="399211"/>
                  </a:lnTo>
                  <a:lnTo>
                    <a:pt x="6384480" y="428726"/>
                  </a:lnTo>
                  <a:lnTo>
                    <a:pt x="6353276" y="459930"/>
                  </a:lnTo>
                  <a:lnTo>
                    <a:pt x="6323762" y="492734"/>
                  </a:lnTo>
                  <a:lnTo>
                    <a:pt x="6295974" y="527075"/>
                  </a:lnTo>
                  <a:lnTo>
                    <a:pt x="6270015" y="562889"/>
                  </a:lnTo>
                  <a:lnTo>
                    <a:pt x="6245949" y="600087"/>
                  </a:lnTo>
                  <a:lnTo>
                    <a:pt x="6223838" y="638619"/>
                  </a:lnTo>
                  <a:lnTo>
                    <a:pt x="6203747" y="678408"/>
                  </a:lnTo>
                  <a:lnTo>
                    <a:pt x="6185763" y="719378"/>
                  </a:lnTo>
                  <a:lnTo>
                    <a:pt x="6169952" y="761453"/>
                  </a:lnTo>
                  <a:lnTo>
                    <a:pt x="6156376" y="804583"/>
                  </a:lnTo>
                  <a:lnTo>
                    <a:pt x="6145111" y="848677"/>
                  </a:lnTo>
                  <a:lnTo>
                    <a:pt x="6136233" y="893686"/>
                  </a:lnTo>
                  <a:lnTo>
                    <a:pt x="6129794" y="939520"/>
                  </a:lnTo>
                  <a:lnTo>
                    <a:pt x="6125883" y="986116"/>
                  </a:lnTo>
                  <a:lnTo>
                    <a:pt x="6124575" y="1033399"/>
                  </a:lnTo>
                  <a:lnTo>
                    <a:pt x="6125883" y="1080706"/>
                  </a:lnTo>
                  <a:lnTo>
                    <a:pt x="6129794" y="1127315"/>
                  </a:lnTo>
                  <a:lnTo>
                    <a:pt x="6136233" y="1173162"/>
                  </a:lnTo>
                  <a:lnTo>
                    <a:pt x="6145111" y="1218171"/>
                  </a:lnTo>
                  <a:lnTo>
                    <a:pt x="6156376" y="1262278"/>
                  </a:lnTo>
                  <a:lnTo>
                    <a:pt x="6169952" y="1305420"/>
                  </a:lnTo>
                  <a:lnTo>
                    <a:pt x="6185763" y="1347508"/>
                  </a:lnTo>
                  <a:lnTo>
                    <a:pt x="6203747" y="1388491"/>
                  </a:lnTo>
                  <a:lnTo>
                    <a:pt x="6223838" y="1428280"/>
                  </a:lnTo>
                  <a:lnTo>
                    <a:pt x="6245949" y="1466811"/>
                  </a:lnTo>
                  <a:lnTo>
                    <a:pt x="6270015" y="1504022"/>
                  </a:lnTo>
                  <a:lnTo>
                    <a:pt x="6295974" y="1539836"/>
                  </a:lnTo>
                  <a:lnTo>
                    <a:pt x="6323762" y="1574177"/>
                  </a:lnTo>
                  <a:lnTo>
                    <a:pt x="6353276" y="1606994"/>
                  </a:lnTo>
                  <a:lnTo>
                    <a:pt x="6384480" y="1638198"/>
                  </a:lnTo>
                  <a:lnTo>
                    <a:pt x="6417297" y="1667713"/>
                  </a:lnTo>
                  <a:lnTo>
                    <a:pt x="6451638" y="1695500"/>
                  </a:lnTo>
                  <a:lnTo>
                    <a:pt x="6487452" y="1721459"/>
                  </a:lnTo>
                  <a:lnTo>
                    <a:pt x="6524663" y="1745526"/>
                  </a:lnTo>
                  <a:lnTo>
                    <a:pt x="6563195" y="1767636"/>
                  </a:lnTo>
                  <a:lnTo>
                    <a:pt x="6602984" y="1787728"/>
                  </a:lnTo>
                  <a:lnTo>
                    <a:pt x="6643967" y="1805711"/>
                  </a:lnTo>
                  <a:lnTo>
                    <a:pt x="6686055" y="1821522"/>
                  </a:lnTo>
                  <a:lnTo>
                    <a:pt x="6729196" y="1835099"/>
                  </a:lnTo>
                  <a:lnTo>
                    <a:pt x="6773304" y="1846364"/>
                  </a:lnTo>
                  <a:lnTo>
                    <a:pt x="6818312" y="1855241"/>
                  </a:lnTo>
                  <a:lnTo>
                    <a:pt x="6864159" y="1861680"/>
                  </a:lnTo>
                  <a:lnTo>
                    <a:pt x="6910768" y="1865591"/>
                  </a:lnTo>
                  <a:lnTo>
                    <a:pt x="6958076" y="1866900"/>
                  </a:lnTo>
                  <a:lnTo>
                    <a:pt x="7005358" y="1865591"/>
                  </a:lnTo>
                  <a:lnTo>
                    <a:pt x="7051954" y="1861680"/>
                  </a:lnTo>
                  <a:lnTo>
                    <a:pt x="7097789" y="1855241"/>
                  </a:lnTo>
                  <a:lnTo>
                    <a:pt x="7142797" y="1846364"/>
                  </a:lnTo>
                  <a:lnTo>
                    <a:pt x="7186892" y="1835099"/>
                  </a:lnTo>
                  <a:lnTo>
                    <a:pt x="7230021" y="1821522"/>
                  </a:lnTo>
                  <a:lnTo>
                    <a:pt x="7272096" y="1805711"/>
                  </a:lnTo>
                  <a:lnTo>
                    <a:pt x="7313066" y="1787728"/>
                  </a:lnTo>
                  <a:lnTo>
                    <a:pt x="7352855" y="1767636"/>
                  </a:lnTo>
                  <a:lnTo>
                    <a:pt x="7391387" y="1745526"/>
                  </a:lnTo>
                  <a:lnTo>
                    <a:pt x="7428585" y="1721459"/>
                  </a:lnTo>
                  <a:lnTo>
                    <a:pt x="7464399" y="1695500"/>
                  </a:lnTo>
                  <a:lnTo>
                    <a:pt x="7498740" y="1667713"/>
                  </a:lnTo>
                  <a:lnTo>
                    <a:pt x="7531544" y="1638198"/>
                  </a:lnTo>
                  <a:lnTo>
                    <a:pt x="7562748" y="1606994"/>
                  </a:lnTo>
                  <a:lnTo>
                    <a:pt x="7592263" y="1574177"/>
                  </a:lnTo>
                  <a:lnTo>
                    <a:pt x="7620038" y="1539836"/>
                  </a:lnTo>
                  <a:lnTo>
                    <a:pt x="7645997" y="1504022"/>
                  </a:lnTo>
                  <a:lnTo>
                    <a:pt x="7670063" y="1466811"/>
                  </a:lnTo>
                  <a:lnTo>
                    <a:pt x="7692187" y="1428280"/>
                  </a:lnTo>
                  <a:lnTo>
                    <a:pt x="7712265" y="1388491"/>
                  </a:lnTo>
                  <a:lnTo>
                    <a:pt x="7730249" y="1347508"/>
                  </a:lnTo>
                  <a:lnTo>
                    <a:pt x="7746060" y="1305420"/>
                  </a:lnTo>
                  <a:lnTo>
                    <a:pt x="7759636" y="1262278"/>
                  </a:lnTo>
                  <a:lnTo>
                    <a:pt x="7770901" y="1218171"/>
                  </a:lnTo>
                  <a:lnTo>
                    <a:pt x="7779779" y="1173162"/>
                  </a:lnTo>
                  <a:lnTo>
                    <a:pt x="7786217" y="1127315"/>
                  </a:lnTo>
                  <a:lnTo>
                    <a:pt x="7790129" y="1080706"/>
                  </a:lnTo>
                  <a:lnTo>
                    <a:pt x="7791450" y="1033399"/>
                  </a:lnTo>
                  <a:close/>
                </a:path>
                <a:path w="17226280" h="7048500">
                  <a:moveTo>
                    <a:pt x="12172950" y="838200"/>
                  </a:moveTo>
                  <a:lnTo>
                    <a:pt x="12171617" y="790638"/>
                  </a:lnTo>
                  <a:lnTo>
                    <a:pt x="12167680" y="743775"/>
                  </a:lnTo>
                  <a:lnTo>
                    <a:pt x="12161215" y="697674"/>
                  </a:lnTo>
                  <a:lnTo>
                    <a:pt x="12152274" y="652411"/>
                  </a:lnTo>
                  <a:lnTo>
                    <a:pt x="12140946" y="608050"/>
                  </a:lnTo>
                  <a:lnTo>
                    <a:pt x="12127294" y="564680"/>
                  </a:lnTo>
                  <a:lnTo>
                    <a:pt x="12111393" y="522351"/>
                  </a:lnTo>
                  <a:lnTo>
                    <a:pt x="12093308" y="481152"/>
                  </a:lnTo>
                  <a:lnTo>
                    <a:pt x="12073103" y="441134"/>
                  </a:lnTo>
                  <a:lnTo>
                    <a:pt x="12050865" y="402386"/>
                  </a:lnTo>
                  <a:lnTo>
                    <a:pt x="12026659" y="364959"/>
                  </a:lnTo>
                  <a:lnTo>
                    <a:pt x="12000548" y="328942"/>
                  </a:lnTo>
                  <a:lnTo>
                    <a:pt x="11972620" y="294411"/>
                  </a:lnTo>
                  <a:lnTo>
                    <a:pt x="11942915" y="261404"/>
                  </a:lnTo>
                  <a:lnTo>
                    <a:pt x="11911546" y="230035"/>
                  </a:lnTo>
                  <a:lnTo>
                    <a:pt x="11878539" y="200329"/>
                  </a:lnTo>
                  <a:lnTo>
                    <a:pt x="11844007" y="172402"/>
                  </a:lnTo>
                  <a:lnTo>
                    <a:pt x="11807990" y="146291"/>
                  </a:lnTo>
                  <a:lnTo>
                    <a:pt x="11770563" y="122085"/>
                  </a:lnTo>
                  <a:lnTo>
                    <a:pt x="11731816" y="99847"/>
                  </a:lnTo>
                  <a:lnTo>
                    <a:pt x="11691798" y="79641"/>
                  </a:lnTo>
                  <a:lnTo>
                    <a:pt x="11650599" y="61556"/>
                  </a:lnTo>
                  <a:lnTo>
                    <a:pt x="11608270" y="45656"/>
                  </a:lnTo>
                  <a:lnTo>
                    <a:pt x="11564899" y="32004"/>
                  </a:lnTo>
                  <a:lnTo>
                    <a:pt x="11520538" y="20675"/>
                  </a:lnTo>
                  <a:lnTo>
                    <a:pt x="11475276" y="11734"/>
                  </a:lnTo>
                  <a:lnTo>
                    <a:pt x="11429175" y="5270"/>
                  </a:lnTo>
                  <a:lnTo>
                    <a:pt x="11382312" y="1333"/>
                  </a:lnTo>
                  <a:lnTo>
                    <a:pt x="11334750" y="0"/>
                  </a:lnTo>
                  <a:lnTo>
                    <a:pt x="11287176" y="1333"/>
                  </a:lnTo>
                  <a:lnTo>
                    <a:pt x="11240313" y="5270"/>
                  </a:lnTo>
                  <a:lnTo>
                    <a:pt x="11194212" y="11734"/>
                  </a:lnTo>
                  <a:lnTo>
                    <a:pt x="11148949" y="20675"/>
                  </a:lnTo>
                  <a:lnTo>
                    <a:pt x="11104588" y="32004"/>
                  </a:lnTo>
                  <a:lnTo>
                    <a:pt x="11061217" y="45656"/>
                  </a:lnTo>
                  <a:lnTo>
                    <a:pt x="11018888" y="61556"/>
                  </a:lnTo>
                  <a:lnTo>
                    <a:pt x="10977690" y="79641"/>
                  </a:lnTo>
                  <a:lnTo>
                    <a:pt x="10937672" y="99847"/>
                  </a:lnTo>
                  <a:lnTo>
                    <a:pt x="10898924" y="122085"/>
                  </a:lnTo>
                  <a:lnTo>
                    <a:pt x="10861497" y="146291"/>
                  </a:lnTo>
                  <a:lnTo>
                    <a:pt x="10825480" y="172402"/>
                  </a:lnTo>
                  <a:lnTo>
                    <a:pt x="10790949" y="200329"/>
                  </a:lnTo>
                  <a:lnTo>
                    <a:pt x="10757941" y="230035"/>
                  </a:lnTo>
                  <a:lnTo>
                    <a:pt x="10726572" y="261404"/>
                  </a:lnTo>
                  <a:lnTo>
                    <a:pt x="10696867" y="294411"/>
                  </a:lnTo>
                  <a:lnTo>
                    <a:pt x="10668940" y="328942"/>
                  </a:lnTo>
                  <a:lnTo>
                    <a:pt x="10642829" y="364959"/>
                  </a:lnTo>
                  <a:lnTo>
                    <a:pt x="10618622" y="402386"/>
                  </a:lnTo>
                  <a:lnTo>
                    <a:pt x="10596385" y="441134"/>
                  </a:lnTo>
                  <a:lnTo>
                    <a:pt x="10576179" y="481152"/>
                  </a:lnTo>
                  <a:lnTo>
                    <a:pt x="10558094" y="522351"/>
                  </a:lnTo>
                  <a:lnTo>
                    <a:pt x="10542194" y="564680"/>
                  </a:lnTo>
                  <a:lnTo>
                    <a:pt x="10528541" y="608050"/>
                  </a:lnTo>
                  <a:lnTo>
                    <a:pt x="10517213" y="652411"/>
                  </a:lnTo>
                  <a:lnTo>
                    <a:pt x="10508272" y="697674"/>
                  </a:lnTo>
                  <a:lnTo>
                    <a:pt x="10501808" y="743775"/>
                  </a:lnTo>
                  <a:lnTo>
                    <a:pt x="10497871" y="790638"/>
                  </a:lnTo>
                  <a:lnTo>
                    <a:pt x="10496550" y="838200"/>
                  </a:lnTo>
                  <a:lnTo>
                    <a:pt x="10497871" y="885774"/>
                  </a:lnTo>
                  <a:lnTo>
                    <a:pt x="10501808" y="932637"/>
                  </a:lnTo>
                  <a:lnTo>
                    <a:pt x="10508272" y="978738"/>
                  </a:lnTo>
                  <a:lnTo>
                    <a:pt x="10517213" y="1024001"/>
                  </a:lnTo>
                  <a:lnTo>
                    <a:pt x="10528541" y="1068362"/>
                  </a:lnTo>
                  <a:lnTo>
                    <a:pt x="10542194" y="1111732"/>
                  </a:lnTo>
                  <a:lnTo>
                    <a:pt x="10558094" y="1154061"/>
                  </a:lnTo>
                  <a:lnTo>
                    <a:pt x="10576179" y="1195260"/>
                  </a:lnTo>
                  <a:lnTo>
                    <a:pt x="10596385" y="1235278"/>
                  </a:lnTo>
                  <a:lnTo>
                    <a:pt x="10618622" y="1274025"/>
                  </a:lnTo>
                  <a:lnTo>
                    <a:pt x="10642829" y="1311452"/>
                  </a:lnTo>
                  <a:lnTo>
                    <a:pt x="10668940" y="1347470"/>
                  </a:lnTo>
                  <a:lnTo>
                    <a:pt x="10696867" y="1382001"/>
                  </a:lnTo>
                  <a:lnTo>
                    <a:pt x="10726572" y="1415008"/>
                  </a:lnTo>
                  <a:lnTo>
                    <a:pt x="10757941" y="1446377"/>
                  </a:lnTo>
                  <a:lnTo>
                    <a:pt x="10790949" y="1476082"/>
                  </a:lnTo>
                  <a:lnTo>
                    <a:pt x="10825480" y="1504010"/>
                  </a:lnTo>
                  <a:lnTo>
                    <a:pt x="10861497" y="1530121"/>
                  </a:lnTo>
                  <a:lnTo>
                    <a:pt x="10898924" y="1554327"/>
                  </a:lnTo>
                  <a:lnTo>
                    <a:pt x="10937672" y="1576565"/>
                  </a:lnTo>
                  <a:lnTo>
                    <a:pt x="10977690" y="1596771"/>
                  </a:lnTo>
                  <a:lnTo>
                    <a:pt x="11018888" y="1614855"/>
                  </a:lnTo>
                  <a:lnTo>
                    <a:pt x="11061217" y="1630756"/>
                  </a:lnTo>
                  <a:lnTo>
                    <a:pt x="11104588" y="1644408"/>
                  </a:lnTo>
                  <a:lnTo>
                    <a:pt x="11148949" y="1655737"/>
                  </a:lnTo>
                  <a:lnTo>
                    <a:pt x="11194212" y="1664677"/>
                  </a:lnTo>
                  <a:lnTo>
                    <a:pt x="11240313" y="1671142"/>
                  </a:lnTo>
                  <a:lnTo>
                    <a:pt x="11287176" y="1675079"/>
                  </a:lnTo>
                  <a:lnTo>
                    <a:pt x="11334750" y="1676400"/>
                  </a:lnTo>
                  <a:lnTo>
                    <a:pt x="11382312" y="1675079"/>
                  </a:lnTo>
                  <a:lnTo>
                    <a:pt x="11429175" y="1671142"/>
                  </a:lnTo>
                  <a:lnTo>
                    <a:pt x="11475276" y="1664677"/>
                  </a:lnTo>
                  <a:lnTo>
                    <a:pt x="11520538" y="1655737"/>
                  </a:lnTo>
                  <a:lnTo>
                    <a:pt x="11564899" y="1644408"/>
                  </a:lnTo>
                  <a:lnTo>
                    <a:pt x="11608270" y="1630756"/>
                  </a:lnTo>
                  <a:lnTo>
                    <a:pt x="11650599" y="1614855"/>
                  </a:lnTo>
                  <a:lnTo>
                    <a:pt x="11691798" y="1596771"/>
                  </a:lnTo>
                  <a:lnTo>
                    <a:pt x="11731816" y="1576565"/>
                  </a:lnTo>
                  <a:lnTo>
                    <a:pt x="11770563" y="1554327"/>
                  </a:lnTo>
                  <a:lnTo>
                    <a:pt x="11807990" y="1530121"/>
                  </a:lnTo>
                  <a:lnTo>
                    <a:pt x="11844007" y="1504010"/>
                  </a:lnTo>
                  <a:lnTo>
                    <a:pt x="11878539" y="1476082"/>
                  </a:lnTo>
                  <a:lnTo>
                    <a:pt x="11911546" y="1446377"/>
                  </a:lnTo>
                  <a:lnTo>
                    <a:pt x="11942915" y="1415008"/>
                  </a:lnTo>
                  <a:lnTo>
                    <a:pt x="11972620" y="1382001"/>
                  </a:lnTo>
                  <a:lnTo>
                    <a:pt x="12000548" y="1347470"/>
                  </a:lnTo>
                  <a:lnTo>
                    <a:pt x="12026659" y="1311452"/>
                  </a:lnTo>
                  <a:lnTo>
                    <a:pt x="12050865" y="1274025"/>
                  </a:lnTo>
                  <a:lnTo>
                    <a:pt x="12073103" y="1235278"/>
                  </a:lnTo>
                  <a:lnTo>
                    <a:pt x="12093308" y="1195260"/>
                  </a:lnTo>
                  <a:lnTo>
                    <a:pt x="12111393" y="1154061"/>
                  </a:lnTo>
                  <a:lnTo>
                    <a:pt x="12127294" y="1111732"/>
                  </a:lnTo>
                  <a:lnTo>
                    <a:pt x="12140946" y="1068362"/>
                  </a:lnTo>
                  <a:lnTo>
                    <a:pt x="12152274" y="1024001"/>
                  </a:lnTo>
                  <a:lnTo>
                    <a:pt x="12161215" y="978738"/>
                  </a:lnTo>
                  <a:lnTo>
                    <a:pt x="12167680" y="932637"/>
                  </a:lnTo>
                  <a:lnTo>
                    <a:pt x="12171617" y="885774"/>
                  </a:lnTo>
                  <a:lnTo>
                    <a:pt x="12172950" y="838200"/>
                  </a:lnTo>
                  <a:close/>
                </a:path>
                <a:path w="17226280" h="7048500">
                  <a:moveTo>
                    <a:pt x="16554450" y="1066800"/>
                  </a:moveTo>
                  <a:lnTo>
                    <a:pt x="16553117" y="1019238"/>
                  </a:lnTo>
                  <a:lnTo>
                    <a:pt x="16549180" y="972375"/>
                  </a:lnTo>
                  <a:lnTo>
                    <a:pt x="16542715" y="926274"/>
                  </a:lnTo>
                  <a:lnTo>
                    <a:pt x="16533775" y="881011"/>
                  </a:lnTo>
                  <a:lnTo>
                    <a:pt x="16522446" y="836650"/>
                  </a:lnTo>
                  <a:lnTo>
                    <a:pt x="16508794" y="793280"/>
                  </a:lnTo>
                  <a:lnTo>
                    <a:pt x="16492893" y="750951"/>
                  </a:lnTo>
                  <a:lnTo>
                    <a:pt x="16474809" y="709752"/>
                  </a:lnTo>
                  <a:lnTo>
                    <a:pt x="16454603" y="669734"/>
                  </a:lnTo>
                  <a:lnTo>
                    <a:pt x="16432365" y="630986"/>
                  </a:lnTo>
                  <a:lnTo>
                    <a:pt x="16408159" y="593559"/>
                  </a:lnTo>
                  <a:lnTo>
                    <a:pt x="16382048" y="557542"/>
                  </a:lnTo>
                  <a:lnTo>
                    <a:pt x="16354120" y="523011"/>
                  </a:lnTo>
                  <a:lnTo>
                    <a:pt x="16324415" y="490004"/>
                  </a:lnTo>
                  <a:lnTo>
                    <a:pt x="16293046" y="458635"/>
                  </a:lnTo>
                  <a:lnTo>
                    <a:pt x="16260039" y="428929"/>
                  </a:lnTo>
                  <a:lnTo>
                    <a:pt x="16225508" y="401002"/>
                  </a:lnTo>
                  <a:lnTo>
                    <a:pt x="16189490" y="374891"/>
                  </a:lnTo>
                  <a:lnTo>
                    <a:pt x="16152063" y="350685"/>
                  </a:lnTo>
                  <a:lnTo>
                    <a:pt x="16113316" y="328447"/>
                  </a:lnTo>
                  <a:lnTo>
                    <a:pt x="16073298" y="308241"/>
                  </a:lnTo>
                  <a:lnTo>
                    <a:pt x="16032099" y="290156"/>
                  </a:lnTo>
                  <a:lnTo>
                    <a:pt x="15989770" y="274256"/>
                  </a:lnTo>
                  <a:lnTo>
                    <a:pt x="15946400" y="260604"/>
                  </a:lnTo>
                  <a:lnTo>
                    <a:pt x="15902039" y="249275"/>
                  </a:lnTo>
                  <a:lnTo>
                    <a:pt x="15856776" y="240334"/>
                  </a:lnTo>
                  <a:lnTo>
                    <a:pt x="15810675" y="233870"/>
                  </a:lnTo>
                  <a:lnTo>
                    <a:pt x="15763812" y="229933"/>
                  </a:lnTo>
                  <a:lnTo>
                    <a:pt x="15716250" y="228600"/>
                  </a:lnTo>
                  <a:lnTo>
                    <a:pt x="15668676" y="229933"/>
                  </a:lnTo>
                  <a:lnTo>
                    <a:pt x="15621813" y="233870"/>
                  </a:lnTo>
                  <a:lnTo>
                    <a:pt x="15575712" y="240334"/>
                  </a:lnTo>
                  <a:lnTo>
                    <a:pt x="15530449" y="249275"/>
                  </a:lnTo>
                  <a:lnTo>
                    <a:pt x="15486088" y="260604"/>
                  </a:lnTo>
                  <a:lnTo>
                    <a:pt x="15442718" y="274256"/>
                  </a:lnTo>
                  <a:lnTo>
                    <a:pt x="15400389" y="290156"/>
                  </a:lnTo>
                  <a:lnTo>
                    <a:pt x="15359190" y="308241"/>
                  </a:lnTo>
                  <a:lnTo>
                    <a:pt x="15319172" y="328447"/>
                  </a:lnTo>
                  <a:lnTo>
                    <a:pt x="15280424" y="350685"/>
                  </a:lnTo>
                  <a:lnTo>
                    <a:pt x="15242997" y="374891"/>
                  </a:lnTo>
                  <a:lnTo>
                    <a:pt x="15206980" y="401002"/>
                  </a:lnTo>
                  <a:lnTo>
                    <a:pt x="15172449" y="428929"/>
                  </a:lnTo>
                  <a:lnTo>
                    <a:pt x="15139442" y="458635"/>
                  </a:lnTo>
                  <a:lnTo>
                    <a:pt x="15108073" y="490004"/>
                  </a:lnTo>
                  <a:lnTo>
                    <a:pt x="15078367" y="523011"/>
                  </a:lnTo>
                  <a:lnTo>
                    <a:pt x="15050440" y="557542"/>
                  </a:lnTo>
                  <a:lnTo>
                    <a:pt x="15024329" y="593559"/>
                  </a:lnTo>
                  <a:lnTo>
                    <a:pt x="15000123" y="630986"/>
                  </a:lnTo>
                  <a:lnTo>
                    <a:pt x="14977885" y="669734"/>
                  </a:lnTo>
                  <a:lnTo>
                    <a:pt x="14957679" y="709752"/>
                  </a:lnTo>
                  <a:lnTo>
                    <a:pt x="14939594" y="750951"/>
                  </a:lnTo>
                  <a:lnTo>
                    <a:pt x="14923694" y="793280"/>
                  </a:lnTo>
                  <a:lnTo>
                    <a:pt x="14910042" y="836650"/>
                  </a:lnTo>
                  <a:lnTo>
                    <a:pt x="14898713" y="881011"/>
                  </a:lnTo>
                  <a:lnTo>
                    <a:pt x="14889772" y="926274"/>
                  </a:lnTo>
                  <a:lnTo>
                    <a:pt x="14883308" y="972375"/>
                  </a:lnTo>
                  <a:lnTo>
                    <a:pt x="14879371" y="1019238"/>
                  </a:lnTo>
                  <a:lnTo>
                    <a:pt x="14878050" y="1066800"/>
                  </a:lnTo>
                  <a:lnTo>
                    <a:pt x="14879371" y="1114374"/>
                  </a:lnTo>
                  <a:lnTo>
                    <a:pt x="14883308" y="1161237"/>
                  </a:lnTo>
                  <a:lnTo>
                    <a:pt x="14889772" y="1207338"/>
                  </a:lnTo>
                  <a:lnTo>
                    <a:pt x="14898713" y="1252601"/>
                  </a:lnTo>
                  <a:lnTo>
                    <a:pt x="14910042" y="1296962"/>
                  </a:lnTo>
                  <a:lnTo>
                    <a:pt x="14923694" y="1340332"/>
                  </a:lnTo>
                  <a:lnTo>
                    <a:pt x="14939594" y="1382661"/>
                  </a:lnTo>
                  <a:lnTo>
                    <a:pt x="14957679" y="1423860"/>
                  </a:lnTo>
                  <a:lnTo>
                    <a:pt x="14977885" y="1463878"/>
                  </a:lnTo>
                  <a:lnTo>
                    <a:pt x="15000123" y="1502625"/>
                  </a:lnTo>
                  <a:lnTo>
                    <a:pt x="15024329" y="1540052"/>
                  </a:lnTo>
                  <a:lnTo>
                    <a:pt x="15050440" y="1576070"/>
                  </a:lnTo>
                  <a:lnTo>
                    <a:pt x="15078367" y="1610601"/>
                  </a:lnTo>
                  <a:lnTo>
                    <a:pt x="15108073" y="1643608"/>
                  </a:lnTo>
                  <a:lnTo>
                    <a:pt x="15139442" y="1674977"/>
                  </a:lnTo>
                  <a:lnTo>
                    <a:pt x="15172449" y="1704682"/>
                  </a:lnTo>
                  <a:lnTo>
                    <a:pt x="15206980" y="1732610"/>
                  </a:lnTo>
                  <a:lnTo>
                    <a:pt x="15242997" y="1758721"/>
                  </a:lnTo>
                  <a:lnTo>
                    <a:pt x="15280424" y="1782927"/>
                  </a:lnTo>
                  <a:lnTo>
                    <a:pt x="15319172" y="1805165"/>
                  </a:lnTo>
                  <a:lnTo>
                    <a:pt x="15359190" y="1825371"/>
                  </a:lnTo>
                  <a:lnTo>
                    <a:pt x="15400389" y="1843455"/>
                  </a:lnTo>
                  <a:lnTo>
                    <a:pt x="15442718" y="1859356"/>
                  </a:lnTo>
                  <a:lnTo>
                    <a:pt x="15486088" y="1873008"/>
                  </a:lnTo>
                  <a:lnTo>
                    <a:pt x="15530449" y="1884337"/>
                  </a:lnTo>
                  <a:lnTo>
                    <a:pt x="15575712" y="1893277"/>
                  </a:lnTo>
                  <a:lnTo>
                    <a:pt x="15621813" y="1899742"/>
                  </a:lnTo>
                  <a:lnTo>
                    <a:pt x="15668676" y="1903679"/>
                  </a:lnTo>
                  <a:lnTo>
                    <a:pt x="15716250" y="1905000"/>
                  </a:lnTo>
                  <a:lnTo>
                    <a:pt x="15763812" y="1903679"/>
                  </a:lnTo>
                  <a:lnTo>
                    <a:pt x="15810675" y="1899742"/>
                  </a:lnTo>
                  <a:lnTo>
                    <a:pt x="15856776" y="1893277"/>
                  </a:lnTo>
                  <a:lnTo>
                    <a:pt x="15902039" y="1884337"/>
                  </a:lnTo>
                  <a:lnTo>
                    <a:pt x="15946400" y="1873008"/>
                  </a:lnTo>
                  <a:lnTo>
                    <a:pt x="15989770" y="1859356"/>
                  </a:lnTo>
                  <a:lnTo>
                    <a:pt x="16032099" y="1843455"/>
                  </a:lnTo>
                  <a:lnTo>
                    <a:pt x="16073298" y="1825371"/>
                  </a:lnTo>
                  <a:lnTo>
                    <a:pt x="16113316" y="1805165"/>
                  </a:lnTo>
                  <a:lnTo>
                    <a:pt x="16152063" y="1782927"/>
                  </a:lnTo>
                  <a:lnTo>
                    <a:pt x="16189490" y="1758721"/>
                  </a:lnTo>
                  <a:lnTo>
                    <a:pt x="16225508" y="1732610"/>
                  </a:lnTo>
                  <a:lnTo>
                    <a:pt x="16260039" y="1704682"/>
                  </a:lnTo>
                  <a:lnTo>
                    <a:pt x="16293046" y="1674977"/>
                  </a:lnTo>
                  <a:lnTo>
                    <a:pt x="16324415" y="1643608"/>
                  </a:lnTo>
                  <a:lnTo>
                    <a:pt x="16354120" y="1610601"/>
                  </a:lnTo>
                  <a:lnTo>
                    <a:pt x="16382048" y="1576070"/>
                  </a:lnTo>
                  <a:lnTo>
                    <a:pt x="16408159" y="1540052"/>
                  </a:lnTo>
                  <a:lnTo>
                    <a:pt x="16432365" y="1502625"/>
                  </a:lnTo>
                  <a:lnTo>
                    <a:pt x="16454603" y="1463878"/>
                  </a:lnTo>
                  <a:lnTo>
                    <a:pt x="16474809" y="1423860"/>
                  </a:lnTo>
                  <a:lnTo>
                    <a:pt x="16492893" y="1382661"/>
                  </a:lnTo>
                  <a:lnTo>
                    <a:pt x="16508794" y="1340332"/>
                  </a:lnTo>
                  <a:lnTo>
                    <a:pt x="16522446" y="1296962"/>
                  </a:lnTo>
                  <a:lnTo>
                    <a:pt x="16533775" y="1252601"/>
                  </a:lnTo>
                  <a:lnTo>
                    <a:pt x="16542715" y="1207338"/>
                  </a:lnTo>
                  <a:lnTo>
                    <a:pt x="16549180" y="1161237"/>
                  </a:lnTo>
                  <a:lnTo>
                    <a:pt x="16553117" y="1114374"/>
                  </a:lnTo>
                  <a:lnTo>
                    <a:pt x="16554450" y="1066800"/>
                  </a:lnTo>
                  <a:close/>
                </a:path>
                <a:path w="17226280" h="7048500">
                  <a:moveTo>
                    <a:pt x="17226014" y="6734175"/>
                  </a:moveTo>
                  <a:lnTo>
                    <a:pt x="0" y="6734175"/>
                  </a:lnTo>
                  <a:lnTo>
                    <a:pt x="0" y="7048500"/>
                  </a:lnTo>
                  <a:lnTo>
                    <a:pt x="17226014" y="7048500"/>
                  </a:lnTo>
                  <a:lnTo>
                    <a:pt x="17226014" y="6734175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999623" y="3572878"/>
              <a:ext cx="672465" cy="817880"/>
            </a:xfrm>
            <a:custGeom>
              <a:avLst/>
              <a:gdLst/>
              <a:ahLst/>
              <a:cxnLst/>
              <a:rect l="l" t="t" r="r" b="b"/>
              <a:pathLst>
                <a:path w="672465" h="817879">
                  <a:moveTo>
                    <a:pt x="671957" y="656513"/>
                  </a:moveTo>
                  <a:lnTo>
                    <a:pt x="670445" y="652894"/>
                  </a:lnTo>
                  <a:lnTo>
                    <a:pt x="665073" y="647534"/>
                  </a:lnTo>
                  <a:lnTo>
                    <a:pt x="661428" y="646036"/>
                  </a:lnTo>
                  <a:lnTo>
                    <a:pt x="653834" y="646036"/>
                  </a:lnTo>
                  <a:lnTo>
                    <a:pt x="650201" y="647534"/>
                  </a:lnTo>
                  <a:lnTo>
                    <a:pt x="644829" y="652894"/>
                  </a:lnTo>
                  <a:lnTo>
                    <a:pt x="643331" y="656513"/>
                  </a:lnTo>
                  <a:lnTo>
                    <a:pt x="643331" y="726211"/>
                  </a:lnTo>
                  <a:lnTo>
                    <a:pt x="581050" y="726211"/>
                  </a:lnTo>
                  <a:lnTo>
                    <a:pt x="573455" y="726211"/>
                  </a:lnTo>
                  <a:lnTo>
                    <a:pt x="267957" y="726211"/>
                  </a:lnTo>
                  <a:lnTo>
                    <a:pt x="264325" y="727710"/>
                  </a:lnTo>
                  <a:lnTo>
                    <a:pt x="258953" y="733069"/>
                  </a:lnTo>
                  <a:lnTo>
                    <a:pt x="257429" y="736688"/>
                  </a:lnTo>
                  <a:lnTo>
                    <a:pt x="257429" y="744258"/>
                  </a:lnTo>
                  <a:lnTo>
                    <a:pt x="258953" y="747890"/>
                  </a:lnTo>
                  <a:lnTo>
                    <a:pt x="264325" y="753237"/>
                  </a:lnTo>
                  <a:lnTo>
                    <a:pt x="267957" y="754748"/>
                  </a:lnTo>
                  <a:lnTo>
                    <a:pt x="562927" y="754748"/>
                  </a:lnTo>
                  <a:lnTo>
                    <a:pt x="562927" y="788797"/>
                  </a:lnTo>
                  <a:lnTo>
                    <a:pt x="267957" y="788797"/>
                  </a:lnTo>
                  <a:lnTo>
                    <a:pt x="264325" y="790308"/>
                  </a:lnTo>
                  <a:lnTo>
                    <a:pt x="258953" y="795655"/>
                  </a:lnTo>
                  <a:lnTo>
                    <a:pt x="257429" y="799287"/>
                  </a:lnTo>
                  <a:lnTo>
                    <a:pt x="257429" y="806856"/>
                  </a:lnTo>
                  <a:lnTo>
                    <a:pt x="258953" y="810488"/>
                  </a:lnTo>
                  <a:lnTo>
                    <a:pt x="264325" y="815835"/>
                  </a:lnTo>
                  <a:lnTo>
                    <a:pt x="267957" y="817333"/>
                  </a:lnTo>
                  <a:lnTo>
                    <a:pt x="577253" y="817333"/>
                  </a:lnTo>
                  <a:lnTo>
                    <a:pt x="581050" y="817333"/>
                  </a:lnTo>
                  <a:lnTo>
                    <a:pt x="584669" y="815835"/>
                  </a:lnTo>
                  <a:lnTo>
                    <a:pt x="590042" y="810488"/>
                  </a:lnTo>
                  <a:lnTo>
                    <a:pt x="591553" y="806856"/>
                  </a:lnTo>
                  <a:lnTo>
                    <a:pt x="591553" y="754748"/>
                  </a:lnTo>
                  <a:lnTo>
                    <a:pt x="657656" y="754748"/>
                  </a:lnTo>
                  <a:lnTo>
                    <a:pt x="661428" y="754748"/>
                  </a:lnTo>
                  <a:lnTo>
                    <a:pt x="665073" y="753237"/>
                  </a:lnTo>
                  <a:lnTo>
                    <a:pt x="670445" y="747890"/>
                  </a:lnTo>
                  <a:lnTo>
                    <a:pt x="671957" y="744258"/>
                  </a:lnTo>
                  <a:lnTo>
                    <a:pt x="671957" y="656513"/>
                  </a:lnTo>
                  <a:close/>
                </a:path>
                <a:path w="672465" h="817879">
                  <a:moveTo>
                    <a:pt x="671957" y="10477"/>
                  </a:moveTo>
                  <a:lnTo>
                    <a:pt x="670445" y="6858"/>
                  </a:lnTo>
                  <a:lnTo>
                    <a:pt x="665073" y="1511"/>
                  </a:lnTo>
                  <a:lnTo>
                    <a:pt x="661454" y="12"/>
                  </a:lnTo>
                  <a:lnTo>
                    <a:pt x="90893" y="0"/>
                  </a:lnTo>
                  <a:lnTo>
                    <a:pt x="87249" y="1511"/>
                  </a:lnTo>
                  <a:lnTo>
                    <a:pt x="81876" y="6858"/>
                  </a:lnTo>
                  <a:lnTo>
                    <a:pt x="80378" y="10477"/>
                  </a:lnTo>
                  <a:lnTo>
                    <a:pt x="80378" y="62585"/>
                  </a:lnTo>
                  <a:lnTo>
                    <a:pt x="10515" y="62585"/>
                  </a:lnTo>
                  <a:lnTo>
                    <a:pt x="6870" y="64084"/>
                  </a:lnTo>
                  <a:lnTo>
                    <a:pt x="1511" y="69443"/>
                  </a:lnTo>
                  <a:lnTo>
                    <a:pt x="0" y="73075"/>
                  </a:lnTo>
                  <a:lnTo>
                    <a:pt x="0" y="322021"/>
                  </a:lnTo>
                  <a:lnTo>
                    <a:pt x="1511" y="325640"/>
                  </a:lnTo>
                  <a:lnTo>
                    <a:pt x="6870" y="331000"/>
                  </a:lnTo>
                  <a:lnTo>
                    <a:pt x="10515" y="332498"/>
                  </a:lnTo>
                  <a:lnTo>
                    <a:pt x="14312" y="332498"/>
                  </a:lnTo>
                  <a:lnTo>
                    <a:pt x="18110" y="332498"/>
                  </a:lnTo>
                  <a:lnTo>
                    <a:pt x="21742" y="331000"/>
                  </a:lnTo>
                  <a:lnTo>
                    <a:pt x="27114" y="325640"/>
                  </a:lnTo>
                  <a:lnTo>
                    <a:pt x="28625" y="322021"/>
                  </a:lnTo>
                  <a:lnTo>
                    <a:pt x="28625" y="91122"/>
                  </a:lnTo>
                  <a:lnTo>
                    <a:pt x="80378" y="91122"/>
                  </a:lnTo>
                  <a:lnTo>
                    <a:pt x="80378" y="322021"/>
                  </a:lnTo>
                  <a:lnTo>
                    <a:pt x="81889" y="325640"/>
                  </a:lnTo>
                  <a:lnTo>
                    <a:pt x="87249" y="331000"/>
                  </a:lnTo>
                  <a:lnTo>
                    <a:pt x="90893" y="332498"/>
                  </a:lnTo>
                  <a:lnTo>
                    <a:pt x="94691" y="332498"/>
                  </a:lnTo>
                  <a:lnTo>
                    <a:pt x="96570" y="332498"/>
                  </a:lnTo>
                  <a:lnTo>
                    <a:pt x="109004" y="320116"/>
                  </a:lnTo>
                  <a:lnTo>
                    <a:pt x="109004" y="80645"/>
                  </a:lnTo>
                  <a:lnTo>
                    <a:pt x="109004" y="73075"/>
                  </a:lnTo>
                  <a:lnTo>
                    <a:pt x="109004" y="28536"/>
                  </a:lnTo>
                  <a:lnTo>
                    <a:pt x="643331" y="28536"/>
                  </a:lnTo>
                  <a:lnTo>
                    <a:pt x="643331" y="149898"/>
                  </a:lnTo>
                  <a:lnTo>
                    <a:pt x="644829" y="153504"/>
                  </a:lnTo>
                  <a:lnTo>
                    <a:pt x="650201" y="158864"/>
                  </a:lnTo>
                  <a:lnTo>
                    <a:pt x="653859" y="160362"/>
                  </a:lnTo>
                  <a:lnTo>
                    <a:pt x="661454" y="160362"/>
                  </a:lnTo>
                  <a:lnTo>
                    <a:pt x="665073" y="158864"/>
                  </a:lnTo>
                  <a:lnTo>
                    <a:pt x="670445" y="153504"/>
                  </a:lnTo>
                  <a:lnTo>
                    <a:pt x="671957" y="149898"/>
                  </a:lnTo>
                  <a:lnTo>
                    <a:pt x="671957" y="10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8260" y="3927690"/>
              <a:ext cx="211848" cy="2111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878973" y="3683151"/>
              <a:ext cx="949960" cy="707390"/>
            </a:xfrm>
            <a:custGeom>
              <a:avLst/>
              <a:gdLst/>
              <a:ahLst/>
              <a:cxnLst/>
              <a:rect l="l" t="t" r="r" b="b"/>
              <a:pathLst>
                <a:path w="949959" h="707389">
                  <a:moveTo>
                    <a:pt x="511124" y="514731"/>
                  </a:moveTo>
                  <a:lnTo>
                    <a:pt x="509612" y="511111"/>
                  </a:lnTo>
                  <a:lnTo>
                    <a:pt x="504240" y="505752"/>
                  </a:lnTo>
                  <a:lnTo>
                    <a:pt x="500621" y="504253"/>
                  </a:lnTo>
                  <a:lnTo>
                    <a:pt x="321665" y="504253"/>
                  </a:lnTo>
                  <a:lnTo>
                    <a:pt x="321665" y="601256"/>
                  </a:lnTo>
                  <a:lnTo>
                    <a:pt x="321665" y="678522"/>
                  </a:lnTo>
                  <a:lnTo>
                    <a:pt x="28625" y="678522"/>
                  </a:lnTo>
                  <a:lnTo>
                    <a:pt x="28625" y="601256"/>
                  </a:lnTo>
                  <a:lnTo>
                    <a:pt x="34886" y="558838"/>
                  </a:lnTo>
                  <a:lnTo>
                    <a:pt x="53263" y="520039"/>
                  </a:lnTo>
                  <a:lnTo>
                    <a:pt x="82156" y="488238"/>
                  </a:lnTo>
                  <a:lnTo>
                    <a:pt x="119037" y="466191"/>
                  </a:lnTo>
                  <a:lnTo>
                    <a:pt x="160756" y="455764"/>
                  </a:lnTo>
                  <a:lnTo>
                    <a:pt x="175145" y="455053"/>
                  </a:lnTo>
                  <a:lnTo>
                    <a:pt x="189534" y="455764"/>
                  </a:lnTo>
                  <a:lnTo>
                    <a:pt x="231254" y="466191"/>
                  </a:lnTo>
                  <a:lnTo>
                    <a:pt x="268147" y="488238"/>
                  </a:lnTo>
                  <a:lnTo>
                    <a:pt x="297040" y="520039"/>
                  </a:lnTo>
                  <a:lnTo>
                    <a:pt x="300139" y="525932"/>
                  </a:lnTo>
                  <a:lnTo>
                    <a:pt x="301218" y="527024"/>
                  </a:lnTo>
                  <a:lnTo>
                    <a:pt x="318884" y="572744"/>
                  </a:lnTo>
                  <a:lnTo>
                    <a:pt x="321665" y="601256"/>
                  </a:lnTo>
                  <a:lnTo>
                    <a:pt x="321665" y="504253"/>
                  </a:lnTo>
                  <a:lnTo>
                    <a:pt x="320890" y="504253"/>
                  </a:lnTo>
                  <a:lnTo>
                    <a:pt x="310616" y="490423"/>
                  </a:lnTo>
                  <a:lnTo>
                    <a:pt x="272516" y="455955"/>
                  </a:lnTo>
                  <a:lnTo>
                    <a:pt x="226009" y="434022"/>
                  </a:lnTo>
                  <a:lnTo>
                    <a:pt x="175145" y="426504"/>
                  </a:lnTo>
                  <a:lnTo>
                    <a:pt x="157949" y="427342"/>
                  </a:lnTo>
                  <a:lnTo>
                    <a:pt x="108077" y="439801"/>
                  </a:lnTo>
                  <a:lnTo>
                    <a:pt x="63944" y="466191"/>
                  </a:lnTo>
                  <a:lnTo>
                    <a:pt x="29451" y="504177"/>
                  </a:lnTo>
                  <a:lnTo>
                    <a:pt x="7493" y="550557"/>
                  </a:lnTo>
                  <a:lnTo>
                    <a:pt x="0" y="601256"/>
                  </a:lnTo>
                  <a:lnTo>
                    <a:pt x="0" y="696582"/>
                  </a:lnTo>
                  <a:lnTo>
                    <a:pt x="1409" y="699985"/>
                  </a:lnTo>
                  <a:lnTo>
                    <a:pt x="1498" y="700201"/>
                  </a:lnTo>
                  <a:lnTo>
                    <a:pt x="6870" y="705561"/>
                  </a:lnTo>
                  <a:lnTo>
                    <a:pt x="10515" y="707059"/>
                  </a:lnTo>
                  <a:lnTo>
                    <a:pt x="337870" y="707059"/>
                  </a:lnTo>
                  <a:lnTo>
                    <a:pt x="350291" y="694664"/>
                  </a:lnTo>
                  <a:lnTo>
                    <a:pt x="350291" y="678522"/>
                  </a:lnTo>
                  <a:lnTo>
                    <a:pt x="350291" y="601256"/>
                  </a:lnTo>
                  <a:lnTo>
                    <a:pt x="342798" y="550557"/>
                  </a:lnTo>
                  <a:lnTo>
                    <a:pt x="336257" y="532790"/>
                  </a:lnTo>
                  <a:lnTo>
                    <a:pt x="496824" y="532790"/>
                  </a:lnTo>
                  <a:lnTo>
                    <a:pt x="500621" y="532790"/>
                  </a:lnTo>
                  <a:lnTo>
                    <a:pt x="504240" y="531279"/>
                  </a:lnTo>
                  <a:lnTo>
                    <a:pt x="509612" y="525932"/>
                  </a:lnTo>
                  <a:lnTo>
                    <a:pt x="511124" y="522300"/>
                  </a:lnTo>
                  <a:lnTo>
                    <a:pt x="511124" y="514731"/>
                  </a:lnTo>
                  <a:close/>
                </a:path>
                <a:path w="949959" h="707389">
                  <a:moveTo>
                    <a:pt x="611987" y="262597"/>
                  </a:moveTo>
                  <a:lnTo>
                    <a:pt x="610476" y="258978"/>
                  </a:lnTo>
                  <a:lnTo>
                    <a:pt x="605104" y="253631"/>
                  </a:lnTo>
                  <a:lnTo>
                    <a:pt x="601484" y="252133"/>
                  </a:lnTo>
                  <a:lnTo>
                    <a:pt x="298437" y="252133"/>
                  </a:lnTo>
                  <a:lnTo>
                    <a:pt x="294805" y="253631"/>
                  </a:lnTo>
                  <a:lnTo>
                    <a:pt x="289433" y="258978"/>
                  </a:lnTo>
                  <a:lnTo>
                    <a:pt x="287934" y="262597"/>
                  </a:lnTo>
                  <a:lnTo>
                    <a:pt x="287934" y="270167"/>
                  </a:lnTo>
                  <a:lnTo>
                    <a:pt x="289433" y="273812"/>
                  </a:lnTo>
                  <a:lnTo>
                    <a:pt x="294805" y="279158"/>
                  </a:lnTo>
                  <a:lnTo>
                    <a:pt x="298437" y="280657"/>
                  </a:lnTo>
                  <a:lnTo>
                    <a:pt x="597687" y="280657"/>
                  </a:lnTo>
                  <a:lnTo>
                    <a:pt x="601484" y="280657"/>
                  </a:lnTo>
                  <a:lnTo>
                    <a:pt x="605104" y="279158"/>
                  </a:lnTo>
                  <a:lnTo>
                    <a:pt x="610476" y="273812"/>
                  </a:lnTo>
                  <a:lnTo>
                    <a:pt x="611987" y="270167"/>
                  </a:lnTo>
                  <a:lnTo>
                    <a:pt x="611987" y="262597"/>
                  </a:lnTo>
                  <a:close/>
                </a:path>
                <a:path w="949959" h="707389">
                  <a:moveTo>
                    <a:pt x="705713" y="10490"/>
                  </a:moveTo>
                  <a:lnTo>
                    <a:pt x="704202" y="6858"/>
                  </a:lnTo>
                  <a:lnTo>
                    <a:pt x="698830" y="1498"/>
                  </a:lnTo>
                  <a:lnTo>
                    <a:pt x="695185" y="0"/>
                  </a:lnTo>
                  <a:lnTo>
                    <a:pt x="298437" y="0"/>
                  </a:lnTo>
                  <a:lnTo>
                    <a:pt x="294805" y="1498"/>
                  </a:lnTo>
                  <a:lnTo>
                    <a:pt x="289433" y="6858"/>
                  </a:lnTo>
                  <a:lnTo>
                    <a:pt x="287934" y="10490"/>
                  </a:lnTo>
                  <a:lnTo>
                    <a:pt x="287934" y="18059"/>
                  </a:lnTo>
                  <a:lnTo>
                    <a:pt x="289433" y="21678"/>
                  </a:lnTo>
                  <a:lnTo>
                    <a:pt x="294805" y="27025"/>
                  </a:lnTo>
                  <a:lnTo>
                    <a:pt x="298437" y="28524"/>
                  </a:lnTo>
                  <a:lnTo>
                    <a:pt x="691388" y="28524"/>
                  </a:lnTo>
                  <a:lnTo>
                    <a:pt x="695185" y="28524"/>
                  </a:lnTo>
                  <a:lnTo>
                    <a:pt x="698830" y="27025"/>
                  </a:lnTo>
                  <a:lnTo>
                    <a:pt x="704202" y="21678"/>
                  </a:lnTo>
                  <a:lnTo>
                    <a:pt x="705713" y="18059"/>
                  </a:lnTo>
                  <a:lnTo>
                    <a:pt x="705713" y="10490"/>
                  </a:lnTo>
                  <a:close/>
                </a:path>
                <a:path w="949959" h="707389">
                  <a:moveTo>
                    <a:pt x="949947" y="445439"/>
                  </a:moveTo>
                  <a:lnTo>
                    <a:pt x="948575" y="431761"/>
                  </a:lnTo>
                  <a:lnTo>
                    <a:pt x="944600" y="418719"/>
                  </a:lnTo>
                  <a:lnTo>
                    <a:pt x="938149" y="406704"/>
                  </a:lnTo>
                  <a:lnTo>
                    <a:pt x="936015" y="404114"/>
                  </a:lnTo>
                  <a:lnTo>
                    <a:pt x="929398" y="396062"/>
                  </a:lnTo>
                  <a:lnTo>
                    <a:pt x="921321" y="389458"/>
                  </a:lnTo>
                  <a:lnTo>
                    <a:pt x="921321" y="445439"/>
                  </a:lnTo>
                  <a:lnTo>
                    <a:pt x="921321" y="479526"/>
                  </a:lnTo>
                  <a:lnTo>
                    <a:pt x="635254" y="479526"/>
                  </a:lnTo>
                  <a:lnTo>
                    <a:pt x="635254" y="445439"/>
                  </a:lnTo>
                  <a:lnTo>
                    <a:pt x="653732" y="411060"/>
                  </a:lnTo>
                  <a:lnTo>
                    <a:pt x="662622" y="406730"/>
                  </a:lnTo>
                  <a:lnTo>
                    <a:pt x="663575" y="406730"/>
                  </a:lnTo>
                  <a:lnTo>
                    <a:pt x="666254" y="405638"/>
                  </a:lnTo>
                  <a:lnTo>
                    <a:pt x="668604" y="404914"/>
                  </a:lnTo>
                  <a:lnTo>
                    <a:pt x="676732" y="404114"/>
                  </a:lnTo>
                  <a:lnTo>
                    <a:pt x="730935" y="404114"/>
                  </a:lnTo>
                  <a:lnTo>
                    <a:pt x="823734" y="404114"/>
                  </a:lnTo>
                  <a:lnTo>
                    <a:pt x="879856" y="404114"/>
                  </a:lnTo>
                  <a:lnTo>
                    <a:pt x="887984" y="404914"/>
                  </a:lnTo>
                  <a:lnTo>
                    <a:pt x="918146" y="429628"/>
                  </a:lnTo>
                  <a:lnTo>
                    <a:pt x="921321" y="445439"/>
                  </a:lnTo>
                  <a:lnTo>
                    <a:pt x="921321" y="389458"/>
                  </a:lnTo>
                  <a:lnTo>
                    <a:pt x="918730" y="387337"/>
                  </a:lnTo>
                  <a:lnTo>
                    <a:pt x="906665" y="380911"/>
                  </a:lnTo>
                  <a:lnTo>
                    <a:pt x="893584" y="376923"/>
                  </a:lnTo>
                  <a:lnTo>
                    <a:pt x="879856" y="375551"/>
                  </a:lnTo>
                  <a:lnTo>
                    <a:pt x="836168" y="375551"/>
                  </a:lnTo>
                  <a:lnTo>
                    <a:pt x="836168" y="318566"/>
                  </a:lnTo>
                  <a:lnTo>
                    <a:pt x="837831" y="300469"/>
                  </a:lnTo>
                  <a:lnTo>
                    <a:pt x="837920" y="299466"/>
                  </a:lnTo>
                  <a:lnTo>
                    <a:pt x="842784" y="281038"/>
                  </a:lnTo>
                  <a:lnTo>
                    <a:pt x="850607" y="263652"/>
                  </a:lnTo>
                  <a:lnTo>
                    <a:pt x="861263" y="247688"/>
                  </a:lnTo>
                  <a:lnTo>
                    <a:pt x="870940" y="233070"/>
                  </a:lnTo>
                  <a:lnTo>
                    <a:pt x="878001" y="217170"/>
                  </a:lnTo>
                  <a:lnTo>
                    <a:pt x="882294" y="200317"/>
                  </a:lnTo>
                  <a:lnTo>
                    <a:pt x="883704" y="182867"/>
                  </a:lnTo>
                  <a:lnTo>
                    <a:pt x="882954" y="170332"/>
                  </a:lnTo>
                  <a:lnTo>
                    <a:pt x="865492" y="123825"/>
                  </a:lnTo>
                  <a:lnTo>
                    <a:pt x="855078" y="111125"/>
                  </a:lnTo>
                  <a:lnTo>
                    <a:pt x="855078" y="182867"/>
                  </a:lnTo>
                  <a:lnTo>
                    <a:pt x="854049" y="195567"/>
                  </a:lnTo>
                  <a:lnTo>
                    <a:pt x="850938" y="207835"/>
                  </a:lnTo>
                  <a:lnTo>
                    <a:pt x="845807" y="219417"/>
                  </a:lnTo>
                  <a:lnTo>
                    <a:pt x="825461" y="249999"/>
                  </a:lnTo>
                  <a:lnTo>
                    <a:pt x="815733" y="271716"/>
                  </a:lnTo>
                  <a:lnTo>
                    <a:pt x="809701" y="294716"/>
                  </a:lnTo>
                  <a:lnTo>
                    <a:pt x="807554" y="318566"/>
                  </a:lnTo>
                  <a:lnTo>
                    <a:pt x="807554" y="375551"/>
                  </a:lnTo>
                  <a:lnTo>
                    <a:pt x="749033" y="375551"/>
                  </a:lnTo>
                  <a:lnTo>
                    <a:pt x="748957" y="318566"/>
                  </a:lnTo>
                  <a:lnTo>
                    <a:pt x="741286" y="272554"/>
                  </a:lnTo>
                  <a:lnTo>
                    <a:pt x="718362" y="230733"/>
                  </a:lnTo>
                  <a:lnTo>
                    <a:pt x="712216" y="221881"/>
                  </a:lnTo>
                  <a:lnTo>
                    <a:pt x="707402" y="212305"/>
                  </a:lnTo>
                  <a:lnTo>
                    <a:pt x="703986" y="202158"/>
                  </a:lnTo>
                  <a:lnTo>
                    <a:pt x="702005" y="191579"/>
                  </a:lnTo>
                  <a:lnTo>
                    <a:pt x="701624" y="182867"/>
                  </a:lnTo>
                  <a:lnTo>
                    <a:pt x="701535" y="180822"/>
                  </a:lnTo>
                  <a:lnTo>
                    <a:pt x="702551" y="170332"/>
                  </a:lnTo>
                  <a:lnTo>
                    <a:pt x="702564" y="170154"/>
                  </a:lnTo>
                  <a:lnTo>
                    <a:pt x="720991" y="131902"/>
                  </a:lnTo>
                  <a:lnTo>
                    <a:pt x="757021" y="109321"/>
                  </a:lnTo>
                  <a:lnTo>
                    <a:pt x="778306" y="106337"/>
                  </a:lnTo>
                  <a:lnTo>
                    <a:pt x="779526" y="106337"/>
                  </a:lnTo>
                  <a:lnTo>
                    <a:pt x="821461" y="119722"/>
                  </a:lnTo>
                  <a:lnTo>
                    <a:pt x="849299" y="153974"/>
                  </a:lnTo>
                  <a:lnTo>
                    <a:pt x="855078" y="182867"/>
                  </a:lnTo>
                  <a:lnTo>
                    <a:pt x="855078" y="111125"/>
                  </a:lnTo>
                  <a:lnTo>
                    <a:pt x="817181" y="85204"/>
                  </a:lnTo>
                  <a:lnTo>
                    <a:pt x="780364" y="77812"/>
                  </a:lnTo>
                  <a:lnTo>
                    <a:pt x="767829" y="78308"/>
                  </a:lnTo>
                  <a:lnTo>
                    <a:pt x="720839" y="94780"/>
                  </a:lnTo>
                  <a:lnTo>
                    <a:pt x="689825" y="126060"/>
                  </a:lnTo>
                  <a:lnTo>
                    <a:pt x="298437" y="126060"/>
                  </a:lnTo>
                  <a:lnTo>
                    <a:pt x="294805" y="127558"/>
                  </a:lnTo>
                  <a:lnTo>
                    <a:pt x="289433" y="132918"/>
                  </a:lnTo>
                  <a:lnTo>
                    <a:pt x="287934" y="136563"/>
                  </a:lnTo>
                  <a:lnTo>
                    <a:pt x="287934" y="144119"/>
                  </a:lnTo>
                  <a:lnTo>
                    <a:pt x="289433" y="147739"/>
                  </a:lnTo>
                  <a:lnTo>
                    <a:pt x="294805" y="153098"/>
                  </a:lnTo>
                  <a:lnTo>
                    <a:pt x="298437" y="154597"/>
                  </a:lnTo>
                  <a:lnTo>
                    <a:pt x="676795" y="154597"/>
                  </a:lnTo>
                  <a:lnTo>
                    <a:pt x="674204" y="166230"/>
                  </a:lnTo>
                  <a:lnTo>
                    <a:pt x="672960" y="178676"/>
                  </a:lnTo>
                  <a:lnTo>
                    <a:pt x="673201" y="191185"/>
                  </a:lnTo>
                  <a:lnTo>
                    <a:pt x="674954" y="203619"/>
                  </a:lnTo>
                  <a:lnTo>
                    <a:pt x="678167" y="215747"/>
                  </a:lnTo>
                  <a:lnTo>
                    <a:pt x="682790" y="227368"/>
                  </a:lnTo>
                  <a:lnTo>
                    <a:pt x="688771" y="238366"/>
                  </a:lnTo>
                  <a:lnTo>
                    <a:pt x="696036" y="248615"/>
                  </a:lnTo>
                  <a:lnTo>
                    <a:pt x="706615" y="264604"/>
                  </a:lnTo>
                  <a:lnTo>
                    <a:pt x="714286" y="282016"/>
                  </a:lnTo>
                  <a:lnTo>
                    <a:pt x="718934" y="300469"/>
                  </a:lnTo>
                  <a:lnTo>
                    <a:pt x="720331" y="318566"/>
                  </a:lnTo>
                  <a:lnTo>
                    <a:pt x="720382" y="375551"/>
                  </a:lnTo>
                  <a:lnTo>
                    <a:pt x="676706" y="375551"/>
                  </a:lnTo>
                  <a:lnTo>
                    <a:pt x="662990" y="376923"/>
                  </a:lnTo>
                  <a:lnTo>
                    <a:pt x="658812" y="378193"/>
                  </a:lnTo>
                  <a:lnTo>
                    <a:pt x="298437" y="378193"/>
                  </a:lnTo>
                  <a:lnTo>
                    <a:pt x="294805" y="379691"/>
                  </a:lnTo>
                  <a:lnTo>
                    <a:pt x="289433" y="385051"/>
                  </a:lnTo>
                  <a:lnTo>
                    <a:pt x="287934" y="388670"/>
                  </a:lnTo>
                  <a:lnTo>
                    <a:pt x="287934" y="396240"/>
                  </a:lnTo>
                  <a:lnTo>
                    <a:pt x="289433" y="399872"/>
                  </a:lnTo>
                  <a:lnTo>
                    <a:pt x="294805" y="405231"/>
                  </a:lnTo>
                  <a:lnTo>
                    <a:pt x="298437" y="406730"/>
                  </a:lnTo>
                  <a:lnTo>
                    <a:pt x="618401" y="406730"/>
                  </a:lnTo>
                  <a:lnTo>
                    <a:pt x="611987" y="418719"/>
                  </a:lnTo>
                  <a:lnTo>
                    <a:pt x="608012" y="431761"/>
                  </a:lnTo>
                  <a:lnTo>
                    <a:pt x="606640" y="445439"/>
                  </a:lnTo>
                  <a:lnTo>
                    <a:pt x="606640" y="497573"/>
                  </a:lnTo>
                  <a:lnTo>
                    <a:pt x="608050" y="500976"/>
                  </a:lnTo>
                  <a:lnTo>
                    <a:pt x="608139" y="501205"/>
                  </a:lnTo>
                  <a:lnTo>
                    <a:pt x="613511" y="506552"/>
                  </a:lnTo>
                  <a:lnTo>
                    <a:pt x="617143" y="508063"/>
                  </a:lnTo>
                  <a:lnTo>
                    <a:pt x="937514" y="508063"/>
                  </a:lnTo>
                  <a:lnTo>
                    <a:pt x="949947" y="495668"/>
                  </a:lnTo>
                  <a:lnTo>
                    <a:pt x="949947" y="479526"/>
                  </a:lnTo>
                  <a:lnTo>
                    <a:pt x="949947" y="4454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1684" y="3764212"/>
              <a:ext cx="918628" cy="9125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58957" y="3792330"/>
              <a:ext cx="950705" cy="8831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2901568" cy="43086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566471" y="75640"/>
              <a:ext cx="1985645" cy="521970"/>
            </a:xfrm>
            <a:custGeom>
              <a:avLst/>
              <a:gdLst/>
              <a:ahLst/>
              <a:cxnLst/>
              <a:rect l="l" t="t" r="r" b="b"/>
              <a:pathLst>
                <a:path w="1985644" h="521970">
                  <a:moveTo>
                    <a:pt x="32550" y="496531"/>
                  </a:moveTo>
                  <a:lnTo>
                    <a:pt x="25260" y="489229"/>
                  </a:lnTo>
                  <a:lnTo>
                    <a:pt x="7289" y="489229"/>
                  </a:lnTo>
                  <a:lnTo>
                    <a:pt x="0" y="496531"/>
                  </a:lnTo>
                  <a:lnTo>
                    <a:pt x="0" y="514540"/>
                  </a:lnTo>
                  <a:lnTo>
                    <a:pt x="7289" y="521843"/>
                  </a:lnTo>
                  <a:lnTo>
                    <a:pt x="25260" y="521843"/>
                  </a:lnTo>
                  <a:lnTo>
                    <a:pt x="32550" y="514540"/>
                  </a:lnTo>
                  <a:lnTo>
                    <a:pt x="32550" y="505536"/>
                  </a:lnTo>
                  <a:lnTo>
                    <a:pt x="32550" y="496531"/>
                  </a:lnTo>
                  <a:close/>
                </a:path>
                <a:path w="1985644" h="521970">
                  <a:moveTo>
                    <a:pt x="32550" y="333451"/>
                  </a:moveTo>
                  <a:lnTo>
                    <a:pt x="25260" y="326161"/>
                  </a:lnTo>
                  <a:lnTo>
                    <a:pt x="7289" y="326161"/>
                  </a:lnTo>
                  <a:lnTo>
                    <a:pt x="0" y="333451"/>
                  </a:lnTo>
                  <a:lnTo>
                    <a:pt x="0" y="351472"/>
                  </a:lnTo>
                  <a:lnTo>
                    <a:pt x="7289" y="358775"/>
                  </a:lnTo>
                  <a:lnTo>
                    <a:pt x="25260" y="358775"/>
                  </a:lnTo>
                  <a:lnTo>
                    <a:pt x="32550" y="351472"/>
                  </a:lnTo>
                  <a:lnTo>
                    <a:pt x="32550" y="342468"/>
                  </a:lnTo>
                  <a:lnTo>
                    <a:pt x="32550" y="333451"/>
                  </a:lnTo>
                  <a:close/>
                </a:path>
                <a:path w="1985644" h="521970">
                  <a:moveTo>
                    <a:pt x="32550" y="170383"/>
                  </a:moveTo>
                  <a:lnTo>
                    <a:pt x="25260" y="163080"/>
                  </a:lnTo>
                  <a:lnTo>
                    <a:pt x="7289" y="163080"/>
                  </a:lnTo>
                  <a:lnTo>
                    <a:pt x="0" y="170383"/>
                  </a:lnTo>
                  <a:lnTo>
                    <a:pt x="0" y="188391"/>
                  </a:lnTo>
                  <a:lnTo>
                    <a:pt x="7289" y="195694"/>
                  </a:lnTo>
                  <a:lnTo>
                    <a:pt x="25260" y="195694"/>
                  </a:lnTo>
                  <a:lnTo>
                    <a:pt x="32550" y="188391"/>
                  </a:lnTo>
                  <a:lnTo>
                    <a:pt x="32550" y="179387"/>
                  </a:lnTo>
                  <a:lnTo>
                    <a:pt x="32550" y="170383"/>
                  </a:lnTo>
                  <a:close/>
                </a:path>
                <a:path w="1985644" h="521970">
                  <a:moveTo>
                    <a:pt x="32550" y="7302"/>
                  </a:moveTo>
                  <a:lnTo>
                    <a:pt x="25260" y="0"/>
                  </a:lnTo>
                  <a:lnTo>
                    <a:pt x="7289" y="0"/>
                  </a:lnTo>
                  <a:lnTo>
                    <a:pt x="0" y="7302"/>
                  </a:lnTo>
                  <a:lnTo>
                    <a:pt x="0" y="25323"/>
                  </a:lnTo>
                  <a:lnTo>
                    <a:pt x="7289" y="32626"/>
                  </a:lnTo>
                  <a:lnTo>
                    <a:pt x="25260" y="32626"/>
                  </a:lnTo>
                  <a:lnTo>
                    <a:pt x="32550" y="25323"/>
                  </a:lnTo>
                  <a:lnTo>
                    <a:pt x="32550" y="16319"/>
                  </a:lnTo>
                  <a:lnTo>
                    <a:pt x="32550" y="7302"/>
                  </a:lnTo>
                  <a:close/>
                </a:path>
                <a:path w="1985644" h="521970">
                  <a:moveTo>
                    <a:pt x="195275" y="496531"/>
                  </a:moveTo>
                  <a:lnTo>
                    <a:pt x="187985" y="489229"/>
                  </a:lnTo>
                  <a:lnTo>
                    <a:pt x="170014" y="489229"/>
                  </a:lnTo>
                  <a:lnTo>
                    <a:pt x="162737" y="496531"/>
                  </a:lnTo>
                  <a:lnTo>
                    <a:pt x="162737" y="514540"/>
                  </a:lnTo>
                  <a:lnTo>
                    <a:pt x="170014" y="521843"/>
                  </a:lnTo>
                  <a:lnTo>
                    <a:pt x="187985" y="521843"/>
                  </a:lnTo>
                  <a:lnTo>
                    <a:pt x="195275" y="514540"/>
                  </a:lnTo>
                  <a:lnTo>
                    <a:pt x="195275" y="505536"/>
                  </a:lnTo>
                  <a:lnTo>
                    <a:pt x="195275" y="496531"/>
                  </a:lnTo>
                  <a:close/>
                </a:path>
                <a:path w="1985644" h="521970">
                  <a:moveTo>
                    <a:pt x="195275" y="333451"/>
                  </a:moveTo>
                  <a:lnTo>
                    <a:pt x="187985" y="326161"/>
                  </a:lnTo>
                  <a:lnTo>
                    <a:pt x="170014" y="326161"/>
                  </a:lnTo>
                  <a:lnTo>
                    <a:pt x="162737" y="333451"/>
                  </a:lnTo>
                  <a:lnTo>
                    <a:pt x="162737" y="351472"/>
                  </a:lnTo>
                  <a:lnTo>
                    <a:pt x="170014" y="358775"/>
                  </a:lnTo>
                  <a:lnTo>
                    <a:pt x="187985" y="358775"/>
                  </a:lnTo>
                  <a:lnTo>
                    <a:pt x="195275" y="351472"/>
                  </a:lnTo>
                  <a:lnTo>
                    <a:pt x="195275" y="342468"/>
                  </a:lnTo>
                  <a:lnTo>
                    <a:pt x="195275" y="333451"/>
                  </a:lnTo>
                  <a:close/>
                </a:path>
                <a:path w="1985644" h="521970">
                  <a:moveTo>
                    <a:pt x="195275" y="170383"/>
                  </a:moveTo>
                  <a:lnTo>
                    <a:pt x="187985" y="163080"/>
                  </a:lnTo>
                  <a:lnTo>
                    <a:pt x="170014" y="163080"/>
                  </a:lnTo>
                  <a:lnTo>
                    <a:pt x="162737" y="170383"/>
                  </a:lnTo>
                  <a:lnTo>
                    <a:pt x="162737" y="188391"/>
                  </a:lnTo>
                  <a:lnTo>
                    <a:pt x="170014" y="195694"/>
                  </a:lnTo>
                  <a:lnTo>
                    <a:pt x="187985" y="195694"/>
                  </a:lnTo>
                  <a:lnTo>
                    <a:pt x="195275" y="188391"/>
                  </a:lnTo>
                  <a:lnTo>
                    <a:pt x="195275" y="179387"/>
                  </a:lnTo>
                  <a:lnTo>
                    <a:pt x="195275" y="170383"/>
                  </a:lnTo>
                  <a:close/>
                </a:path>
                <a:path w="1985644" h="521970">
                  <a:moveTo>
                    <a:pt x="195275" y="7302"/>
                  </a:moveTo>
                  <a:lnTo>
                    <a:pt x="187985" y="0"/>
                  </a:lnTo>
                  <a:lnTo>
                    <a:pt x="170014" y="0"/>
                  </a:lnTo>
                  <a:lnTo>
                    <a:pt x="162737" y="7302"/>
                  </a:lnTo>
                  <a:lnTo>
                    <a:pt x="162737" y="25323"/>
                  </a:lnTo>
                  <a:lnTo>
                    <a:pt x="170014" y="32626"/>
                  </a:lnTo>
                  <a:lnTo>
                    <a:pt x="187985" y="32626"/>
                  </a:lnTo>
                  <a:lnTo>
                    <a:pt x="195275" y="25323"/>
                  </a:lnTo>
                  <a:lnTo>
                    <a:pt x="195275" y="16319"/>
                  </a:lnTo>
                  <a:lnTo>
                    <a:pt x="195275" y="7302"/>
                  </a:lnTo>
                  <a:close/>
                </a:path>
                <a:path w="1985644" h="521970">
                  <a:moveTo>
                    <a:pt x="358013" y="496531"/>
                  </a:moveTo>
                  <a:lnTo>
                    <a:pt x="350723" y="489229"/>
                  </a:lnTo>
                  <a:lnTo>
                    <a:pt x="332740" y="489229"/>
                  </a:lnTo>
                  <a:lnTo>
                    <a:pt x="325462" y="496531"/>
                  </a:lnTo>
                  <a:lnTo>
                    <a:pt x="325462" y="514540"/>
                  </a:lnTo>
                  <a:lnTo>
                    <a:pt x="332740" y="521843"/>
                  </a:lnTo>
                  <a:lnTo>
                    <a:pt x="350723" y="521843"/>
                  </a:lnTo>
                  <a:lnTo>
                    <a:pt x="358013" y="514540"/>
                  </a:lnTo>
                  <a:lnTo>
                    <a:pt x="358013" y="505536"/>
                  </a:lnTo>
                  <a:lnTo>
                    <a:pt x="358013" y="496531"/>
                  </a:lnTo>
                  <a:close/>
                </a:path>
                <a:path w="1985644" h="521970">
                  <a:moveTo>
                    <a:pt x="358013" y="333451"/>
                  </a:moveTo>
                  <a:lnTo>
                    <a:pt x="350723" y="326161"/>
                  </a:lnTo>
                  <a:lnTo>
                    <a:pt x="332740" y="326161"/>
                  </a:lnTo>
                  <a:lnTo>
                    <a:pt x="325462" y="333451"/>
                  </a:lnTo>
                  <a:lnTo>
                    <a:pt x="325462" y="351472"/>
                  </a:lnTo>
                  <a:lnTo>
                    <a:pt x="332740" y="358775"/>
                  </a:lnTo>
                  <a:lnTo>
                    <a:pt x="350723" y="358775"/>
                  </a:lnTo>
                  <a:lnTo>
                    <a:pt x="358013" y="351472"/>
                  </a:lnTo>
                  <a:lnTo>
                    <a:pt x="358013" y="342468"/>
                  </a:lnTo>
                  <a:lnTo>
                    <a:pt x="358013" y="333451"/>
                  </a:lnTo>
                  <a:close/>
                </a:path>
                <a:path w="1985644" h="521970">
                  <a:moveTo>
                    <a:pt x="358013" y="170383"/>
                  </a:moveTo>
                  <a:lnTo>
                    <a:pt x="350723" y="163080"/>
                  </a:lnTo>
                  <a:lnTo>
                    <a:pt x="332740" y="163080"/>
                  </a:lnTo>
                  <a:lnTo>
                    <a:pt x="325462" y="170383"/>
                  </a:lnTo>
                  <a:lnTo>
                    <a:pt x="325462" y="188391"/>
                  </a:lnTo>
                  <a:lnTo>
                    <a:pt x="332740" y="195694"/>
                  </a:lnTo>
                  <a:lnTo>
                    <a:pt x="350723" y="195694"/>
                  </a:lnTo>
                  <a:lnTo>
                    <a:pt x="358013" y="188391"/>
                  </a:lnTo>
                  <a:lnTo>
                    <a:pt x="358013" y="179387"/>
                  </a:lnTo>
                  <a:lnTo>
                    <a:pt x="358013" y="170383"/>
                  </a:lnTo>
                  <a:close/>
                </a:path>
                <a:path w="1985644" h="521970">
                  <a:moveTo>
                    <a:pt x="358013" y="7302"/>
                  </a:moveTo>
                  <a:lnTo>
                    <a:pt x="350723" y="0"/>
                  </a:lnTo>
                  <a:lnTo>
                    <a:pt x="332740" y="0"/>
                  </a:lnTo>
                  <a:lnTo>
                    <a:pt x="325462" y="7302"/>
                  </a:lnTo>
                  <a:lnTo>
                    <a:pt x="325462" y="25323"/>
                  </a:lnTo>
                  <a:lnTo>
                    <a:pt x="332740" y="32626"/>
                  </a:lnTo>
                  <a:lnTo>
                    <a:pt x="350723" y="32626"/>
                  </a:lnTo>
                  <a:lnTo>
                    <a:pt x="358013" y="25323"/>
                  </a:lnTo>
                  <a:lnTo>
                    <a:pt x="358013" y="16319"/>
                  </a:lnTo>
                  <a:lnTo>
                    <a:pt x="358013" y="7302"/>
                  </a:lnTo>
                  <a:close/>
                </a:path>
                <a:path w="1985644" h="521970">
                  <a:moveTo>
                    <a:pt x="520738" y="496531"/>
                  </a:moveTo>
                  <a:lnTo>
                    <a:pt x="513448" y="489229"/>
                  </a:lnTo>
                  <a:lnTo>
                    <a:pt x="495477" y="489229"/>
                  </a:lnTo>
                  <a:lnTo>
                    <a:pt x="488188" y="496531"/>
                  </a:lnTo>
                  <a:lnTo>
                    <a:pt x="488188" y="514540"/>
                  </a:lnTo>
                  <a:lnTo>
                    <a:pt x="495477" y="521843"/>
                  </a:lnTo>
                  <a:lnTo>
                    <a:pt x="513448" y="521843"/>
                  </a:lnTo>
                  <a:lnTo>
                    <a:pt x="520738" y="514540"/>
                  </a:lnTo>
                  <a:lnTo>
                    <a:pt x="520738" y="505536"/>
                  </a:lnTo>
                  <a:lnTo>
                    <a:pt x="520738" y="496531"/>
                  </a:lnTo>
                  <a:close/>
                </a:path>
                <a:path w="1985644" h="521970">
                  <a:moveTo>
                    <a:pt x="520738" y="333451"/>
                  </a:moveTo>
                  <a:lnTo>
                    <a:pt x="513448" y="326161"/>
                  </a:lnTo>
                  <a:lnTo>
                    <a:pt x="495477" y="326161"/>
                  </a:lnTo>
                  <a:lnTo>
                    <a:pt x="488188" y="333451"/>
                  </a:lnTo>
                  <a:lnTo>
                    <a:pt x="488188" y="351472"/>
                  </a:lnTo>
                  <a:lnTo>
                    <a:pt x="495477" y="358775"/>
                  </a:lnTo>
                  <a:lnTo>
                    <a:pt x="513448" y="358775"/>
                  </a:lnTo>
                  <a:lnTo>
                    <a:pt x="520738" y="351472"/>
                  </a:lnTo>
                  <a:lnTo>
                    <a:pt x="520738" y="342468"/>
                  </a:lnTo>
                  <a:lnTo>
                    <a:pt x="520738" y="333451"/>
                  </a:lnTo>
                  <a:close/>
                </a:path>
                <a:path w="1985644" h="521970">
                  <a:moveTo>
                    <a:pt x="520738" y="170383"/>
                  </a:moveTo>
                  <a:lnTo>
                    <a:pt x="513448" y="163080"/>
                  </a:lnTo>
                  <a:lnTo>
                    <a:pt x="495477" y="163080"/>
                  </a:lnTo>
                  <a:lnTo>
                    <a:pt x="488188" y="170383"/>
                  </a:lnTo>
                  <a:lnTo>
                    <a:pt x="488188" y="188391"/>
                  </a:lnTo>
                  <a:lnTo>
                    <a:pt x="495477" y="195694"/>
                  </a:lnTo>
                  <a:lnTo>
                    <a:pt x="513448" y="195694"/>
                  </a:lnTo>
                  <a:lnTo>
                    <a:pt x="520738" y="188391"/>
                  </a:lnTo>
                  <a:lnTo>
                    <a:pt x="520738" y="179387"/>
                  </a:lnTo>
                  <a:lnTo>
                    <a:pt x="520738" y="170383"/>
                  </a:lnTo>
                  <a:close/>
                </a:path>
                <a:path w="1985644" h="521970">
                  <a:moveTo>
                    <a:pt x="520738" y="7302"/>
                  </a:moveTo>
                  <a:lnTo>
                    <a:pt x="513448" y="0"/>
                  </a:lnTo>
                  <a:lnTo>
                    <a:pt x="495477" y="0"/>
                  </a:lnTo>
                  <a:lnTo>
                    <a:pt x="488188" y="7302"/>
                  </a:lnTo>
                  <a:lnTo>
                    <a:pt x="488188" y="25323"/>
                  </a:lnTo>
                  <a:lnTo>
                    <a:pt x="495477" y="32626"/>
                  </a:lnTo>
                  <a:lnTo>
                    <a:pt x="513448" y="32626"/>
                  </a:lnTo>
                  <a:lnTo>
                    <a:pt x="520738" y="25323"/>
                  </a:lnTo>
                  <a:lnTo>
                    <a:pt x="520738" y="16319"/>
                  </a:lnTo>
                  <a:lnTo>
                    <a:pt x="520738" y="7302"/>
                  </a:lnTo>
                  <a:close/>
                </a:path>
                <a:path w="1985644" h="521970">
                  <a:moveTo>
                    <a:pt x="683463" y="496531"/>
                  </a:moveTo>
                  <a:lnTo>
                    <a:pt x="676173" y="489229"/>
                  </a:lnTo>
                  <a:lnTo>
                    <a:pt x="658202" y="489229"/>
                  </a:lnTo>
                  <a:lnTo>
                    <a:pt x="650925" y="496531"/>
                  </a:lnTo>
                  <a:lnTo>
                    <a:pt x="650925" y="514540"/>
                  </a:lnTo>
                  <a:lnTo>
                    <a:pt x="658202" y="521843"/>
                  </a:lnTo>
                  <a:lnTo>
                    <a:pt x="676173" y="521843"/>
                  </a:lnTo>
                  <a:lnTo>
                    <a:pt x="683463" y="514540"/>
                  </a:lnTo>
                  <a:lnTo>
                    <a:pt x="683463" y="505536"/>
                  </a:lnTo>
                  <a:lnTo>
                    <a:pt x="683463" y="496531"/>
                  </a:lnTo>
                  <a:close/>
                </a:path>
                <a:path w="1985644" h="521970">
                  <a:moveTo>
                    <a:pt x="683463" y="333451"/>
                  </a:moveTo>
                  <a:lnTo>
                    <a:pt x="676173" y="326161"/>
                  </a:lnTo>
                  <a:lnTo>
                    <a:pt x="658202" y="326161"/>
                  </a:lnTo>
                  <a:lnTo>
                    <a:pt x="650925" y="333451"/>
                  </a:lnTo>
                  <a:lnTo>
                    <a:pt x="650925" y="351472"/>
                  </a:lnTo>
                  <a:lnTo>
                    <a:pt x="658202" y="358775"/>
                  </a:lnTo>
                  <a:lnTo>
                    <a:pt x="676173" y="358775"/>
                  </a:lnTo>
                  <a:lnTo>
                    <a:pt x="683463" y="351472"/>
                  </a:lnTo>
                  <a:lnTo>
                    <a:pt x="683463" y="342468"/>
                  </a:lnTo>
                  <a:lnTo>
                    <a:pt x="683463" y="333451"/>
                  </a:lnTo>
                  <a:close/>
                </a:path>
                <a:path w="1985644" h="521970">
                  <a:moveTo>
                    <a:pt x="683463" y="170383"/>
                  </a:moveTo>
                  <a:lnTo>
                    <a:pt x="676173" y="163080"/>
                  </a:lnTo>
                  <a:lnTo>
                    <a:pt x="658202" y="163080"/>
                  </a:lnTo>
                  <a:lnTo>
                    <a:pt x="650925" y="170383"/>
                  </a:lnTo>
                  <a:lnTo>
                    <a:pt x="650925" y="188391"/>
                  </a:lnTo>
                  <a:lnTo>
                    <a:pt x="658202" y="195694"/>
                  </a:lnTo>
                  <a:lnTo>
                    <a:pt x="676173" y="195694"/>
                  </a:lnTo>
                  <a:lnTo>
                    <a:pt x="683463" y="188391"/>
                  </a:lnTo>
                  <a:lnTo>
                    <a:pt x="683463" y="179387"/>
                  </a:lnTo>
                  <a:lnTo>
                    <a:pt x="683463" y="170383"/>
                  </a:lnTo>
                  <a:close/>
                </a:path>
                <a:path w="1985644" h="521970">
                  <a:moveTo>
                    <a:pt x="683463" y="7302"/>
                  </a:moveTo>
                  <a:lnTo>
                    <a:pt x="676173" y="0"/>
                  </a:lnTo>
                  <a:lnTo>
                    <a:pt x="658202" y="0"/>
                  </a:lnTo>
                  <a:lnTo>
                    <a:pt x="650925" y="7302"/>
                  </a:lnTo>
                  <a:lnTo>
                    <a:pt x="650925" y="25323"/>
                  </a:lnTo>
                  <a:lnTo>
                    <a:pt x="658202" y="32626"/>
                  </a:lnTo>
                  <a:lnTo>
                    <a:pt x="676173" y="32626"/>
                  </a:lnTo>
                  <a:lnTo>
                    <a:pt x="683463" y="25323"/>
                  </a:lnTo>
                  <a:lnTo>
                    <a:pt x="683463" y="16319"/>
                  </a:lnTo>
                  <a:lnTo>
                    <a:pt x="683463" y="7302"/>
                  </a:lnTo>
                  <a:close/>
                </a:path>
                <a:path w="1985644" h="521970">
                  <a:moveTo>
                    <a:pt x="846226" y="496531"/>
                  </a:moveTo>
                  <a:lnTo>
                    <a:pt x="838911" y="489229"/>
                  </a:lnTo>
                  <a:lnTo>
                    <a:pt x="820902" y="489229"/>
                  </a:lnTo>
                  <a:lnTo>
                    <a:pt x="813676" y="496531"/>
                  </a:lnTo>
                  <a:lnTo>
                    <a:pt x="813676" y="514540"/>
                  </a:lnTo>
                  <a:lnTo>
                    <a:pt x="820902" y="521843"/>
                  </a:lnTo>
                  <a:lnTo>
                    <a:pt x="838911" y="521843"/>
                  </a:lnTo>
                  <a:lnTo>
                    <a:pt x="846226" y="514540"/>
                  </a:lnTo>
                  <a:lnTo>
                    <a:pt x="846226" y="505536"/>
                  </a:lnTo>
                  <a:lnTo>
                    <a:pt x="846226" y="496531"/>
                  </a:lnTo>
                  <a:close/>
                </a:path>
                <a:path w="1985644" h="521970">
                  <a:moveTo>
                    <a:pt x="846226" y="333451"/>
                  </a:moveTo>
                  <a:lnTo>
                    <a:pt x="838911" y="326161"/>
                  </a:lnTo>
                  <a:lnTo>
                    <a:pt x="820902" y="326161"/>
                  </a:lnTo>
                  <a:lnTo>
                    <a:pt x="813676" y="333451"/>
                  </a:lnTo>
                  <a:lnTo>
                    <a:pt x="813676" y="351472"/>
                  </a:lnTo>
                  <a:lnTo>
                    <a:pt x="820902" y="358775"/>
                  </a:lnTo>
                  <a:lnTo>
                    <a:pt x="838911" y="358775"/>
                  </a:lnTo>
                  <a:lnTo>
                    <a:pt x="846226" y="351472"/>
                  </a:lnTo>
                  <a:lnTo>
                    <a:pt x="846226" y="342468"/>
                  </a:lnTo>
                  <a:lnTo>
                    <a:pt x="846226" y="333451"/>
                  </a:lnTo>
                  <a:close/>
                </a:path>
                <a:path w="1985644" h="521970">
                  <a:moveTo>
                    <a:pt x="846226" y="170383"/>
                  </a:moveTo>
                  <a:lnTo>
                    <a:pt x="838911" y="163080"/>
                  </a:lnTo>
                  <a:lnTo>
                    <a:pt x="820902" y="163080"/>
                  </a:lnTo>
                  <a:lnTo>
                    <a:pt x="813676" y="170383"/>
                  </a:lnTo>
                  <a:lnTo>
                    <a:pt x="813676" y="188391"/>
                  </a:lnTo>
                  <a:lnTo>
                    <a:pt x="820902" y="195694"/>
                  </a:lnTo>
                  <a:lnTo>
                    <a:pt x="838911" y="195694"/>
                  </a:lnTo>
                  <a:lnTo>
                    <a:pt x="846226" y="188391"/>
                  </a:lnTo>
                  <a:lnTo>
                    <a:pt x="846226" y="179387"/>
                  </a:lnTo>
                  <a:lnTo>
                    <a:pt x="846226" y="170383"/>
                  </a:lnTo>
                  <a:close/>
                </a:path>
                <a:path w="1985644" h="521970">
                  <a:moveTo>
                    <a:pt x="846226" y="7302"/>
                  </a:moveTo>
                  <a:lnTo>
                    <a:pt x="838911" y="0"/>
                  </a:lnTo>
                  <a:lnTo>
                    <a:pt x="820902" y="0"/>
                  </a:lnTo>
                  <a:lnTo>
                    <a:pt x="813676" y="7302"/>
                  </a:lnTo>
                  <a:lnTo>
                    <a:pt x="813676" y="25323"/>
                  </a:lnTo>
                  <a:lnTo>
                    <a:pt x="820902" y="32626"/>
                  </a:lnTo>
                  <a:lnTo>
                    <a:pt x="838911" y="32626"/>
                  </a:lnTo>
                  <a:lnTo>
                    <a:pt x="846226" y="25323"/>
                  </a:lnTo>
                  <a:lnTo>
                    <a:pt x="846226" y="16319"/>
                  </a:lnTo>
                  <a:lnTo>
                    <a:pt x="846226" y="7302"/>
                  </a:lnTo>
                  <a:close/>
                </a:path>
                <a:path w="1985644" h="521970">
                  <a:moveTo>
                    <a:pt x="1008951" y="496531"/>
                  </a:moveTo>
                  <a:lnTo>
                    <a:pt x="1001649" y="489229"/>
                  </a:lnTo>
                  <a:lnTo>
                    <a:pt x="983640" y="489229"/>
                  </a:lnTo>
                  <a:lnTo>
                    <a:pt x="976401" y="496531"/>
                  </a:lnTo>
                  <a:lnTo>
                    <a:pt x="976401" y="514540"/>
                  </a:lnTo>
                  <a:lnTo>
                    <a:pt x="983640" y="521843"/>
                  </a:lnTo>
                  <a:lnTo>
                    <a:pt x="1001649" y="521843"/>
                  </a:lnTo>
                  <a:lnTo>
                    <a:pt x="1008951" y="514540"/>
                  </a:lnTo>
                  <a:lnTo>
                    <a:pt x="1008951" y="505536"/>
                  </a:lnTo>
                  <a:lnTo>
                    <a:pt x="1008951" y="496531"/>
                  </a:lnTo>
                  <a:close/>
                </a:path>
                <a:path w="1985644" h="521970">
                  <a:moveTo>
                    <a:pt x="1008951" y="333451"/>
                  </a:moveTo>
                  <a:lnTo>
                    <a:pt x="1001649" y="326161"/>
                  </a:lnTo>
                  <a:lnTo>
                    <a:pt x="983640" y="326161"/>
                  </a:lnTo>
                  <a:lnTo>
                    <a:pt x="976401" y="333451"/>
                  </a:lnTo>
                  <a:lnTo>
                    <a:pt x="976401" y="351472"/>
                  </a:lnTo>
                  <a:lnTo>
                    <a:pt x="983640" y="358775"/>
                  </a:lnTo>
                  <a:lnTo>
                    <a:pt x="1001649" y="358775"/>
                  </a:lnTo>
                  <a:lnTo>
                    <a:pt x="1008951" y="351472"/>
                  </a:lnTo>
                  <a:lnTo>
                    <a:pt x="1008951" y="342468"/>
                  </a:lnTo>
                  <a:lnTo>
                    <a:pt x="1008951" y="333451"/>
                  </a:lnTo>
                  <a:close/>
                </a:path>
                <a:path w="1985644" h="521970">
                  <a:moveTo>
                    <a:pt x="1008951" y="170383"/>
                  </a:moveTo>
                  <a:lnTo>
                    <a:pt x="1001649" y="163080"/>
                  </a:lnTo>
                  <a:lnTo>
                    <a:pt x="983640" y="163080"/>
                  </a:lnTo>
                  <a:lnTo>
                    <a:pt x="976401" y="170383"/>
                  </a:lnTo>
                  <a:lnTo>
                    <a:pt x="976401" y="188391"/>
                  </a:lnTo>
                  <a:lnTo>
                    <a:pt x="983640" y="195694"/>
                  </a:lnTo>
                  <a:lnTo>
                    <a:pt x="1001649" y="195694"/>
                  </a:lnTo>
                  <a:lnTo>
                    <a:pt x="1008951" y="188391"/>
                  </a:lnTo>
                  <a:lnTo>
                    <a:pt x="1008951" y="179387"/>
                  </a:lnTo>
                  <a:lnTo>
                    <a:pt x="1008951" y="170383"/>
                  </a:lnTo>
                  <a:close/>
                </a:path>
                <a:path w="1985644" h="521970">
                  <a:moveTo>
                    <a:pt x="1008951" y="7302"/>
                  </a:moveTo>
                  <a:lnTo>
                    <a:pt x="1001649" y="0"/>
                  </a:lnTo>
                  <a:lnTo>
                    <a:pt x="983640" y="0"/>
                  </a:lnTo>
                  <a:lnTo>
                    <a:pt x="976401" y="7302"/>
                  </a:lnTo>
                  <a:lnTo>
                    <a:pt x="976401" y="25323"/>
                  </a:lnTo>
                  <a:lnTo>
                    <a:pt x="983640" y="32626"/>
                  </a:lnTo>
                  <a:lnTo>
                    <a:pt x="1001649" y="32626"/>
                  </a:lnTo>
                  <a:lnTo>
                    <a:pt x="1008951" y="25323"/>
                  </a:lnTo>
                  <a:lnTo>
                    <a:pt x="1008951" y="16319"/>
                  </a:lnTo>
                  <a:lnTo>
                    <a:pt x="1008951" y="7302"/>
                  </a:lnTo>
                  <a:close/>
                </a:path>
                <a:path w="1985644" h="521970">
                  <a:moveTo>
                    <a:pt x="1171676" y="496531"/>
                  </a:moveTo>
                  <a:lnTo>
                    <a:pt x="1164374" y="489229"/>
                  </a:lnTo>
                  <a:lnTo>
                    <a:pt x="1146365" y="489229"/>
                  </a:lnTo>
                  <a:lnTo>
                    <a:pt x="1139139" y="496531"/>
                  </a:lnTo>
                  <a:lnTo>
                    <a:pt x="1139139" y="514540"/>
                  </a:lnTo>
                  <a:lnTo>
                    <a:pt x="1146365" y="521843"/>
                  </a:lnTo>
                  <a:lnTo>
                    <a:pt x="1164374" y="521843"/>
                  </a:lnTo>
                  <a:lnTo>
                    <a:pt x="1171676" y="514540"/>
                  </a:lnTo>
                  <a:lnTo>
                    <a:pt x="1171676" y="505536"/>
                  </a:lnTo>
                  <a:lnTo>
                    <a:pt x="1171676" y="496531"/>
                  </a:lnTo>
                  <a:close/>
                </a:path>
                <a:path w="1985644" h="521970">
                  <a:moveTo>
                    <a:pt x="1171676" y="333451"/>
                  </a:moveTo>
                  <a:lnTo>
                    <a:pt x="1164374" y="326161"/>
                  </a:lnTo>
                  <a:lnTo>
                    <a:pt x="1146365" y="326161"/>
                  </a:lnTo>
                  <a:lnTo>
                    <a:pt x="1139139" y="333451"/>
                  </a:lnTo>
                  <a:lnTo>
                    <a:pt x="1139139" y="351472"/>
                  </a:lnTo>
                  <a:lnTo>
                    <a:pt x="1146365" y="358775"/>
                  </a:lnTo>
                  <a:lnTo>
                    <a:pt x="1164374" y="358775"/>
                  </a:lnTo>
                  <a:lnTo>
                    <a:pt x="1171676" y="351472"/>
                  </a:lnTo>
                  <a:lnTo>
                    <a:pt x="1171676" y="342468"/>
                  </a:lnTo>
                  <a:lnTo>
                    <a:pt x="1171676" y="333451"/>
                  </a:lnTo>
                  <a:close/>
                </a:path>
                <a:path w="1985644" h="521970">
                  <a:moveTo>
                    <a:pt x="1171676" y="170383"/>
                  </a:moveTo>
                  <a:lnTo>
                    <a:pt x="1164374" y="163080"/>
                  </a:lnTo>
                  <a:lnTo>
                    <a:pt x="1146365" y="163080"/>
                  </a:lnTo>
                  <a:lnTo>
                    <a:pt x="1139139" y="170383"/>
                  </a:lnTo>
                  <a:lnTo>
                    <a:pt x="1139139" y="188391"/>
                  </a:lnTo>
                  <a:lnTo>
                    <a:pt x="1146365" y="195694"/>
                  </a:lnTo>
                  <a:lnTo>
                    <a:pt x="1164374" y="195694"/>
                  </a:lnTo>
                  <a:lnTo>
                    <a:pt x="1171676" y="188391"/>
                  </a:lnTo>
                  <a:lnTo>
                    <a:pt x="1171676" y="179387"/>
                  </a:lnTo>
                  <a:lnTo>
                    <a:pt x="1171676" y="170383"/>
                  </a:lnTo>
                  <a:close/>
                </a:path>
                <a:path w="1985644" h="521970">
                  <a:moveTo>
                    <a:pt x="1171676" y="7302"/>
                  </a:moveTo>
                  <a:lnTo>
                    <a:pt x="1164374" y="0"/>
                  </a:lnTo>
                  <a:lnTo>
                    <a:pt x="1146365" y="0"/>
                  </a:lnTo>
                  <a:lnTo>
                    <a:pt x="1139139" y="7302"/>
                  </a:lnTo>
                  <a:lnTo>
                    <a:pt x="1139139" y="25323"/>
                  </a:lnTo>
                  <a:lnTo>
                    <a:pt x="1146365" y="32626"/>
                  </a:lnTo>
                  <a:lnTo>
                    <a:pt x="1164374" y="32626"/>
                  </a:lnTo>
                  <a:lnTo>
                    <a:pt x="1171676" y="25323"/>
                  </a:lnTo>
                  <a:lnTo>
                    <a:pt x="1171676" y="16319"/>
                  </a:lnTo>
                  <a:lnTo>
                    <a:pt x="1171676" y="7302"/>
                  </a:lnTo>
                  <a:close/>
                </a:path>
                <a:path w="1985644" h="521970">
                  <a:moveTo>
                    <a:pt x="1334414" y="496531"/>
                  </a:moveTo>
                  <a:lnTo>
                    <a:pt x="1327111" y="489229"/>
                  </a:lnTo>
                  <a:lnTo>
                    <a:pt x="1309103" y="489229"/>
                  </a:lnTo>
                  <a:lnTo>
                    <a:pt x="1301864" y="496531"/>
                  </a:lnTo>
                  <a:lnTo>
                    <a:pt x="1301864" y="514540"/>
                  </a:lnTo>
                  <a:lnTo>
                    <a:pt x="1309103" y="521843"/>
                  </a:lnTo>
                  <a:lnTo>
                    <a:pt x="1327111" y="521843"/>
                  </a:lnTo>
                  <a:lnTo>
                    <a:pt x="1334414" y="514540"/>
                  </a:lnTo>
                  <a:lnTo>
                    <a:pt x="1334414" y="505536"/>
                  </a:lnTo>
                  <a:lnTo>
                    <a:pt x="1334414" y="496531"/>
                  </a:lnTo>
                  <a:close/>
                </a:path>
                <a:path w="1985644" h="521970">
                  <a:moveTo>
                    <a:pt x="1334414" y="333451"/>
                  </a:moveTo>
                  <a:lnTo>
                    <a:pt x="1327111" y="326161"/>
                  </a:lnTo>
                  <a:lnTo>
                    <a:pt x="1309103" y="326161"/>
                  </a:lnTo>
                  <a:lnTo>
                    <a:pt x="1301864" y="333451"/>
                  </a:lnTo>
                  <a:lnTo>
                    <a:pt x="1301864" y="351472"/>
                  </a:lnTo>
                  <a:lnTo>
                    <a:pt x="1309103" y="358775"/>
                  </a:lnTo>
                  <a:lnTo>
                    <a:pt x="1327111" y="358775"/>
                  </a:lnTo>
                  <a:lnTo>
                    <a:pt x="1334414" y="351472"/>
                  </a:lnTo>
                  <a:lnTo>
                    <a:pt x="1334414" y="342468"/>
                  </a:lnTo>
                  <a:lnTo>
                    <a:pt x="1334414" y="333451"/>
                  </a:lnTo>
                  <a:close/>
                </a:path>
                <a:path w="1985644" h="521970">
                  <a:moveTo>
                    <a:pt x="1334414" y="170383"/>
                  </a:moveTo>
                  <a:lnTo>
                    <a:pt x="1327111" y="163080"/>
                  </a:lnTo>
                  <a:lnTo>
                    <a:pt x="1309103" y="163080"/>
                  </a:lnTo>
                  <a:lnTo>
                    <a:pt x="1301864" y="170383"/>
                  </a:lnTo>
                  <a:lnTo>
                    <a:pt x="1301864" y="188391"/>
                  </a:lnTo>
                  <a:lnTo>
                    <a:pt x="1309103" y="195694"/>
                  </a:lnTo>
                  <a:lnTo>
                    <a:pt x="1327111" y="195694"/>
                  </a:lnTo>
                  <a:lnTo>
                    <a:pt x="1334414" y="188391"/>
                  </a:lnTo>
                  <a:lnTo>
                    <a:pt x="1334414" y="179387"/>
                  </a:lnTo>
                  <a:lnTo>
                    <a:pt x="1334414" y="170383"/>
                  </a:lnTo>
                  <a:close/>
                </a:path>
                <a:path w="1985644" h="521970">
                  <a:moveTo>
                    <a:pt x="1334414" y="7302"/>
                  </a:moveTo>
                  <a:lnTo>
                    <a:pt x="1327111" y="0"/>
                  </a:lnTo>
                  <a:lnTo>
                    <a:pt x="1309103" y="0"/>
                  </a:lnTo>
                  <a:lnTo>
                    <a:pt x="1301864" y="7302"/>
                  </a:lnTo>
                  <a:lnTo>
                    <a:pt x="1301864" y="25323"/>
                  </a:lnTo>
                  <a:lnTo>
                    <a:pt x="1309103" y="32626"/>
                  </a:lnTo>
                  <a:lnTo>
                    <a:pt x="1327111" y="32626"/>
                  </a:lnTo>
                  <a:lnTo>
                    <a:pt x="1334414" y="25323"/>
                  </a:lnTo>
                  <a:lnTo>
                    <a:pt x="1334414" y="16319"/>
                  </a:lnTo>
                  <a:lnTo>
                    <a:pt x="1334414" y="7302"/>
                  </a:lnTo>
                  <a:close/>
                </a:path>
                <a:path w="1985644" h="521970">
                  <a:moveTo>
                    <a:pt x="1497139" y="496531"/>
                  </a:moveTo>
                  <a:lnTo>
                    <a:pt x="1489837" y="489229"/>
                  </a:lnTo>
                  <a:lnTo>
                    <a:pt x="1471828" y="489229"/>
                  </a:lnTo>
                  <a:lnTo>
                    <a:pt x="1464602" y="496531"/>
                  </a:lnTo>
                  <a:lnTo>
                    <a:pt x="1464602" y="514540"/>
                  </a:lnTo>
                  <a:lnTo>
                    <a:pt x="1471828" y="521843"/>
                  </a:lnTo>
                  <a:lnTo>
                    <a:pt x="1489837" y="521843"/>
                  </a:lnTo>
                  <a:lnTo>
                    <a:pt x="1497139" y="514540"/>
                  </a:lnTo>
                  <a:lnTo>
                    <a:pt x="1497139" y="505536"/>
                  </a:lnTo>
                  <a:lnTo>
                    <a:pt x="1497139" y="496531"/>
                  </a:lnTo>
                  <a:close/>
                </a:path>
                <a:path w="1985644" h="521970">
                  <a:moveTo>
                    <a:pt x="1497139" y="333451"/>
                  </a:moveTo>
                  <a:lnTo>
                    <a:pt x="1489837" y="326161"/>
                  </a:lnTo>
                  <a:lnTo>
                    <a:pt x="1471828" y="326161"/>
                  </a:lnTo>
                  <a:lnTo>
                    <a:pt x="1464602" y="333451"/>
                  </a:lnTo>
                  <a:lnTo>
                    <a:pt x="1464602" y="351472"/>
                  </a:lnTo>
                  <a:lnTo>
                    <a:pt x="1471828" y="358775"/>
                  </a:lnTo>
                  <a:lnTo>
                    <a:pt x="1489837" y="358775"/>
                  </a:lnTo>
                  <a:lnTo>
                    <a:pt x="1497139" y="351472"/>
                  </a:lnTo>
                  <a:lnTo>
                    <a:pt x="1497139" y="342468"/>
                  </a:lnTo>
                  <a:lnTo>
                    <a:pt x="1497139" y="333451"/>
                  </a:lnTo>
                  <a:close/>
                </a:path>
                <a:path w="1985644" h="521970">
                  <a:moveTo>
                    <a:pt x="1497139" y="170383"/>
                  </a:moveTo>
                  <a:lnTo>
                    <a:pt x="1489837" y="163080"/>
                  </a:lnTo>
                  <a:lnTo>
                    <a:pt x="1471828" y="163080"/>
                  </a:lnTo>
                  <a:lnTo>
                    <a:pt x="1464602" y="170383"/>
                  </a:lnTo>
                  <a:lnTo>
                    <a:pt x="1464602" y="188391"/>
                  </a:lnTo>
                  <a:lnTo>
                    <a:pt x="1471828" y="195694"/>
                  </a:lnTo>
                  <a:lnTo>
                    <a:pt x="1489837" y="195694"/>
                  </a:lnTo>
                  <a:lnTo>
                    <a:pt x="1497139" y="188391"/>
                  </a:lnTo>
                  <a:lnTo>
                    <a:pt x="1497139" y="179387"/>
                  </a:lnTo>
                  <a:lnTo>
                    <a:pt x="1497139" y="170383"/>
                  </a:lnTo>
                  <a:close/>
                </a:path>
                <a:path w="1985644" h="521970">
                  <a:moveTo>
                    <a:pt x="1497139" y="7302"/>
                  </a:moveTo>
                  <a:lnTo>
                    <a:pt x="1489837" y="12"/>
                  </a:lnTo>
                  <a:lnTo>
                    <a:pt x="1471828" y="12"/>
                  </a:lnTo>
                  <a:lnTo>
                    <a:pt x="1464602" y="7302"/>
                  </a:lnTo>
                  <a:lnTo>
                    <a:pt x="1464602" y="25323"/>
                  </a:lnTo>
                  <a:lnTo>
                    <a:pt x="1471828" y="32626"/>
                  </a:lnTo>
                  <a:lnTo>
                    <a:pt x="1489837" y="32626"/>
                  </a:lnTo>
                  <a:lnTo>
                    <a:pt x="1497139" y="25323"/>
                  </a:lnTo>
                  <a:lnTo>
                    <a:pt x="1497139" y="16319"/>
                  </a:lnTo>
                  <a:lnTo>
                    <a:pt x="1497139" y="7302"/>
                  </a:lnTo>
                  <a:close/>
                </a:path>
                <a:path w="1985644" h="521970">
                  <a:moveTo>
                    <a:pt x="1659877" y="496531"/>
                  </a:moveTo>
                  <a:lnTo>
                    <a:pt x="1652574" y="489229"/>
                  </a:lnTo>
                  <a:lnTo>
                    <a:pt x="1634566" y="489229"/>
                  </a:lnTo>
                  <a:lnTo>
                    <a:pt x="1627327" y="496531"/>
                  </a:lnTo>
                  <a:lnTo>
                    <a:pt x="1627327" y="514540"/>
                  </a:lnTo>
                  <a:lnTo>
                    <a:pt x="1634566" y="521843"/>
                  </a:lnTo>
                  <a:lnTo>
                    <a:pt x="1652574" y="521843"/>
                  </a:lnTo>
                  <a:lnTo>
                    <a:pt x="1659877" y="514540"/>
                  </a:lnTo>
                  <a:lnTo>
                    <a:pt x="1659877" y="505536"/>
                  </a:lnTo>
                  <a:lnTo>
                    <a:pt x="1659877" y="496531"/>
                  </a:lnTo>
                  <a:close/>
                </a:path>
                <a:path w="1985644" h="521970">
                  <a:moveTo>
                    <a:pt x="1659877" y="333451"/>
                  </a:moveTo>
                  <a:lnTo>
                    <a:pt x="1652574" y="326161"/>
                  </a:lnTo>
                  <a:lnTo>
                    <a:pt x="1634566" y="326161"/>
                  </a:lnTo>
                  <a:lnTo>
                    <a:pt x="1627327" y="333451"/>
                  </a:lnTo>
                  <a:lnTo>
                    <a:pt x="1627327" y="351472"/>
                  </a:lnTo>
                  <a:lnTo>
                    <a:pt x="1634566" y="358775"/>
                  </a:lnTo>
                  <a:lnTo>
                    <a:pt x="1652574" y="358775"/>
                  </a:lnTo>
                  <a:lnTo>
                    <a:pt x="1659877" y="351472"/>
                  </a:lnTo>
                  <a:lnTo>
                    <a:pt x="1659877" y="342468"/>
                  </a:lnTo>
                  <a:lnTo>
                    <a:pt x="1659877" y="333451"/>
                  </a:lnTo>
                  <a:close/>
                </a:path>
                <a:path w="1985644" h="521970">
                  <a:moveTo>
                    <a:pt x="1659877" y="170383"/>
                  </a:moveTo>
                  <a:lnTo>
                    <a:pt x="1652574" y="163080"/>
                  </a:lnTo>
                  <a:lnTo>
                    <a:pt x="1634566" y="163080"/>
                  </a:lnTo>
                  <a:lnTo>
                    <a:pt x="1627327" y="170383"/>
                  </a:lnTo>
                  <a:lnTo>
                    <a:pt x="1627327" y="188391"/>
                  </a:lnTo>
                  <a:lnTo>
                    <a:pt x="1634566" y="195694"/>
                  </a:lnTo>
                  <a:lnTo>
                    <a:pt x="1652574" y="195694"/>
                  </a:lnTo>
                  <a:lnTo>
                    <a:pt x="1659877" y="188391"/>
                  </a:lnTo>
                  <a:lnTo>
                    <a:pt x="1659877" y="179387"/>
                  </a:lnTo>
                  <a:lnTo>
                    <a:pt x="1659877" y="170383"/>
                  </a:lnTo>
                  <a:close/>
                </a:path>
                <a:path w="1985644" h="521970">
                  <a:moveTo>
                    <a:pt x="1659877" y="7302"/>
                  </a:moveTo>
                  <a:lnTo>
                    <a:pt x="1652574" y="12"/>
                  </a:lnTo>
                  <a:lnTo>
                    <a:pt x="1634566" y="12"/>
                  </a:lnTo>
                  <a:lnTo>
                    <a:pt x="1627327" y="7302"/>
                  </a:lnTo>
                  <a:lnTo>
                    <a:pt x="1627327" y="25323"/>
                  </a:lnTo>
                  <a:lnTo>
                    <a:pt x="1634566" y="32626"/>
                  </a:lnTo>
                  <a:lnTo>
                    <a:pt x="1652574" y="32626"/>
                  </a:lnTo>
                  <a:lnTo>
                    <a:pt x="1659877" y="25323"/>
                  </a:lnTo>
                  <a:lnTo>
                    <a:pt x="1659877" y="16319"/>
                  </a:lnTo>
                  <a:lnTo>
                    <a:pt x="1659877" y="7302"/>
                  </a:lnTo>
                  <a:close/>
                </a:path>
                <a:path w="1985644" h="521970">
                  <a:moveTo>
                    <a:pt x="1822602" y="496531"/>
                  </a:moveTo>
                  <a:lnTo>
                    <a:pt x="1815299" y="489229"/>
                  </a:lnTo>
                  <a:lnTo>
                    <a:pt x="1797291" y="489229"/>
                  </a:lnTo>
                  <a:lnTo>
                    <a:pt x="1790065" y="496531"/>
                  </a:lnTo>
                  <a:lnTo>
                    <a:pt x="1790065" y="514540"/>
                  </a:lnTo>
                  <a:lnTo>
                    <a:pt x="1797291" y="521843"/>
                  </a:lnTo>
                  <a:lnTo>
                    <a:pt x="1815299" y="521843"/>
                  </a:lnTo>
                  <a:lnTo>
                    <a:pt x="1822602" y="514540"/>
                  </a:lnTo>
                  <a:lnTo>
                    <a:pt x="1822602" y="505536"/>
                  </a:lnTo>
                  <a:lnTo>
                    <a:pt x="1822602" y="496531"/>
                  </a:lnTo>
                  <a:close/>
                </a:path>
                <a:path w="1985644" h="521970">
                  <a:moveTo>
                    <a:pt x="1822602" y="333451"/>
                  </a:moveTo>
                  <a:lnTo>
                    <a:pt x="1815299" y="326161"/>
                  </a:lnTo>
                  <a:lnTo>
                    <a:pt x="1797291" y="326161"/>
                  </a:lnTo>
                  <a:lnTo>
                    <a:pt x="1790065" y="333451"/>
                  </a:lnTo>
                  <a:lnTo>
                    <a:pt x="1790065" y="351472"/>
                  </a:lnTo>
                  <a:lnTo>
                    <a:pt x="1797291" y="358775"/>
                  </a:lnTo>
                  <a:lnTo>
                    <a:pt x="1815299" y="358775"/>
                  </a:lnTo>
                  <a:lnTo>
                    <a:pt x="1822602" y="351472"/>
                  </a:lnTo>
                  <a:lnTo>
                    <a:pt x="1822602" y="342468"/>
                  </a:lnTo>
                  <a:lnTo>
                    <a:pt x="1822602" y="333451"/>
                  </a:lnTo>
                  <a:close/>
                </a:path>
                <a:path w="1985644" h="521970">
                  <a:moveTo>
                    <a:pt x="1822602" y="170383"/>
                  </a:moveTo>
                  <a:lnTo>
                    <a:pt x="1815299" y="163080"/>
                  </a:lnTo>
                  <a:lnTo>
                    <a:pt x="1797291" y="163080"/>
                  </a:lnTo>
                  <a:lnTo>
                    <a:pt x="1790065" y="170383"/>
                  </a:lnTo>
                  <a:lnTo>
                    <a:pt x="1790065" y="188391"/>
                  </a:lnTo>
                  <a:lnTo>
                    <a:pt x="1797291" y="195694"/>
                  </a:lnTo>
                  <a:lnTo>
                    <a:pt x="1815299" y="195694"/>
                  </a:lnTo>
                  <a:lnTo>
                    <a:pt x="1822602" y="188391"/>
                  </a:lnTo>
                  <a:lnTo>
                    <a:pt x="1822602" y="179387"/>
                  </a:lnTo>
                  <a:lnTo>
                    <a:pt x="1822602" y="170383"/>
                  </a:lnTo>
                  <a:close/>
                </a:path>
                <a:path w="1985644" h="521970">
                  <a:moveTo>
                    <a:pt x="1822602" y="7302"/>
                  </a:moveTo>
                  <a:lnTo>
                    <a:pt x="1815299" y="12"/>
                  </a:lnTo>
                  <a:lnTo>
                    <a:pt x="1797291" y="12"/>
                  </a:lnTo>
                  <a:lnTo>
                    <a:pt x="1790065" y="7302"/>
                  </a:lnTo>
                  <a:lnTo>
                    <a:pt x="1790065" y="25323"/>
                  </a:lnTo>
                  <a:lnTo>
                    <a:pt x="1797291" y="32626"/>
                  </a:lnTo>
                  <a:lnTo>
                    <a:pt x="1815299" y="32626"/>
                  </a:lnTo>
                  <a:lnTo>
                    <a:pt x="1822602" y="25323"/>
                  </a:lnTo>
                  <a:lnTo>
                    <a:pt x="1822602" y="16319"/>
                  </a:lnTo>
                  <a:lnTo>
                    <a:pt x="1822602" y="7302"/>
                  </a:lnTo>
                  <a:close/>
                </a:path>
                <a:path w="1985644" h="521970">
                  <a:moveTo>
                    <a:pt x="1985340" y="496531"/>
                  </a:moveTo>
                  <a:lnTo>
                    <a:pt x="1978025" y="489229"/>
                  </a:lnTo>
                  <a:lnTo>
                    <a:pt x="1960016" y="489229"/>
                  </a:lnTo>
                  <a:lnTo>
                    <a:pt x="1952790" y="496531"/>
                  </a:lnTo>
                  <a:lnTo>
                    <a:pt x="1952790" y="514540"/>
                  </a:lnTo>
                  <a:lnTo>
                    <a:pt x="1960016" y="521843"/>
                  </a:lnTo>
                  <a:lnTo>
                    <a:pt x="1978025" y="521843"/>
                  </a:lnTo>
                  <a:lnTo>
                    <a:pt x="1985340" y="514540"/>
                  </a:lnTo>
                  <a:lnTo>
                    <a:pt x="1985340" y="505536"/>
                  </a:lnTo>
                  <a:lnTo>
                    <a:pt x="1985340" y="496531"/>
                  </a:lnTo>
                  <a:close/>
                </a:path>
                <a:path w="1985644" h="521970">
                  <a:moveTo>
                    <a:pt x="1985340" y="333451"/>
                  </a:moveTo>
                  <a:lnTo>
                    <a:pt x="1978025" y="326161"/>
                  </a:lnTo>
                  <a:lnTo>
                    <a:pt x="1960016" y="326161"/>
                  </a:lnTo>
                  <a:lnTo>
                    <a:pt x="1952790" y="333451"/>
                  </a:lnTo>
                  <a:lnTo>
                    <a:pt x="1952790" y="351472"/>
                  </a:lnTo>
                  <a:lnTo>
                    <a:pt x="1960016" y="358775"/>
                  </a:lnTo>
                  <a:lnTo>
                    <a:pt x="1978025" y="358775"/>
                  </a:lnTo>
                  <a:lnTo>
                    <a:pt x="1985340" y="351472"/>
                  </a:lnTo>
                  <a:lnTo>
                    <a:pt x="1985340" y="342468"/>
                  </a:lnTo>
                  <a:lnTo>
                    <a:pt x="1985340" y="333451"/>
                  </a:lnTo>
                  <a:close/>
                </a:path>
                <a:path w="1985644" h="521970">
                  <a:moveTo>
                    <a:pt x="1985340" y="170383"/>
                  </a:moveTo>
                  <a:lnTo>
                    <a:pt x="1978025" y="163080"/>
                  </a:lnTo>
                  <a:lnTo>
                    <a:pt x="1960016" y="163080"/>
                  </a:lnTo>
                  <a:lnTo>
                    <a:pt x="1952790" y="170383"/>
                  </a:lnTo>
                  <a:lnTo>
                    <a:pt x="1952790" y="188391"/>
                  </a:lnTo>
                  <a:lnTo>
                    <a:pt x="1960016" y="195694"/>
                  </a:lnTo>
                  <a:lnTo>
                    <a:pt x="1978025" y="195694"/>
                  </a:lnTo>
                  <a:lnTo>
                    <a:pt x="1985340" y="188391"/>
                  </a:lnTo>
                  <a:lnTo>
                    <a:pt x="1985340" y="179387"/>
                  </a:lnTo>
                  <a:lnTo>
                    <a:pt x="1985340" y="170383"/>
                  </a:lnTo>
                  <a:close/>
                </a:path>
                <a:path w="1985644" h="521970">
                  <a:moveTo>
                    <a:pt x="1985340" y="7302"/>
                  </a:moveTo>
                  <a:lnTo>
                    <a:pt x="1978025" y="12"/>
                  </a:lnTo>
                  <a:lnTo>
                    <a:pt x="1960016" y="12"/>
                  </a:lnTo>
                  <a:lnTo>
                    <a:pt x="1952790" y="7302"/>
                  </a:lnTo>
                  <a:lnTo>
                    <a:pt x="1952790" y="25323"/>
                  </a:lnTo>
                  <a:lnTo>
                    <a:pt x="1960016" y="32626"/>
                  </a:lnTo>
                  <a:lnTo>
                    <a:pt x="1978025" y="32626"/>
                  </a:lnTo>
                  <a:lnTo>
                    <a:pt x="1985340" y="25323"/>
                  </a:lnTo>
                  <a:lnTo>
                    <a:pt x="1985340" y="16319"/>
                  </a:lnTo>
                  <a:lnTo>
                    <a:pt x="1985340" y="730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6334" y="8851442"/>
              <a:ext cx="521334" cy="1337310"/>
            </a:xfrm>
            <a:custGeom>
              <a:avLst/>
              <a:gdLst/>
              <a:ahLst/>
              <a:cxnLst/>
              <a:rect l="l" t="t" r="r" b="b"/>
              <a:pathLst>
                <a:path w="521334" h="1337309">
                  <a:moveTo>
                    <a:pt x="32550" y="1311910"/>
                  </a:moveTo>
                  <a:lnTo>
                    <a:pt x="25247" y="1304594"/>
                  </a:lnTo>
                  <a:lnTo>
                    <a:pt x="7239" y="1304594"/>
                  </a:lnTo>
                  <a:lnTo>
                    <a:pt x="0" y="1311910"/>
                  </a:lnTo>
                  <a:lnTo>
                    <a:pt x="0" y="1329893"/>
                  </a:lnTo>
                  <a:lnTo>
                    <a:pt x="7239" y="1337208"/>
                  </a:lnTo>
                  <a:lnTo>
                    <a:pt x="25247" y="1337208"/>
                  </a:lnTo>
                  <a:lnTo>
                    <a:pt x="32550" y="1329893"/>
                  </a:lnTo>
                  <a:lnTo>
                    <a:pt x="32550" y="1320901"/>
                  </a:lnTo>
                  <a:lnTo>
                    <a:pt x="32550" y="1311910"/>
                  </a:lnTo>
                  <a:close/>
                </a:path>
                <a:path w="521334" h="1337309">
                  <a:moveTo>
                    <a:pt x="32550" y="1148842"/>
                  </a:moveTo>
                  <a:lnTo>
                    <a:pt x="25247" y="1141526"/>
                  </a:lnTo>
                  <a:lnTo>
                    <a:pt x="7239" y="1141526"/>
                  </a:lnTo>
                  <a:lnTo>
                    <a:pt x="0" y="1148842"/>
                  </a:lnTo>
                  <a:lnTo>
                    <a:pt x="0" y="1166812"/>
                  </a:lnTo>
                  <a:lnTo>
                    <a:pt x="7239" y="1174140"/>
                  </a:lnTo>
                  <a:lnTo>
                    <a:pt x="25247" y="1174140"/>
                  </a:lnTo>
                  <a:lnTo>
                    <a:pt x="32550" y="1166812"/>
                  </a:lnTo>
                  <a:lnTo>
                    <a:pt x="32550" y="1157833"/>
                  </a:lnTo>
                  <a:lnTo>
                    <a:pt x="32550" y="1148842"/>
                  </a:lnTo>
                  <a:close/>
                </a:path>
                <a:path w="521334" h="1337309">
                  <a:moveTo>
                    <a:pt x="32550" y="985761"/>
                  </a:moveTo>
                  <a:lnTo>
                    <a:pt x="25247" y="978446"/>
                  </a:lnTo>
                  <a:lnTo>
                    <a:pt x="7239" y="978446"/>
                  </a:lnTo>
                  <a:lnTo>
                    <a:pt x="0" y="985761"/>
                  </a:lnTo>
                  <a:lnTo>
                    <a:pt x="0" y="1003744"/>
                  </a:lnTo>
                  <a:lnTo>
                    <a:pt x="7239" y="1011059"/>
                  </a:lnTo>
                  <a:lnTo>
                    <a:pt x="25247" y="1011059"/>
                  </a:lnTo>
                  <a:lnTo>
                    <a:pt x="32550" y="1003744"/>
                  </a:lnTo>
                  <a:lnTo>
                    <a:pt x="32550" y="994752"/>
                  </a:lnTo>
                  <a:lnTo>
                    <a:pt x="32550" y="985761"/>
                  </a:lnTo>
                  <a:close/>
                </a:path>
                <a:path w="521334" h="1337309">
                  <a:moveTo>
                    <a:pt x="32550" y="822693"/>
                  </a:moveTo>
                  <a:lnTo>
                    <a:pt x="25247" y="815365"/>
                  </a:lnTo>
                  <a:lnTo>
                    <a:pt x="7239" y="815365"/>
                  </a:lnTo>
                  <a:lnTo>
                    <a:pt x="0" y="822693"/>
                  </a:lnTo>
                  <a:lnTo>
                    <a:pt x="0" y="840663"/>
                  </a:lnTo>
                  <a:lnTo>
                    <a:pt x="7239" y="847991"/>
                  </a:lnTo>
                  <a:lnTo>
                    <a:pt x="25247" y="847991"/>
                  </a:lnTo>
                  <a:lnTo>
                    <a:pt x="32550" y="840663"/>
                  </a:lnTo>
                  <a:lnTo>
                    <a:pt x="32550" y="831684"/>
                  </a:lnTo>
                  <a:lnTo>
                    <a:pt x="32550" y="822693"/>
                  </a:lnTo>
                  <a:close/>
                </a:path>
                <a:path w="521334" h="1337309">
                  <a:moveTo>
                    <a:pt x="32550" y="659612"/>
                  </a:moveTo>
                  <a:lnTo>
                    <a:pt x="25247" y="652297"/>
                  </a:lnTo>
                  <a:lnTo>
                    <a:pt x="7239" y="652297"/>
                  </a:lnTo>
                  <a:lnTo>
                    <a:pt x="0" y="659612"/>
                  </a:lnTo>
                  <a:lnTo>
                    <a:pt x="0" y="677595"/>
                  </a:lnTo>
                  <a:lnTo>
                    <a:pt x="7239" y="684911"/>
                  </a:lnTo>
                  <a:lnTo>
                    <a:pt x="25247" y="684911"/>
                  </a:lnTo>
                  <a:lnTo>
                    <a:pt x="32550" y="677595"/>
                  </a:lnTo>
                  <a:lnTo>
                    <a:pt x="32550" y="668604"/>
                  </a:lnTo>
                  <a:lnTo>
                    <a:pt x="32550" y="659612"/>
                  </a:lnTo>
                  <a:close/>
                </a:path>
                <a:path w="521334" h="1337309">
                  <a:moveTo>
                    <a:pt x="32550" y="496544"/>
                  </a:moveTo>
                  <a:lnTo>
                    <a:pt x="25247" y="489216"/>
                  </a:lnTo>
                  <a:lnTo>
                    <a:pt x="7239" y="489216"/>
                  </a:lnTo>
                  <a:lnTo>
                    <a:pt x="0" y="496544"/>
                  </a:lnTo>
                  <a:lnTo>
                    <a:pt x="0" y="514515"/>
                  </a:lnTo>
                  <a:lnTo>
                    <a:pt x="7239" y="521843"/>
                  </a:lnTo>
                  <a:lnTo>
                    <a:pt x="25247" y="521843"/>
                  </a:lnTo>
                  <a:lnTo>
                    <a:pt x="32550" y="514515"/>
                  </a:lnTo>
                  <a:lnTo>
                    <a:pt x="32550" y="505523"/>
                  </a:lnTo>
                  <a:lnTo>
                    <a:pt x="32550" y="496544"/>
                  </a:lnTo>
                  <a:close/>
                </a:path>
                <a:path w="521334" h="1337309">
                  <a:moveTo>
                    <a:pt x="32550" y="333463"/>
                  </a:moveTo>
                  <a:lnTo>
                    <a:pt x="25247" y="326148"/>
                  </a:lnTo>
                  <a:lnTo>
                    <a:pt x="7239" y="326148"/>
                  </a:lnTo>
                  <a:lnTo>
                    <a:pt x="0" y="333463"/>
                  </a:lnTo>
                  <a:lnTo>
                    <a:pt x="0" y="351447"/>
                  </a:lnTo>
                  <a:lnTo>
                    <a:pt x="7239" y="358762"/>
                  </a:lnTo>
                  <a:lnTo>
                    <a:pt x="25247" y="358762"/>
                  </a:lnTo>
                  <a:lnTo>
                    <a:pt x="32550" y="351447"/>
                  </a:lnTo>
                  <a:lnTo>
                    <a:pt x="32550" y="342455"/>
                  </a:lnTo>
                  <a:lnTo>
                    <a:pt x="32550" y="333463"/>
                  </a:lnTo>
                  <a:close/>
                </a:path>
                <a:path w="521334" h="1337309">
                  <a:moveTo>
                    <a:pt x="32550" y="170395"/>
                  </a:moveTo>
                  <a:lnTo>
                    <a:pt x="25247" y="163068"/>
                  </a:lnTo>
                  <a:lnTo>
                    <a:pt x="7239" y="163068"/>
                  </a:lnTo>
                  <a:lnTo>
                    <a:pt x="0" y="170395"/>
                  </a:lnTo>
                  <a:lnTo>
                    <a:pt x="0" y="188366"/>
                  </a:lnTo>
                  <a:lnTo>
                    <a:pt x="7239" y="195681"/>
                  </a:lnTo>
                  <a:lnTo>
                    <a:pt x="25247" y="195681"/>
                  </a:lnTo>
                  <a:lnTo>
                    <a:pt x="32550" y="188366"/>
                  </a:lnTo>
                  <a:lnTo>
                    <a:pt x="32550" y="179374"/>
                  </a:lnTo>
                  <a:lnTo>
                    <a:pt x="32550" y="170395"/>
                  </a:lnTo>
                  <a:close/>
                </a:path>
                <a:path w="521334" h="1337309">
                  <a:moveTo>
                    <a:pt x="32550" y="7315"/>
                  </a:moveTo>
                  <a:lnTo>
                    <a:pt x="25247" y="0"/>
                  </a:lnTo>
                  <a:lnTo>
                    <a:pt x="7239" y="0"/>
                  </a:lnTo>
                  <a:lnTo>
                    <a:pt x="0" y="7315"/>
                  </a:lnTo>
                  <a:lnTo>
                    <a:pt x="0" y="25285"/>
                  </a:lnTo>
                  <a:lnTo>
                    <a:pt x="7239" y="32613"/>
                  </a:lnTo>
                  <a:lnTo>
                    <a:pt x="25247" y="32613"/>
                  </a:lnTo>
                  <a:lnTo>
                    <a:pt x="32550" y="25285"/>
                  </a:lnTo>
                  <a:lnTo>
                    <a:pt x="32550" y="16306"/>
                  </a:lnTo>
                  <a:lnTo>
                    <a:pt x="32550" y="7315"/>
                  </a:lnTo>
                  <a:close/>
                </a:path>
                <a:path w="521334" h="1337309">
                  <a:moveTo>
                    <a:pt x="195275" y="1311910"/>
                  </a:moveTo>
                  <a:lnTo>
                    <a:pt x="187972" y="1304594"/>
                  </a:lnTo>
                  <a:lnTo>
                    <a:pt x="169964" y="1304594"/>
                  </a:lnTo>
                  <a:lnTo>
                    <a:pt x="162737" y="1311910"/>
                  </a:lnTo>
                  <a:lnTo>
                    <a:pt x="162737" y="1329893"/>
                  </a:lnTo>
                  <a:lnTo>
                    <a:pt x="169964" y="1337208"/>
                  </a:lnTo>
                  <a:lnTo>
                    <a:pt x="187972" y="1337208"/>
                  </a:lnTo>
                  <a:lnTo>
                    <a:pt x="195275" y="1329893"/>
                  </a:lnTo>
                  <a:lnTo>
                    <a:pt x="195275" y="1320901"/>
                  </a:lnTo>
                  <a:lnTo>
                    <a:pt x="195275" y="1311910"/>
                  </a:lnTo>
                  <a:close/>
                </a:path>
                <a:path w="521334" h="1337309">
                  <a:moveTo>
                    <a:pt x="195275" y="1148842"/>
                  </a:moveTo>
                  <a:lnTo>
                    <a:pt x="187972" y="1141526"/>
                  </a:lnTo>
                  <a:lnTo>
                    <a:pt x="169964" y="1141526"/>
                  </a:lnTo>
                  <a:lnTo>
                    <a:pt x="162737" y="1148842"/>
                  </a:lnTo>
                  <a:lnTo>
                    <a:pt x="162737" y="1166812"/>
                  </a:lnTo>
                  <a:lnTo>
                    <a:pt x="169964" y="1174140"/>
                  </a:lnTo>
                  <a:lnTo>
                    <a:pt x="187972" y="1174140"/>
                  </a:lnTo>
                  <a:lnTo>
                    <a:pt x="195275" y="1166812"/>
                  </a:lnTo>
                  <a:lnTo>
                    <a:pt x="195275" y="1157833"/>
                  </a:lnTo>
                  <a:lnTo>
                    <a:pt x="195275" y="1148842"/>
                  </a:lnTo>
                  <a:close/>
                </a:path>
                <a:path w="521334" h="1337309">
                  <a:moveTo>
                    <a:pt x="195275" y="985761"/>
                  </a:moveTo>
                  <a:lnTo>
                    <a:pt x="187972" y="978446"/>
                  </a:lnTo>
                  <a:lnTo>
                    <a:pt x="169964" y="978446"/>
                  </a:lnTo>
                  <a:lnTo>
                    <a:pt x="162737" y="985761"/>
                  </a:lnTo>
                  <a:lnTo>
                    <a:pt x="162737" y="1003744"/>
                  </a:lnTo>
                  <a:lnTo>
                    <a:pt x="169964" y="1011059"/>
                  </a:lnTo>
                  <a:lnTo>
                    <a:pt x="187972" y="1011059"/>
                  </a:lnTo>
                  <a:lnTo>
                    <a:pt x="195275" y="1003744"/>
                  </a:lnTo>
                  <a:lnTo>
                    <a:pt x="195275" y="994752"/>
                  </a:lnTo>
                  <a:lnTo>
                    <a:pt x="195275" y="985761"/>
                  </a:lnTo>
                  <a:close/>
                </a:path>
                <a:path w="521334" h="1337309">
                  <a:moveTo>
                    <a:pt x="195275" y="822693"/>
                  </a:moveTo>
                  <a:lnTo>
                    <a:pt x="187972" y="815365"/>
                  </a:lnTo>
                  <a:lnTo>
                    <a:pt x="169964" y="815365"/>
                  </a:lnTo>
                  <a:lnTo>
                    <a:pt x="162737" y="822693"/>
                  </a:lnTo>
                  <a:lnTo>
                    <a:pt x="162737" y="840663"/>
                  </a:lnTo>
                  <a:lnTo>
                    <a:pt x="169964" y="847991"/>
                  </a:lnTo>
                  <a:lnTo>
                    <a:pt x="187972" y="847991"/>
                  </a:lnTo>
                  <a:lnTo>
                    <a:pt x="195275" y="840663"/>
                  </a:lnTo>
                  <a:lnTo>
                    <a:pt x="195275" y="831684"/>
                  </a:lnTo>
                  <a:lnTo>
                    <a:pt x="195275" y="822693"/>
                  </a:lnTo>
                  <a:close/>
                </a:path>
                <a:path w="521334" h="1337309">
                  <a:moveTo>
                    <a:pt x="195275" y="659612"/>
                  </a:moveTo>
                  <a:lnTo>
                    <a:pt x="187972" y="652297"/>
                  </a:lnTo>
                  <a:lnTo>
                    <a:pt x="169964" y="652297"/>
                  </a:lnTo>
                  <a:lnTo>
                    <a:pt x="162737" y="659612"/>
                  </a:lnTo>
                  <a:lnTo>
                    <a:pt x="162737" y="677595"/>
                  </a:lnTo>
                  <a:lnTo>
                    <a:pt x="169964" y="684911"/>
                  </a:lnTo>
                  <a:lnTo>
                    <a:pt x="187972" y="684911"/>
                  </a:lnTo>
                  <a:lnTo>
                    <a:pt x="195275" y="677595"/>
                  </a:lnTo>
                  <a:lnTo>
                    <a:pt x="195275" y="668604"/>
                  </a:lnTo>
                  <a:lnTo>
                    <a:pt x="195275" y="659612"/>
                  </a:lnTo>
                  <a:close/>
                </a:path>
                <a:path w="521334" h="1337309">
                  <a:moveTo>
                    <a:pt x="195275" y="496544"/>
                  </a:moveTo>
                  <a:lnTo>
                    <a:pt x="187972" y="489216"/>
                  </a:lnTo>
                  <a:lnTo>
                    <a:pt x="169964" y="489216"/>
                  </a:lnTo>
                  <a:lnTo>
                    <a:pt x="162737" y="496544"/>
                  </a:lnTo>
                  <a:lnTo>
                    <a:pt x="162737" y="514515"/>
                  </a:lnTo>
                  <a:lnTo>
                    <a:pt x="169964" y="521843"/>
                  </a:lnTo>
                  <a:lnTo>
                    <a:pt x="187972" y="521843"/>
                  </a:lnTo>
                  <a:lnTo>
                    <a:pt x="195275" y="514515"/>
                  </a:lnTo>
                  <a:lnTo>
                    <a:pt x="195275" y="505523"/>
                  </a:lnTo>
                  <a:lnTo>
                    <a:pt x="195275" y="496544"/>
                  </a:lnTo>
                  <a:close/>
                </a:path>
                <a:path w="521334" h="1337309">
                  <a:moveTo>
                    <a:pt x="195275" y="333463"/>
                  </a:moveTo>
                  <a:lnTo>
                    <a:pt x="187972" y="326148"/>
                  </a:lnTo>
                  <a:lnTo>
                    <a:pt x="169964" y="326148"/>
                  </a:lnTo>
                  <a:lnTo>
                    <a:pt x="162737" y="333463"/>
                  </a:lnTo>
                  <a:lnTo>
                    <a:pt x="162737" y="351447"/>
                  </a:lnTo>
                  <a:lnTo>
                    <a:pt x="169964" y="358762"/>
                  </a:lnTo>
                  <a:lnTo>
                    <a:pt x="187972" y="358762"/>
                  </a:lnTo>
                  <a:lnTo>
                    <a:pt x="195275" y="351447"/>
                  </a:lnTo>
                  <a:lnTo>
                    <a:pt x="195275" y="342455"/>
                  </a:lnTo>
                  <a:lnTo>
                    <a:pt x="195275" y="333463"/>
                  </a:lnTo>
                  <a:close/>
                </a:path>
                <a:path w="521334" h="1337309">
                  <a:moveTo>
                    <a:pt x="195275" y="170395"/>
                  </a:moveTo>
                  <a:lnTo>
                    <a:pt x="187972" y="163068"/>
                  </a:lnTo>
                  <a:lnTo>
                    <a:pt x="169964" y="163068"/>
                  </a:lnTo>
                  <a:lnTo>
                    <a:pt x="162737" y="170395"/>
                  </a:lnTo>
                  <a:lnTo>
                    <a:pt x="162737" y="188366"/>
                  </a:lnTo>
                  <a:lnTo>
                    <a:pt x="169964" y="195681"/>
                  </a:lnTo>
                  <a:lnTo>
                    <a:pt x="187972" y="195681"/>
                  </a:lnTo>
                  <a:lnTo>
                    <a:pt x="195275" y="188366"/>
                  </a:lnTo>
                  <a:lnTo>
                    <a:pt x="195275" y="179374"/>
                  </a:lnTo>
                  <a:lnTo>
                    <a:pt x="195275" y="170395"/>
                  </a:lnTo>
                  <a:close/>
                </a:path>
                <a:path w="521334" h="1337309">
                  <a:moveTo>
                    <a:pt x="195275" y="7315"/>
                  </a:moveTo>
                  <a:lnTo>
                    <a:pt x="187972" y="0"/>
                  </a:lnTo>
                  <a:lnTo>
                    <a:pt x="169964" y="0"/>
                  </a:lnTo>
                  <a:lnTo>
                    <a:pt x="162737" y="7315"/>
                  </a:lnTo>
                  <a:lnTo>
                    <a:pt x="162737" y="25285"/>
                  </a:lnTo>
                  <a:lnTo>
                    <a:pt x="169964" y="32613"/>
                  </a:lnTo>
                  <a:lnTo>
                    <a:pt x="187972" y="32613"/>
                  </a:lnTo>
                  <a:lnTo>
                    <a:pt x="195275" y="25285"/>
                  </a:lnTo>
                  <a:lnTo>
                    <a:pt x="195275" y="16306"/>
                  </a:lnTo>
                  <a:lnTo>
                    <a:pt x="195275" y="7315"/>
                  </a:lnTo>
                  <a:close/>
                </a:path>
                <a:path w="521334" h="1337309">
                  <a:moveTo>
                    <a:pt x="358013" y="1311910"/>
                  </a:moveTo>
                  <a:lnTo>
                    <a:pt x="350710" y="1304594"/>
                  </a:lnTo>
                  <a:lnTo>
                    <a:pt x="332701" y="1304594"/>
                  </a:lnTo>
                  <a:lnTo>
                    <a:pt x="325462" y="1311910"/>
                  </a:lnTo>
                  <a:lnTo>
                    <a:pt x="325462" y="1329893"/>
                  </a:lnTo>
                  <a:lnTo>
                    <a:pt x="332701" y="1337208"/>
                  </a:lnTo>
                  <a:lnTo>
                    <a:pt x="350710" y="1337208"/>
                  </a:lnTo>
                  <a:lnTo>
                    <a:pt x="358013" y="1329893"/>
                  </a:lnTo>
                  <a:lnTo>
                    <a:pt x="358013" y="1320901"/>
                  </a:lnTo>
                  <a:lnTo>
                    <a:pt x="358013" y="1311910"/>
                  </a:lnTo>
                  <a:close/>
                </a:path>
                <a:path w="521334" h="1337309">
                  <a:moveTo>
                    <a:pt x="358013" y="1148842"/>
                  </a:moveTo>
                  <a:lnTo>
                    <a:pt x="350710" y="1141526"/>
                  </a:lnTo>
                  <a:lnTo>
                    <a:pt x="332701" y="1141526"/>
                  </a:lnTo>
                  <a:lnTo>
                    <a:pt x="325462" y="1148842"/>
                  </a:lnTo>
                  <a:lnTo>
                    <a:pt x="325462" y="1166812"/>
                  </a:lnTo>
                  <a:lnTo>
                    <a:pt x="332701" y="1174140"/>
                  </a:lnTo>
                  <a:lnTo>
                    <a:pt x="350710" y="1174140"/>
                  </a:lnTo>
                  <a:lnTo>
                    <a:pt x="358013" y="1166812"/>
                  </a:lnTo>
                  <a:lnTo>
                    <a:pt x="358013" y="1157833"/>
                  </a:lnTo>
                  <a:lnTo>
                    <a:pt x="358013" y="1148842"/>
                  </a:lnTo>
                  <a:close/>
                </a:path>
                <a:path w="521334" h="1337309">
                  <a:moveTo>
                    <a:pt x="358013" y="985761"/>
                  </a:moveTo>
                  <a:lnTo>
                    <a:pt x="350710" y="978446"/>
                  </a:lnTo>
                  <a:lnTo>
                    <a:pt x="332701" y="978446"/>
                  </a:lnTo>
                  <a:lnTo>
                    <a:pt x="325462" y="985761"/>
                  </a:lnTo>
                  <a:lnTo>
                    <a:pt x="325462" y="1003744"/>
                  </a:lnTo>
                  <a:lnTo>
                    <a:pt x="332701" y="1011059"/>
                  </a:lnTo>
                  <a:lnTo>
                    <a:pt x="350710" y="1011059"/>
                  </a:lnTo>
                  <a:lnTo>
                    <a:pt x="358013" y="1003744"/>
                  </a:lnTo>
                  <a:lnTo>
                    <a:pt x="358013" y="994752"/>
                  </a:lnTo>
                  <a:lnTo>
                    <a:pt x="358013" y="985761"/>
                  </a:lnTo>
                  <a:close/>
                </a:path>
                <a:path w="521334" h="1337309">
                  <a:moveTo>
                    <a:pt x="358013" y="822693"/>
                  </a:moveTo>
                  <a:lnTo>
                    <a:pt x="350710" y="815365"/>
                  </a:lnTo>
                  <a:lnTo>
                    <a:pt x="332701" y="815365"/>
                  </a:lnTo>
                  <a:lnTo>
                    <a:pt x="325462" y="822693"/>
                  </a:lnTo>
                  <a:lnTo>
                    <a:pt x="325462" y="840663"/>
                  </a:lnTo>
                  <a:lnTo>
                    <a:pt x="332701" y="847991"/>
                  </a:lnTo>
                  <a:lnTo>
                    <a:pt x="350710" y="847991"/>
                  </a:lnTo>
                  <a:lnTo>
                    <a:pt x="358013" y="840663"/>
                  </a:lnTo>
                  <a:lnTo>
                    <a:pt x="358013" y="831684"/>
                  </a:lnTo>
                  <a:lnTo>
                    <a:pt x="358013" y="822693"/>
                  </a:lnTo>
                  <a:close/>
                </a:path>
                <a:path w="521334" h="1337309">
                  <a:moveTo>
                    <a:pt x="358013" y="659612"/>
                  </a:moveTo>
                  <a:lnTo>
                    <a:pt x="350710" y="652297"/>
                  </a:lnTo>
                  <a:lnTo>
                    <a:pt x="332701" y="652297"/>
                  </a:lnTo>
                  <a:lnTo>
                    <a:pt x="325462" y="659612"/>
                  </a:lnTo>
                  <a:lnTo>
                    <a:pt x="325462" y="677595"/>
                  </a:lnTo>
                  <a:lnTo>
                    <a:pt x="332701" y="684911"/>
                  </a:lnTo>
                  <a:lnTo>
                    <a:pt x="350710" y="684911"/>
                  </a:lnTo>
                  <a:lnTo>
                    <a:pt x="358013" y="677595"/>
                  </a:lnTo>
                  <a:lnTo>
                    <a:pt x="358013" y="668604"/>
                  </a:lnTo>
                  <a:lnTo>
                    <a:pt x="358013" y="659612"/>
                  </a:lnTo>
                  <a:close/>
                </a:path>
                <a:path w="521334" h="1337309">
                  <a:moveTo>
                    <a:pt x="358013" y="496544"/>
                  </a:moveTo>
                  <a:lnTo>
                    <a:pt x="350710" y="489216"/>
                  </a:lnTo>
                  <a:lnTo>
                    <a:pt x="332701" y="489216"/>
                  </a:lnTo>
                  <a:lnTo>
                    <a:pt x="325462" y="496544"/>
                  </a:lnTo>
                  <a:lnTo>
                    <a:pt x="325462" y="514515"/>
                  </a:lnTo>
                  <a:lnTo>
                    <a:pt x="332701" y="521843"/>
                  </a:lnTo>
                  <a:lnTo>
                    <a:pt x="350710" y="521843"/>
                  </a:lnTo>
                  <a:lnTo>
                    <a:pt x="358013" y="514515"/>
                  </a:lnTo>
                  <a:lnTo>
                    <a:pt x="358013" y="505523"/>
                  </a:lnTo>
                  <a:lnTo>
                    <a:pt x="358013" y="496544"/>
                  </a:lnTo>
                  <a:close/>
                </a:path>
                <a:path w="521334" h="1337309">
                  <a:moveTo>
                    <a:pt x="358013" y="333463"/>
                  </a:moveTo>
                  <a:lnTo>
                    <a:pt x="350710" y="326148"/>
                  </a:lnTo>
                  <a:lnTo>
                    <a:pt x="332701" y="326148"/>
                  </a:lnTo>
                  <a:lnTo>
                    <a:pt x="325462" y="333463"/>
                  </a:lnTo>
                  <a:lnTo>
                    <a:pt x="325462" y="351447"/>
                  </a:lnTo>
                  <a:lnTo>
                    <a:pt x="332701" y="358762"/>
                  </a:lnTo>
                  <a:lnTo>
                    <a:pt x="350710" y="358762"/>
                  </a:lnTo>
                  <a:lnTo>
                    <a:pt x="358013" y="351447"/>
                  </a:lnTo>
                  <a:lnTo>
                    <a:pt x="358013" y="342455"/>
                  </a:lnTo>
                  <a:lnTo>
                    <a:pt x="358013" y="333463"/>
                  </a:lnTo>
                  <a:close/>
                </a:path>
                <a:path w="521334" h="1337309">
                  <a:moveTo>
                    <a:pt x="358013" y="170395"/>
                  </a:moveTo>
                  <a:lnTo>
                    <a:pt x="350710" y="163068"/>
                  </a:lnTo>
                  <a:lnTo>
                    <a:pt x="332701" y="163068"/>
                  </a:lnTo>
                  <a:lnTo>
                    <a:pt x="325462" y="170395"/>
                  </a:lnTo>
                  <a:lnTo>
                    <a:pt x="325462" y="188366"/>
                  </a:lnTo>
                  <a:lnTo>
                    <a:pt x="332701" y="195681"/>
                  </a:lnTo>
                  <a:lnTo>
                    <a:pt x="350710" y="195681"/>
                  </a:lnTo>
                  <a:lnTo>
                    <a:pt x="358013" y="188366"/>
                  </a:lnTo>
                  <a:lnTo>
                    <a:pt x="358013" y="179374"/>
                  </a:lnTo>
                  <a:lnTo>
                    <a:pt x="358013" y="170395"/>
                  </a:lnTo>
                  <a:close/>
                </a:path>
                <a:path w="521334" h="1337309">
                  <a:moveTo>
                    <a:pt x="358013" y="7315"/>
                  </a:moveTo>
                  <a:lnTo>
                    <a:pt x="350710" y="0"/>
                  </a:lnTo>
                  <a:lnTo>
                    <a:pt x="332701" y="0"/>
                  </a:lnTo>
                  <a:lnTo>
                    <a:pt x="325462" y="7315"/>
                  </a:lnTo>
                  <a:lnTo>
                    <a:pt x="325462" y="25285"/>
                  </a:lnTo>
                  <a:lnTo>
                    <a:pt x="332701" y="32613"/>
                  </a:lnTo>
                  <a:lnTo>
                    <a:pt x="350710" y="32613"/>
                  </a:lnTo>
                  <a:lnTo>
                    <a:pt x="358013" y="25285"/>
                  </a:lnTo>
                  <a:lnTo>
                    <a:pt x="358013" y="16306"/>
                  </a:lnTo>
                  <a:lnTo>
                    <a:pt x="358013" y="7315"/>
                  </a:lnTo>
                  <a:close/>
                </a:path>
                <a:path w="521334" h="1337309">
                  <a:moveTo>
                    <a:pt x="520738" y="1311910"/>
                  </a:moveTo>
                  <a:lnTo>
                    <a:pt x="513435" y="1304594"/>
                  </a:lnTo>
                  <a:lnTo>
                    <a:pt x="495427" y="1304594"/>
                  </a:lnTo>
                  <a:lnTo>
                    <a:pt x="488188" y="1311910"/>
                  </a:lnTo>
                  <a:lnTo>
                    <a:pt x="488188" y="1329893"/>
                  </a:lnTo>
                  <a:lnTo>
                    <a:pt x="495427" y="1337208"/>
                  </a:lnTo>
                  <a:lnTo>
                    <a:pt x="513435" y="1337208"/>
                  </a:lnTo>
                  <a:lnTo>
                    <a:pt x="520738" y="1329893"/>
                  </a:lnTo>
                  <a:lnTo>
                    <a:pt x="520738" y="1320901"/>
                  </a:lnTo>
                  <a:lnTo>
                    <a:pt x="520738" y="1311910"/>
                  </a:lnTo>
                  <a:close/>
                </a:path>
                <a:path w="521334" h="1337309">
                  <a:moveTo>
                    <a:pt x="520738" y="1148842"/>
                  </a:moveTo>
                  <a:lnTo>
                    <a:pt x="513435" y="1141526"/>
                  </a:lnTo>
                  <a:lnTo>
                    <a:pt x="495427" y="1141526"/>
                  </a:lnTo>
                  <a:lnTo>
                    <a:pt x="488188" y="1148842"/>
                  </a:lnTo>
                  <a:lnTo>
                    <a:pt x="488188" y="1166812"/>
                  </a:lnTo>
                  <a:lnTo>
                    <a:pt x="495427" y="1174140"/>
                  </a:lnTo>
                  <a:lnTo>
                    <a:pt x="513435" y="1174140"/>
                  </a:lnTo>
                  <a:lnTo>
                    <a:pt x="520738" y="1166812"/>
                  </a:lnTo>
                  <a:lnTo>
                    <a:pt x="520738" y="1157833"/>
                  </a:lnTo>
                  <a:lnTo>
                    <a:pt x="520738" y="1148842"/>
                  </a:lnTo>
                  <a:close/>
                </a:path>
                <a:path w="521334" h="1337309">
                  <a:moveTo>
                    <a:pt x="520738" y="985761"/>
                  </a:moveTo>
                  <a:lnTo>
                    <a:pt x="513435" y="978446"/>
                  </a:lnTo>
                  <a:lnTo>
                    <a:pt x="495427" y="978446"/>
                  </a:lnTo>
                  <a:lnTo>
                    <a:pt x="488188" y="985761"/>
                  </a:lnTo>
                  <a:lnTo>
                    <a:pt x="488188" y="1003744"/>
                  </a:lnTo>
                  <a:lnTo>
                    <a:pt x="495427" y="1011059"/>
                  </a:lnTo>
                  <a:lnTo>
                    <a:pt x="513435" y="1011059"/>
                  </a:lnTo>
                  <a:lnTo>
                    <a:pt x="520738" y="1003744"/>
                  </a:lnTo>
                  <a:lnTo>
                    <a:pt x="520738" y="994752"/>
                  </a:lnTo>
                  <a:lnTo>
                    <a:pt x="520738" y="985761"/>
                  </a:lnTo>
                  <a:close/>
                </a:path>
                <a:path w="521334" h="1337309">
                  <a:moveTo>
                    <a:pt x="520738" y="822693"/>
                  </a:moveTo>
                  <a:lnTo>
                    <a:pt x="513435" y="815365"/>
                  </a:lnTo>
                  <a:lnTo>
                    <a:pt x="495427" y="815365"/>
                  </a:lnTo>
                  <a:lnTo>
                    <a:pt x="488188" y="822693"/>
                  </a:lnTo>
                  <a:lnTo>
                    <a:pt x="488188" y="840663"/>
                  </a:lnTo>
                  <a:lnTo>
                    <a:pt x="495427" y="847991"/>
                  </a:lnTo>
                  <a:lnTo>
                    <a:pt x="513435" y="847991"/>
                  </a:lnTo>
                  <a:lnTo>
                    <a:pt x="520738" y="840663"/>
                  </a:lnTo>
                  <a:lnTo>
                    <a:pt x="520738" y="831684"/>
                  </a:lnTo>
                  <a:lnTo>
                    <a:pt x="520738" y="822693"/>
                  </a:lnTo>
                  <a:close/>
                </a:path>
                <a:path w="521334" h="1337309">
                  <a:moveTo>
                    <a:pt x="520738" y="659612"/>
                  </a:moveTo>
                  <a:lnTo>
                    <a:pt x="513435" y="652297"/>
                  </a:lnTo>
                  <a:lnTo>
                    <a:pt x="495427" y="652297"/>
                  </a:lnTo>
                  <a:lnTo>
                    <a:pt x="488188" y="659612"/>
                  </a:lnTo>
                  <a:lnTo>
                    <a:pt x="488188" y="677595"/>
                  </a:lnTo>
                  <a:lnTo>
                    <a:pt x="495427" y="684911"/>
                  </a:lnTo>
                  <a:lnTo>
                    <a:pt x="513435" y="684911"/>
                  </a:lnTo>
                  <a:lnTo>
                    <a:pt x="520738" y="677595"/>
                  </a:lnTo>
                  <a:lnTo>
                    <a:pt x="520738" y="668604"/>
                  </a:lnTo>
                  <a:lnTo>
                    <a:pt x="520738" y="659612"/>
                  </a:lnTo>
                  <a:close/>
                </a:path>
                <a:path w="521334" h="1337309">
                  <a:moveTo>
                    <a:pt x="520738" y="496544"/>
                  </a:moveTo>
                  <a:lnTo>
                    <a:pt x="513435" y="489216"/>
                  </a:lnTo>
                  <a:lnTo>
                    <a:pt x="495427" y="489216"/>
                  </a:lnTo>
                  <a:lnTo>
                    <a:pt x="488188" y="496544"/>
                  </a:lnTo>
                  <a:lnTo>
                    <a:pt x="488188" y="514515"/>
                  </a:lnTo>
                  <a:lnTo>
                    <a:pt x="495427" y="521843"/>
                  </a:lnTo>
                  <a:lnTo>
                    <a:pt x="513435" y="521843"/>
                  </a:lnTo>
                  <a:lnTo>
                    <a:pt x="520738" y="514515"/>
                  </a:lnTo>
                  <a:lnTo>
                    <a:pt x="520738" y="505523"/>
                  </a:lnTo>
                  <a:lnTo>
                    <a:pt x="520738" y="496544"/>
                  </a:lnTo>
                  <a:close/>
                </a:path>
                <a:path w="521334" h="1337309">
                  <a:moveTo>
                    <a:pt x="520738" y="333463"/>
                  </a:moveTo>
                  <a:lnTo>
                    <a:pt x="513435" y="326148"/>
                  </a:lnTo>
                  <a:lnTo>
                    <a:pt x="495427" y="326148"/>
                  </a:lnTo>
                  <a:lnTo>
                    <a:pt x="488188" y="333463"/>
                  </a:lnTo>
                  <a:lnTo>
                    <a:pt x="488188" y="351447"/>
                  </a:lnTo>
                  <a:lnTo>
                    <a:pt x="495427" y="358762"/>
                  </a:lnTo>
                  <a:lnTo>
                    <a:pt x="513435" y="358762"/>
                  </a:lnTo>
                  <a:lnTo>
                    <a:pt x="520738" y="351447"/>
                  </a:lnTo>
                  <a:lnTo>
                    <a:pt x="520738" y="342455"/>
                  </a:lnTo>
                  <a:lnTo>
                    <a:pt x="520738" y="333463"/>
                  </a:lnTo>
                  <a:close/>
                </a:path>
                <a:path w="521334" h="1337309">
                  <a:moveTo>
                    <a:pt x="520738" y="170395"/>
                  </a:moveTo>
                  <a:lnTo>
                    <a:pt x="513435" y="163068"/>
                  </a:lnTo>
                  <a:lnTo>
                    <a:pt x="495427" y="163068"/>
                  </a:lnTo>
                  <a:lnTo>
                    <a:pt x="488188" y="170395"/>
                  </a:lnTo>
                  <a:lnTo>
                    <a:pt x="488188" y="188366"/>
                  </a:lnTo>
                  <a:lnTo>
                    <a:pt x="495427" y="195681"/>
                  </a:lnTo>
                  <a:lnTo>
                    <a:pt x="513435" y="195681"/>
                  </a:lnTo>
                  <a:lnTo>
                    <a:pt x="520738" y="188366"/>
                  </a:lnTo>
                  <a:lnTo>
                    <a:pt x="520738" y="179374"/>
                  </a:lnTo>
                  <a:lnTo>
                    <a:pt x="520738" y="170395"/>
                  </a:lnTo>
                  <a:close/>
                </a:path>
                <a:path w="521334" h="1337309">
                  <a:moveTo>
                    <a:pt x="520738" y="7315"/>
                  </a:moveTo>
                  <a:lnTo>
                    <a:pt x="513435" y="0"/>
                  </a:lnTo>
                  <a:lnTo>
                    <a:pt x="495427" y="0"/>
                  </a:lnTo>
                  <a:lnTo>
                    <a:pt x="488188" y="7315"/>
                  </a:lnTo>
                  <a:lnTo>
                    <a:pt x="488188" y="25285"/>
                  </a:lnTo>
                  <a:lnTo>
                    <a:pt x="495427" y="32613"/>
                  </a:lnTo>
                  <a:lnTo>
                    <a:pt x="513435" y="32613"/>
                  </a:lnTo>
                  <a:lnTo>
                    <a:pt x="520738" y="25285"/>
                  </a:lnTo>
                  <a:lnTo>
                    <a:pt x="520738" y="16306"/>
                  </a:lnTo>
                  <a:lnTo>
                    <a:pt x="520738" y="7315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775113" y="3391509"/>
              <a:ext cx="10655300" cy="1076960"/>
            </a:xfrm>
            <a:custGeom>
              <a:avLst/>
              <a:gdLst/>
              <a:ahLst/>
              <a:cxnLst/>
              <a:rect l="l" t="t" r="r" b="b"/>
              <a:pathLst>
                <a:path w="10655300" h="1076960">
                  <a:moveTo>
                    <a:pt x="1820468" y="784339"/>
                  </a:moveTo>
                  <a:lnTo>
                    <a:pt x="1616100" y="451104"/>
                  </a:lnTo>
                  <a:lnTo>
                    <a:pt x="1540002" y="590842"/>
                  </a:lnTo>
                  <a:lnTo>
                    <a:pt x="1495196" y="567677"/>
                  </a:lnTo>
                  <a:lnTo>
                    <a:pt x="1449692" y="546608"/>
                  </a:lnTo>
                  <a:lnTo>
                    <a:pt x="1403565" y="527608"/>
                  </a:lnTo>
                  <a:lnTo>
                    <a:pt x="1356855" y="510717"/>
                  </a:lnTo>
                  <a:lnTo>
                    <a:pt x="1309636" y="495922"/>
                  </a:lnTo>
                  <a:lnTo>
                    <a:pt x="1261960" y="483235"/>
                  </a:lnTo>
                  <a:lnTo>
                    <a:pt x="1213891" y="472668"/>
                  </a:lnTo>
                  <a:lnTo>
                    <a:pt x="1165479" y="464223"/>
                  </a:lnTo>
                  <a:lnTo>
                    <a:pt x="1116774" y="457898"/>
                  </a:lnTo>
                  <a:lnTo>
                    <a:pt x="1067854" y="453707"/>
                  </a:lnTo>
                  <a:lnTo>
                    <a:pt x="1018768" y="451662"/>
                  </a:lnTo>
                  <a:lnTo>
                    <a:pt x="969568" y="451751"/>
                  </a:lnTo>
                  <a:lnTo>
                    <a:pt x="920330" y="453999"/>
                  </a:lnTo>
                  <a:lnTo>
                    <a:pt x="871093" y="458406"/>
                  </a:lnTo>
                  <a:lnTo>
                    <a:pt x="821918" y="464972"/>
                  </a:lnTo>
                  <a:lnTo>
                    <a:pt x="772871" y="473710"/>
                  </a:lnTo>
                  <a:lnTo>
                    <a:pt x="724014" y="484632"/>
                  </a:lnTo>
                  <a:lnTo>
                    <a:pt x="675386" y="497725"/>
                  </a:lnTo>
                  <a:lnTo>
                    <a:pt x="627392" y="512914"/>
                  </a:lnTo>
                  <a:lnTo>
                    <a:pt x="580390" y="530072"/>
                  </a:lnTo>
                  <a:lnTo>
                    <a:pt x="534416" y="549148"/>
                  </a:lnTo>
                  <a:lnTo>
                    <a:pt x="489521" y="570128"/>
                  </a:lnTo>
                  <a:lnTo>
                    <a:pt x="445757" y="592950"/>
                  </a:lnTo>
                  <a:lnTo>
                    <a:pt x="403161" y="617601"/>
                  </a:lnTo>
                  <a:lnTo>
                    <a:pt x="361797" y="644029"/>
                  </a:lnTo>
                  <a:lnTo>
                    <a:pt x="321678" y="672198"/>
                  </a:lnTo>
                  <a:lnTo>
                    <a:pt x="282879" y="702081"/>
                  </a:lnTo>
                  <a:lnTo>
                    <a:pt x="245427" y="733628"/>
                  </a:lnTo>
                  <a:lnTo>
                    <a:pt x="209372" y="766813"/>
                  </a:lnTo>
                  <a:lnTo>
                    <a:pt x="174764" y="801598"/>
                  </a:lnTo>
                  <a:lnTo>
                    <a:pt x="141643" y="837946"/>
                  </a:lnTo>
                  <a:lnTo>
                    <a:pt x="110070" y="875817"/>
                  </a:lnTo>
                  <a:lnTo>
                    <a:pt x="80060" y="915174"/>
                  </a:lnTo>
                  <a:lnTo>
                    <a:pt x="51689" y="955979"/>
                  </a:lnTo>
                  <a:lnTo>
                    <a:pt x="24980" y="998207"/>
                  </a:lnTo>
                  <a:lnTo>
                    <a:pt x="0" y="1041806"/>
                  </a:lnTo>
                  <a:lnTo>
                    <a:pt x="63563" y="1076426"/>
                  </a:lnTo>
                  <a:lnTo>
                    <a:pt x="87706" y="1034376"/>
                  </a:lnTo>
                  <a:lnTo>
                    <a:pt x="113487" y="993863"/>
                  </a:lnTo>
                  <a:lnTo>
                    <a:pt x="140830" y="954874"/>
                  </a:lnTo>
                  <a:lnTo>
                    <a:pt x="169684" y="917448"/>
                  </a:lnTo>
                  <a:lnTo>
                    <a:pt x="199986" y="881595"/>
                  </a:lnTo>
                  <a:lnTo>
                    <a:pt x="231673" y="847344"/>
                  </a:lnTo>
                  <a:lnTo>
                    <a:pt x="264668" y="814692"/>
                  </a:lnTo>
                  <a:lnTo>
                    <a:pt x="298919" y="783678"/>
                  </a:lnTo>
                  <a:lnTo>
                    <a:pt x="334352" y="754329"/>
                  </a:lnTo>
                  <a:lnTo>
                    <a:pt x="370916" y="726630"/>
                  </a:lnTo>
                  <a:lnTo>
                    <a:pt x="408533" y="700633"/>
                  </a:lnTo>
                  <a:lnTo>
                    <a:pt x="447141" y="676338"/>
                  </a:lnTo>
                  <a:lnTo>
                    <a:pt x="486676" y="653770"/>
                  </a:lnTo>
                  <a:lnTo>
                    <a:pt x="527088" y="632942"/>
                  </a:lnTo>
                  <a:lnTo>
                    <a:pt x="568299" y="613879"/>
                  </a:lnTo>
                  <a:lnTo>
                    <a:pt x="610247" y="596595"/>
                  </a:lnTo>
                  <a:lnTo>
                    <a:pt x="652868" y="581113"/>
                  </a:lnTo>
                  <a:lnTo>
                    <a:pt x="696112" y="567461"/>
                  </a:lnTo>
                  <a:lnTo>
                    <a:pt x="739889" y="555637"/>
                  </a:lnTo>
                  <a:lnTo>
                    <a:pt x="784148" y="545680"/>
                  </a:lnTo>
                  <a:lnTo>
                    <a:pt x="828827" y="537591"/>
                  </a:lnTo>
                  <a:lnTo>
                    <a:pt x="873861" y="531393"/>
                  </a:lnTo>
                  <a:lnTo>
                    <a:pt x="919175" y="527113"/>
                  </a:lnTo>
                  <a:lnTo>
                    <a:pt x="964730" y="524776"/>
                  </a:lnTo>
                  <a:lnTo>
                    <a:pt x="1010437" y="524370"/>
                  </a:lnTo>
                  <a:lnTo>
                    <a:pt x="1056246" y="525945"/>
                  </a:lnTo>
                  <a:lnTo>
                    <a:pt x="1102080" y="529513"/>
                  </a:lnTo>
                  <a:lnTo>
                    <a:pt x="1147889" y="535089"/>
                  </a:lnTo>
                  <a:lnTo>
                    <a:pt x="1193596" y="542683"/>
                  </a:lnTo>
                  <a:lnTo>
                    <a:pt x="1239151" y="552323"/>
                  </a:lnTo>
                  <a:lnTo>
                    <a:pt x="1284478" y="564032"/>
                  </a:lnTo>
                  <a:lnTo>
                    <a:pt x="1329524" y="577811"/>
                  </a:lnTo>
                  <a:lnTo>
                    <a:pt x="1374216" y="593699"/>
                  </a:lnTo>
                  <a:lnTo>
                    <a:pt x="1418488" y="611708"/>
                  </a:lnTo>
                  <a:lnTo>
                    <a:pt x="1462278" y="631863"/>
                  </a:lnTo>
                  <a:lnTo>
                    <a:pt x="1505521" y="654164"/>
                  </a:lnTo>
                  <a:lnTo>
                    <a:pt x="1429461" y="793851"/>
                  </a:lnTo>
                  <a:lnTo>
                    <a:pt x="1820265" y="784707"/>
                  </a:lnTo>
                  <a:lnTo>
                    <a:pt x="1820468" y="784339"/>
                  </a:lnTo>
                  <a:close/>
                </a:path>
                <a:path w="10655300" h="1076960">
                  <a:moveTo>
                    <a:pt x="6232830" y="333235"/>
                  </a:moveTo>
                  <a:lnTo>
                    <a:pt x="6028461" y="0"/>
                  </a:lnTo>
                  <a:lnTo>
                    <a:pt x="5952363" y="139738"/>
                  </a:lnTo>
                  <a:lnTo>
                    <a:pt x="5907557" y="116573"/>
                  </a:lnTo>
                  <a:lnTo>
                    <a:pt x="5862053" y="95504"/>
                  </a:lnTo>
                  <a:lnTo>
                    <a:pt x="5815927" y="76504"/>
                  </a:lnTo>
                  <a:lnTo>
                    <a:pt x="5769216" y="59613"/>
                  </a:lnTo>
                  <a:lnTo>
                    <a:pt x="5721997" y="44818"/>
                  </a:lnTo>
                  <a:lnTo>
                    <a:pt x="5674322" y="32131"/>
                  </a:lnTo>
                  <a:lnTo>
                    <a:pt x="5626252" y="21564"/>
                  </a:lnTo>
                  <a:lnTo>
                    <a:pt x="5577840" y="13119"/>
                  </a:lnTo>
                  <a:lnTo>
                    <a:pt x="5529135" y="6794"/>
                  </a:lnTo>
                  <a:lnTo>
                    <a:pt x="5480215" y="2603"/>
                  </a:lnTo>
                  <a:lnTo>
                    <a:pt x="5431129" y="558"/>
                  </a:lnTo>
                  <a:lnTo>
                    <a:pt x="5381930" y="647"/>
                  </a:lnTo>
                  <a:lnTo>
                    <a:pt x="5332692" y="2895"/>
                  </a:lnTo>
                  <a:lnTo>
                    <a:pt x="5283454" y="7302"/>
                  </a:lnTo>
                  <a:lnTo>
                    <a:pt x="5234279" y="13868"/>
                  </a:lnTo>
                  <a:lnTo>
                    <a:pt x="5185232" y="22606"/>
                  </a:lnTo>
                  <a:lnTo>
                    <a:pt x="5136375" y="33528"/>
                  </a:lnTo>
                  <a:lnTo>
                    <a:pt x="5087747" y="46621"/>
                  </a:lnTo>
                  <a:lnTo>
                    <a:pt x="5039753" y="61810"/>
                  </a:lnTo>
                  <a:lnTo>
                    <a:pt x="4992751" y="78968"/>
                  </a:lnTo>
                  <a:lnTo>
                    <a:pt x="4946777" y="98044"/>
                  </a:lnTo>
                  <a:lnTo>
                    <a:pt x="4901882" y="119024"/>
                  </a:lnTo>
                  <a:lnTo>
                    <a:pt x="4858118" y="141846"/>
                  </a:lnTo>
                  <a:lnTo>
                    <a:pt x="4815522" y="166497"/>
                  </a:lnTo>
                  <a:lnTo>
                    <a:pt x="4774158" y="192925"/>
                  </a:lnTo>
                  <a:lnTo>
                    <a:pt x="4734039" y="221094"/>
                  </a:lnTo>
                  <a:lnTo>
                    <a:pt x="4695241" y="250977"/>
                  </a:lnTo>
                  <a:lnTo>
                    <a:pt x="4657788" y="282524"/>
                  </a:lnTo>
                  <a:lnTo>
                    <a:pt x="4621733" y="315709"/>
                  </a:lnTo>
                  <a:lnTo>
                    <a:pt x="4587125" y="350494"/>
                  </a:lnTo>
                  <a:lnTo>
                    <a:pt x="4554004" y="386842"/>
                  </a:lnTo>
                  <a:lnTo>
                    <a:pt x="4522432" y="424713"/>
                  </a:lnTo>
                  <a:lnTo>
                    <a:pt x="4492422" y="464070"/>
                  </a:lnTo>
                  <a:lnTo>
                    <a:pt x="4464050" y="504875"/>
                  </a:lnTo>
                  <a:lnTo>
                    <a:pt x="4437342" y="547103"/>
                  </a:lnTo>
                  <a:lnTo>
                    <a:pt x="4412361" y="590702"/>
                  </a:lnTo>
                  <a:lnTo>
                    <a:pt x="4475924" y="625322"/>
                  </a:lnTo>
                  <a:lnTo>
                    <a:pt x="4500067" y="583272"/>
                  </a:lnTo>
                  <a:lnTo>
                    <a:pt x="4525848" y="542759"/>
                  </a:lnTo>
                  <a:lnTo>
                    <a:pt x="4553191" y="503770"/>
                  </a:lnTo>
                  <a:lnTo>
                    <a:pt x="4582045" y="466344"/>
                  </a:lnTo>
                  <a:lnTo>
                    <a:pt x="4612348" y="430491"/>
                  </a:lnTo>
                  <a:lnTo>
                    <a:pt x="4644034" y="396240"/>
                  </a:lnTo>
                  <a:lnTo>
                    <a:pt x="4677029" y="363588"/>
                  </a:lnTo>
                  <a:lnTo>
                    <a:pt x="4711281" y="332574"/>
                  </a:lnTo>
                  <a:lnTo>
                    <a:pt x="4746714" y="303225"/>
                  </a:lnTo>
                  <a:lnTo>
                    <a:pt x="4783277" y="275526"/>
                  </a:lnTo>
                  <a:lnTo>
                    <a:pt x="4820894" y="249529"/>
                  </a:lnTo>
                  <a:lnTo>
                    <a:pt x="4859502" y="225234"/>
                  </a:lnTo>
                  <a:lnTo>
                    <a:pt x="4899037" y="202666"/>
                  </a:lnTo>
                  <a:lnTo>
                    <a:pt x="4939449" y="181838"/>
                  </a:lnTo>
                  <a:lnTo>
                    <a:pt x="4980660" y="162775"/>
                  </a:lnTo>
                  <a:lnTo>
                    <a:pt x="5022608" y="145491"/>
                  </a:lnTo>
                  <a:lnTo>
                    <a:pt x="5065230" y="130009"/>
                  </a:lnTo>
                  <a:lnTo>
                    <a:pt x="5108473" y="116357"/>
                  </a:lnTo>
                  <a:lnTo>
                    <a:pt x="5152250" y="104533"/>
                  </a:lnTo>
                  <a:lnTo>
                    <a:pt x="5196510" y="94576"/>
                  </a:lnTo>
                  <a:lnTo>
                    <a:pt x="5241188" y="86487"/>
                  </a:lnTo>
                  <a:lnTo>
                    <a:pt x="5286222" y="80289"/>
                  </a:lnTo>
                  <a:lnTo>
                    <a:pt x="5331536" y="76009"/>
                  </a:lnTo>
                  <a:lnTo>
                    <a:pt x="5377091" y="73672"/>
                  </a:lnTo>
                  <a:lnTo>
                    <a:pt x="5422798" y="73266"/>
                  </a:lnTo>
                  <a:lnTo>
                    <a:pt x="5468607" y="74841"/>
                  </a:lnTo>
                  <a:lnTo>
                    <a:pt x="5514441" y="78409"/>
                  </a:lnTo>
                  <a:lnTo>
                    <a:pt x="5560250" y="83985"/>
                  </a:lnTo>
                  <a:lnTo>
                    <a:pt x="5605958" y="91579"/>
                  </a:lnTo>
                  <a:lnTo>
                    <a:pt x="5651512" y="101219"/>
                  </a:lnTo>
                  <a:lnTo>
                    <a:pt x="5696839" y="112928"/>
                  </a:lnTo>
                  <a:lnTo>
                    <a:pt x="5741886" y="126707"/>
                  </a:lnTo>
                  <a:lnTo>
                    <a:pt x="5786577" y="142595"/>
                  </a:lnTo>
                  <a:lnTo>
                    <a:pt x="5830849" y="160604"/>
                  </a:lnTo>
                  <a:lnTo>
                    <a:pt x="5874639" y="180759"/>
                  </a:lnTo>
                  <a:lnTo>
                    <a:pt x="5917882" y="203060"/>
                  </a:lnTo>
                  <a:lnTo>
                    <a:pt x="5841822" y="342747"/>
                  </a:lnTo>
                  <a:lnTo>
                    <a:pt x="6232626" y="333603"/>
                  </a:lnTo>
                  <a:lnTo>
                    <a:pt x="6232830" y="333235"/>
                  </a:lnTo>
                  <a:close/>
                </a:path>
                <a:path w="10655300" h="1076960">
                  <a:moveTo>
                    <a:pt x="10654817" y="353288"/>
                  </a:moveTo>
                  <a:lnTo>
                    <a:pt x="10458247" y="15392"/>
                  </a:lnTo>
                  <a:lnTo>
                    <a:pt x="10378935" y="153327"/>
                  </a:lnTo>
                  <a:lnTo>
                    <a:pt x="10334663" y="129133"/>
                  </a:lnTo>
                  <a:lnTo>
                    <a:pt x="10289667" y="106997"/>
                  </a:lnTo>
                  <a:lnTo>
                    <a:pt x="10243998" y="86944"/>
                  </a:lnTo>
                  <a:lnTo>
                    <a:pt x="10197694" y="68973"/>
                  </a:lnTo>
                  <a:lnTo>
                    <a:pt x="10150831" y="53086"/>
                  </a:lnTo>
                  <a:lnTo>
                    <a:pt x="10103472" y="39293"/>
                  </a:lnTo>
                  <a:lnTo>
                    <a:pt x="10055657" y="27609"/>
                  </a:lnTo>
                  <a:lnTo>
                    <a:pt x="10007448" y="18046"/>
                  </a:lnTo>
                  <a:lnTo>
                    <a:pt x="9958921" y="10591"/>
                  </a:lnTo>
                  <a:lnTo>
                    <a:pt x="9910102" y="5270"/>
                  </a:lnTo>
                  <a:lnTo>
                    <a:pt x="9861080" y="2082"/>
                  </a:lnTo>
                  <a:lnTo>
                    <a:pt x="9811893" y="1028"/>
                  </a:lnTo>
                  <a:lnTo>
                    <a:pt x="9762617" y="2133"/>
                  </a:lnTo>
                  <a:lnTo>
                    <a:pt x="9713290" y="5397"/>
                  </a:lnTo>
                  <a:lnTo>
                    <a:pt x="9663976" y="10820"/>
                  </a:lnTo>
                  <a:lnTo>
                    <a:pt x="9614738" y="18415"/>
                  </a:lnTo>
                  <a:lnTo>
                    <a:pt x="9565640" y="28194"/>
                  </a:lnTo>
                  <a:lnTo>
                    <a:pt x="9516732" y="40157"/>
                  </a:lnTo>
                  <a:lnTo>
                    <a:pt x="9468396" y="54229"/>
                  </a:lnTo>
                  <a:lnTo>
                    <a:pt x="9421000" y="70294"/>
                  </a:lnTo>
                  <a:lnTo>
                    <a:pt x="9374594" y="88303"/>
                  </a:lnTo>
                  <a:lnTo>
                    <a:pt x="9329229" y="108229"/>
                  </a:lnTo>
                  <a:lnTo>
                    <a:pt x="9284957" y="130035"/>
                  </a:lnTo>
                  <a:lnTo>
                    <a:pt x="9241803" y="153682"/>
                  </a:lnTo>
                  <a:lnTo>
                    <a:pt x="9199829" y="179146"/>
                  </a:lnTo>
                  <a:lnTo>
                    <a:pt x="9159062" y="206375"/>
                  </a:lnTo>
                  <a:lnTo>
                    <a:pt x="9119578" y="235343"/>
                  </a:lnTo>
                  <a:lnTo>
                    <a:pt x="9081402" y="266026"/>
                  </a:lnTo>
                  <a:lnTo>
                    <a:pt x="9044597" y="298361"/>
                  </a:lnTo>
                  <a:lnTo>
                    <a:pt x="9009189" y="332333"/>
                  </a:lnTo>
                  <a:lnTo>
                    <a:pt x="8975242" y="367893"/>
                  </a:lnTo>
                  <a:lnTo>
                    <a:pt x="8942781" y="405028"/>
                  </a:lnTo>
                  <a:lnTo>
                    <a:pt x="8911882" y="443674"/>
                  </a:lnTo>
                  <a:lnTo>
                    <a:pt x="8882570" y="483819"/>
                  </a:lnTo>
                  <a:lnTo>
                    <a:pt x="8854884" y="525411"/>
                  </a:lnTo>
                  <a:lnTo>
                    <a:pt x="8828900" y="568426"/>
                  </a:lnTo>
                  <a:lnTo>
                    <a:pt x="8891638" y="604494"/>
                  </a:lnTo>
                  <a:lnTo>
                    <a:pt x="8916746" y="563029"/>
                  </a:lnTo>
                  <a:lnTo>
                    <a:pt x="8943467" y="523113"/>
                  </a:lnTo>
                  <a:lnTo>
                    <a:pt x="8971712" y="484771"/>
                  </a:lnTo>
                  <a:lnTo>
                    <a:pt x="9001430" y="448030"/>
                  </a:lnTo>
                  <a:lnTo>
                    <a:pt x="9032557" y="412889"/>
                  </a:lnTo>
                  <a:lnTo>
                    <a:pt x="9065019" y="379374"/>
                  </a:lnTo>
                  <a:lnTo>
                    <a:pt x="9098763" y="347510"/>
                  </a:lnTo>
                  <a:lnTo>
                    <a:pt x="9133726" y="317296"/>
                  </a:lnTo>
                  <a:lnTo>
                    <a:pt x="9169832" y="288772"/>
                  </a:lnTo>
                  <a:lnTo>
                    <a:pt x="9207017" y="261937"/>
                  </a:lnTo>
                  <a:lnTo>
                    <a:pt x="9245232" y="236816"/>
                  </a:lnTo>
                  <a:lnTo>
                    <a:pt x="9284398" y="213423"/>
                  </a:lnTo>
                  <a:lnTo>
                    <a:pt x="9324454" y="191782"/>
                  </a:lnTo>
                  <a:lnTo>
                    <a:pt x="9365336" y="171894"/>
                  </a:lnTo>
                  <a:lnTo>
                    <a:pt x="9406966" y="153797"/>
                  </a:lnTo>
                  <a:lnTo>
                    <a:pt x="9449308" y="137490"/>
                  </a:lnTo>
                  <a:lnTo>
                    <a:pt x="9492285" y="123012"/>
                  </a:lnTo>
                  <a:lnTo>
                    <a:pt x="9535820" y="110363"/>
                  </a:lnTo>
                  <a:lnTo>
                    <a:pt x="9579864" y="99555"/>
                  </a:lnTo>
                  <a:lnTo>
                    <a:pt x="9624339" y="90627"/>
                  </a:lnTo>
                  <a:lnTo>
                    <a:pt x="9669196" y="83578"/>
                  </a:lnTo>
                  <a:lnTo>
                    <a:pt x="9714357" y="78435"/>
                  </a:lnTo>
                  <a:lnTo>
                    <a:pt x="9759759" y="75209"/>
                  </a:lnTo>
                  <a:lnTo>
                    <a:pt x="9805352" y="73914"/>
                  </a:lnTo>
                  <a:lnTo>
                    <a:pt x="9851060" y="74587"/>
                  </a:lnTo>
                  <a:lnTo>
                    <a:pt x="9896818" y="77216"/>
                  </a:lnTo>
                  <a:lnTo>
                    <a:pt x="9942551" y="81851"/>
                  </a:lnTo>
                  <a:lnTo>
                    <a:pt x="9988220" y="88480"/>
                  </a:lnTo>
                  <a:lnTo>
                    <a:pt x="10033737" y="97142"/>
                  </a:lnTo>
                  <a:lnTo>
                    <a:pt x="10079050" y="107835"/>
                  </a:lnTo>
                  <a:lnTo>
                    <a:pt x="10124097" y="120586"/>
                  </a:lnTo>
                  <a:lnTo>
                    <a:pt x="10168801" y="135420"/>
                  </a:lnTo>
                  <a:lnTo>
                    <a:pt x="10213111" y="152336"/>
                  </a:lnTo>
                  <a:lnTo>
                    <a:pt x="10256952" y="171373"/>
                  </a:lnTo>
                  <a:lnTo>
                    <a:pt x="10300271" y="192532"/>
                  </a:lnTo>
                  <a:lnTo>
                    <a:pt x="10342982" y="215836"/>
                  </a:lnTo>
                  <a:lnTo>
                    <a:pt x="10263708" y="353720"/>
                  </a:lnTo>
                  <a:lnTo>
                    <a:pt x="10654602" y="353656"/>
                  </a:lnTo>
                  <a:lnTo>
                    <a:pt x="10654817" y="353288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2265" y="7291641"/>
            <a:ext cx="4626610" cy="1304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7820"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Expertise</a:t>
            </a:r>
            <a:r>
              <a:rPr sz="2450" b="1" spc="10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450" b="1" spc="114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Demand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1259205" marR="5080" indent="-1247140">
              <a:lnSpc>
                <a:spcPct val="116000"/>
              </a:lnSpc>
              <a:spcBef>
                <a:spcPts val="1540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Immediate</a:t>
            </a:r>
            <a:r>
              <a:rPr sz="2000" spc="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access</a:t>
            </a:r>
            <a:r>
              <a:rPr sz="2000" spc="6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senior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lawyers</a:t>
            </a:r>
            <a:r>
              <a:rPr sz="2000" spc="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regional</a:t>
            </a:r>
            <a:r>
              <a:rPr sz="2000" spc="8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expertise.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54625" y="6559232"/>
            <a:ext cx="336931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2450" b="1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450" b="1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Structure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3919" y="7158863"/>
            <a:ext cx="3903345" cy="17989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270" algn="ctr">
              <a:lnSpc>
                <a:spcPct val="117000"/>
              </a:lnSpc>
              <a:spcBef>
                <a:spcPts val="75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Fixed standby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fees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certainty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000" spc="7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flexible hourly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billing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varying</a:t>
            </a:r>
            <a:r>
              <a:rPr sz="2000" spc="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workloads.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is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based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000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lump</a:t>
            </a:r>
            <a:r>
              <a:rPr sz="2000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sum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basis</a:t>
            </a:r>
            <a:r>
              <a:rPr sz="2000" spc="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spc="6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avoid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uncertainty</a:t>
            </a:r>
            <a:r>
              <a:rPr sz="2000" spc="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the time</a:t>
            </a:r>
            <a:r>
              <a:rPr sz="2000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spent.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34805" y="6259829"/>
            <a:ext cx="4425315" cy="20154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Reduce</a:t>
            </a: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HR</a:t>
            </a:r>
            <a:r>
              <a:rPr sz="2450" b="1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Training</a:t>
            </a:r>
            <a:r>
              <a:rPr sz="2450" b="1" spc="6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issues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797560" marR="999490" indent="6350" algn="ctr">
              <a:lnSpc>
                <a:spcPct val="117000"/>
              </a:lnSpc>
              <a:spcBef>
                <a:spcPts val="1480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000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overheads,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management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time,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risks</a:t>
            </a:r>
            <a:r>
              <a:rPr sz="2000" spc="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associated</a:t>
            </a:r>
            <a:r>
              <a:rPr sz="2000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permanent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hires.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21663" y="6676707"/>
            <a:ext cx="3853179" cy="2368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Efficiency</a:t>
            </a:r>
            <a:r>
              <a:rPr sz="2450" b="1" spc="1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8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Streamlining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358775" marR="400050" algn="ctr">
              <a:lnSpc>
                <a:spcPct val="117000"/>
              </a:lnSpc>
              <a:spcBef>
                <a:spcPts val="1495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spc="-9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single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contact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both</a:t>
            </a:r>
            <a:r>
              <a:rPr sz="2000" spc="-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Thailand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000" spc="5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Vietnam, enabling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reduce</a:t>
            </a:r>
            <a:r>
              <a:rPr sz="2000" spc="9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dependency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multiple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providers.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45235" y="684060"/>
            <a:ext cx="9784715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215"/>
              </a:lnSpc>
            </a:pPr>
            <a:r>
              <a:rPr sz="650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5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</a:t>
            </a:r>
            <a:r>
              <a:rPr sz="6500" b="1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65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50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65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6500" b="1" spc="-4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6500" b="1" spc="-4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65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5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6500" b="1" spc="-35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5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PLAN</a:t>
            </a:r>
            <a:endParaRPr sz="6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0"/>
            <a:ext cx="18288000" cy="1857375"/>
            <a:chOff x="0" y="0"/>
            <a:chExt cx="18288000" cy="1857375"/>
          </a:xfrm>
        </p:grpSpPr>
        <p:sp>
          <p:nvSpPr>
            <p:cNvPr id="28" name="object 28"/>
            <p:cNvSpPr/>
            <p:nvPr/>
          </p:nvSpPr>
          <p:spPr>
            <a:xfrm>
              <a:off x="15157416" y="0"/>
              <a:ext cx="3131185" cy="1857375"/>
            </a:xfrm>
            <a:custGeom>
              <a:avLst/>
              <a:gdLst/>
              <a:ahLst/>
              <a:cxnLst/>
              <a:rect l="l" t="t" r="r" b="b"/>
              <a:pathLst>
                <a:path w="3131184" h="1857375">
                  <a:moveTo>
                    <a:pt x="3130583" y="0"/>
                  </a:moveTo>
                  <a:lnTo>
                    <a:pt x="0" y="0"/>
                  </a:lnTo>
                  <a:lnTo>
                    <a:pt x="938817" y="1640840"/>
                  </a:lnTo>
                  <a:lnTo>
                    <a:pt x="966711" y="1683520"/>
                  </a:lnTo>
                  <a:lnTo>
                    <a:pt x="999044" y="1722150"/>
                  </a:lnTo>
                  <a:lnTo>
                    <a:pt x="1035370" y="1756471"/>
                  </a:lnTo>
                  <a:lnTo>
                    <a:pt x="1075246" y="1786222"/>
                  </a:lnTo>
                  <a:lnTo>
                    <a:pt x="1118228" y="1811146"/>
                  </a:lnTo>
                  <a:lnTo>
                    <a:pt x="1163870" y="1830982"/>
                  </a:lnTo>
                  <a:lnTo>
                    <a:pt x="1211730" y="1845472"/>
                  </a:lnTo>
                  <a:lnTo>
                    <a:pt x="1261363" y="1854356"/>
                  </a:lnTo>
                  <a:lnTo>
                    <a:pt x="1312324" y="1857375"/>
                  </a:lnTo>
                  <a:lnTo>
                    <a:pt x="3130583" y="1857375"/>
                  </a:lnTo>
                  <a:lnTo>
                    <a:pt x="3130583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95563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394204" y="538098"/>
            <a:ext cx="10926445" cy="70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4500" spc="-10" dirty="0">
                <a:solidFill>
                  <a:srgbClr val="FDFDFD"/>
                </a:solidFill>
                <a:sym typeface="+mn-ea"/>
              </a:rPr>
              <a:t>{{section.Timeline.0.title}}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05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7655" y="6376670"/>
            <a:ext cx="7265670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3350" b="1" spc="17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3350" b="1" spc="8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3350" b="1" spc="5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350" b="1" spc="8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3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0" dirty="0">
                <a:solidFill>
                  <a:srgbClr val="FFFFFF"/>
                </a:solidFill>
              </a:rPr>
              <a:t>BUSINESS</a:t>
            </a:r>
            <a:r>
              <a:rPr sz="5000" spc="-130" dirty="0">
                <a:solidFill>
                  <a:srgbClr val="FFFFFF"/>
                </a:solidFill>
              </a:rPr>
              <a:t> </a:t>
            </a:r>
            <a:r>
              <a:rPr sz="5000" dirty="0">
                <a:solidFill>
                  <a:srgbClr val="FFFFFF"/>
                </a:solidFill>
              </a:rPr>
              <a:t>PROFILE</a:t>
            </a:r>
            <a:r>
              <a:rPr sz="5000" spc="-125" dirty="0">
                <a:solidFill>
                  <a:srgbClr val="FFFFFF"/>
                </a:solidFill>
              </a:rPr>
              <a:t> </a:t>
            </a:r>
            <a:r>
              <a:rPr sz="5000" spc="-25" dirty="0">
                <a:solidFill>
                  <a:srgbClr val="FFFFFF"/>
                </a:solidFill>
              </a:rPr>
              <a:t>OF</a:t>
            </a:r>
            <a:endParaRPr sz="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256" y="492324"/>
              <a:ext cx="244057" cy="2275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131" y="492423"/>
              <a:ext cx="255270" cy="257175"/>
            </a:xfrm>
            <a:custGeom>
              <a:avLst/>
              <a:gdLst/>
              <a:ahLst/>
              <a:cxnLst/>
              <a:rect l="l" t="t" r="r" b="b"/>
              <a:pathLst>
                <a:path w="255270" h="257175">
                  <a:moveTo>
                    <a:pt x="234631" y="0"/>
                  </a:moveTo>
                  <a:lnTo>
                    <a:pt x="189925" y="9713"/>
                  </a:lnTo>
                  <a:lnTo>
                    <a:pt x="148293" y="26434"/>
                  </a:lnTo>
                  <a:lnTo>
                    <a:pt x="110396" y="49501"/>
                  </a:lnTo>
                  <a:lnTo>
                    <a:pt x="76892" y="78252"/>
                  </a:lnTo>
                  <a:lnTo>
                    <a:pt x="48440" y="112025"/>
                  </a:lnTo>
                  <a:lnTo>
                    <a:pt x="25702" y="150157"/>
                  </a:lnTo>
                  <a:lnTo>
                    <a:pt x="9335" y="191986"/>
                  </a:lnTo>
                  <a:lnTo>
                    <a:pt x="0" y="236849"/>
                  </a:lnTo>
                  <a:lnTo>
                    <a:pt x="739" y="244465"/>
                  </a:lnTo>
                  <a:lnTo>
                    <a:pt x="4444" y="250837"/>
                  </a:lnTo>
                  <a:lnTo>
                    <a:pt x="10407" y="255212"/>
                  </a:lnTo>
                  <a:lnTo>
                    <a:pt x="17919" y="256838"/>
                  </a:lnTo>
                  <a:lnTo>
                    <a:pt x="132995" y="256838"/>
                  </a:lnTo>
                  <a:lnTo>
                    <a:pt x="165911" y="210555"/>
                  </a:lnTo>
                  <a:lnTo>
                    <a:pt x="185271" y="185214"/>
                  </a:lnTo>
                  <a:lnTo>
                    <a:pt x="210599" y="165844"/>
                  </a:lnTo>
                  <a:lnTo>
                    <a:pt x="240607" y="153733"/>
                  </a:lnTo>
                  <a:lnTo>
                    <a:pt x="248729" y="151673"/>
                  </a:lnTo>
                  <a:lnTo>
                    <a:pt x="254693" y="144569"/>
                  </a:lnTo>
                  <a:lnTo>
                    <a:pt x="254693" y="17929"/>
                  </a:lnTo>
                  <a:lnTo>
                    <a:pt x="253055" y="10413"/>
                  </a:lnTo>
                  <a:lnTo>
                    <a:pt x="248653" y="4446"/>
                  </a:lnTo>
                  <a:lnTo>
                    <a:pt x="242255" y="738"/>
                  </a:lnTo>
                  <a:lnTo>
                    <a:pt x="234631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343" y="823413"/>
              <a:ext cx="243714" cy="2086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878" y="779801"/>
              <a:ext cx="253859" cy="252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7657" y="662037"/>
              <a:ext cx="186438" cy="200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28673" y="664209"/>
              <a:ext cx="375285" cy="195580"/>
            </a:xfrm>
            <a:custGeom>
              <a:avLst/>
              <a:gdLst/>
              <a:ahLst/>
              <a:cxnLst/>
              <a:rect l="l" t="t" r="r" b="b"/>
              <a:pathLst>
                <a:path w="375285" h="195580">
                  <a:moveTo>
                    <a:pt x="170637" y="0"/>
                  </a:moveTo>
                  <a:lnTo>
                    <a:pt x="129184" y="0"/>
                  </a:lnTo>
                  <a:lnTo>
                    <a:pt x="129184" y="81280"/>
                  </a:lnTo>
                  <a:lnTo>
                    <a:pt x="41160" y="81280"/>
                  </a:lnTo>
                  <a:lnTo>
                    <a:pt x="41160" y="0"/>
                  </a:lnTo>
                  <a:lnTo>
                    <a:pt x="0" y="0"/>
                  </a:lnTo>
                  <a:lnTo>
                    <a:pt x="0" y="81280"/>
                  </a:lnTo>
                  <a:lnTo>
                    <a:pt x="0" y="118110"/>
                  </a:lnTo>
                  <a:lnTo>
                    <a:pt x="0" y="195580"/>
                  </a:lnTo>
                  <a:lnTo>
                    <a:pt x="41262" y="195580"/>
                  </a:lnTo>
                  <a:lnTo>
                    <a:pt x="41262" y="118110"/>
                  </a:lnTo>
                  <a:lnTo>
                    <a:pt x="129273" y="118110"/>
                  </a:lnTo>
                  <a:lnTo>
                    <a:pt x="129273" y="195580"/>
                  </a:lnTo>
                  <a:lnTo>
                    <a:pt x="170637" y="195580"/>
                  </a:lnTo>
                  <a:lnTo>
                    <a:pt x="170637" y="118110"/>
                  </a:lnTo>
                  <a:lnTo>
                    <a:pt x="170637" y="81280"/>
                  </a:lnTo>
                  <a:lnTo>
                    <a:pt x="170637" y="0"/>
                  </a:lnTo>
                  <a:close/>
                </a:path>
                <a:path w="375285" h="195580">
                  <a:moveTo>
                    <a:pt x="374967" y="0"/>
                  </a:moveTo>
                  <a:lnTo>
                    <a:pt x="228269" y="0"/>
                  </a:lnTo>
                  <a:lnTo>
                    <a:pt x="228269" y="36830"/>
                  </a:lnTo>
                  <a:lnTo>
                    <a:pt x="228269" y="81280"/>
                  </a:lnTo>
                  <a:lnTo>
                    <a:pt x="228269" y="116840"/>
                  </a:lnTo>
                  <a:lnTo>
                    <a:pt x="228269" y="158750"/>
                  </a:lnTo>
                  <a:lnTo>
                    <a:pt x="228269" y="195580"/>
                  </a:lnTo>
                  <a:lnTo>
                    <a:pt x="374967" y="195580"/>
                  </a:lnTo>
                  <a:lnTo>
                    <a:pt x="374967" y="158750"/>
                  </a:lnTo>
                  <a:lnTo>
                    <a:pt x="269341" y="158750"/>
                  </a:lnTo>
                  <a:lnTo>
                    <a:pt x="269341" y="116840"/>
                  </a:lnTo>
                  <a:lnTo>
                    <a:pt x="360019" y="116840"/>
                  </a:lnTo>
                  <a:lnTo>
                    <a:pt x="360019" y="81280"/>
                  </a:lnTo>
                  <a:lnTo>
                    <a:pt x="269341" y="81280"/>
                  </a:lnTo>
                  <a:lnTo>
                    <a:pt x="269341" y="36830"/>
                  </a:lnTo>
                  <a:lnTo>
                    <a:pt x="374967" y="36830"/>
                  </a:lnTo>
                  <a:lnTo>
                    <a:pt x="374967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0019" y="664222"/>
              <a:ext cx="163639" cy="1958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2689" y="664222"/>
              <a:ext cx="215587" cy="195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4425" y="664222"/>
              <a:ext cx="204031" cy="1958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4706" y="664222"/>
              <a:ext cx="177330" cy="1958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70555" y="664209"/>
              <a:ext cx="166370" cy="195580"/>
            </a:xfrm>
            <a:custGeom>
              <a:avLst/>
              <a:gdLst/>
              <a:ahLst/>
              <a:cxnLst/>
              <a:rect l="l" t="t" r="r" b="b"/>
              <a:pathLst>
                <a:path w="166369" h="195580">
                  <a:moveTo>
                    <a:pt x="16609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62141" y="36830"/>
                  </a:lnTo>
                  <a:lnTo>
                    <a:pt x="62141" y="195580"/>
                  </a:lnTo>
                  <a:lnTo>
                    <a:pt x="103568" y="195580"/>
                  </a:lnTo>
                  <a:lnTo>
                    <a:pt x="103568" y="36830"/>
                  </a:lnTo>
                  <a:lnTo>
                    <a:pt x="166090" y="36830"/>
                  </a:lnTo>
                  <a:lnTo>
                    <a:pt x="166090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603250" y="2576512"/>
            <a:ext cx="7918450" cy="108585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40"/>
              </a:spcBef>
            </a:pPr>
            <a:r>
              <a:rPr sz="3450" dirty="0">
                <a:solidFill>
                  <a:srgbClr val="FFFFFF"/>
                </a:solidFill>
              </a:rPr>
              <a:t>With</a:t>
            </a:r>
            <a:r>
              <a:rPr sz="3450" spc="4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14AA8D"/>
                </a:solidFill>
              </a:rPr>
              <a:t>100+</a:t>
            </a:r>
            <a:r>
              <a:rPr sz="3450" spc="20" dirty="0">
                <a:solidFill>
                  <a:srgbClr val="14AA8D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years</a:t>
            </a:r>
            <a:r>
              <a:rPr sz="3450" spc="2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of</a:t>
            </a:r>
            <a:r>
              <a:rPr sz="3450" spc="30" dirty="0">
                <a:solidFill>
                  <a:srgbClr val="FFFFFF"/>
                </a:solidFill>
              </a:rPr>
              <a:t> </a:t>
            </a:r>
            <a:r>
              <a:rPr sz="3450" spc="-10" dirty="0">
                <a:solidFill>
                  <a:srgbClr val="FFFFFF"/>
                </a:solidFill>
              </a:rPr>
              <a:t>combined </a:t>
            </a:r>
            <a:r>
              <a:rPr sz="3450" dirty="0">
                <a:solidFill>
                  <a:srgbClr val="FFFFFF"/>
                </a:solidFill>
              </a:rPr>
              <a:t>experience</a:t>
            </a:r>
            <a:r>
              <a:rPr sz="3450" spc="-1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across</a:t>
            </a:r>
            <a:r>
              <a:rPr sz="3450" spc="7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various</a:t>
            </a:r>
            <a:r>
              <a:rPr sz="3450" spc="65" dirty="0">
                <a:solidFill>
                  <a:srgbClr val="FFFFFF"/>
                </a:solidFill>
              </a:rPr>
              <a:t> </a:t>
            </a:r>
            <a:r>
              <a:rPr sz="3450" spc="-10" dirty="0">
                <a:solidFill>
                  <a:srgbClr val="FFFFFF"/>
                </a:solidFill>
              </a:rPr>
              <a:t>industries,</a:t>
            </a:r>
            <a:endParaRPr sz="3450"/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5300" y="485775"/>
            <a:ext cx="2466975" cy="56197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165" marR="5080" algn="just">
              <a:lnSpc>
                <a:spcPct val="116000"/>
              </a:lnSpc>
              <a:spcBef>
                <a:spcPts val="130"/>
              </a:spcBef>
            </a:pPr>
            <a:r>
              <a:rPr dirty="0"/>
              <a:t>our</a:t>
            </a:r>
            <a:r>
              <a:rPr spc="500" dirty="0"/>
              <a:t> </a:t>
            </a:r>
            <a:r>
              <a:rPr dirty="0"/>
              <a:t>seasoned</a:t>
            </a:r>
            <a:r>
              <a:rPr spc="505" dirty="0"/>
              <a:t> </a:t>
            </a:r>
            <a:r>
              <a:rPr dirty="0"/>
              <a:t>team</a:t>
            </a:r>
            <a:r>
              <a:rPr spc="570" dirty="0"/>
              <a:t> </a:t>
            </a:r>
            <a:r>
              <a:rPr dirty="0"/>
              <a:t>of</a:t>
            </a:r>
            <a:r>
              <a:rPr spc="560" dirty="0"/>
              <a:t> </a:t>
            </a:r>
            <a:r>
              <a:rPr dirty="0"/>
              <a:t>professionals</a:t>
            </a:r>
            <a:r>
              <a:rPr spc="545" dirty="0"/>
              <a:t> </a:t>
            </a:r>
            <a:r>
              <a:rPr dirty="0"/>
              <a:t>in</a:t>
            </a:r>
            <a:r>
              <a:rPr spc="535" dirty="0"/>
              <a:t> </a:t>
            </a:r>
            <a:r>
              <a:rPr dirty="0"/>
              <a:t>accounting,</a:t>
            </a:r>
            <a:r>
              <a:rPr spc="500" dirty="0"/>
              <a:t> </a:t>
            </a:r>
            <a:r>
              <a:rPr dirty="0"/>
              <a:t>legal</a:t>
            </a:r>
            <a:r>
              <a:rPr spc="540" dirty="0"/>
              <a:t> </a:t>
            </a:r>
            <a:r>
              <a:rPr dirty="0"/>
              <a:t>and</a:t>
            </a:r>
            <a:r>
              <a:rPr spc="505" dirty="0"/>
              <a:t> </a:t>
            </a:r>
            <a:r>
              <a:rPr dirty="0"/>
              <a:t>corporate</a:t>
            </a:r>
            <a:r>
              <a:rPr spc="565" dirty="0"/>
              <a:t> </a:t>
            </a:r>
            <a:r>
              <a:rPr spc="-10" dirty="0"/>
              <a:t>compliance </a:t>
            </a:r>
            <a:r>
              <a:rPr dirty="0"/>
              <a:t>across</a:t>
            </a:r>
            <a:r>
              <a:rPr spc="295" dirty="0"/>
              <a:t> </a:t>
            </a:r>
            <a:r>
              <a:rPr dirty="0"/>
              <a:t>ASEAN</a:t>
            </a:r>
            <a:r>
              <a:rPr spc="335" dirty="0"/>
              <a:t> </a:t>
            </a:r>
            <a:r>
              <a:rPr dirty="0"/>
              <a:t>expertly</a:t>
            </a:r>
            <a:r>
              <a:rPr spc="254" dirty="0"/>
              <a:t> </a:t>
            </a:r>
            <a:r>
              <a:rPr dirty="0"/>
              <a:t>navigate</a:t>
            </a:r>
            <a:r>
              <a:rPr spc="270" dirty="0"/>
              <a:t> </a:t>
            </a:r>
            <a:r>
              <a:rPr dirty="0"/>
              <a:t>the</a:t>
            </a:r>
            <a:r>
              <a:rPr spc="300" dirty="0"/>
              <a:t> </a:t>
            </a:r>
            <a:r>
              <a:rPr dirty="0"/>
              <a:t>intricacies</a:t>
            </a:r>
            <a:r>
              <a:rPr spc="300" dirty="0"/>
              <a:t> </a:t>
            </a:r>
            <a:r>
              <a:rPr dirty="0"/>
              <a:t>of</a:t>
            </a:r>
            <a:r>
              <a:rPr spc="315" dirty="0"/>
              <a:t> </a:t>
            </a:r>
            <a:r>
              <a:rPr dirty="0"/>
              <a:t>business</a:t>
            </a:r>
            <a:r>
              <a:rPr spc="330" dirty="0"/>
              <a:t> </a:t>
            </a:r>
            <a:r>
              <a:rPr dirty="0"/>
              <a:t>operation</a:t>
            </a:r>
            <a:r>
              <a:rPr spc="280" dirty="0"/>
              <a:t> </a:t>
            </a:r>
            <a:r>
              <a:rPr dirty="0"/>
              <a:t>to</a:t>
            </a:r>
            <a:r>
              <a:rPr spc="270" dirty="0"/>
              <a:t> </a:t>
            </a:r>
            <a:r>
              <a:rPr dirty="0"/>
              <a:t>allow</a:t>
            </a:r>
            <a:r>
              <a:rPr spc="275" dirty="0"/>
              <a:t> </a:t>
            </a:r>
            <a:r>
              <a:rPr dirty="0"/>
              <a:t>you</a:t>
            </a:r>
            <a:r>
              <a:rPr spc="285" dirty="0"/>
              <a:t> </a:t>
            </a:r>
            <a:r>
              <a:rPr spc="-25" dirty="0"/>
              <a:t>to </a:t>
            </a:r>
            <a:r>
              <a:rPr dirty="0"/>
              <a:t>focus</a:t>
            </a:r>
            <a:r>
              <a:rPr spc="30" dirty="0"/>
              <a:t> </a:t>
            </a:r>
            <a:r>
              <a:rPr dirty="0"/>
              <a:t>on</a:t>
            </a:r>
            <a:r>
              <a:rPr spc="80" dirty="0"/>
              <a:t> </a:t>
            </a:r>
            <a:r>
              <a:rPr dirty="0"/>
              <a:t>what</a:t>
            </a:r>
            <a:r>
              <a:rPr spc="65" dirty="0"/>
              <a:t> </a:t>
            </a:r>
            <a:r>
              <a:rPr dirty="0"/>
              <a:t>you</a:t>
            </a:r>
            <a:r>
              <a:rPr spc="40" dirty="0"/>
              <a:t> </a:t>
            </a:r>
            <a:r>
              <a:rPr dirty="0"/>
              <a:t>do</a:t>
            </a:r>
            <a:r>
              <a:rPr spc="75" dirty="0"/>
              <a:t> </a:t>
            </a:r>
            <a:r>
              <a:rPr spc="-10" dirty="0"/>
              <a:t>best.</a:t>
            </a:r>
            <a:endParaRPr spc="-10" dirty="0"/>
          </a:p>
          <a:p>
            <a:pPr>
              <a:lnSpc>
                <a:spcPct val="100000"/>
              </a:lnSpc>
              <a:spcBef>
                <a:spcPts val="720"/>
              </a:spcBef>
            </a:p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We</a:t>
            </a:r>
            <a:r>
              <a:rPr spc="70" dirty="0"/>
              <a:t> </a:t>
            </a:r>
            <a:r>
              <a:rPr dirty="0"/>
              <a:t>deliver</a:t>
            </a:r>
            <a:r>
              <a:rPr spc="55" dirty="0"/>
              <a:t> </a:t>
            </a:r>
            <a:r>
              <a:rPr dirty="0"/>
              <a:t>tailored</a:t>
            </a:r>
            <a:r>
              <a:rPr spc="100" dirty="0"/>
              <a:t> </a:t>
            </a:r>
            <a:r>
              <a:rPr dirty="0"/>
              <a:t>solutions</a:t>
            </a:r>
            <a:r>
              <a:rPr spc="40" dirty="0"/>
              <a:t> </a:t>
            </a:r>
            <a:r>
              <a:rPr dirty="0"/>
              <a:t>that</a:t>
            </a:r>
            <a:r>
              <a:rPr spc="110" dirty="0"/>
              <a:t> </a:t>
            </a:r>
            <a:r>
              <a:rPr dirty="0"/>
              <a:t>meet</a:t>
            </a:r>
            <a:r>
              <a:rPr spc="65" dirty="0"/>
              <a:t> </a:t>
            </a:r>
            <a:r>
              <a:rPr dirty="0"/>
              <a:t>your</a:t>
            </a:r>
            <a:r>
              <a:rPr spc="100" dirty="0"/>
              <a:t> </a:t>
            </a:r>
            <a:r>
              <a:rPr dirty="0"/>
              <a:t>exacting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unique</a:t>
            </a:r>
            <a:r>
              <a:rPr spc="120" dirty="0"/>
              <a:t> </a:t>
            </a:r>
            <a:r>
              <a:rPr spc="-10" dirty="0"/>
              <a:t>needs,</a:t>
            </a:r>
            <a:endParaRPr spc="-10" dirty="0"/>
          </a:p>
          <a:p>
            <a:pPr marL="12700" marR="53340" algn="just">
              <a:lnSpc>
                <a:spcPct val="101000"/>
              </a:lnSpc>
              <a:spcBef>
                <a:spcPts val="75"/>
              </a:spcBef>
            </a:pPr>
            <a:r>
              <a:rPr dirty="0"/>
              <a:t>ensuring</a:t>
            </a:r>
            <a:r>
              <a:rPr spc="40" dirty="0"/>
              <a:t>  </a:t>
            </a:r>
            <a:r>
              <a:rPr dirty="0"/>
              <a:t>compliance</a:t>
            </a:r>
            <a:r>
              <a:rPr spc="45" dirty="0"/>
              <a:t>  </a:t>
            </a:r>
            <a:r>
              <a:rPr dirty="0"/>
              <a:t>and</a:t>
            </a:r>
            <a:r>
              <a:rPr spc="20" dirty="0"/>
              <a:t>  </a:t>
            </a:r>
            <a:r>
              <a:rPr dirty="0"/>
              <a:t>timely</a:t>
            </a:r>
            <a:r>
              <a:rPr spc="30" dirty="0"/>
              <a:t>  </a:t>
            </a:r>
            <a:r>
              <a:rPr dirty="0"/>
              <a:t>deliverables</a:t>
            </a:r>
            <a:r>
              <a:rPr spc="15" dirty="0"/>
              <a:t>  </a:t>
            </a:r>
            <a:r>
              <a:rPr dirty="0"/>
              <a:t>while</a:t>
            </a:r>
            <a:r>
              <a:rPr spc="25" dirty="0"/>
              <a:t>  </a:t>
            </a:r>
            <a:r>
              <a:rPr dirty="0"/>
              <a:t>building</a:t>
            </a:r>
            <a:r>
              <a:rPr spc="45" dirty="0"/>
              <a:t>  </a:t>
            </a:r>
            <a:r>
              <a:rPr dirty="0"/>
              <a:t>trust</a:t>
            </a:r>
            <a:r>
              <a:rPr spc="20" dirty="0"/>
              <a:t>  </a:t>
            </a:r>
            <a:r>
              <a:rPr dirty="0"/>
              <a:t>for</a:t>
            </a:r>
            <a:r>
              <a:rPr spc="30" dirty="0"/>
              <a:t>  </a:t>
            </a:r>
            <a:r>
              <a:rPr dirty="0"/>
              <a:t>a</a:t>
            </a:r>
            <a:r>
              <a:rPr spc="25" dirty="0"/>
              <a:t>  </a:t>
            </a:r>
            <a:r>
              <a:rPr spc="-10" dirty="0"/>
              <a:t>sustainable partnership.</a:t>
            </a:r>
            <a:endParaRPr spc="-10" dirty="0"/>
          </a:p>
          <a:p>
            <a:pPr>
              <a:lnSpc>
                <a:spcPct val="100000"/>
              </a:lnSpc>
              <a:spcBef>
                <a:spcPts val="820"/>
              </a:spcBef>
            </a:pPr>
          </a:p>
          <a:p>
            <a:pPr marL="12700" marR="1403985">
              <a:lnSpc>
                <a:spcPct val="102000"/>
              </a:lnSpc>
            </a:pPr>
            <a:r>
              <a:rPr dirty="0"/>
              <a:t>Whether</a:t>
            </a:r>
            <a:r>
              <a:rPr spc="110" dirty="0"/>
              <a:t> </a:t>
            </a:r>
            <a:r>
              <a:rPr dirty="0"/>
              <a:t>you</a:t>
            </a:r>
            <a:r>
              <a:rPr spc="70" dirty="0"/>
              <a:t> </a:t>
            </a:r>
            <a:r>
              <a:rPr dirty="0"/>
              <a:t>are</a:t>
            </a:r>
            <a:r>
              <a:rPr spc="60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startup</a:t>
            </a:r>
            <a:r>
              <a:rPr spc="75" dirty="0"/>
              <a:t> </a:t>
            </a:r>
            <a:r>
              <a:rPr dirty="0"/>
              <a:t>or</a:t>
            </a:r>
            <a:r>
              <a:rPr spc="105" dirty="0"/>
              <a:t> </a:t>
            </a:r>
            <a:r>
              <a:rPr dirty="0"/>
              <a:t>large</a:t>
            </a:r>
            <a:r>
              <a:rPr spc="85" dirty="0"/>
              <a:t> </a:t>
            </a:r>
            <a:r>
              <a:rPr dirty="0"/>
              <a:t>enterprise,</a:t>
            </a:r>
            <a:r>
              <a:rPr spc="55" dirty="0"/>
              <a:t> </a:t>
            </a:r>
            <a:r>
              <a:rPr dirty="0"/>
              <a:t>we</a:t>
            </a:r>
            <a:r>
              <a:rPr spc="45" dirty="0"/>
              <a:t> </a:t>
            </a:r>
            <a:r>
              <a:rPr dirty="0"/>
              <a:t>leverage</a:t>
            </a:r>
            <a:r>
              <a:rPr spc="100" dirty="0"/>
              <a:t> </a:t>
            </a:r>
            <a:r>
              <a:rPr dirty="0"/>
              <a:t>on</a:t>
            </a:r>
            <a:r>
              <a:rPr spc="110" dirty="0"/>
              <a:t> </a:t>
            </a:r>
            <a:r>
              <a:rPr dirty="0"/>
              <a:t>cutting-</a:t>
            </a:r>
            <a:r>
              <a:rPr spc="-20" dirty="0"/>
              <a:t>edge </a:t>
            </a:r>
            <a:r>
              <a:rPr dirty="0"/>
              <a:t>technology</a:t>
            </a:r>
            <a:r>
              <a:rPr spc="120" dirty="0"/>
              <a:t> </a:t>
            </a:r>
            <a:r>
              <a:rPr dirty="0"/>
              <a:t>for</a:t>
            </a:r>
            <a:r>
              <a:rPr spc="85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dirty="0"/>
              <a:t>bespoke</a:t>
            </a:r>
            <a:r>
              <a:rPr spc="130" dirty="0"/>
              <a:t> </a:t>
            </a:r>
            <a:r>
              <a:rPr dirty="0"/>
              <a:t>approach,</a:t>
            </a:r>
            <a:r>
              <a:rPr spc="90" dirty="0"/>
              <a:t> </a:t>
            </a:r>
            <a:r>
              <a:rPr dirty="0"/>
              <a:t>enabling</a:t>
            </a:r>
            <a:r>
              <a:rPr spc="80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dirty="0"/>
              <a:t>flexible</a:t>
            </a:r>
            <a:r>
              <a:rPr spc="10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scalable</a:t>
            </a:r>
            <a:r>
              <a:rPr spc="110" dirty="0"/>
              <a:t> </a:t>
            </a:r>
            <a:r>
              <a:rPr spc="-10" dirty="0"/>
              <a:t>delivery model.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3450" b="1" spc="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3450" b="1" spc="4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3450" b="1" spc="1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450" b="1" spc="2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50" y="438162"/>
            <a:ext cx="2514600" cy="647700"/>
            <a:chOff x="476250" y="438162"/>
            <a:chExt cx="2514600" cy="6477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6250" y="438162"/>
              <a:ext cx="638175" cy="6476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609625"/>
              <a:ext cx="1847850" cy="30477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361950"/>
            <a:ext cx="17935575" cy="9382125"/>
            <a:chOff x="0" y="361950"/>
            <a:chExt cx="17935575" cy="9382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2457475"/>
              <a:ext cx="15554325" cy="7286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52575"/>
              <a:ext cx="11601450" cy="7705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96425" y="4210050"/>
              <a:ext cx="552450" cy="5524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5475" y="7029450"/>
              <a:ext cx="542925" cy="5524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29900" y="361950"/>
              <a:ext cx="3629025" cy="3657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77925" y="4210050"/>
              <a:ext cx="552450" cy="5524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54200" y="371601"/>
              <a:ext cx="3381375" cy="3153155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11175" y="2172970"/>
            <a:ext cx="6890385" cy="6699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en-US" sz="4250" dirty="0"/>
              <a:t>{{section.Why_Us.0.title}}</a:t>
            </a:r>
            <a:endParaRPr sz="4250"/>
          </a:p>
        </p:txBody>
      </p:sp>
      <p:sp>
        <p:nvSpPr>
          <p:cNvPr id="14" name="object 14"/>
          <p:cNvSpPr txBox="1"/>
          <p:nvPr/>
        </p:nvSpPr>
        <p:spPr>
          <a:xfrm>
            <a:off x="4850384" y="4772977"/>
            <a:ext cx="3629025" cy="1981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Client-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Centric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21590" marR="5080">
              <a:lnSpc>
                <a:spcPct val="118000"/>
              </a:lnSpc>
              <a:spcBef>
                <a:spcPts val="114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closely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unique</a:t>
            </a:r>
            <a:r>
              <a:rPr sz="1700" spc="-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needs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specific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requirements,</a:t>
            </a:r>
            <a:r>
              <a:rPr sz="170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deliver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best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fit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43668" y="4770437"/>
            <a:ext cx="3795395" cy="2003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Seasoned</a:t>
            </a:r>
            <a:r>
              <a:rPr sz="1850" b="1" spc="1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Experts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31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Professionals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years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combined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various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industries,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seasoned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700" spc="-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professionals</a:t>
            </a:r>
            <a:r>
              <a:rPr sz="1700" spc="-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ready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support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growth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expansion.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23476" y="7595298"/>
            <a:ext cx="3180715" cy="1691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850" b="1" spc="2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Standards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32385" marR="5080">
              <a:lnSpc>
                <a:spcPct val="118000"/>
              </a:lnSpc>
              <a:spcBef>
                <a:spcPts val="125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commitment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excellence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reinforced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adherence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 controls.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25550" y="4775898"/>
            <a:ext cx="3471545" cy="1692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Technology-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Driven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30480" marR="5080">
              <a:lnSpc>
                <a:spcPct val="118000"/>
              </a:lnSpc>
              <a:spcBef>
                <a:spcPts val="127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leverage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cutting-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edge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technology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tools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integrates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seamlessly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operations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deliver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results.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9401" y="7602156"/>
            <a:ext cx="4192904" cy="167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Flexible</a:t>
            </a:r>
            <a:r>
              <a:rPr sz="1800" b="1" spc="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Scalable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Delivery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Models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39370" marR="5080">
              <a:lnSpc>
                <a:spcPct val="118000"/>
              </a:lnSpc>
              <a:spcBef>
                <a:spcPts val="121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Whether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startup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large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enterprise,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approach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ensures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receive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right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170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growth.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867" y="7595298"/>
            <a:ext cx="3484245" cy="1983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One-Stop</a:t>
            </a:r>
            <a:r>
              <a:rPr sz="1850" b="1" spc="2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15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Wide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needs,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entry,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essential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tax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advisory,</a:t>
            </a:r>
            <a:r>
              <a:rPr sz="1700" spc="-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family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office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automation.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867" y="4775898"/>
            <a:ext cx="3651250" cy="1388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ASEAN</a:t>
            </a:r>
            <a:r>
              <a:rPr sz="1850" b="1" spc="1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Footprint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27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ASEAN-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focused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strategic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presence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Singapore,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Malaysia,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Indonesia,</a:t>
            </a:r>
            <a:r>
              <a:rPr sz="1700" spc="-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Vietnam.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250" y="438162"/>
            <a:ext cx="638175" cy="6476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9448800"/>
            <a:ext cx="609600" cy="60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609625"/>
            <a:ext cx="1847850" cy="3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3950" y="4057650"/>
            <a:ext cx="1247775" cy="1238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2050" y="5867400"/>
            <a:ext cx="1238250" cy="1247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72150" y="2486025"/>
            <a:ext cx="3343275" cy="30194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67400" y="5648325"/>
            <a:ext cx="3248025" cy="30194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06306" y="3390900"/>
            <a:ext cx="1961896" cy="1828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05925" y="6048375"/>
            <a:ext cx="1962150" cy="1676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44125" y="8267700"/>
            <a:ext cx="1247775" cy="12477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34775" y="7067550"/>
            <a:ext cx="1247775" cy="12382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92000" y="3981450"/>
            <a:ext cx="1247775" cy="12477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192000" y="2438400"/>
            <a:ext cx="1247775" cy="12477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92000" y="5524500"/>
            <a:ext cx="1247775" cy="12477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669920" y="6247701"/>
            <a:ext cx="19145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100" b="1" spc="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7250" y="4435157"/>
            <a:ext cx="25038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100" b="1" spc="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5079" y="2747073"/>
            <a:ext cx="16579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2100" b="1" spc="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Entry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0926" y="7682039"/>
            <a:ext cx="2546985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5175">
              <a:lnSpc>
                <a:spcPct val="122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Financial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Reporting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69776" y="8757602"/>
            <a:ext cx="36264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SaaS,</a:t>
            </a:r>
            <a:r>
              <a:rPr sz="2100" b="1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RPA</a:t>
            </a:r>
            <a:r>
              <a:rPr sz="2100" b="1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2100" b="1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119735" y="7170773"/>
            <a:ext cx="3179445" cy="9404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Family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Office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Private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Wealth</a:t>
            </a:r>
            <a:r>
              <a:rPr sz="2100" b="1" spc="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49019" y="5710872"/>
            <a:ext cx="2771140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Treasury</a:t>
            </a:r>
            <a:r>
              <a:rPr sz="2100" b="1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Payments Administration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56893" y="4348797"/>
            <a:ext cx="362394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HR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Payroll</a:t>
            </a:r>
            <a:r>
              <a:rPr sz="2100" b="1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Administration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77340" y="2747073"/>
            <a:ext cx="356107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2100" b="1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Advisory &amp;</a:t>
            </a:r>
            <a:r>
              <a:rPr sz="2100" b="1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8666" y="9537065"/>
            <a:ext cx="430974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Visit</a:t>
            </a:r>
            <a:r>
              <a:rPr sz="1650" spc="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  <a:hlinkClick r:id="rId15"/>
              </a:rPr>
              <a:t>www.chermant.com</a:t>
            </a:r>
            <a:r>
              <a:rPr sz="1650" spc="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50" spc="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more </a:t>
            </a:r>
            <a:r>
              <a:rPr sz="165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information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6456045" y="1070356"/>
            <a:ext cx="5730875" cy="1323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en-US" sz="4250" dirty="0"/>
              <a:t>{{section.How_We_Can_Help_You.0.title}}</a:t>
            </a:r>
            <a:endParaRPr sz="4250"/>
          </a:p>
        </p:txBody>
      </p:sp>
      <p:sp>
        <p:nvSpPr>
          <p:cNvPr id="27" name="object 27"/>
          <p:cNvSpPr txBox="1"/>
          <p:nvPr/>
        </p:nvSpPr>
        <p:spPr>
          <a:xfrm>
            <a:off x="867092" y="9433623"/>
            <a:ext cx="18923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100"/>
              </a:spcBef>
            </a:pPr>
            <a:r>
              <a:rPr sz="16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 R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43000" y="609625"/>
            <a:ext cx="1847850" cy="3047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305550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315575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335125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3625" y="0"/>
            <a:ext cx="714375" cy="70485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32375" y="801370"/>
            <a:ext cx="8832850" cy="92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2850" marR="5080" indent="-1200785">
              <a:lnSpc>
                <a:spcPct val="140000"/>
              </a:lnSpc>
              <a:spcBef>
                <a:spcPts val="100"/>
              </a:spcBef>
            </a:pPr>
            <a:r>
              <a:rPr lang="en-US" altLang="en-US" sz="4250"/>
              <a:t>{{section.Service_Team.0.title}}</a:t>
            </a:r>
            <a:endParaRPr lang="en-US" altLang="en-US" sz="4250"/>
          </a:p>
        </p:txBody>
      </p:sp>
      <p:sp>
        <p:nvSpPr>
          <p:cNvPr id="8" name="object 8"/>
          <p:cNvSpPr txBox="1"/>
          <p:nvPr/>
        </p:nvSpPr>
        <p:spPr>
          <a:xfrm>
            <a:off x="3218433" y="7609713"/>
            <a:ext cx="3747770" cy="19323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60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decade</a:t>
            </a:r>
            <a:r>
              <a:rPr sz="1500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at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leading international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firms,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Arunrat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specializes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commercial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1500" spc="-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1500" spc="-10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investment,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105410" algn="just">
              <a:lnSpc>
                <a:spcPts val="2550"/>
              </a:lnSpc>
              <a:spcBef>
                <a:spcPts val="3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offering</a:t>
            </a:r>
            <a:r>
              <a:rPr sz="1500" spc="-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clients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strategic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cross-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border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6840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87025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11019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8433" y="6418889"/>
            <a:ext cx="2658745" cy="123571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Arunrat</a:t>
            </a:r>
            <a:r>
              <a:rPr sz="2100" b="1" spc="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Rattanaarun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774065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700" spc="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36841" y="6418889"/>
            <a:ext cx="3164205" cy="343789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Angkana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Aroonrung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1283335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Services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104775">
              <a:lnSpc>
                <a:spcPts val="2480"/>
              </a:lnSpc>
              <a:spcBef>
                <a:spcPts val="50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1500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leading international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</a:t>
            </a:r>
            <a:r>
              <a:rPr sz="1500" spc="-5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business-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9525">
              <a:lnSpc>
                <a:spcPts val="2480"/>
              </a:lnSpc>
              <a:spcBef>
                <a:spcPts val="7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focused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firms,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Angkana</a:t>
            </a:r>
            <a:r>
              <a:rPr sz="1500" spc="-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specializes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structuring,</a:t>
            </a:r>
            <a:r>
              <a:rPr sz="1500" spc="-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compliance,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entry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strategies,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38000"/>
              </a:lnSpc>
              <a:spcBef>
                <a:spcPts val="75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advisory,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 compliance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500" spc="-5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various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industries.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55120" y="7915020"/>
            <a:ext cx="3750310" cy="1626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35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compliance,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Panvad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brings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her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wide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industries,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supporting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multinational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clients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financial</a:t>
            </a:r>
            <a:r>
              <a:rPr sz="1500" spc="-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reporting,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filings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55120" y="6418889"/>
            <a:ext cx="2987675" cy="1530985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Panvad</a:t>
            </a:r>
            <a:r>
              <a:rPr sz="2100" b="1" spc="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Puthaviruttikul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402590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7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years of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" name="object 16" descr="A qr code with a logo  Description automatically generated (Shape)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8375" y="6724687"/>
            <a:ext cx="961986" cy="961986"/>
          </a:xfrm>
          <a:prstGeom prst="rect">
            <a:avLst/>
          </a:prstGeom>
        </p:spPr>
      </p:pic>
      <p:pic>
        <p:nvPicPr>
          <p:cNvPr id="17" name="object 17" descr="A qr code with a green circle and a white circle  Description automatically generated (Shape)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6500" y="6724650"/>
            <a:ext cx="952500" cy="952500"/>
          </a:xfrm>
          <a:prstGeom prst="rect">
            <a:avLst/>
          </a:prstGeom>
        </p:spPr>
      </p:pic>
      <p:pic>
        <p:nvPicPr>
          <p:cNvPr id="18" name="object 18" descr="A person in a suit sitting at a table  Description automatically generated (Shape)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49025" y="2790825"/>
            <a:ext cx="3733800" cy="37719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49400" y="6724650"/>
            <a:ext cx="914400" cy="9144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48525" y="2790825"/>
            <a:ext cx="3676650" cy="37719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28975" y="2800350"/>
            <a:ext cx="367665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D:/Downloads/Untitled.pngUntitled"/>
          <p:cNvPicPr/>
          <p:nvPr/>
        </p:nvPicPr>
        <p:blipFill>
          <a:blip r:embed="rId1"/>
          <a:srcRect t="3" b="3"/>
          <a:stretch>
            <a:fillRect/>
          </a:stretch>
        </p:blipFill>
        <p:spPr>
          <a:xfrm>
            <a:off x="0" y="0"/>
            <a:ext cx="18145496" cy="1028699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749675" y="342900"/>
            <a:ext cx="9611995" cy="92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2850" marR="5080" indent="-1200785">
              <a:lnSpc>
                <a:spcPct val="140000"/>
              </a:lnSpc>
              <a:spcBef>
                <a:spcPts val="100"/>
              </a:spcBef>
            </a:pPr>
            <a:r>
              <a:rPr lang="en-US" altLang="en-US" sz="4250"/>
              <a:t>{{section.Service_Team.1.title}}</a:t>
            </a:r>
            <a:endParaRPr lang="en-US" altLang="en-US" sz="4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D:/Downloads/Untitled1.pngUntitled1"/>
          <p:cNvPicPr/>
          <p:nvPr/>
        </p:nvPicPr>
        <p:blipFill>
          <a:blip r:embed="rId1"/>
          <a:srcRect t="2" b="2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/>
        </p:nvSpPr>
        <p:spPr>
          <a:xfrm>
            <a:off x="4030980" y="419100"/>
            <a:ext cx="8417560" cy="92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12850" marR="5080" indent="-1200785">
              <a:lnSpc>
                <a:spcPct val="140000"/>
              </a:lnSpc>
              <a:spcBef>
                <a:spcPts val="100"/>
              </a:spcBef>
            </a:pPr>
            <a:r>
              <a:rPr lang="en-US" altLang="en-US" sz="4250"/>
              <a:t>{{section.Service_Team.2.title}}</a:t>
            </a:r>
            <a:endParaRPr lang="en-US" altLang="en-US" sz="4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250" y="438175"/>
            <a:ext cx="952500" cy="971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5" y="828713"/>
            <a:ext cx="2390775" cy="4000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92445" y="0"/>
            <a:ext cx="14996160" cy="9058275"/>
            <a:chOff x="3292445" y="0"/>
            <a:chExt cx="14996160" cy="9058275"/>
          </a:xfrm>
        </p:grpSpPr>
        <p:sp>
          <p:nvSpPr>
            <p:cNvPr id="5" name="object 5"/>
            <p:cNvSpPr/>
            <p:nvPr/>
          </p:nvSpPr>
          <p:spPr>
            <a:xfrm>
              <a:off x="3292445" y="2487869"/>
              <a:ext cx="9542780" cy="6570345"/>
            </a:xfrm>
            <a:custGeom>
              <a:avLst/>
              <a:gdLst/>
              <a:ahLst/>
              <a:cxnLst/>
              <a:rect l="l" t="t" r="r" b="b"/>
              <a:pathLst>
                <a:path w="9542780" h="6570345">
                  <a:moveTo>
                    <a:pt x="8696358" y="5519795"/>
                  </a:moveTo>
                  <a:lnTo>
                    <a:pt x="8675132" y="5519795"/>
                  </a:lnTo>
                  <a:lnTo>
                    <a:pt x="8668622" y="5528245"/>
                  </a:lnTo>
                  <a:lnTo>
                    <a:pt x="8668622" y="5547319"/>
                  </a:lnTo>
                  <a:lnTo>
                    <a:pt x="8677113" y="5553649"/>
                  </a:lnTo>
                  <a:lnTo>
                    <a:pt x="8694093" y="5553649"/>
                  </a:lnTo>
                  <a:lnTo>
                    <a:pt x="8702584" y="5545199"/>
                  </a:lnTo>
                  <a:lnTo>
                    <a:pt x="8702584" y="5526125"/>
                  </a:lnTo>
                  <a:lnTo>
                    <a:pt x="8696358" y="5519795"/>
                  </a:lnTo>
                  <a:close/>
                </a:path>
                <a:path w="9542780" h="6570345">
                  <a:moveTo>
                    <a:pt x="8696358" y="5564245"/>
                  </a:moveTo>
                  <a:lnTo>
                    <a:pt x="8675132" y="5564245"/>
                  </a:lnTo>
                  <a:lnTo>
                    <a:pt x="8668622" y="5570603"/>
                  </a:lnTo>
                  <a:lnTo>
                    <a:pt x="8668622" y="5589649"/>
                  </a:lnTo>
                  <a:lnTo>
                    <a:pt x="8675132" y="5598126"/>
                  </a:lnTo>
                  <a:lnTo>
                    <a:pt x="8696358" y="5598126"/>
                  </a:lnTo>
                  <a:lnTo>
                    <a:pt x="8702584" y="5589649"/>
                  </a:lnTo>
                  <a:lnTo>
                    <a:pt x="8702584" y="5572723"/>
                  </a:lnTo>
                  <a:lnTo>
                    <a:pt x="8696358" y="5564245"/>
                  </a:lnTo>
                  <a:close/>
                </a:path>
                <a:path w="9542780" h="6570345">
                  <a:moveTo>
                    <a:pt x="8696358" y="5608723"/>
                  </a:moveTo>
                  <a:lnTo>
                    <a:pt x="8675132" y="5608723"/>
                  </a:lnTo>
                  <a:lnTo>
                    <a:pt x="8668622" y="5615053"/>
                  </a:lnTo>
                  <a:lnTo>
                    <a:pt x="8668622" y="5634128"/>
                  </a:lnTo>
                  <a:lnTo>
                    <a:pt x="8675132" y="5642578"/>
                  </a:lnTo>
                  <a:lnTo>
                    <a:pt x="8696358" y="5642578"/>
                  </a:lnTo>
                  <a:lnTo>
                    <a:pt x="8702584" y="5634128"/>
                  </a:lnTo>
                  <a:lnTo>
                    <a:pt x="8702584" y="5617173"/>
                  </a:lnTo>
                  <a:lnTo>
                    <a:pt x="8696358" y="5608723"/>
                  </a:lnTo>
                  <a:close/>
                </a:path>
                <a:path w="9542780" h="6570345">
                  <a:moveTo>
                    <a:pt x="8696358" y="5653175"/>
                  </a:moveTo>
                  <a:lnTo>
                    <a:pt x="8675132" y="5653175"/>
                  </a:lnTo>
                  <a:lnTo>
                    <a:pt x="8668622" y="5659532"/>
                  </a:lnTo>
                  <a:lnTo>
                    <a:pt x="8668622" y="5678578"/>
                  </a:lnTo>
                  <a:lnTo>
                    <a:pt x="8675132" y="5687056"/>
                  </a:lnTo>
                  <a:lnTo>
                    <a:pt x="8696358" y="5687056"/>
                  </a:lnTo>
                  <a:lnTo>
                    <a:pt x="8702584" y="5678578"/>
                  </a:lnTo>
                  <a:lnTo>
                    <a:pt x="8702584" y="5661652"/>
                  </a:lnTo>
                  <a:lnTo>
                    <a:pt x="8696358" y="5653175"/>
                  </a:lnTo>
                  <a:close/>
                </a:path>
                <a:path w="9542780" h="6570345">
                  <a:moveTo>
                    <a:pt x="8696358" y="5695533"/>
                  </a:moveTo>
                  <a:lnTo>
                    <a:pt x="8675132" y="5695533"/>
                  </a:lnTo>
                  <a:lnTo>
                    <a:pt x="8668622" y="5701863"/>
                  </a:lnTo>
                  <a:lnTo>
                    <a:pt x="8668622" y="5720937"/>
                  </a:lnTo>
                  <a:lnTo>
                    <a:pt x="8675132" y="5729386"/>
                  </a:lnTo>
                  <a:lnTo>
                    <a:pt x="8696358" y="5729386"/>
                  </a:lnTo>
                  <a:lnTo>
                    <a:pt x="8702584" y="5723056"/>
                  </a:lnTo>
                  <a:lnTo>
                    <a:pt x="8702584" y="5703982"/>
                  </a:lnTo>
                  <a:lnTo>
                    <a:pt x="8696358" y="5695533"/>
                  </a:lnTo>
                  <a:close/>
                </a:path>
                <a:path w="9542780" h="6570345">
                  <a:moveTo>
                    <a:pt x="8696358" y="5739983"/>
                  </a:moveTo>
                  <a:lnTo>
                    <a:pt x="8675132" y="5739983"/>
                  </a:lnTo>
                  <a:lnTo>
                    <a:pt x="8668622" y="5746342"/>
                  </a:lnTo>
                  <a:lnTo>
                    <a:pt x="8668622" y="5765388"/>
                  </a:lnTo>
                  <a:lnTo>
                    <a:pt x="8675132" y="5773865"/>
                  </a:lnTo>
                  <a:lnTo>
                    <a:pt x="8696358" y="5773865"/>
                  </a:lnTo>
                  <a:lnTo>
                    <a:pt x="8702584" y="5767506"/>
                  </a:lnTo>
                  <a:lnTo>
                    <a:pt x="8702584" y="5748460"/>
                  </a:lnTo>
                  <a:lnTo>
                    <a:pt x="8696358" y="5739983"/>
                  </a:lnTo>
                  <a:close/>
                </a:path>
                <a:path w="9542780" h="6570345">
                  <a:moveTo>
                    <a:pt x="8696358" y="5784462"/>
                  </a:moveTo>
                  <a:lnTo>
                    <a:pt x="8675132" y="5784462"/>
                  </a:lnTo>
                  <a:lnTo>
                    <a:pt x="8668622" y="5790792"/>
                  </a:lnTo>
                  <a:lnTo>
                    <a:pt x="8668622" y="5809866"/>
                  </a:lnTo>
                  <a:lnTo>
                    <a:pt x="8675132" y="5818315"/>
                  </a:lnTo>
                  <a:lnTo>
                    <a:pt x="8696358" y="5818315"/>
                  </a:lnTo>
                  <a:lnTo>
                    <a:pt x="8702584" y="5809866"/>
                  </a:lnTo>
                  <a:lnTo>
                    <a:pt x="8702584" y="5792911"/>
                  </a:lnTo>
                  <a:lnTo>
                    <a:pt x="8696358" y="5784462"/>
                  </a:lnTo>
                  <a:close/>
                </a:path>
                <a:path w="9542780" h="6570345">
                  <a:moveTo>
                    <a:pt x="8696358" y="5828912"/>
                  </a:moveTo>
                  <a:lnTo>
                    <a:pt x="8675132" y="5828912"/>
                  </a:lnTo>
                  <a:lnTo>
                    <a:pt x="8668622" y="5835270"/>
                  </a:lnTo>
                  <a:lnTo>
                    <a:pt x="8668622" y="5854316"/>
                  </a:lnTo>
                  <a:lnTo>
                    <a:pt x="8675132" y="5862793"/>
                  </a:lnTo>
                  <a:lnTo>
                    <a:pt x="8696358" y="5862793"/>
                  </a:lnTo>
                  <a:lnTo>
                    <a:pt x="8702584" y="5854316"/>
                  </a:lnTo>
                  <a:lnTo>
                    <a:pt x="8702584" y="5837389"/>
                  </a:lnTo>
                  <a:lnTo>
                    <a:pt x="8696358" y="5828912"/>
                  </a:lnTo>
                  <a:close/>
                </a:path>
                <a:path w="9542780" h="6570345">
                  <a:moveTo>
                    <a:pt x="8696358" y="5873362"/>
                  </a:moveTo>
                  <a:lnTo>
                    <a:pt x="8675132" y="5873362"/>
                  </a:lnTo>
                  <a:lnTo>
                    <a:pt x="8668622" y="5879720"/>
                  </a:lnTo>
                  <a:lnTo>
                    <a:pt x="8668622" y="5898795"/>
                  </a:lnTo>
                  <a:lnTo>
                    <a:pt x="8675132" y="5907243"/>
                  </a:lnTo>
                  <a:lnTo>
                    <a:pt x="8696358" y="5907243"/>
                  </a:lnTo>
                  <a:lnTo>
                    <a:pt x="8702584" y="5898795"/>
                  </a:lnTo>
                  <a:lnTo>
                    <a:pt x="8702584" y="5881839"/>
                  </a:lnTo>
                  <a:lnTo>
                    <a:pt x="8696358" y="5873362"/>
                  </a:lnTo>
                  <a:close/>
                </a:path>
                <a:path w="9542780" h="6570345">
                  <a:moveTo>
                    <a:pt x="8696358" y="5917840"/>
                  </a:moveTo>
                  <a:lnTo>
                    <a:pt x="8675132" y="5917840"/>
                  </a:lnTo>
                  <a:lnTo>
                    <a:pt x="8668622" y="5924199"/>
                  </a:lnTo>
                  <a:lnTo>
                    <a:pt x="8668622" y="5943245"/>
                  </a:lnTo>
                  <a:lnTo>
                    <a:pt x="8675132" y="5951722"/>
                  </a:lnTo>
                  <a:lnTo>
                    <a:pt x="8696358" y="5951722"/>
                  </a:lnTo>
                  <a:lnTo>
                    <a:pt x="8702584" y="5943245"/>
                  </a:lnTo>
                  <a:lnTo>
                    <a:pt x="8702584" y="5926319"/>
                  </a:lnTo>
                  <a:lnTo>
                    <a:pt x="8696358" y="5917840"/>
                  </a:lnTo>
                  <a:close/>
                </a:path>
                <a:path w="9542780" h="6570345">
                  <a:moveTo>
                    <a:pt x="8696358" y="5962291"/>
                  </a:moveTo>
                  <a:lnTo>
                    <a:pt x="8675132" y="5962291"/>
                  </a:lnTo>
                  <a:lnTo>
                    <a:pt x="8668622" y="5968649"/>
                  </a:lnTo>
                  <a:lnTo>
                    <a:pt x="8668622" y="5987723"/>
                  </a:lnTo>
                  <a:lnTo>
                    <a:pt x="8675132" y="5996172"/>
                  </a:lnTo>
                  <a:lnTo>
                    <a:pt x="8696358" y="5996172"/>
                  </a:lnTo>
                  <a:lnTo>
                    <a:pt x="8702584" y="5987723"/>
                  </a:lnTo>
                  <a:lnTo>
                    <a:pt x="8702584" y="5970769"/>
                  </a:lnTo>
                  <a:lnTo>
                    <a:pt x="8696358" y="5962291"/>
                  </a:lnTo>
                  <a:close/>
                </a:path>
                <a:path w="9542780" h="6570345">
                  <a:moveTo>
                    <a:pt x="8696358" y="6004650"/>
                  </a:moveTo>
                  <a:lnTo>
                    <a:pt x="8675132" y="6004650"/>
                  </a:lnTo>
                  <a:lnTo>
                    <a:pt x="8668622" y="6011009"/>
                  </a:lnTo>
                  <a:lnTo>
                    <a:pt x="8668622" y="6030055"/>
                  </a:lnTo>
                  <a:lnTo>
                    <a:pt x="8675132" y="6038532"/>
                  </a:lnTo>
                  <a:lnTo>
                    <a:pt x="8696358" y="6038532"/>
                  </a:lnTo>
                  <a:lnTo>
                    <a:pt x="8702584" y="6032173"/>
                  </a:lnTo>
                  <a:lnTo>
                    <a:pt x="8702584" y="6013127"/>
                  </a:lnTo>
                  <a:lnTo>
                    <a:pt x="8696358" y="6004650"/>
                  </a:lnTo>
                  <a:close/>
                </a:path>
                <a:path w="9542780" h="6570345">
                  <a:moveTo>
                    <a:pt x="8696358" y="6049100"/>
                  </a:moveTo>
                  <a:lnTo>
                    <a:pt x="8675132" y="6049100"/>
                  </a:lnTo>
                  <a:lnTo>
                    <a:pt x="8668622" y="6055459"/>
                  </a:lnTo>
                  <a:lnTo>
                    <a:pt x="8668622" y="6074533"/>
                  </a:lnTo>
                  <a:lnTo>
                    <a:pt x="8675132" y="6082982"/>
                  </a:lnTo>
                  <a:lnTo>
                    <a:pt x="8696358" y="6082982"/>
                  </a:lnTo>
                  <a:lnTo>
                    <a:pt x="8702584" y="6076623"/>
                  </a:lnTo>
                  <a:lnTo>
                    <a:pt x="8702584" y="6057578"/>
                  </a:lnTo>
                  <a:lnTo>
                    <a:pt x="8696358" y="6049100"/>
                  </a:lnTo>
                  <a:close/>
                </a:path>
                <a:path w="9542780" h="6570345">
                  <a:moveTo>
                    <a:pt x="8740790" y="5519795"/>
                  </a:moveTo>
                  <a:lnTo>
                    <a:pt x="8719564" y="5519795"/>
                  </a:lnTo>
                  <a:lnTo>
                    <a:pt x="8713339" y="5526125"/>
                  </a:lnTo>
                  <a:lnTo>
                    <a:pt x="8713339" y="5545199"/>
                  </a:lnTo>
                  <a:lnTo>
                    <a:pt x="8719564" y="5553649"/>
                  </a:lnTo>
                  <a:lnTo>
                    <a:pt x="8740790" y="5553649"/>
                  </a:lnTo>
                  <a:lnTo>
                    <a:pt x="8747300" y="5545199"/>
                  </a:lnTo>
                  <a:lnTo>
                    <a:pt x="8747300" y="5528245"/>
                  </a:lnTo>
                  <a:lnTo>
                    <a:pt x="8740790" y="5519795"/>
                  </a:lnTo>
                  <a:close/>
                </a:path>
                <a:path w="9542780" h="6570345">
                  <a:moveTo>
                    <a:pt x="8740790" y="5564245"/>
                  </a:moveTo>
                  <a:lnTo>
                    <a:pt x="8719564" y="5564245"/>
                  </a:lnTo>
                  <a:lnTo>
                    <a:pt x="8713339" y="5570603"/>
                  </a:lnTo>
                  <a:lnTo>
                    <a:pt x="8713339" y="5589649"/>
                  </a:lnTo>
                  <a:lnTo>
                    <a:pt x="8719564" y="5598126"/>
                  </a:lnTo>
                  <a:lnTo>
                    <a:pt x="8740790" y="5598126"/>
                  </a:lnTo>
                  <a:lnTo>
                    <a:pt x="8747300" y="5589649"/>
                  </a:lnTo>
                  <a:lnTo>
                    <a:pt x="8747300" y="5572723"/>
                  </a:lnTo>
                  <a:lnTo>
                    <a:pt x="8740790" y="5564245"/>
                  </a:lnTo>
                  <a:close/>
                </a:path>
                <a:path w="9542780" h="6570345">
                  <a:moveTo>
                    <a:pt x="8740790" y="5608723"/>
                  </a:moveTo>
                  <a:lnTo>
                    <a:pt x="8719564" y="5608723"/>
                  </a:lnTo>
                  <a:lnTo>
                    <a:pt x="8713339" y="5615053"/>
                  </a:lnTo>
                  <a:lnTo>
                    <a:pt x="8713339" y="5634128"/>
                  </a:lnTo>
                  <a:lnTo>
                    <a:pt x="8719564" y="5642578"/>
                  </a:lnTo>
                  <a:lnTo>
                    <a:pt x="8740790" y="5642578"/>
                  </a:lnTo>
                  <a:lnTo>
                    <a:pt x="8747300" y="5634128"/>
                  </a:lnTo>
                  <a:lnTo>
                    <a:pt x="8747300" y="5617173"/>
                  </a:lnTo>
                  <a:lnTo>
                    <a:pt x="8740790" y="5608723"/>
                  </a:lnTo>
                  <a:close/>
                </a:path>
                <a:path w="9542780" h="6570345">
                  <a:moveTo>
                    <a:pt x="8740790" y="5653175"/>
                  </a:moveTo>
                  <a:lnTo>
                    <a:pt x="8719564" y="5653175"/>
                  </a:lnTo>
                  <a:lnTo>
                    <a:pt x="8713339" y="5659532"/>
                  </a:lnTo>
                  <a:lnTo>
                    <a:pt x="8713339" y="5678578"/>
                  </a:lnTo>
                  <a:lnTo>
                    <a:pt x="8719564" y="5687056"/>
                  </a:lnTo>
                  <a:lnTo>
                    <a:pt x="8740790" y="5687056"/>
                  </a:lnTo>
                  <a:lnTo>
                    <a:pt x="8747300" y="5678578"/>
                  </a:lnTo>
                  <a:lnTo>
                    <a:pt x="8747300" y="5661652"/>
                  </a:lnTo>
                  <a:lnTo>
                    <a:pt x="8740790" y="5653175"/>
                  </a:lnTo>
                  <a:close/>
                </a:path>
                <a:path w="9542780" h="6570345">
                  <a:moveTo>
                    <a:pt x="8740790" y="5695533"/>
                  </a:moveTo>
                  <a:lnTo>
                    <a:pt x="8719564" y="5695533"/>
                  </a:lnTo>
                  <a:lnTo>
                    <a:pt x="8713339" y="5701863"/>
                  </a:lnTo>
                  <a:lnTo>
                    <a:pt x="8713339" y="5720937"/>
                  </a:lnTo>
                  <a:lnTo>
                    <a:pt x="8719564" y="5729386"/>
                  </a:lnTo>
                  <a:lnTo>
                    <a:pt x="8740790" y="5729386"/>
                  </a:lnTo>
                  <a:lnTo>
                    <a:pt x="8747300" y="5723056"/>
                  </a:lnTo>
                  <a:lnTo>
                    <a:pt x="8747300" y="5703982"/>
                  </a:lnTo>
                  <a:lnTo>
                    <a:pt x="8740790" y="5695533"/>
                  </a:lnTo>
                  <a:close/>
                </a:path>
                <a:path w="9542780" h="6570345">
                  <a:moveTo>
                    <a:pt x="8740790" y="5739983"/>
                  </a:moveTo>
                  <a:lnTo>
                    <a:pt x="8719564" y="5739983"/>
                  </a:lnTo>
                  <a:lnTo>
                    <a:pt x="8713339" y="5746342"/>
                  </a:lnTo>
                  <a:lnTo>
                    <a:pt x="8713339" y="5765388"/>
                  </a:lnTo>
                  <a:lnTo>
                    <a:pt x="8719564" y="5773865"/>
                  </a:lnTo>
                  <a:lnTo>
                    <a:pt x="8740790" y="5773865"/>
                  </a:lnTo>
                  <a:lnTo>
                    <a:pt x="8747300" y="5767506"/>
                  </a:lnTo>
                  <a:lnTo>
                    <a:pt x="8747300" y="5748460"/>
                  </a:lnTo>
                  <a:lnTo>
                    <a:pt x="8740790" y="5739983"/>
                  </a:lnTo>
                  <a:close/>
                </a:path>
                <a:path w="9542780" h="6570345">
                  <a:moveTo>
                    <a:pt x="8740790" y="5784462"/>
                  </a:moveTo>
                  <a:lnTo>
                    <a:pt x="8719564" y="5784462"/>
                  </a:lnTo>
                  <a:lnTo>
                    <a:pt x="8713339" y="5790792"/>
                  </a:lnTo>
                  <a:lnTo>
                    <a:pt x="8713339" y="5809866"/>
                  </a:lnTo>
                  <a:lnTo>
                    <a:pt x="8719564" y="5818315"/>
                  </a:lnTo>
                  <a:lnTo>
                    <a:pt x="8740790" y="5818315"/>
                  </a:lnTo>
                  <a:lnTo>
                    <a:pt x="8747300" y="5809866"/>
                  </a:lnTo>
                  <a:lnTo>
                    <a:pt x="8747300" y="5792911"/>
                  </a:lnTo>
                  <a:lnTo>
                    <a:pt x="8740790" y="5784462"/>
                  </a:lnTo>
                  <a:close/>
                </a:path>
                <a:path w="9542780" h="6570345">
                  <a:moveTo>
                    <a:pt x="8740790" y="5828912"/>
                  </a:moveTo>
                  <a:lnTo>
                    <a:pt x="8719564" y="5828912"/>
                  </a:lnTo>
                  <a:lnTo>
                    <a:pt x="8713339" y="5835270"/>
                  </a:lnTo>
                  <a:lnTo>
                    <a:pt x="8713339" y="5854316"/>
                  </a:lnTo>
                  <a:lnTo>
                    <a:pt x="8719564" y="5862793"/>
                  </a:lnTo>
                  <a:lnTo>
                    <a:pt x="8740790" y="5862793"/>
                  </a:lnTo>
                  <a:lnTo>
                    <a:pt x="8747300" y="5854316"/>
                  </a:lnTo>
                  <a:lnTo>
                    <a:pt x="8747300" y="5837389"/>
                  </a:lnTo>
                  <a:lnTo>
                    <a:pt x="8740790" y="5828912"/>
                  </a:lnTo>
                  <a:close/>
                </a:path>
                <a:path w="9542780" h="6570345">
                  <a:moveTo>
                    <a:pt x="8740790" y="5873362"/>
                  </a:moveTo>
                  <a:lnTo>
                    <a:pt x="8719564" y="5873362"/>
                  </a:lnTo>
                  <a:lnTo>
                    <a:pt x="8713339" y="5879720"/>
                  </a:lnTo>
                  <a:lnTo>
                    <a:pt x="8713339" y="5898795"/>
                  </a:lnTo>
                  <a:lnTo>
                    <a:pt x="8719564" y="5907243"/>
                  </a:lnTo>
                  <a:lnTo>
                    <a:pt x="8740790" y="5907243"/>
                  </a:lnTo>
                  <a:lnTo>
                    <a:pt x="8747300" y="5898795"/>
                  </a:lnTo>
                  <a:lnTo>
                    <a:pt x="8747300" y="5881839"/>
                  </a:lnTo>
                  <a:lnTo>
                    <a:pt x="8740790" y="5873362"/>
                  </a:lnTo>
                  <a:close/>
                </a:path>
                <a:path w="9542780" h="6570345">
                  <a:moveTo>
                    <a:pt x="8740790" y="5917840"/>
                  </a:moveTo>
                  <a:lnTo>
                    <a:pt x="8719564" y="5917840"/>
                  </a:lnTo>
                  <a:lnTo>
                    <a:pt x="8713339" y="5924199"/>
                  </a:lnTo>
                  <a:lnTo>
                    <a:pt x="8713339" y="5943245"/>
                  </a:lnTo>
                  <a:lnTo>
                    <a:pt x="8719564" y="5951722"/>
                  </a:lnTo>
                  <a:lnTo>
                    <a:pt x="8740790" y="5951722"/>
                  </a:lnTo>
                  <a:lnTo>
                    <a:pt x="8747300" y="5943245"/>
                  </a:lnTo>
                  <a:lnTo>
                    <a:pt x="8747300" y="5926319"/>
                  </a:lnTo>
                  <a:lnTo>
                    <a:pt x="8740790" y="5917840"/>
                  </a:lnTo>
                  <a:close/>
                </a:path>
                <a:path w="9542780" h="6570345">
                  <a:moveTo>
                    <a:pt x="8740790" y="5962291"/>
                  </a:moveTo>
                  <a:lnTo>
                    <a:pt x="8719564" y="5962291"/>
                  </a:lnTo>
                  <a:lnTo>
                    <a:pt x="8713339" y="5968649"/>
                  </a:lnTo>
                  <a:lnTo>
                    <a:pt x="8713339" y="5987723"/>
                  </a:lnTo>
                  <a:lnTo>
                    <a:pt x="8719564" y="5996172"/>
                  </a:lnTo>
                  <a:lnTo>
                    <a:pt x="8740790" y="5996172"/>
                  </a:lnTo>
                  <a:lnTo>
                    <a:pt x="8747300" y="5987723"/>
                  </a:lnTo>
                  <a:lnTo>
                    <a:pt x="8747300" y="5970769"/>
                  </a:lnTo>
                  <a:lnTo>
                    <a:pt x="8740790" y="5962291"/>
                  </a:lnTo>
                  <a:close/>
                </a:path>
                <a:path w="9542780" h="6570345">
                  <a:moveTo>
                    <a:pt x="8740790" y="6004650"/>
                  </a:moveTo>
                  <a:lnTo>
                    <a:pt x="8719564" y="6004650"/>
                  </a:lnTo>
                  <a:lnTo>
                    <a:pt x="8713339" y="6011009"/>
                  </a:lnTo>
                  <a:lnTo>
                    <a:pt x="8713339" y="6030055"/>
                  </a:lnTo>
                  <a:lnTo>
                    <a:pt x="8719564" y="6038532"/>
                  </a:lnTo>
                  <a:lnTo>
                    <a:pt x="8740790" y="6038532"/>
                  </a:lnTo>
                  <a:lnTo>
                    <a:pt x="8747300" y="6032173"/>
                  </a:lnTo>
                  <a:lnTo>
                    <a:pt x="8747300" y="6013127"/>
                  </a:lnTo>
                  <a:lnTo>
                    <a:pt x="8740790" y="6004650"/>
                  </a:lnTo>
                  <a:close/>
                </a:path>
                <a:path w="9542780" h="6570345">
                  <a:moveTo>
                    <a:pt x="8740790" y="6049100"/>
                  </a:moveTo>
                  <a:lnTo>
                    <a:pt x="8719564" y="6049100"/>
                  </a:lnTo>
                  <a:lnTo>
                    <a:pt x="8713339" y="6055459"/>
                  </a:lnTo>
                  <a:lnTo>
                    <a:pt x="8713339" y="6074533"/>
                  </a:lnTo>
                  <a:lnTo>
                    <a:pt x="8719564" y="6082982"/>
                  </a:lnTo>
                  <a:lnTo>
                    <a:pt x="8740790" y="6082982"/>
                  </a:lnTo>
                  <a:lnTo>
                    <a:pt x="8747300" y="6076623"/>
                  </a:lnTo>
                  <a:lnTo>
                    <a:pt x="8747300" y="6057578"/>
                  </a:lnTo>
                  <a:lnTo>
                    <a:pt x="8740790" y="6049100"/>
                  </a:lnTo>
                  <a:close/>
                </a:path>
                <a:path w="9542780" h="6570345">
                  <a:moveTo>
                    <a:pt x="8783242" y="5564245"/>
                  </a:moveTo>
                  <a:lnTo>
                    <a:pt x="8762017" y="5564245"/>
                  </a:lnTo>
                  <a:lnTo>
                    <a:pt x="8755790" y="5570603"/>
                  </a:lnTo>
                  <a:lnTo>
                    <a:pt x="8755790" y="5589649"/>
                  </a:lnTo>
                  <a:lnTo>
                    <a:pt x="8762017" y="5598126"/>
                  </a:lnTo>
                  <a:lnTo>
                    <a:pt x="8783242" y="5598126"/>
                  </a:lnTo>
                  <a:lnTo>
                    <a:pt x="8789468" y="5589649"/>
                  </a:lnTo>
                  <a:lnTo>
                    <a:pt x="8789468" y="5572723"/>
                  </a:lnTo>
                  <a:lnTo>
                    <a:pt x="8783242" y="5564245"/>
                  </a:lnTo>
                  <a:close/>
                </a:path>
                <a:path w="9542780" h="6570345">
                  <a:moveTo>
                    <a:pt x="8783242" y="5608723"/>
                  </a:moveTo>
                  <a:lnTo>
                    <a:pt x="8762017" y="5608723"/>
                  </a:lnTo>
                  <a:lnTo>
                    <a:pt x="8755790" y="5615053"/>
                  </a:lnTo>
                  <a:lnTo>
                    <a:pt x="8755790" y="5634128"/>
                  </a:lnTo>
                  <a:lnTo>
                    <a:pt x="8762017" y="5642578"/>
                  </a:lnTo>
                  <a:lnTo>
                    <a:pt x="8783242" y="5642578"/>
                  </a:lnTo>
                  <a:lnTo>
                    <a:pt x="8789468" y="5634128"/>
                  </a:lnTo>
                  <a:lnTo>
                    <a:pt x="8789468" y="5617173"/>
                  </a:lnTo>
                  <a:lnTo>
                    <a:pt x="8783242" y="5608723"/>
                  </a:lnTo>
                  <a:close/>
                </a:path>
                <a:path w="9542780" h="6570345">
                  <a:moveTo>
                    <a:pt x="8783242" y="5653175"/>
                  </a:moveTo>
                  <a:lnTo>
                    <a:pt x="8762017" y="5653175"/>
                  </a:lnTo>
                  <a:lnTo>
                    <a:pt x="8755790" y="5659532"/>
                  </a:lnTo>
                  <a:lnTo>
                    <a:pt x="8755790" y="5678578"/>
                  </a:lnTo>
                  <a:lnTo>
                    <a:pt x="8762017" y="5687056"/>
                  </a:lnTo>
                  <a:lnTo>
                    <a:pt x="8783242" y="5687056"/>
                  </a:lnTo>
                  <a:lnTo>
                    <a:pt x="8789468" y="5678578"/>
                  </a:lnTo>
                  <a:lnTo>
                    <a:pt x="8789468" y="5661652"/>
                  </a:lnTo>
                  <a:lnTo>
                    <a:pt x="8783242" y="5653175"/>
                  </a:lnTo>
                  <a:close/>
                </a:path>
                <a:path w="9542780" h="6570345">
                  <a:moveTo>
                    <a:pt x="8783242" y="5695533"/>
                  </a:moveTo>
                  <a:lnTo>
                    <a:pt x="8762017" y="5695533"/>
                  </a:lnTo>
                  <a:lnTo>
                    <a:pt x="8755790" y="5701863"/>
                  </a:lnTo>
                  <a:lnTo>
                    <a:pt x="8755790" y="5720937"/>
                  </a:lnTo>
                  <a:lnTo>
                    <a:pt x="8762017" y="5729386"/>
                  </a:lnTo>
                  <a:lnTo>
                    <a:pt x="8783242" y="5729386"/>
                  </a:lnTo>
                  <a:lnTo>
                    <a:pt x="8789468" y="5723056"/>
                  </a:lnTo>
                  <a:lnTo>
                    <a:pt x="8789468" y="5703982"/>
                  </a:lnTo>
                  <a:lnTo>
                    <a:pt x="8783242" y="5695533"/>
                  </a:lnTo>
                  <a:close/>
                </a:path>
                <a:path w="9542780" h="6570345">
                  <a:moveTo>
                    <a:pt x="8783242" y="5739983"/>
                  </a:moveTo>
                  <a:lnTo>
                    <a:pt x="8762017" y="5739983"/>
                  </a:lnTo>
                  <a:lnTo>
                    <a:pt x="8755790" y="5746342"/>
                  </a:lnTo>
                  <a:lnTo>
                    <a:pt x="8755790" y="5765388"/>
                  </a:lnTo>
                  <a:lnTo>
                    <a:pt x="8762017" y="5773865"/>
                  </a:lnTo>
                  <a:lnTo>
                    <a:pt x="8783242" y="5773865"/>
                  </a:lnTo>
                  <a:lnTo>
                    <a:pt x="8789468" y="5767506"/>
                  </a:lnTo>
                  <a:lnTo>
                    <a:pt x="8789468" y="5748460"/>
                  </a:lnTo>
                  <a:lnTo>
                    <a:pt x="8783242" y="5739983"/>
                  </a:lnTo>
                  <a:close/>
                </a:path>
                <a:path w="9542780" h="6570345">
                  <a:moveTo>
                    <a:pt x="8783242" y="5784462"/>
                  </a:moveTo>
                  <a:lnTo>
                    <a:pt x="8762017" y="5784462"/>
                  </a:lnTo>
                  <a:lnTo>
                    <a:pt x="8755790" y="5790792"/>
                  </a:lnTo>
                  <a:lnTo>
                    <a:pt x="8755790" y="5809866"/>
                  </a:lnTo>
                  <a:lnTo>
                    <a:pt x="8762017" y="5818315"/>
                  </a:lnTo>
                  <a:lnTo>
                    <a:pt x="8783242" y="5818315"/>
                  </a:lnTo>
                  <a:lnTo>
                    <a:pt x="8789468" y="5809866"/>
                  </a:lnTo>
                  <a:lnTo>
                    <a:pt x="8789468" y="5792911"/>
                  </a:lnTo>
                  <a:lnTo>
                    <a:pt x="8783242" y="5784462"/>
                  </a:lnTo>
                  <a:close/>
                </a:path>
                <a:path w="9542780" h="6570345">
                  <a:moveTo>
                    <a:pt x="8783242" y="5828912"/>
                  </a:moveTo>
                  <a:lnTo>
                    <a:pt x="8762017" y="5828912"/>
                  </a:lnTo>
                  <a:lnTo>
                    <a:pt x="8755790" y="5835270"/>
                  </a:lnTo>
                  <a:lnTo>
                    <a:pt x="8755790" y="5854316"/>
                  </a:lnTo>
                  <a:lnTo>
                    <a:pt x="8762017" y="5862793"/>
                  </a:lnTo>
                  <a:lnTo>
                    <a:pt x="8783242" y="5862793"/>
                  </a:lnTo>
                  <a:lnTo>
                    <a:pt x="8789468" y="5854316"/>
                  </a:lnTo>
                  <a:lnTo>
                    <a:pt x="8789468" y="5837389"/>
                  </a:lnTo>
                  <a:lnTo>
                    <a:pt x="8783242" y="5828912"/>
                  </a:lnTo>
                  <a:close/>
                </a:path>
                <a:path w="9542780" h="6570345">
                  <a:moveTo>
                    <a:pt x="8783242" y="5873362"/>
                  </a:moveTo>
                  <a:lnTo>
                    <a:pt x="8762017" y="5873362"/>
                  </a:lnTo>
                  <a:lnTo>
                    <a:pt x="8755790" y="5879720"/>
                  </a:lnTo>
                  <a:lnTo>
                    <a:pt x="8755790" y="5898795"/>
                  </a:lnTo>
                  <a:lnTo>
                    <a:pt x="8762017" y="5907243"/>
                  </a:lnTo>
                  <a:lnTo>
                    <a:pt x="8783242" y="5907243"/>
                  </a:lnTo>
                  <a:lnTo>
                    <a:pt x="8789468" y="5898795"/>
                  </a:lnTo>
                  <a:lnTo>
                    <a:pt x="8789468" y="5881839"/>
                  </a:lnTo>
                  <a:lnTo>
                    <a:pt x="8783242" y="5873362"/>
                  </a:lnTo>
                  <a:close/>
                </a:path>
                <a:path w="9542780" h="6570345">
                  <a:moveTo>
                    <a:pt x="8783242" y="5917840"/>
                  </a:moveTo>
                  <a:lnTo>
                    <a:pt x="8762017" y="5917840"/>
                  </a:lnTo>
                  <a:lnTo>
                    <a:pt x="8755790" y="5924199"/>
                  </a:lnTo>
                  <a:lnTo>
                    <a:pt x="8755790" y="5943245"/>
                  </a:lnTo>
                  <a:lnTo>
                    <a:pt x="8762017" y="5951722"/>
                  </a:lnTo>
                  <a:lnTo>
                    <a:pt x="8783242" y="5951722"/>
                  </a:lnTo>
                  <a:lnTo>
                    <a:pt x="8789468" y="5943245"/>
                  </a:lnTo>
                  <a:lnTo>
                    <a:pt x="8789468" y="5926319"/>
                  </a:lnTo>
                  <a:lnTo>
                    <a:pt x="8783242" y="5917840"/>
                  </a:lnTo>
                  <a:close/>
                </a:path>
                <a:path w="9542780" h="6570345">
                  <a:moveTo>
                    <a:pt x="8783242" y="5962291"/>
                  </a:moveTo>
                  <a:lnTo>
                    <a:pt x="8762017" y="5962291"/>
                  </a:lnTo>
                  <a:lnTo>
                    <a:pt x="8755790" y="5968649"/>
                  </a:lnTo>
                  <a:lnTo>
                    <a:pt x="8755790" y="5987723"/>
                  </a:lnTo>
                  <a:lnTo>
                    <a:pt x="8762017" y="5996172"/>
                  </a:lnTo>
                  <a:lnTo>
                    <a:pt x="8783242" y="5996172"/>
                  </a:lnTo>
                  <a:lnTo>
                    <a:pt x="8789468" y="5987723"/>
                  </a:lnTo>
                  <a:lnTo>
                    <a:pt x="8789468" y="5970769"/>
                  </a:lnTo>
                  <a:lnTo>
                    <a:pt x="8783242" y="5962291"/>
                  </a:lnTo>
                  <a:close/>
                </a:path>
                <a:path w="9542780" h="6570345">
                  <a:moveTo>
                    <a:pt x="8783242" y="6004650"/>
                  </a:moveTo>
                  <a:lnTo>
                    <a:pt x="8762017" y="6004650"/>
                  </a:lnTo>
                  <a:lnTo>
                    <a:pt x="8755790" y="6011009"/>
                  </a:lnTo>
                  <a:lnTo>
                    <a:pt x="8755790" y="6030055"/>
                  </a:lnTo>
                  <a:lnTo>
                    <a:pt x="8762017" y="6038532"/>
                  </a:lnTo>
                  <a:lnTo>
                    <a:pt x="8783242" y="6038532"/>
                  </a:lnTo>
                  <a:lnTo>
                    <a:pt x="8789468" y="6032173"/>
                  </a:lnTo>
                  <a:lnTo>
                    <a:pt x="8789468" y="6013127"/>
                  </a:lnTo>
                  <a:lnTo>
                    <a:pt x="8783242" y="6004650"/>
                  </a:lnTo>
                  <a:close/>
                </a:path>
                <a:path w="9542780" h="6570345">
                  <a:moveTo>
                    <a:pt x="8783242" y="6049100"/>
                  </a:moveTo>
                  <a:lnTo>
                    <a:pt x="8762017" y="6049100"/>
                  </a:lnTo>
                  <a:lnTo>
                    <a:pt x="8755790" y="6055459"/>
                  </a:lnTo>
                  <a:lnTo>
                    <a:pt x="8755790" y="6074533"/>
                  </a:lnTo>
                  <a:lnTo>
                    <a:pt x="8762017" y="6082982"/>
                  </a:lnTo>
                  <a:lnTo>
                    <a:pt x="8783242" y="6082982"/>
                  </a:lnTo>
                  <a:lnTo>
                    <a:pt x="8789468" y="6076623"/>
                  </a:lnTo>
                  <a:lnTo>
                    <a:pt x="8789468" y="6057578"/>
                  </a:lnTo>
                  <a:lnTo>
                    <a:pt x="8783242" y="6049100"/>
                  </a:lnTo>
                  <a:close/>
                </a:path>
                <a:path w="9542780" h="6570345">
                  <a:moveTo>
                    <a:pt x="8783242" y="6093579"/>
                  </a:moveTo>
                  <a:lnTo>
                    <a:pt x="8762017" y="6093579"/>
                  </a:lnTo>
                  <a:lnTo>
                    <a:pt x="8755790" y="6099936"/>
                  </a:lnTo>
                  <a:lnTo>
                    <a:pt x="8755790" y="6118983"/>
                  </a:lnTo>
                  <a:lnTo>
                    <a:pt x="8762017" y="6127460"/>
                  </a:lnTo>
                  <a:lnTo>
                    <a:pt x="8783242" y="6127460"/>
                  </a:lnTo>
                  <a:lnTo>
                    <a:pt x="8789468" y="6118983"/>
                  </a:lnTo>
                  <a:lnTo>
                    <a:pt x="8789468" y="6102056"/>
                  </a:lnTo>
                  <a:lnTo>
                    <a:pt x="8783242" y="6093579"/>
                  </a:lnTo>
                  <a:close/>
                </a:path>
                <a:path w="9542780" h="6570345">
                  <a:moveTo>
                    <a:pt x="8827674" y="5564245"/>
                  </a:moveTo>
                  <a:lnTo>
                    <a:pt x="8808713" y="5564245"/>
                  </a:lnTo>
                  <a:lnTo>
                    <a:pt x="8800222" y="5570603"/>
                  </a:lnTo>
                  <a:lnTo>
                    <a:pt x="8800222" y="5589649"/>
                  </a:lnTo>
                  <a:lnTo>
                    <a:pt x="8806449" y="5598126"/>
                  </a:lnTo>
                  <a:lnTo>
                    <a:pt x="8827674" y="5598126"/>
                  </a:lnTo>
                  <a:lnTo>
                    <a:pt x="8834184" y="5589649"/>
                  </a:lnTo>
                  <a:lnTo>
                    <a:pt x="8834184" y="5572723"/>
                  </a:lnTo>
                  <a:lnTo>
                    <a:pt x="8827674" y="5564245"/>
                  </a:lnTo>
                  <a:close/>
                </a:path>
                <a:path w="9542780" h="6570345">
                  <a:moveTo>
                    <a:pt x="8827674" y="5608723"/>
                  </a:moveTo>
                  <a:lnTo>
                    <a:pt x="8808713" y="5608723"/>
                  </a:lnTo>
                  <a:lnTo>
                    <a:pt x="8800222" y="5615053"/>
                  </a:lnTo>
                  <a:lnTo>
                    <a:pt x="8800222" y="5634128"/>
                  </a:lnTo>
                  <a:lnTo>
                    <a:pt x="8806449" y="5642578"/>
                  </a:lnTo>
                  <a:lnTo>
                    <a:pt x="8827674" y="5642578"/>
                  </a:lnTo>
                  <a:lnTo>
                    <a:pt x="8834184" y="5634128"/>
                  </a:lnTo>
                  <a:lnTo>
                    <a:pt x="8834184" y="5617173"/>
                  </a:lnTo>
                  <a:lnTo>
                    <a:pt x="8827674" y="5608723"/>
                  </a:lnTo>
                  <a:close/>
                </a:path>
                <a:path w="9542780" h="6570345">
                  <a:moveTo>
                    <a:pt x="8827674" y="5653175"/>
                  </a:moveTo>
                  <a:lnTo>
                    <a:pt x="8808713" y="5653175"/>
                  </a:lnTo>
                  <a:lnTo>
                    <a:pt x="8800222" y="5659532"/>
                  </a:lnTo>
                  <a:lnTo>
                    <a:pt x="8800222" y="5678578"/>
                  </a:lnTo>
                  <a:lnTo>
                    <a:pt x="8806449" y="5687056"/>
                  </a:lnTo>
                  <a:lnTo>
                    <a:pt x="8817203" y="5687056"/>
                  </a:lnTo>
                  <a:lnTo>
                    <a:pt x="8827674" y="5684936"/>
                  </a:lnTo>
                  <a:lnTo>
                    <a:pt x="8834184" y="5678578"/>
                  </a:lnTo>
                  <a:lnTo>
                    <a:pt x="8834184" y="5661652"/>
                  </a:lnTo>
                  <a:lnTo>
                    <a:pt x="8827674" y="5653175"/>
                  </a:lnTo>
                  <a:close/>
                </a:path>
                <a:path w="9542780" h="6570345">
                  <a:moveTo>
                    <a:pt x="8827674" y="5695533"/>
                  </a:moveTo>
                  <a:lnTo>
                    <a:pt x="8808713" y="5695533"/>
                  </a:lnTo>
                  <a:lnTo>
                    <a:pt x="8800222" y="5701863"/>
                  </a:lnTo>
                  <a:lnTo>
                    <a:pt x="8800222" y="5720937"/>
                  </a:lnTo>
                  <a:lnTo>
                    <a:pt x="8806449" y="5729386"/>
                  </a:lnTo>
                  <a:lnTo>
                    <a:pt x="8827674" y="5729386"/>
                  </a:lnTo>
                  <a:lnTo>
                    <a:pt x="8834184" y="5723056"/>
                  </a:lnTo>
                  <a:lnTo>
                    <a:pt x="8834184" y="5703982"/>
                  </a:lnTo>
                  <a:lnTo>
                    <a:pt x="8827674" y="5695533"/>
                  </a:lnTo>
                  <a:close/>
                </a:path>
                <a:path w="9542780" h="6570345">
                  <a:moveTo>
                    <a:pt x="8827674" y="5739983"/>
                  </a:moveTo>
                  <a:lnTo>
                    <a:pt x="8808713" y="5739983"/>
                  </a:lnTo>
                  <a:lnTo>
                    <a:pt x="8800222" y="5746342"/>
                  </a:lnTo>
                  <a:lnTo>
                    <a:pt x="8800222" y="5765388"/>
                  </a:lnTo>
                  <a:lnTo>
                    <a:pt x="8806449" y="5773865"/>
                  </a:lnTo>
                  <a:lnTo>
                    <a:pt x="8827674" y="5773865"/>
                  </a:lnTo>
                  <a:lnTo>
                    <a:pt x="8834184" y="5767506"/>
                  </a:lnTo>
                  <a:lnTo>
                    <a:pt x="8834184" y="5748460"/>
                  </a:lnTo>
                  <a:lnTo>
                    <a:pt x="8827674" y="5739983"/>
                  </a:lnTo>
                  <a:close/>
                </a:path>
                <a:path w="9542780" h="6570345">
                  <a:moveTo>
                    <a:pt x="8827674" y="5784462"/>
                  </a:moveTo>
                  <a:lnTo>
                    <a:pt x="8808713" y="5784462"/>
                  </a:lnTo>
                  <a:lnTo>
                    <a:pt x="8800222" y="5790792"/>
                  </a:lnTo>
                  <a:lnTo>
                    <a:pt x="8800222" y="5809866"/>
                  </a:lnTo>
                  <a:lnTo>
                    <a:pt x="8806449" y="5818315"/>
                  </a:lnTo>
                  <a:lnTo>
                    <a:pt x="8827674" y="5818315"/>
                  </a:lnTo>
                  <a:lnTo>
                    <a:pt x="8834184" y="5809866"/>
                  </a:lnTo>
                  <a:lnTo>
                    <a:pt x="8834184" y="5792911"/>
                  </a:lnTo>
                  <a:lnTo>
                    <a:pt x="8827674" y="5784462"/>
                  </a:lnTo>
                  <a:close/>
                </a:path>
                <a:path w="9542780" h="6570345">
                  <a:moveTo>
                    <a:pt x="8827674" y="5828912"/>
                  </a:moveTo>
                  <a:lnTo>
                    <a:pt x="8808713" y="5828912"/>
                  </a:lnTo>
                  <a:lnTo>
                    <a:pt x="8800222" y="5835270"/>
                  </a:lnTo>
                  <a:lnTo>
                    <a:pt x="8800222" y="5854316"/>
                  </a:lnTo>
                  <a:lnTo>
                    <a:pt x="8806449" y="5862793"/>
                  </a:lnTo>
                  <a:lnTo>
                    <a:pt x="8827674" y="5862793"/>
                  </a:lnTo>
                  <a:lnTo>
                    <a:pt x="8834184" y="5854316"/>
                  </a:lnTo>
                  <a:lnTo>
                    <a:pt x="8834184" y="5837389"/>
                  </a:lnTo>
                  <a:lnTo>
                    <a:pt x="8827674" y="5828912"/>
                  </a:lnTo>
                  <a:close/>
                </a:path>
                <a:path w="9542780" h="6570345">
                  <a:moveTo>
                    <a:pt x="8827674" y="5873362"/>
                  </a:moveTo>
                  <a:lnTo>
                    <a:pt x="8808713" y="5873362"/>
                  </a:lnTo>
                  <a:lnTo>
                    <a:pt x="8800222" y="5879720"/>
                  </a:lnTo>
                  <a:lnTo>
                    <a:pt x="8800222" y="5898795"/>
                  </a:lnTo>
                  <a:lnTo>
                    <a:pt x="8806449" y="5907243"/>
                  </a:lnTo>
                  <a:lnTo>
                    <a:pt x="8827674" y="5907243"/>
                  </a:lnTo>
                  <a:lnTo>
                    <a:pt x="8834184" y="5898795"/>
                  </a:lnTo>
                  <a:lnTo>
                    <a:pt x="8834184" y="5881839"/>
                  </a:lnTo>
                  <a:lnTo>
                    <a:pt x="8827674" y="5873362"/>
                  </a:lnTo>
                  <a:close/>
                </a:path>
                <a:path w="9542780" h="6570345">
                  <a:moveTo>
                    <a:pt x="8827674" y="5917840"/>
                  </a:moveTo>
                  <a:lnTo>
                    <a:pt x="8808713" y="5917840"/>
                  </a:lnTo>
                  <a:lnTo>
                    <a:pt x="8800222" y="5924199"/>
                  </a:lnTo>
                  <a:lnTo>
                    <a:pt x="8800222" y="5943245"/>
                  </a:lnTo>
                  <a:lnTo>
                    <a:pt x="8806449" y="5951722"/>
                  </a:lnTo>
                  <a:lnTo>
                    <a:pt x="8827674" y="5951722"/>
                  </a:lnTo>
                  <a:lnTo>
                    <a:pt x="8834184" y="5943245"/>
                  </a:lnTo>
                  <a:lnTo>
                    <a:pt x="8834184" y="5926319"/>
                  </a:lnTo>
                  <a:lnTo>
                    <a:pt x="8827674" y="5917840"/>
                  </a:lnTo>
                  <a:close/>
                </a:path>
                <a:path w="9542780" h="6570345">
                  <a:moveTo>
                    <a:pt x="8827674" y="5962291"/>
                  </a:moveTo>
                  <a:lnTo>
                    <a:pt x="8808713" y="5962291"/>
                  </a:lnTo>
                  <a:lnTo>
                    <a:pt x="8800222" y="5968649"/>
                  </a:lnTo>
                  <a:lnTo>
                    <a:pt x="8800222" y="5987723"/>
                  </a:lnTo>
                  <a:lnTo>
                    <a:pt x="8806449" y="5996172"/>
                  </a:lnTo>
                  <a:lnTo>
                    <a:pt x="8817203" y="5996172"/>
                  </a:lnTo>
                  <a:lnTo>
                    <a:pt x="8827674" y="5994053"/>
                  </a:lnTo>
                  <a:lnTo>
                    <a:pt x="8834184" y="5987723"/>
                  </a:lnTo>
                  <a:lnTo>
                    <a:pt x="8834184" y="5970769"/>
                  </a:lnTo>
                  <a:lnTo>
                    <a:pt x="8827674" y="5962291"/>
                  </a:lnTo>
                  <a:close/>
                </a:path>
                <a:path w="9542780" h="6570345">
                  <a:moveTo>
                    <a:pt x="8827674" y="6004650"/>
                  </a:moveTo>
                  <a:lnTo>
                    <a:pt x="8808713" y="6004650"/>
                  </a:lnTo>
                  <a:lnTo>
                    <a:pt x="8800222" y="6011009"/>
                  </a:lnTo>
                  <a:lnTo>
                    <a:pt x="8800222" y="6030055"/>
                  </a:lnTo>
                  <a:lnTo>
                    <a:pt x="8806449" y="6038532"/>
                  </a:lnTo>
                  <a:lnTo>
                    <a:pt x="8827674" y="6038532"/>
                  </a:lnTo>
                  <a:lnTo>
                    <a:pt x="8834184" y="6032173"/>
                  </a:lnTo>
                  <a:lnTo>
                    <a:pt x="8834184" y="6013127"/>
                  </a:lnTo>
                  <a:lnTo>
                    <a:pt x="8827674" y="6004650"/>
                  </a:lnTo>
                  <a:close/>
                </a:path>
                <a:path w="9542780" h="6570345">
                  <a:moveTo>
                    <a:pt x="8827674" y="6049100"/>
                  </a:moveTo>
                  <a:lnTo>
                    <a:pt x="8808713" y="6049100"/>
                  </a:lnTo>
                  <a:lnTo>
                    <a:pt x="8800222" y="6055459"/>
                  </a:lnTo>
                  <a:lnTo>
                    <a:pt x="8800222" y="6074533"/>
                  </a:lnTo>
                  <a:lnTo>
                    <a:pt x="8806449" y="6082982"/>
                  </a:lnTo>
                  <a:lnTo>
                    <a:pt x="8827674" y="6082982"/>
                  </a:lnTo>
                  <a:lnTo>
                    <a:pt x="8834184" y="6076623"/>
                  </a:lnTo>
                  <a:lnTo>
                    <a:pt x="8834184" y="6057578"/>
                  </a:lnTo>
                  <a:lnTo>
                    <a:pt x="8827674" y="6049100"/>
                  </a:lnTo>
                  <a:close/>
                </a:path>
                <a:path w="9542780" h="6570345">
                  <a:moveTo>
                    <a:pt x="8827674" y="6093579"/>
                  </a:moveTo>
                  <a:lnTo>
                    <a:pt x="8808713" y="6093579"/>
                  </a:lnTo>
                  <a:lnTo>
                    <a:pt x="8800222" y="6099936"/>
                  </a:lnTo>
                  <a:lnTo>
                    <a:pt x="8800222" y="6118983"/>
                  </a:lnTo>
                  <a:lnTo>
                    <a:pt x="8806449" y="6127460"/>
                  </a:lnTo>
                  <a:lnTo>
                    <a:pt x="8827674" y="6127460"/>
                  </a:lnTo>
                  <a:lnTo>
                    <a:pt x="8834184" y="6118983"/>
                  </a:lnTo>
                  <a:lnTo>
                    <a:pt x="8834184" y="6102056"/>
                  </a:lnTo>
                  <a:lnTo>
                    <a:pt x="8827674" y="6093579"/>
                  </a:lnTo>
                  <a:close/>
                </a:path>
                <a:path w="9542780" h="6570345">
                  <a:moveTo>
                    <a:pt x="8872390" y="5695533"/>
                  </a:moveTo>
                  <a:lnTo>
                    <a:pt x="8853145" y="5695533"/>
                  </a:lnTo>
                  <a:lnTo>
                    <a:pt x="8844655" y="5701863"/>
                  </a:lnTo>
                  <a:lnTo>
                    <a:pt x="8844655" y="5720937"/>
                  </a:lnTo>
                  <a:lnTo>
                    <a:pt x="8851164" y="5729386"/>
                  </a:lnTo>
                  <a:lnTo>
                    <a:pt x="8872390" y="5729386"/>
                  </a:lnTo>
                  <a:lnTo>
                    <a:pt x="8878616" y="5723056"/>
                  </a:lnTo>
                  <a:lnTo>
                    <a:pt x="8878616" y="5703982"/>
                  </a:lnTo>
                  <a:lnTo>
                    <a:pt x="8872390" y="5695533"/>
                  </a:lnTo>
                  <a:close/>
                </a:path>
                <a:path w="9542780" h="6570345">
                  <a:moveTo>
                    <a:pt x="8872390" y="5739983"/>
                  </a:moveTo>
                  <a:lnTo>
                    <a:pt x="8853145" y="5739983"/>
                  </a:lnTo>
                  <a:lnTo>
                    <a:pt x="8844655" y="5746342"/>
                  </a:lnTo>
                  <a:lnTo>
                    <a:pt x="8844655" y="5765388"/>
                  </a:lnTo>
                  <a:lnTo>
                    <a:pt x="8851164" y="5773865"/>
                  </a:lnTo>
                  <a:lnTo>
                    <a:pt x="8872390" y="5773865"/>
                  </a:lnTo>
                  <a:lnTo>
                    <a:pt x="8878616" y="5767506"/>
                  </a:lnTo>
                  <a:lnTo>
                    <a:pt x="8878616" y="5748460"/>
                  </a:lnTo>
                  <a:lnTo>
                    <a:pt x="8872390" y="5739983"/>
                  </a:lnTo>
                  <a:close/>
                </a:path>
                <a:path w="9542780" h="6570345">
                  <a:moveTo>
                    <a:pt x="8872390" y="5784462"/>
                  </a:moveTo>
                  <a:lnTo>
                    <a:pt x="8853145" y="5784462"/>
                  </a:lnTo>
                  <a:lnTo>
                    <a:pt x="8844655" y="5790792"/>
                  </a:lnTo>
                  <a:lnTo>
                    <a:pt x="8844655" y="5809866"/>
                  </a:lnTo>
                  <a:lnTo>
                    <a:pt x="8851164" y="5818315"/>
                  </a:lnTo>
                  <a:lnTo>
                    <a:pt x="8872390" y="5818315"/>
                  </a:lnTo>
                  <a:lnTo>
                    <a:pt x="8878616" y="5809866"/>
                  </a:lnTo>
                  <a:lnTo>
                    <a:pt x="8878616" y="5792911"/>
                  </a:lnTo>
                  <a:lnTo>
                    <a:pt x="8872390" y="5784462"/>
                  </a:lnTo>
                  <a:close/>
                </a:path>
                <a:path w="9542780" h="6570345">
                  <a:moveTo>
                    <a:pt x="8872390" y="5828912"/>
                  </a:moveTo>
                  <a:lnTo>
                    <a:pt x="8853145" y="5828912"/>
                  </a:lnTo>
                  <a:lnTo>
                    <a:pt x="8844655" y="5835270"/>
                  </a:lnTo>
                  <a:lnTo>
                    <a:pt x="8844655" y="5854316"/>
                  </a:lnTo>
                  <a:lnTo>
                    <a:pt x="8851164" y="5862793"/>
                  </a:lnTo>
                  <a:lnTo>
                    <a:pt x="8872390" y="5862793"/>
                  </a:lnTo>
                  <a:lnTo>
                    <a:pt x="8878616" y="5854316"/>
                  </a:lnTo>
                  <a:lnTo>
                    <a:pt x="8878616" y="5837389"/>
                  </a:lnTo>
                  <a:lnTo>
                    <a:pt x="8872390" y="5828912"/>
                  </a:lnTo>
                  <a:close/>
                </a:path>
                <a:path w="9542780" h="6570345">
                  <a:moveTo>
                    <a:pt x="8872390" y="5873362"/>
                  </a:moveTo>
                  <a:lnTo>
                    <a:pt x="8853145" y="5873362"/>
                  </a:lnTo>
                  <a:lnTo>
                    <a:pt x="8844655" y="5879720"/>
                  </a:lnTo>
                  <a:lnTo>
                    <a:pt x="8844655" y="5898795"/>
                  </a:lnTo>
                  <a:lnTo>
                    <a:pt x="8851164" y="5907243"/>
                  </a:lnTo>
                  <a:lnTo>
                    <a:pt x="8872390" y="5907243"/>
                  </a:lnTo>
                  <a:lnTo>
                    <a:pt x="8878616" y="5898795"/>
                  </a:lnTo>
                  <a:lnTo>
                    <a:pt x="8878616" y="5881839"/>
                  </a:lnTo>
                  <a:lnTo>
                    <a:pt x="8872390" y="5873362"/>
                  </a:lnTo>
                  <a:close/>
                </a:path>
                <a:path w="9542780" h="6570345">
                  <a:moveTo>
                    <a:pt x="8872390" y="5917840"/>
                  </a:moveTo>
                  <a:lnTo>
                    <a:pt x="8853145" y="5917840"/>
                  </a:lnTo>
                  <a:lnTo>
                    <a:pt x="8844655" y="5924199"/>
                  </a:lnTo>
                  <a:lnTo>
                    <a:pt x="8844655" y="5943245"/>
                  </a:lnTo>
                  <a:lnTo>
                    <a:pt x="8851164" y="5951722"/>
                  </a:lnTo>
                  <a:lnTo>
                    <a:pt x="8872390" y="5951722"/>
                  </a:lnTo>
                  <a:lnTo>
                    <a:pt x="8878616" y="5943245"/>
                  </a:lnTo>
                  <a:lnTo>
                    <a:pt x="8878616" y="5926319"/>
                  </a:lnTo>
                  <a:lnTo>
                    <a:pt x="8872390" y="5917840"/>
                  </a:lnTo>
                  <a:close/>
                </a:path>
                <a:path w="9542780" h="6570345">
                  <a:moveTo>
                    <a:pt x="8872390" y="5962291"/>
                  </a:moveTo>
                  <a:lnTo>
                    <a:pt x="8853145" y="5962291"/>
                  </a:lnTo>
                  <a:lnTo>
                    <a:pt x="8844655" y="5968649"/>
                  </a:lnTo>
                  <a:lnTo>
                    <a:pt x="8844655" y="5987723"/>
                  </a:lnTo>
                  <a:lnTo>
                    <a:pt x="8851164" y="5996172"/>
                  </a:lnTo>
                  <a:lnTo>
                    <a:pt x="8861635" y="5996172"/>
                  </a:lnTo>
                  <a:lnTo>
                    <a:pt x="8872390" y="5994053"/>
                  </a:lnTo>
                  <a:lnTo>
                    <a:pt x="8878616" y="5987723"/>
                  </a:lnTo>
                  <a:lnTo>
                    <a:pt x="8878616" y="5970769"/>
                  </a:lnTo>
                  <a:lnTo>
                    <a:pt x="8872390" y="5962291"/>
                  </a:lnTo>
                  <a:close/>
                </a:path>
                <a:path w="9542780" h="6570345">
                  <a:moveTo>
                    <a:pt x="8872390" y="6004650"/>
                  </a:moveTo>
                  <a:lnTo>
                    <a:pt x="8853145" y="6004650"/>
                  </a:lnTo>
                  <a:lnTo>
                    <a:pt x="8844655" y="6011009"/>
                  </a:lnTo>
                  <a:lnTo>
                    <a:pt x="8844655" y="6030055"/>
                  </a:lnTo>
                  <a:lnTo>
                    <a:pt x="8851164" y="6038532"/>
                  </a:lnTo>
                  <a:lnTo>
                    <a:pt x="8872390" y="6038532"/>
                  </a:lnTo>
                  <a:lnTo>
                    <a:pt x="8878616" y="6032173"/>
                  </a:lnTo>
                  <a:lnTo>
                    <a:pt x="8878616" y="6013127"/>
                  </a:lnTo>
                  <a:lnTo>
                    <a:pt x="8872390" y="6004650"/>
                  </a:lnTo>
                  <a:close/>
                </a:path>
                <a:path w="9542780" h="6570345">
                  <a:moveTo>
                    <a:pt x="8872390" y="6049100"/>
                  </a:moveTo>
                  <a:lnTo>
                    <a:pt x="8853145" y="6049100"/>
                  </a:lnTo>
                  <a:lnTo>
                    <a:pt x="8844655" y="6055459"/>
                  </a:lnTo>
                  <a:lnTo>
                    <a:pt x="8844655" y="6074533"/>
                  </a:lnTo>
                  <a:lnTo>
                    <a:pt x="8851164" y="6082982"/>
                  </a:lnTo>
                  <a:lnTo>
                    <a:pt x="8872390" y="6082982"/>
                  </a:lnTo>
                  <a:lnTo>
                    <a:pt x="8878616" y="6076623"/>
                  </a:lnTo>
                  <a:lnTo>
                    <a:pt x="8878616" y="6057578"/>
                  </a:lnTo>
                  <a:lnTo>
                    <a:pt x="8872390" y="6049100"/>
                  </a:lnTo>
                  <a:close/>
                </a:path>
                <a:path w="9542780" h="6570345">
                  <a:moveTo>
                    <a:pt x="8872390" y="6093579"/>
                  </a:moveTo>
                  <a:lnTo>
                    <a:pt x="8853145" y="6093579"/>
                  </a:lnTo>
                  <a:lnTo>
                    <a:pt x="8844655" y="6099936"/>
                  </a:lnTo>
                  <a:lnTo>
                    <a:pt x="8844655" y="6118983"/>
                  </a:lnTo>
                  <a:lnTo>
                    <a:pt x="8851164" y="6127460"/>
                  </a:lnTo>
                  <a:lnTo>
                    <a:pt x="8872390" y="6127460"/>
                  </a:lnTo>
                  <a:lnTo>
                    <a:pt x="8878616" y="6118983"/>
                  </a:lnTo>
                  <a:lnTo>
                    <a:pt x="8878616" y="6102056"/>
                  </a:lnTo>
                  <a:lnTo>
                    <a:pt x="8872390" y="6093579"/>
                  </a:lnTo>
                  <a:close/>
                </a:path>
                <a:path w="9542780" h="6570345">
                  <a:moveTo>
                    <a:pt x="8872390" y="6138029"/>
                  </a:moveTo>
                  <a:lnTo>
                    <a:pt x="8853145" y="6138029"/>
                  </a:lnTo>
                  <a:lnTo>
                    <a:pt x="8844655" y="6144386"/>
                  </a:lnTo>
                  <a:lnTo>
                    <a:pt x="8844655" y="6163462"/>
                  </a:lnTo>
                  <a:lnTo>
                    <a:pt x="8851164" y="6171910"/>
                  </a:lnTo>
                  <a:lnTo>
                    <a:pt x="8872390" y="6171910"/>
                  </a:lnTo>
                  <a:lnTo>
                    <a:pt x="8878616" y="6163462"/>
                  </a:lnTo>
                  <a:lnTo>
                    <a:pt x="8878616" y="6146506"/>
                  </a:lnTo>
                  <a:lnTo>
                    <a:pt x="8872390" y="6138029"/>
                  </a:lnTo>
                  <a:close/>
                </a:path>
                <a:path w="9542780" h="6570345">
                  <a:moveTo>
                    <a:pt x="8916823" y="5695533"/>
                  </a:moveTo>
                  <a:lnTo>
                    <a:pt x="8897861" y="5695533"/>
                  </a:lnTo>
                  <a:lnTo>
                    <a:pt x="8889371" y="5701863"/>
                  </a:lnTo>
                  <a:lnTo>
                    <a:pt x="8889371" y="5720937"/>
                  </a:lnTo>
                  <a:lnTo>
                    <a:pt x="8895598" y="5729386"/>
                  </a:lnTo>
                  <a:lnTo>
                    <a:pt x="8916823" y="5729386"/>
                  </a:lnTo>
                  <a:lnTo>
                    <a:pt x="8923049" y="5723056"/>
                  </a:lnTo>
                  <a:lnTo>
                    <a:pt x="8923049" y="5703982"/>
                  </a:lnTo>
                  <a:lnTo>
                    <a:pt x="8916823" y="5695533"/>
                  </a:lnTo>
                  <a:close/>
                </a:path>
                <a:path w="9542780" h="6570345">
                  <a:moveTo>
                    <a:pt x="8916823" y="5739983"/>
                  </a:moveTo>
                  <a:lnTo>
                    <a:pt x="8897861" y="5739983"/>
                  </a:lnTo>
                  <a:lnTo>
                    <a:pt x="8889371" y="5746342"/>
                  </a:lnTo>
                  <a:lnTo>
                    <a:pt x="8889371" y="5765388"/>
                  </a:lnTo>
                  <a:lnTo>
                    <a:pt x="8895598" y="5773865"/>
                  </a:lnTo>
                  <a:lnTo>
                    <a:pt x="8916823" y="5773865"/>
                  </a:lnTo>
                  <a:lnTo>
                    <a:pt x="8923049" y="5767506"/>
                  </a:lnTo>
                  <a:lnTo>
                    <a:pt x="8923049" y="5748460"/>
                  </a:lnTo>
                  <a:lnTo>
                    <a:pt x="8916823" y="5739983"/>
                  </a:lnTo>
                  <a:close/>
                </a:path>
                <a:path w="9542780" h="6570345">
                  <a:moveTo>
                    <a:pt x="8916823" y="5784462"/>
                  </a:moveTo>
                  <a:lnTo>
                    <a:pt x="8897861" y="5784462"/>
                  </a:lnTo>
                  <a:lnTo>
                    <a:pt x="8889371" y="5790792"/>
                  </a:lnTo>
                  <a:lnTo>
                    <a:pt x="8889371" y="5809866"/>
                  </a:lnTo>
                  <a:lnTo>
                    <a:pt x="8895598" y="5818315"/>
                  </a:lnTo>
                  <a:lnTo>
                    <a:pt x="8916823" y="5818315"/>
                  </a:lnTo>
                  <a:lnTo>
                    <a:pt x="8923049" y="5809866"/>
                  </a:lnTo>
                  <a:lnTo>
                    <a:pt x="8923049" y="5792911"/>
                  </a:lnTo>
                  <a:lnTo>
                    <a:pt x="8916823" y="5784462"/>
                  </a:lnTo>
                  <a:close/>
                </a:path>
                <a:path w="9542780" h="6570345">
                  <a:moveTo>
                    <a:pt x="8916823" y="5828912"/>
                  </a:moveTo>
                  <a:lnTo>
                    <a:pt x="8897861" y="5828912"/>
                  </a:lnTo>
                  <a:lnTo>
                    <a:pt x="8889371" y="5835270"/>
                  </a:lnTo>
                  <a:lnTo>
                    <a:pt x="8889371" y="5854316"/>
                  </a:lnTo>
                  <a:lnTo>
                    <a:pt x="8895598" y="5862793"/>
                  </a:lnTo>
                  <a:lnTo>
                    <a:pt x="8916823" y="5862793"/>
                  </a:lnTo>
                  <a:lnTo>
                    <a:pt x="8923049" y="5854316"/>
                  </a:lnTo>
                  <a:lnTo>
                    <a:pt x="8923049" y="5837389"/>
                  </a:lnTo>
                  <a:lnTo>
                    <a:pt x="8916823" y="5828912"/>
                  </a:lnTo>
                  <a:close/>
                </a:path>
                <a:path w="9542780" h="6570345">
                  <a:moveTo>
                    <a:pt x="8916823" y="5873362"/>
                  </a:moveTo>
                  <a:lnTo>
                    <a:pt x="8897861" y="5873362"/>
                  </a:lnTo>
                  <a:lnTo>
                    <a:pt x="8889371" y="5879720"/>
                  </a:lnTo>
                  <a:lnTo>
                    <a:pt x="8889371" y="5898795"/>
                  </a:lnTo>
                  <a:lnTo>
                    <a:pt x="8895598" y="5907244"/>
                  </a:lnTo>
                  <a:lnTo>
                    <a:pt x="8916823" y="5907244"/>
                  </a:lnTo>
                  <a:lnTo>
                    <a:pt x="8923049" y="5898795"/>
                  </a:lnTo>
                  <a:lnTo>
                    <a:pt x="8923049" y="5881839"/>
                  </a:lnTo>
                  <a:lnTo>
                    <a:pt x="8916823" y="5873362"/>
                  </a:lnTo>
                  <a:close/>
                </a:path>
                <a:path w="9542780" h="6570345">
                  <a:moveTo>
                    <a:pt x="8916823" y="5917840"/>
                  </a:moveTo>
                  <a:lnTo>
                    <a:pt x="8897861" y="5917840"/>
                  </a:lnTo>
                  <a:lnTo>
                    <a:pt x="8889371" y="5924199"/>
                  </a:lnTo>
                  <a:lnTo>
                    <a:pt x="8889371" y="5943245"/>
                  </a:lnTo>
                  <a:lnTo>
                    <a:pt x="8895598" y="5951722"/>
                  </a:lnTo>
                  <a:lnTo>
                    <a:pt x="8916823" y="5951722"/>
                  </a:lnTo>
                  <a:lnTo>
                    <a:pt x="8923049" y="5943245"/>
                  </a:lnTo>
                  <a:lnTo>
                    <a:pt x="8923049" y="5926319"/>
                  </a:lnTo>
                  <a:lnTo>
                    <a:pt x="8916823" y="5917840"/>
                  </a:lnTo>
                  <a:close/>
                </a:path>
                <a:path w="9542780" h="6570345">
                  <a:moveTo>
                    <a:pt x="8916823" y="5962291"/>
                  </a:moveTo>
                  <a:lnTo>
                    <a:pt x="8897861" y="5962291"/>
                  </a:lnTo>
                  <a:lnTo>
                    <a:pt x="8889371" y="5968649"/>
                  </a:lnTo>
                  <a:lnTo>
                    <a:pt x="8889371" y="5987723"/>
                  </a:lnTo>
                  <a:lnTo>
                    <a:pt x="8895598" y="5996172"/>
                  </a:lnTo>
                  <a:lnTo>
                    <a:pt x="8906352" y="5996172"/>
                  </a:lnTo>
                  <a:lnTo>
                    <a:pt x="8916823" y="5994053"/>
                  </a:lnTo>
                  <a:lnTo>
                    <a:pt x="8923049" y="5987723"/>
                  </a:lnTo>
                  <a:lnTo>
                    <a:pt x="8923049" y="5970769"/>
                  </a:lnTo>
                  <a:lnTo>
                    <a:pt x="8916823" y="5962291"/>
                  </a:lnTo>
                  <a:close/>
                </a:path>
                <a:path w="9542780" h="6570345">
                  <a:moveTo>
                    <a:pt x="8916823" y="6004650"/>
                  </a:moveTo>
                  <a:lnTo>
                    <a:pt x="8897861" y="6004650"/>
                  </a:lnTo>
                  <a:lnTo>
                    <a:pt x="8889371" y="6011009"/>
                  </a:lnTo>
                  <a:lnTo>
                    <a:pt x="8889371" y="6030055"/>
                  </a:lnTo>
                  <a:lnTo>
                    <a:pt x="8895598" y="6038532"/>
                  </a:lnTo>
                  <a:lnTo>
                    <a:pt x="8916823" y="6038532"/>
                  </a:lnTo>
                  <a:lnTo>
                    <a:pt x="8923049" y="6032173"/>
                  </a:lnTo>
                  <a:lnTo>
                    <a:pt x="8923049" y="6013127"/>
                  </a:lnTo>
                  <a:lnTo>
                    <a:pt x="8916823" y="6004650"/>
                  </a:lnTo>
                  <a:close/>
                </a:path>
                <a:path w="9542780" h="6570345">
                  <a:moveTo>
                    <a:pt x="8916823" y="6049100"/>
                  </a:moveTo>
                  <a:lnTo>
                    <a:pt x="8897861" y="6049100"/>
                  </a:lnTo>
                  <a:lnTo>
                    <a:pt x="8889371" y="6055459"/>
                  </a:lnTo>
                  <a:lnTo>
                    <a:pt x="8889371" y="6074533"/>
                  </a:lnTo>
                  <a:lnTo>
                    <a:pt x="8895598" y="6082982"/>
                  </a:lnTo>
                  <a:lnTo>
                    <a:pt x="8916823" y="6082982"/>
                  </a:lnTo>
                  <a:lnTo>
                    <a:pt x="8923049" y="6076623"/>
                  </a:lnTo>
                  <a:lnTo>
                    <a:pt x="8923049" y="6057578"/>
                  </a:lnTo>
                  <a:lnTo>
                    <a:pt x="8916823" y="6049100"/>
                  </a:lnTo>
                  <a:close/>
                </a:path>
                <a:path w="9542780" h="6570345">
                  <a:moveTo>
                    <a:pt x="8916823" y="6093579"/>
                  </a:moveTo>
                  <a:lnTo>
                    <a:pt x="8897861" y="6093579"/>
                  </a:lnTo>
                  <a:lnTo>
                    <a:pt x="8889371" y="6099936"/>
                  </a:lnTo>
                  <a:lnTo>
                    <a:pt x="8889371" y="6118983"/>
                  </a:lnTo>
                  <a:lnTo>
                    <a:pt x="8895598" y="6127460"/>
                  </a:lnTo>
                  <a:lnTo>
                    <a:pt x="8916823" y="6127460"/>
                  </a:lnTo>
                  <a:lnTo>
                    <a:pt x="8923049" y="6118983"/>
                  </a:lnTo>
                  <a:lnTo>
                    <a:pt x="8923049" y="6102056"/>
                  </a:lnTo>
                  <a:lnTo>
                    <a:pt x="8916823" y="6093579"/>
                  </a:lnTo>
                  <a:close/>
                </a:path>
                <a:path w="9542780" h="6570345">
                  <a:moveTo>
                    <a:pt x="8916823" y="6138029"/>
                  </a:moveTo>
                  <a:lnTo>
                    <a:pt x="8897861" y="6138029"/>
                  </a:lnTo>
                  <a:lnTo>
                    <a:pt x="8889371" y="6144386"/>
                  </a:lnTo>
                  <a:lnTo>
                    <a:pt x="8889371" y="6163462"/>
                  </a:lnTo>
                  <a:lnTo>
                    <a:pt x="8895598" y="6171910"/>
                  </a:lnTo>
                  <a:lnTo>
                    <a:pt x="8916823" y="6171910"/>
                  </a:lnTo>
                  <a:lnTo>
                    <a:pt x="8923049" y="6163462"/>
                  </a:lnTo>
                  <a:lnTo>
                    <a:pt x="8923049" y="6146506"/>
                  </a:lnTo>
                  <a:lnTo>
                    <a:pt x="8916823" y="6138029"/>
                  </a:lnTo>
                  <a:close/>
                </a:path>
                <a:path w="9542780" h="6570345">
                  <a:moveTo>
                    <a:pt x="8916823" y="6182507"/>
                  </a:moveTo>
                  <a:lnTo>
                    <a:pt x="8897861" y="6182507"/>
                  </a:lnTo>
                  <a:lnTo>
                    <a:pt x="8889371" y="6188866"/>
                  </a:lnTo>
                  <a:lnTo>
                    <a:pt x="8889371" y="6210030"/>
                  </a:lnTo>
                  <a:lnTo>
                    <a:pt x="8895598" y="6216389"/>
                  </a:lnTo>
                  <a:lnTo>
                    <a:pt x="8916823" y="6216389"/>
                  </a:lnTo>
                  <a:lnTo>
                    <a:pt x="8923049" y="6207912"/>
                  </a:lnTo>
                  <a:lnTo>
                    <a:pt x="8923049" y="6190985"/>
                  </a:lnTo>
                  <a:lnTo>
                    <a:pt x="8916823" y="6182507"/>
                  </a:lnTo>
                  <a:close/>
                </a:path>
                <a:path w="9542780" h="6570345">
                  <a:moveTo>
                    <a:pt x="8961255" y="5695533"/>
                  </a:moveTo>
                  <a:lnTo>
                    <a:pt x="8942294" y="5695533"/>
                  </a:lnTo>
                  <a:lnTo>
                    <a:pt x="8933803" y="5701863"/>
                  </a:lnTo>
                  <a:lnTo>
                    <a:pt x="8933803" y="5720937"/>
                  </a:lnTo>
                  <a:lnTo>
                    <a:pt x="8940030" y="5729386"/>
                  </a:lnTo>
                  <a:lnTo>
                    <a:pt x="8959274" y="5729386"/>
                  </a:lnTo>
                  <a:lnTo>
                    <a:pt x="8967765" y="5723056"/>
                  </a:lnTo>
                  <a:lnTo>
                    <a:pt x="8967765" y="5703982"/>
                  </a:lnTo>
                  <a:lnTo>
                    <a:pt x="8961255" y="5695533"/>
                  </a:lnTo>
                  <a:close/>
                </a:path>
                <a:path w="9542780" h="6570345">
                  <a:moveTo>
                    <a:pt x="8961255" y="5739983"/>
                  </a:moveTo>
                  <a:lnTo>
                    <a:pt x="8942294" y="5739983"/>
                  </a:lnTo>
                  <a:lnTo>
                    <a:pt x="8933803" y="5746342"/>
                  </a:lnTo>
                  <a:lnTo>
                    <a:pt x="8933803" y="5765388"/>
                  </a:lnTo>
                  <a:lnTo>
                    <a:pt x="8940030" y="5773865"/>
                  </a:lnTo>
                  <a:lnTo>
                    <a:pt x="8959274" y="5773865"/>
                  </a:lnTo>
                  <a:lnTo>
                    <a:pt x="8967765" y="5767506"/>
                  </a:lnTo>
                  <a:lnTo>
                    <a:pt x="8967765" y="5748460"/>
                  </a:lnTo>
                  <a:lnTo>
                    <a:pt x="8961255" y="5739983"/>
                  </a:lnTo>
                  <a:close/>
                </a:path>
                <a:path w="9542780" h="6570345">
                  <a:moveTo>
                    <a:pt x="8961255" y="5784462"/>
                  </a:moveTo>
                  <a:lnTo>
                    <a:pt x="8942294" y="5784462"/>
                  </a:lnTo>
                  <a:lnTo>
                    <a:pt x="8933803" y="5790792"/>
                  </a:lnTo>
                  <a:lnTo>
                    <a:pt x="8933803" y="5809866"/>
                  </a:lnTo>
                  <a:lnTo>
                    <a:pt x="8940030" y="5818315"/>
                  </a:lnTo>
                  <a:lnTo>
                    <a:pt x="8959274" y="5818315"/>
                  </a:lnTo>
                  <a:lnTo>
                    <a:pt x="8967765" y="5809866"/>
                  </a:lnTo>
                  <a:lnTo>
                    <a:pt x="8967765" y="5792911"/>
                  </a:lnTo>
                  <a:lnTo>
                    <a:pt x="8961255" y="5784462"/>
                  </a:lnTo>
                  <a:close/>
                </a:path>
                <a:path w="9542780" h="6570345">
                  <a:moveTo>
                    <a:pt x="8961255" y="5828912"/>
                  </a:moveTo>
                  <a:lnTo>
                    <a:pt x="8942294" y="5828912"/>
                  </a:lnTo>
                  <a:lnTo>
                    <a:pt x="8933803" y="5835270"/>
                  </a:lnTo>
                  <a:lnTo>
                    <a:pt x="8933803" y="5854316"/>
                  </a:lnTo>
                  <a:lnTo>
                    <a:pt x="8940030" y="5862793"/>
                  </a:lnTo>
                  <a:lnTo>
                    <a:pt x="8959274" y="5862793"/>
                  </a:lnTo>
                  <a:lnTo>
                    <a:pt x="8967765" y="5854316"/>
                  </a:lnTo>
                  <a:lnTo>
                    <a:pt x="8967765" y="5837389"/>
                  </a:lnTo>
                  <a:lnTo>
                    <a:pt x="8961255" y="5828912"/>
                  </a:lnTo>
                  <a:close/>
                </a:path>
                <a:path w="9542780" h="6570345">
                  <a:moveTo>
                    <a:pt x="8961255" y="5873362"/>
                  </a:moveTo>
                  <a:lnTo>
                    <a:pt x="8942294" y="5873362"/>
                  </a:lnTo>
                  <a:lnTo>
                    <a:pt x="8933803" y="5879720"/>
                  </a:lnTo>
                  <a:lnTo>
                    <a:pt x="8933803" y="5898795"/>
                  </a:lnTo>
                  <a:lnTo>
                    <a:pt x="8940030" y="5907244"/>
                  </a:lnTo>
                  <a:lnTo>
                    <a:pt x="8959274" y="5907244"/>
                  </a:lnTo>
                  <a:lnTo>
                    <a:pt x="8967765" y="5898795"/>
                  </a:lnTo>
                  <a:lnTo>
                    <a:pt x="8967765" y="5881839"/>
                  </a:lnTo>
                  <a:lnTo>
                    <a:pt x="8961255" y="5873362"/>
                  </a:lnTo>
                  <a:close/>
                </a:path>
                <a:path w="9542780" h="6570345">
                  <a:moveTo>
                    <a:pt x="8961255" y="5917840"/>
                  </a:moveTo>
                  <a:lnTo>
                    <a:pt x="8942294" y="5917840"/>
                  </a:lnTo>
                  <a:lnTo>
                    <a:pt x="8933803" y="5924199"/>
                  </a:lnTo>
                  <a:lnTo>
                    <a:pt x="8933803" y="5943245"/>
                  </a:lnTo>
                  <a:lnTo>
                    <a:pt x="8940030" y="5951722"/>
                  </a:lnTo>
                  <a:lnTo>
                    <a:pt x="8959274" y="5951722"/>
                  </a:lnTo>
                  <a:lnTo>
                    <a:pt x="8967765" y="5943245"/>
                  </a:lnTo>
                  <a:lnTo>
                    <a:pt x="8967765" y="5926319"/>
                  </a:lnTo>
                  <a:lnTo>
                    <a:pt x="8961255" y="5917840"/>
                  </a:lnTo>
                  <a:close/>
                </a:path>
                <a:path w="9542780" h="6570345">
                  <a:moveTo>
                    <a:pt x="8961255" y="5962291"/>
                  </a:moveTo>
                  <a:lnTo>
                    <a:pt x="8942294" y="5962291"/>
                  </a:lnTo>
                  <a:lnTo>
                    <a:pt x="8933803" y="5968649"/>
                  </a:lnTo>
                  <a:lnTo>
                    <a:pt x="8933803" y="5987723"/>
                  </a:lnTo>
                  <a:lnTo>
                    <a:pt x="8940030" y="5996172"/>
                  </a:lnTo>
                  <a:lnTo>
                    <a:pt x="8950784" y="5996172"/>
                  </a:lnTo>
                  <a:lnTo>
                    <a:pt x="8959274" y="5994053"/>
                  </a:lnTo>
                  <a:lnTo>
                    <a:pt x="8967765" y="5987723"/>
                  </a:lnTo>
                  <a:lnTo>
                    <a:pt x="8967765" y="5970769"/>
                  </a:lnTo>
                  <a:lnTo>
                    <a:pt x="8961255" y="5962291"/>
                  </a:lnTo>
                  <a:close/>
                </a:path>
                <a:path w="9542780" h="6570345">
                  <a:moveTo>
                    <a:pt x="8961255" y="6004650"/>
                  </a:moveTo>
                  <a:lnTo>
                    <a:pt x="8942294" y="6004650"/>
                  </a:lnTo>
                  <a:lnTo>
                    <a:pt x="8933803" y="6011009"/>
                  </a:lnTo>
                  <a:lnTo>
                    <a:pt x="8933803" y="6030055"/>
                  </a:lnTo>
                  <a:lnTo>
                    <a:pt x="8940030" y="6038532"/>
                  </a:lnTo>
                  <a:lnTo>
                    <a:pt x="8959274" y="6038532"/>
                  </a:lnTo>
                  <a:lnTo>
                    <a:pt x="8967765" y="6032173"/>
                  </a:lnTo>
                  <a:lnTo>
                    <a:pt x="8967765" y="6013127"/>
                  </a:lnTo>
                  <a:lnTo>
                    <a:pt x="8961255" y="6004650"/>
                  </a:lnTo>
                  <a:close/>
                </a:path>
                <a:path w="9542780" h="6570345">
                  <a:moveTo>
                    <a:pt x="8961255" y="6049100"/>
                  </a:moveTo>
                  <a:lnTo>
                    <a:pt x="8942294" y="6049100"/>
                  </a:lnTo>
                  <a:lnTo>
                    <a:pt x="8933803" y="6055459"/>
                  </a:lnTo>
                  <a:lnTo>
                    <a:pt x="8933803" y="6074533"/>
                  </a:lnTo>
                  <a:lnTo>
                    <a:pt x="8940030" y="6082982"/>
                  </a:lnTo>
                  <a:lnTo>
                    <a:pt x="8959274" y="6082982"/>
                  </a:lnTo>
                  <a:lnTo>
                    <a:pt x="8967765" y="6076623"/>
                  </a:lnTo>
                  <a:lnTo>
                    <a:pt x="8967765" y="6057578"/>
                  </a:lnTo>
                  <a:lnTo>
                    <a:pt x="8961255" y="6049100"/>
                  </a:lnTo>
                  <a:close/>
                </a:path>
                <a:path w="9542780" h="6570345">
                  <a:moveTo>
                    <a:pt x="8961255" y="6093579"/>
                  </a:moveTo>
                  <a:lnTo>
                    <a:pt x="8942294" y="6093579"/>
                  </a:lnTo>
                  <a:lnTo>
                    <a:pt x="8933803" y="6099936"/>
                  </a:lnTo>
                  <a:lnTo>
                    <a:pt x="8933803" y="6118983"/>
                  </a:lnTo>
                  <a:lnTo>
                    <a:pt x="8940030" y="6127460"/>
                  </a:lnTo>
                  <a:lnTo>
                    <a:pt x="8959274" y="6127460"/>
                  </a:lnTo>
                  <a:lnTo>
                    <a:pt x="8967765" y="6118983"/>
                  </a:lnTo>
                  <a:lnTo>
                    <a:pt x="8967765" y="6102056"/>
                  </a:lnTo>
                  <a:lnTo>
                    <a:pt x="8961255" y="6093579"/>
                  </a:lnTo>
                  <a:close/>
                </a:path>
                <a:path w="9542780" h="6570345">
                  <a:moveTo>
                    <a:pt x="8961255" y="6138029"/>
                  </a:moveTo>
                  <a:lnTo>
                    <a:pt x="8942294" y="6138029"/>
                  </a:lnTo>
                  <a:lnTo>
                    <a:pt x="8933803" y="6144386"/>
                  </a:lnTo>
                  <a:lnTo>
                    <a:pt x="8933803" y="6163462"/>
                  </a:lnTo>
                  <a:lnTo>
                    <a:pt x="8940030" y="6171910"/>
                  </a:lnTo>
                  <a:lnTo>
                    <a:pt x="8959274" y="6171910"/>
                  </a:lnTo>
                  <a:lnTo>
                    <a:pt x="8967765" y="6163462"/>
                  </a:lnTo>
                  <a:lnTo>
                    <a:pt x="8967765" y="6146506"/>
                  </a:lnTo>
                  <a:lnTo>
                    <a:pt x="8961255" y="6138029"/>
                  </a:lnTo>
                  <a:close/>
                </a:path>
                <a:path w="9542780" h="6570345">
                  <a:moveTo>
                    <a:pt x="8961255" y="6182507"/>
                  </a:moveTo>
                  <a:lnTo>
                    <a:pt x="8942294" y="6182507"/>
                  </a:lnTo>
                  <a:lnTo>
                    <a:pt x="8933803" y="6188866"/>
                  </a:lnTo>
                  <a:lnTo>
                    <a:pt x="8933803" y="6210030"/>
                  </a:lnTo>
                  <a:lnTo>
                    <a:pt x="8940030" y="6216389"/>
                  </a:lnTo>
                  <a:lnTo>
                    <a:pt x="8959274" y="6216389"/>
                  </a:lnTo>
                  <a:lnTo>
                    <a:pt x="8967765" y="6207912"/>
                  </a:lnTo>
                  <a:lnTo>
                    <a:pt x="8967765" y="6190985"/>
                  </a:lnTo>
                  <a:lnTo>
                    <a:pt x="8961255" y="6182507"/>
                  </a:lnTo>
                  <a:close/>
                </a:path>
                <a:path w="9542780" h="6570345">
                  <a:moveTo>
                    <a:pt x="8961255" y="6226958"/>
                  </a:moveTo>
                  <a:lnTo>
                    <a:pt x="8942294" y="6226958"/>
                  </a:lnTo>
                  <a:lnTo>
                    <a:pt x="8933803" y="6233316"/>
                  </a:lnTo>
                  <a:lnTo>
                    <a:pt x="8933803" y="6254482"/>
                  </a:lnTo>
                  <a:lnTo>
                    <a:pt x="8940030" y="6260839"/>
                  </a:lnTo>
                  <a:lnTo>
                    <a:pt x="8959274" y="6260839"/>
                  </a:lnTo>
                  <a:lnTo>
                    <a:pt x="8967765" y="6252362"/>
                  </a:lnTo>
                  <a:lnTo>
                    <a:pt x="8967765" y="6235435"/>
                  </a:lnTo>
                  <a:lnTo>
                    <a:pt x="8961255" y="6226958"/>
                  </a:lnTo>
                  <a:close/>
                </a:path>
                <a:path w="9542780" h="6570345">
                  <a:moveTo>
                    <a:pt x="9005971" y="5739983"/>
                  </a:moveTo>
                  <a:lnTo>
                    <a:pt x="8986727" y="5739983"/>
                  </a:lnTo>
                  <a:lnTo>
                    <a:pt x="8978237" y="5746342"/>
                  </a:lnTo>
                  <a:lnTo>
                    <a:pt x="8978237" y="5765388"/>
                  </a:lnTo>
                  <a:lnTo>
                    <a:pt x="8984745" y="5773865"/>
                  </a:lnTo>
                  <a:lnTo>
                    <a:pt x="9003708" y="5773865"/>
                  </a:lnTo>
                  <a:lnTo>
                    <a:pt x="9012198" y="5767506"/>
                  </a:lnTo>
                  <a:lnTo>
                    <a:pt x="9012198" y="5748460"/>
                  </a:lnTo>
                  <a:lnTo>
                    <a:pt x="9005971" y="5739983"/>
                  </a:lnTo>
                  <a:close/>
                </a:path>
                <a:path w="9542780" h="6570345">
                  <a:moveTo>
                    <a:pt x="9005971" y="5784462"/>
                  </a:moveTo>
                  <a:lnTo>
                    <a:pt x="8986727" y="5784462"/>
                  </a:lnTo>
                  <a:lnTo>
                    <a:pt x="8978237" y="5790792"/>
                  </a:lnTo>
                  <a:lnTo>
                    <a:pt x="8978237" y="5809866"/>
                  </a:lnTo>
                  <a:lnTo>
                    <a:pt x="8984745" y="5818315"/>
                  </a:lnTo>
                  <a:lnTo>
                    <a:pt x="9003708" y="5818315"/>
                  </a:lnTo>
                  <a:lnTo>
                    <a:pt x="9012198" y="5809866"/>
                  </a:lnTo>
                  <a:lnTo>
                    <a:pt x="9012198" y="5792911"/>
                  </a:lnTo>
                  <a:lnTo>
                    <a:pt x="9005971" y="5784462"/>
                  </a:lnTo>
                  <a:close/>
                </a:path>
                <a:path w="9542780" h="6570345">
                  <a:moveTo>
                    <a:pt x="9005971" y="5828912"/>
                  </a:moveTo>
                  <a:lnTo>
                    <a:pt x="8986727" y="5828912"/>
                  </a:lnTo>
                  <a:lnTo>
                    <a:pt x="8978237" y="5835270"/>
                  </a:lnTo>
                  <a:lnTo>
                    <a:pt x="8978237" y="5854316"/>
                  </a:lnTo>
                  <a:lnTo>
                    <a:pt x="8984745" y="5862793"/>
                  </a:lnTo>
                  <a:lnTo>
                    <a:pt x="9003708" y="5862793"/>
                  </a:lnTo>
                  <a:lnTo>
                    <a:pt x="9012198" y="5854316"/>
                  </a:lnTo>
                  <a:lnTo>
                    <a:pt x="9012198" y="5837389"/>
                  </a:lnTo>
                  <a:lnTo>
                    <a:pt x="9005971" y="5828912"/>
                  </a:lnTo>
                  <a:close/>
                </a:path>
                <a:path w="9542780" h="6570345">
                  <a:moveTo>
                    <a:pt x="9005971" y="5873362"/>
                  </a:moveTo>
                  <a:lnTo>
                    <a:pt x="8986727" y="5873362"/>
                  </a:lnTo>
                  <a:lnTo>
                    <a:pt x="8978237" y="5879720"/>
                  </a:lnTo>
                  <a:lnTo>
                    <a:pt x="8978237" y="5898795"/>
                  </a:lnTo>
                  <a:lnTo>
                    <a:pt x="8984745" y="5907244"/>
                  </a:lnTo>
                  <a:lnTo>
                    <a:pt x="9003708" y="5907244"/>
                  </a:lnTo>
                  <a:lnTo>
                    <a:pt x="9012198" y="5898795"/>
                  </a:lnTo>
                  <a:lnTo>
                    <a:pt x="9012198" y="5881839"/>
                  </a:lnTo>
                  <a:lnTo>
                    <a:pt x="9005971" y="5873362"/>
                  </a:lnTo>
                  <a:close/>
                </a:path>
                <a:path w="9542780" h="6570345">
                  <a:moveTo>
                    <a:pt x="9005971" y="5917840"/>
                  </a:moveTo>
                  <a:lnTo>
                    <a:pt x="8986727" y="5917840"/>
                  </a:lnTo>
                  <a:lnTo>
                    <a:pt x="8978237" y="5924199"/>
                  </a:lnTo>
                  <a:lnTo>
                    <a:pt x="8978237" y="5943245"/>
                  </a:lnTo>
                  <a:lnTo>
                    <a:pt x="8984745" y="5951722"/>
                  </a:lnTo>
                  <a:lnTo>
                    <a:pt x="9003708" y="5951722"/>
                  </a:lnTo>
                  <a:lnTo>
                    <a:pt x="9012198" y="5943245"/>
                  </a:lnTo>
                  <a:lnTo>
                    <a:pt x="9012198" y="5926319"/>
                  </a:lnTo>
                  <a:lnTo>
                    <a:pt x="9005971" y="5917840"/>
                  </a:lnTo>
                  <a:close/>
                </a:path>
                <a:path w="9542780" h="6570345">
                  <a:moveTo>
                    <a:pt x="9005971" y="5962291"/>
                  </a:moveTo>
                  <a:lnTo>
                    <a:pt x="8986727" y="5962291"/>
                  </a:lnTo>
                  <a:lnTo>
                    <a:pt x="8978237" y="5968649"/>
                  </a:lnTo>
                  <a:lnTo>
                    <a:pt x="8978237" y="5987723"/>
                  </a:lnTo>
                  <a:lnTo>
                    <a:pt x="8984745" y="5996172"/>
                  </a:lnTo>
                  <a:lnTo>
                    <a:pt x="8995216" y="5996172"/>
                  </a:lnTo>
                  <a:lnTo>
                    <a:pt x="9003708" y="5994053"/>
                  </a:lnTo>
                  <a:lnTo>
                    <a:pt x="9012198" y="5987723"/>
                  </a:lnTo>
                  <a:lnTo>
                    <a:pt x="9012198" y="5970769"/>
                  </a:lnTo>
                  <a:lnTo>
                    <a:pt x="9005971" y="5962291"/>
                  </a:lnTo>
                  <a:close/>
                </a:path>
                <a:path w="9542780" h="6570345">
                  <a:moveTo>
                    <a:pt x="9005971" y="6004650"/>
                  </a:moveTo>
                  <a:lnTo>
                    <a:pt x="8986727" y="6004650"/>
                  </a:lnTo>
                  <a:lnTo>
                    <a:pt x="8978237" y="6011009"/>
                  </a:lnTo>
                  <a:lnTo>
                    <a:pt x="8978237" y="6030055"/>
                  </a:lnTo>
                  <a:lnTo>
                    <a:pt x="8984745" y="6038532"/>
                  </a:lnTo>
                  <a:lnTo>
                    <a:pt x="9003708" y="6038532"/>
                  </a:lnTo>
                  <a:lnTo>
                    <a:pt x="9012198" y="6032173"/>
                  </a:lnTo>
                  <a:lnTo>
                    <a:pt x="9012198" y="6013127"/>
                  </a:lnTo>
                  <a:lnTo>
                    <a:pt x="9005971" y="6004650"/>
                  </a:lnTo>
                  <a:close/>
                </a:path>
                <a:path w="9542780" h="6570345">
                  <a:moveTo>
                    <a:pt x="9005971" y="6049100"/>
                  </a:moveTo>
                  <a:lnTo>
                    <a:pt x="8986727" y="6049100"/>
                  </a:lnTo>
                  <a:lnTo>
                    <a:pt x="8978237" y="6055459"/>
                  </a:lnTo>
                  <a:lnTo>
                    <a:pt x="8978237" y="6074533"/>
                  </a:lnTo>
                  <a:lnTo>
                    <a:pt x="8984745" y="6082982"/>
                  </a:lnTo>
                  <a:lnTo>
                    <a:pt x="9003708" y="6082982"/>
                  </a:lnTo>
                  <a:lnTo>
                    <a:pt x="9012198" y="6076623"/>
                  </a:lnTo>
                  <a:lnTo>
                    <a:pt x="9012198" y="6057578"/>
                  </a:lnTo>
                  <a:lnTo>
                    <a:pt x="9005971" y="6049100"/>
                  </a:lnTo>
                  <a:close/>
                </a:path>
                <a:path w="9542780" h="6570345">
                  <a:moveTo>
                    <a:pt x="9005971" y="6093579"/>
                  </a:moveTo>
                  <a:lnTo>
                    <a:pt x="8986727" y="6093579"/>
                  </a:lnTo>
                  <a:lnTo>
                    <a:pt x="8978237" y="6099936"/>
                  </a:lnTo>
                  <a:lnTo>
                    <a:pt x="8978237" y="6118983"/>
                  </a:lnTo>
                  <a:lnTo>
                    <a:pt x="8984745" y="6127460"/>
                  </a:lnTo>
                  <a:lnTo>
                    <a:pt x="9003708" y="6127460"/>
                  </a:lnTo>
                  <a:lnTo>
                    <a:pt x="9012198" y="6118983"/>
                  </a:lnTo>
                  <a:lnTo>
                    <a:pt x="9012198" y="6102056"/>
                  </a:lnTo>
                  <a:lnTo>
                    <a:pt x="9005971" y="6093579"/>
                  </a:lnTo>
                  <a:close/>
                </a:path>
                <a:path w="9542780" h="6570345">
                  <a:moveTo>
                    <a:pt x="9005971" y="6138029"/>
                  </a:moveTo>
                  <a:lnTo>
                    <a:pt x="8986727" y="6138029"/>
                  </a:lnTo>
                  <a:lnTo>
                    <a:pt x="8978237" y="6144386"/>
                  </a:lnTo>
                  <a:lnTo>
                    <a:pt x="8978237" y="6163462"/>
                  </a:lnTo>
                  <a:lnTo>
                    <a:pt x="8984745" y="6171910"/>
                  </a:lnTo>
                  <a:lnTo>
                    <a:pt x="9003708" y="6171910"/>
                  </a:lnTo>
                  <a:lnTo>
                    <a:pt x="9012198" y="6163462"/>
                  </a:lnTo>
                  <a:lnTo>
                    <a:pt x="9012198" y="6146506"/>
                  </a:lnTo>
                  <a:lnTo>
                    <a:pt x="9005971" y="6138029"/>
                  </a:lnTo>
                  <a:close/>
                </a:path>
                <a:path w="9542780" h="6570345">
                  <a:moveTo>
                    <a:pt x="9005971" y="6182507"/>
                  </a:moveTo>
                  <a:lnTo>
                    <a:pt x="8986727" y="6182507"/>
                  </a:lnTo>
                  <a:lnTo>
                    <a:pt x="8978237" y="6188866"/>
                  </a:lnTo>
                  <a:lnTo>
                    <a:pt x="8978237" y="6210030"/>
                  </a:lnTo>
                  <a:lnTo>
                    <a:pt x="8984745" y="6216389"/>
                  </a:lnTo>
                  <a:lnTo>
                    <a:pt x="9003708" y="6216389"/>
                  </a:lnTo>
                  <a:lnTo>
                    <a:pt x="9012198" y="6207912"/>
                  </a:lnTo>
                  <a:lnTo>
                    <a:pt x="9012198" y="6190985"/>
                  </a:lnTo>
                  <a:lnTo>
                    <a:pt x="9005971" y="6182507"/>
                  </a:lnTo>
                  <a:close/>
                </a:path>
                <a:path w="9542780" h="6570345">
                  <a:moveTo>
                    <a:pt x="9005971" y="6226958"/>
                  </a:moveTo>
                  <a:lnTo>
                    <a:pt x="8986727" y="6226958"/>
                  </a:lnTo>
                  <a:lnTo>
                    <a:pt x="8978237" y="6233316"/>
                  </a:lnTo>
                  <a:lnTo>
                    <a:pt x="8978237" y="6254482"/>
                  </a:lnTo>
                  <a:lnTo>
                    <a:pt x="8984745" y="6260839"/>
                  </a:lnTo>
                  <a:lnTo>
                    <a:pt x="9003708" y="6260839"/>
                  </a:lnTo>
                  <a:lnTo>
                    <a:pt x="9012198" y="6252362"/>
                  </a:lnTo>
                  <a:lnTo>
                    <a:pt x="9012198" y="6235435"/>
                  </a:lnTo>
                  <a:lnTo>
                    <a:pt x="9005971" y="6226958"/>
                  </a:lnTo>
                  <a:close/>
                </a:path>
                <a:path w="9542780" h="6570345">
                  <a:moveTo>
                    <a:pt x="9005971" y="6271436"/>
                  </a:moveTo>
                  <a:lnTo>
                    <a:pt x="8986727" y="6271436"/>
                  </a:lnTo>
                  <a:lnTo>
                    <a:pt x="8978237" y="6277794"/>
                  </a:lnTo>
                  <a:lnTo>
                    <a:pt x="8978237" y="6298957"/>
                  </a:lnTo>
                  <a:lnTo>
                    <a:pt x="8984745" y="6305309"/>
                  </a:lnTo>
                  <a:lnTo>
                    <a:pt x="8995216" y="6305309"/>
                  </a:lnTo>
                  <a:lnTo>
                    <a:pt x="9003708" y="6303190"/>
                  </a:lnTo>
                  <a:lnTo>
                    <a:pt x="9012198" y="6296840"/>
                  </a:lnTo>
                  <a:lnTo>
                    <a:pt x="9012198" y="6279913"/>
                  </a:lnTo>
                  <a:lnTo>
                    <a:pt x="9005971" y="6271436"/>
                  </a:lnTo>
                  <a:close/>
                </a:path>
                <a:path w="9542780" h="6570345">
                  <a:moveTo>
                    <a:pt x="9005971" y="6313778"/>
                  </a:moveTo>
                  <a:lnTo>
                    <a:pt x="8986727" y="6313778"/>
                  </a:lnTo>
                  <a:lnTo>
                    <a:pt x="8978237" y="6320130"/>
                  </a:lnTo>
                  <a:lnTo>
                    <a:pt x="8978237" y="6341301"/>
                  </a:lnTo>
                  <a:lnTo>
                    <a:pt x="8984745" y="6347654"/>
                  </a:lnTo>
                  <a:lnTo>
                    <a:pt x="9003708" y="6347654"/>
                  </a:lnTo>
                  <a:lnTo>
                    <a:pt x="9012198" y="6341301"/>
                  </a:lnTo>
                  <a:lnTo>
                    <a:pt x="9012198" y="6322247"/>
                  </a:lnTo>
                  <a:lnTo>
                    <a:pt x="9005971" y="6313778"/>
                  </a:lnTo>
                  <a:close/>
                </a:path>
                <a:path w="9542780" h="6570345">
                  <a:moveTo>
                    <a:pt x="9050404" y="5784462"/>
                  </a:moveTo>
                  <a:lnTo>
                    <a:pt x="9031442" y="5784462"/>
                  </a:lnTo>
                  <a:lnTo>
                    <a:pt x="9022952" y="5790792"/>
                  </a:lnTo>
                  <a:lnTo>
                    <a:pt x="9022952" y="5809866"/>
                  </a:lnTo>
                  <a:lnTo>
                    <a:pt x="9029179" y="5818315"/>
                  </a:lnTo>
                  <a:lnTo>
                    <a:pt x="9048423" y="5818315"/>
                  </a:lnTo>
                  <a:lnTo>
                    <a:pt x="9056913" y="5809866"/>
                  </a:lnTo>
                  <a:lnTo>
                    <a:pt x="9056913" y="5792911"/>
                  </a:lnTo>
                  <a:lnTo>
                    <a:pt x="9050404" y="5784462"/>
                  </a:lnTo>
                  <a:close/>
                </a:path>
                <a:path w="9542780" h="6570345">
                  <a:moveTo>
                    <a:pt x="9050404" y="5828912"/>
                  </a:moveTo>
                  <a:lnTo>
                    <a:pt x="9031442" y="5828912"/>
                  </a:lnTo>
                  <a:lnTo>
                    <a:pt x="9022952" y="5835270"/>
                  </a:lnTo>
                  <a:lnTo>
                    <a:pt x="9022952" y="5854316"/>
                  </a:lnTo>
                  <a:lnTo>
                    <a:pt x="9029179" y="5862793"/>
                  </a:lnTo>
                  <a:lnTo>
                    <a:pt x="9048423" y="5862793"/>
                  </a:lnTo>
                  <a:lnTo>
                    <a:pt x="9056913" y="5854316"/>
                  </a:lnTo>
                  <a:lnTo>
                    <a:pt x="9056913" y="5837389"/>
                  </a:lnTo>
                  <a:lnTo>
                    <a:pt x="9050404" y="5828912"/>
                  </a:lnTo>
                  <a:close/>
                </a:path>
                <a:path w="9542780" h="6570345">
                  <a:moveTo>
                    <a:pt x="9050404" y="5873362"/>
                  </a:moveTo>
                  <a:lnTo>
                    <a:pt x="9031442" y="5873362"/>
                  </a:lnTo>
                  <a:lnTo>
                    <a:pt x="9022952" y="5879720"/>
                  </a:lnTo>
                  <a:lnTo>
                    <a:pt x="9022952" y="5898795"/>
                  </a:lnTo>
                  <a:lnTo>
                    <a:pt x="9029179" y="5907244"/>
                  </a:lnTo>
                  <a:lnTo>
                    <a:pt x="9048423" y="5907244"/>
                  </a:lnTo>
                  <a:lnTo>
                    <a:pt x="9056913" y="5898795"/>
                  </a:lnTo>
                  <a:lnTo>
                    <a:pt x="9056913" y="5881839"/>
                  </a:lnTo>
                  <a:lnTo>
                    <a:pt x="9050404" y="5873362"/>
                  </a:lnTo>
                  <a:close/>
                </a:path>
                <a:path w="9542780" h="6570345">
                  <a:moveTo>
                    <a:pt x="9050404" y="5917840"/>
                  </a:moveTo>
                  <a:lnTo>
                    <a:pt x="9031442" y="5917840"/>
                  </a:lnTo>
                  <a:lnTo>
                    <a:pt x="9022952" y="5924199"/>
                  </a:lnTo>
                  <a:lnTo>
                    <a:pt x="9022952" y="5943245"/>
                  </a:lnTo>
                  <a:lnTo>
                    <a:pt x="9029179" y="5951722"/>
                  </a:lnTo>
                  <a:lnTo>
                    <a:pt x="9048423" y="5951722"/>
                  </a:lnTo>
                  <a:lnTo>
                    <a:pt x="9056913" y="5943245"/>
                  </a:lnTo>
                  <a:lnTo>
                    <a:pt x="9056913" y="5926319"/>
                  </a:lnTo>
                  <a:lnTo>
                    <a:pt x="9050404" y="5917840"/>
                  </a:lnTo>
                  <a:close/>
                </a:path>
                <a:path w="9542780" h="6570345">
                  <a:moveTo>
                    <a:pt x="9050404" y="5962291"/>
                  </a:moveTo>
                  <a:lnTo>
                    <a:pt x="9031442" y="5962291"/>
                  </a:lnTo>
                  <a:lnTo>
                    <a:pt x="9022952" y="5968649"/>
                  </a:lnTo>
                  <a:lnTo>
                    <a:pt x="9022952" y="5987723"/>
                  </a:lnTo>
                  <a:lnTo>
                    <a:pt x="9029179" y="5996172"/>
                  </a:lnTo>
                  <a:lnTo>
                    <a:pt x="9039933" y="5996172"/>
                  </a:lnTo>
                  <a:lnTo>
                    <a:pt x="9048423" y="5994053"/>
                  </a:lnTo>
                  <a:lnTo>
                    <a:pt x="9056913" y="5987723"/>
                  </a:lnTo>
                  <a:lnTo>
                    <a:pt x="9056913" y="5970769"/>
                  </a:lnTo>
                  <a:lnTo>
                    <a:pt x="9050404" y="5962291"/>
                  </a:lnTo>
                  <a:close/>
                </a:path>
                <a:path w="9542780" h="6570345">
                  <a:moveTo>
                    <a:pt x="9050404" y="6004650"/>
                  </a:moveTo>
                  <a:lnTo>
                    <a:pt x="9031442" y="6004650"/>
                  </a:lnTo>
                  <a:lnTo>
                    <a:pt x="9022952" y="6011009"/>
                  </a:lnTo>
                  <a:lnTo>
                    <a:pt x="9022952" y="6030055"/>
                  </a:lnTo>
                  <a:lnTo>
                    <a:pt x="9029179" y="6038532"/>
                  </a:lnTo>
                  <a:lnTo>
                    <a:pt x="9048423" y="6038532"/>
                  </a:lnTo>
                  <a:lnTo>
                    <a:pt x="9056913" y="6032173"/>
                  </a:lnTo>
                  <a:lnTo>
                    <a:pt x="9056913" y="6013127"/>
                  </a:lnTo>
                  <a:lnTo>
                    <a:pt x="9050404" y="6004650"/>
                  </a:lnTo>
                  <a:close/>
                </a:path>
                <a:path w="9542780" h="6570345">
                  <a:moveTo>
                    <a:pt x="9050404" y="6049100"/>
                  </a:moveTo>
                  <a:lnTo>
                    <a:pt x="9031442" y="6049100"/>
                  </a:lnTo>
                  <a:lnTo>
                    <a:pt x="9022952" y="6055459"/>
                  </a:lnTo>
                  <a:lnTo>
                    <a:pt x="9022952" y="6074533"/>
                  </a:lnTo>
                  <a:lnTo>
                    <a:pt x="9029179" y="6082982"/>
                  </a:lnTo>
                  <a:lnTo>
                    <a:pt x="9048423" y="6082982"/>
                  </a:lnTo>
                  <a:lnTo>
                    <a:pt x="9056913" y="6076623"/>
                  </a:lnTo>
                  <a:lnTo>
                    <a:pt x="9056913" y="6057578"/>
                  </a:lnTo>
                  <a:lnTo>
                    <a:pt x="9050404" y="6049100"/>
                  </a:lnTo>
                  <a:close/>
                </a:path>
                <a:path w="9542780" h="6570345">
                  <a:moveTo>
                    <a:pt x="9050404" y="6093579"/>
                  </a:moveTo>
                  <a:lnTo>
                    <a:pt x="9031442" y="6093579"/>
                  </a:lnTo>
                  <a:lnTo>
                    <a:pt x="9022952" y="6099936"/>
                  </a:lnTo>
                  <a:lnTo>
                    <a:pt x="9022952" y="6118983"/>
                  </a:lnTo>
                  <a:lnTo>
                    <a:pt x="9029179" y="6127460"/>
                  </a:lnTo>
                  <a:lnTo>
                    <a:pt x="9048423" y="6127460"/>
                  </a:lnTo>
                  <a:lnTo>
                    <a:pt x="9056913" y="6118983"/>
                  </a:lnTo>
                  <a:lnTo>
                    <a:pt x="9056913" y="6102056"/>
                  </a:lnTo>
                  <a:lnTo>
                    <a:pt x="9050404" y="6093579"/>
                  </a:lnTo>
                  <a:close/>
                </a:path>
                <a:path w="9542780" h="6570345">
                  <a:moveTo>
                    <a:pt x="9050404" y="6138029"/>
                  </a:moveTo>
                  <a:lnTo>
                    <a:pt x="9031442" y="6138029"/>
                  </a:lnTo>
                  <a:lnTo>
                    <a:pt x="9022952" y="6144386"/>
                  </a:lnTo>
                  <a:lnTo>
                    <a:pt x="9022952" y="6163462"/>
                  </a:lnTo>
                  <a:lnTo>
                    <a:pt x="9029179" y="6171910"/>
                  </a:lnTo>
                  <a:lnTo>
                    <a:pt x="9048423" y="6171910"/>
                  </a:lnTo>
                  <a:lnTo>
                    <a:pt x="9056913" y="6163462"/>
                  </a:lnTo>
                  <a:lnTo>
                    <a:pt x="9056913" y="6146506"/>
                  </a:lnTo>
                  <a:lnTo>
                    <a:pt x="9050404" y="6138029"/>
                  </a:lnTo>
                  <a:close/>
                </a:path>
                <a:path w="9542780" h="6570345">
                  <a:moveTo>
                    <a:pt x="9050404" y="6182507"/>
                  </a:moveTo>
                  <a:lnTo>
                    <a:pt x="9031442" y="6182507"/>
                  </a:lnTo>
                  <a:lnTo>
                    <a:pt x="9022952" y="6188866"/>
                  </a:lnTo>
                  <a:lnTo>
                    <a:pt x="9022952" y="6210030"/>
                  </a:lnTo>
                  <a:lnTo>
                    <a:pt x="9029179" y="6216389"/>
                  </a:lnTo>
                  <a:lnTo>
                    <a:pt x="9048423" y="6216389"/>
                  </a:lnTo>
                  <a:lnTo>
                    <a:pt x="9056913" y="6207912"/>
                  </a:lnTo>
                  <a:lnTo>
                    <a:pt x="9056913" y="6190985"/>
                  </a:lnTo>
                  <a:lnTo>
                    <a:pt x="9050404" y="6182507"/>
                  </a:lnTo>
                  <a:close/>
                </a:path>
                <a:path w="9542780" h="6570345">
                  <a:moveTo>
                    <a:pt x="9050404" y="6226958"/>
                  </a:moveTo>
                  <a:lnTo>
                    <a:pt x="9031442" y="6226958"/>
                  </a:lnTo>
                  <a:lnTo>
                    <a:pt x="9022952" y="6233316"/>
                  </a:lnTo>
                  <a:lnTo>
                    <a:pt x="9022952" y="6254482"/>
                  </a:lnTo>
                  <a:lnTo>
                    <a:pt x="9029179" y="6260839"/>
                  </a:lnTo>
                  <a:lnTo>
                    <a:pt x="9048423" y="6260839"/>
                  </a:lnTo>
                  <a:lnTo>
                    <a:pt x="9056913" y="6252362"/>
                  </a:lnTo>
                  <a:lnTo>
                    <a:pt x="9056913" y="6235435"/>
                  </a:lnTo>
                  <a:lnTo>
                    <a:pt x="9050404" y="6226958"/>
                  </a:lnTo>
                  <a:close/>
                </a:path>
                <a:path w="9542780" h="6570345">
                  <a:moveTo>
                    <a:pt x="9050404" y="6271436"/>
                  </a:moveTo>
                  <a:lnTo>
                    <a:pt x="9031442" y="6271436"/>
                  </a:lnTo>
                  <a:lnTo>
                    <a:pt x="9022952" y="6277794"/>
                  </a:lnTo>
                  <a:lnTo>
                    <a:pt x="9022952" y="6298957"/>
                  </a:lnTo>
                  <a:lnTo>
                    <a:pt x="9029179" y="6305309"/>
                  </a:lnTo>
                  <a:lnTo>
                    <a:pt x="9039933" y="6305309"/>
                  </a:lnTo>
                  <a:lnTo>
                    <a:pt x="9048423" y="6303190"/>
                  </a:lnTo>
                  <a:lnTo>
                    <a:pt x="9056913" y="6296840"/>
                  </a:lnTo>
                  <a:lnTo>
                    <a:pt x="9056913" y="6279913"/>
                  </a:lnTo>
                  <a:lnTo>
                    <a:pt x="9050404" y="6271436"/>
                  </a:lnTo>
                  <a:close/>
                </a:path>
                <a:path w="9542780" h="6570345">
                  <a:moveTo>
                    <a:pt x="9050404" y="6313778"/>
                  </a:moveTo>
                  <a:lnTo>
                    <a:pt x="9031442" y="6313778"/>
                  </a:lnTo>
                  <a:lnTo>
                    <a:pt x="9022952" y="6320130"/>
                  </a:lnTo>
                  <a:lnTo>
                    <a:pt x="9022952" y="6341301"/>
                  </a:lnTo>
                  <a:lnTo>
                    <a:pt x="9029179" y="6347654"/>
                  </a:lnTo>
                  <a:lnTo>
                    <a:pt x="9048423" y="6347654"/>
                  </a:lnTo>
                  <a:lnTo>
                    <a:pt x="9056913" y="6341301"/>
                  </a:lnTo>
                  <a:lnTo>
                    <a:pt x="9056913" y="6322247"/>
                  </a:lnTo>
                  <a:lnTo>
                    <a:pt x="9050404" y="6313778"/>
                  </a:lnTo>
                  <a:close/>
                </a:path>
                <a:path w="9542780" h="6570345">
                  <a:moveTo>
                    <a:pt x="9092855" y="5784462"/>
                  </a:moveTo>
                  <a:lnTo>
                    <a:pt x="9073611" y="5784462"/>
                  </a:lnTo>
                  <a:lnTo>
                    <a:pt x="9065121" y="5790792"/>
                  </a:lnTo>
                  <a:lnTo>
                    <a:pt x="9065121" y="5809866"/>
                  </a:lnTo>
                  <a:lnTo>
                    <a:pt x="9071630" y="5818315"/>
                  </a:lnTo>
                  <a:lnTo>
                    <a:pt x="9092855" y="5818315"/>
                  </a:lnTo>
                  <a:lnTo>
                    <a:pt x="9099082" y="5809866"/>
                  </a:lnTo>
                  <a:lnTo>
                    <a:pt x="9099082" y="5792911"/>
                  </a:lnTo>
                  <a:lnTo>
                    <a:pt x="9092855" y="5784462"/>
                  </a:lnTo>
                  <a:close/>
                </a:path>
                <a:path w="9542780" h="6570345">
                  <a:moveTo>
                    <a:pt x="9092855" y="5828912"/>
                  </a:moveTo>
                  <a:lnTo>
                    <a:pt x="9073611" y="5828912"/>
                  </a:lnTo>
                  <a:lnTo>
                    <a:pt x="9065121" y="5835270"/>
                  </a:lnTo>
                  <a:lnTo>
                    <a:pt x="9065121" y="5854316"/>
                  </a:lnTo>
                  <a:lnTo>
                    <a:pt x="9071630" y="5862793"/>
                  </a:lnTo>
                  <a:lnTo>
                    <a:pt x="9092855" y="5862793"/>
                  </a:lnTo>
                  <a:lnTo>
                    <a:pt x="9099082" y="5854316"/>
                  </a:lnTo>
                  <a:lnTo>
                    <a:pt x="9099082" y="5837389"/>
                  </a:lnTo>
                  <a:lnTo>
                    <a:pt x="9092855" y="5828912"/>
                  </a:lnTo>
                  <a:close/>
                </a:path>
                <a:path w="9542780" h="6570345">
                  <a:moveTo>
                    <a:pt x="9092855" y="5873362"/>
                  </a:moveTo>
                  <a:lnTo>
                    <a:pt x="9073611" y="5873362"/>
                  </a:lnTo>
                  <a:lnTo>
                    <a:pt x="9065121" y="5879720"/>
                  </a:lnTo>
                  <a:lnTo>
                    <a:pt x="9065121" y="5898795"/>
                  </a:lnTo>
                  <a:lnTo>
                    <a:pt x="9071630" y="5907244"/>
                  </a:lnTo>
                  <a:lnTo>
                    <a:pt x="9092855" y="5907244"/>
                  </a:lnTo>
                  <a:lnTo>
                    <a:pt x="9099082" y="5898795"/>
                  </a:lnTo>
                  <a:lnTo>
                    <a:pt x="9099082" y="5881839"/>
                  </a:lnTo>
                  <a:lnTo>
                    <a:pt x="9092855" y="5873362"/>
                  </a:lnTo>
                  <a:close/>
                </a:path>
                <a:path w="9542780" h="6570345">
                  <a:moveTo>
                    <a:pt x="9092855" y="5917840"/>
                  </a:moveTo>
                  <a:lnTo>
                    <a:pt x="9073611" y="5917840"/>
                  </a:lnTo>
                  <a:lnTo>
                    <a:pt x="9065121" y="5924199"/>
                  </a:lnTo>
                  <a:lnTo>
                    <a:pt x="9065121" y="5943245"/>
                  </a:lnTo>
                  <a:lnTo>
                    <a:pt x="9071630" y="5951722"/>
                  </a:lnTo>
                  <a:lnTo>
                    <a:pt x="9092855" y="5951722"/>
                  </a:lnTo>
                  <a:lnTo>
                    <a:pt x="9099082" y="5943245"/>
                  </a:lnTo>
                  <a:lnTo>
                    <a:pt x="9099082" y="5926319"/>
                  </a:lnTo>
                  <a:lnTo>
                    <a:pt x="9092855" y="5917840"/>
                  </a:lnTo>
                  <a:close/>
                </a:path>
                <a:path w="9542780" h="6570345">
                  <a:moveTo>
                    <a:pt x="9092855" y="5962291"/>
                  </a:moveTo>
                  <a:lnTo>
                    <a:pt x="9073611" y="5962291"/>
                  </a:lnTo>
                  <a:lnTo>
                    <a:pt x="9065121" y="5968649"/>
                  </a:lnTo>
                  <a:lnTo>
                    <a:pt x="9065121" y="5987723"/>
                  </a:lnTo>
                  <a:lnTo>
                    <a:pt x="9071630" y="5996172"/>
                  </a:lnTo>
                  <a:lnTo>
                    <a:pt x="9082101" y="5996172"/>
                  </a:lnTo>
                  <a:lnTo>
                    <a:pt x="9092855" y="5994053"/>
                  </a:lnTo>
                  <a:lnTo>
                    <a:pt x="9099082" y="5987723"/>
                  </a:lnTo>
                  <a:lnTo>
                    <a:pt x="9099082" y="5970769"/>
                  </a:lnTo>
                  <a:lnTo>
                    <a:pt x="9092855" y="5962291"/>
                  </a:lnTo>
                  <a:close/>
                </a:path>
                <a:path w="9542780" h="6570345">
                  <a:moveTo>
                    <a:pt x="9092855" y="6004650"/>
                  </a:moveTo>
                  <a:lnTo>
                    <a:pt x="9073611" y="6004650"/>
                  </a:lnTo>
                  <a:lnTo>
                    <a:pt x="9065121" y="6011009"/>
                  </a:lnTo>
                  <a:lnTo>
                    <a:pt x="9065121" y="6030055"/>
                  </a:lnTo>
                  <a:lnTo>
                    <a:pt x="9071630" y="6038532"/>
                  </a:lnTo>
                  <a:lnTo>
                    <a:pt x="9092855" y="6038532"/>
                  </a:lnTo>
                  <a:lnTo>
                    <a:pt x="9099082" y="6032173"/>
                  </a:lnTo>
                  <a:lnTo>
                    <a:pt x="9099082" y="6013127"/>
                  </a:lnTo>
                  <a:lnTo>
                    <a:pt x="9092855" y="6004650"/>
                  </a:lnTo>
                  <a:close/>
                </a:path>
                <a:path w="9542780" h="6570345">
                  <a:moveTo>
                    <a:pt x="9092855" y="6049100"/>
                  </a:moveTo>
                  <a:lnTo>
                    <a:pt x="9073611" y="6049100"/>
                  </a:lnTo>
                  <a:lnTo>
                    <a:pt x="9065121" y="6055459"/>
                  </a:lnTo>
                  <a:lnTo>
                    <a:pt x="9065121" y="6074533"/>
                  </a:lnTo>
                  <a:lnTo>
                    <a:pt x="9071630" y="6082982"/>
                  </a:lnTo>
                  <a:lnTo>
                    <a:pt x="9092855" y="6082982"/>
                  </a:lnTo>
                  <a:lnTo>
                    <a:pt x="9099082" y="6076623"/>
                  </a:lnTo>
                  <a:lnTo>
                    <a:pt x="9099082" y="6057578"/>
                  </a:lnTo>
                  <a:lnTo>
                    <a:pt x="9092855" y="6049100"/>
                  </a:lnTo>
                  <a:close/>
                </a:path>
                <a:path w="9542780" h="6570345">
                  <a:moveTo>
                    <a:pt x="9092855" y="6093579"/>
                  </a:moveTo>
                  <a:lnTo>
                    <a:pt x="9073611" y="6093579"/>
                  </a:lnTo>
                  <a:lnTo>
                    <a:pt x="9065121" y="6099936"/>
                  </a:lnTo>
                  <a:lnTo>
                    <a:pt x="9065121" y="6118983"/>
                  </a:lnTo>
                  <a:lnTo>
                    <a:pt x="9071630" y="6127460"/>
                  </a:lnTo>
                  <a:lnTo>
                    <a:pt x="9092855" y="6127460"/>
                  </a:lnTo>
                  <a:lnTo>
                    <a:pt x="9099082" y="6118983"/>
                  </a:lnTo>
                  <a:lnTo>
                    <a:pt x="9099082" y="6102056"/>
                  </a:lnTo>
                  <a:lnTo>
                    <a:pt x="9092855" y="6093579"/>
                  </a:lnTo>
                  <a:close/>
                </a:path>
                <a:path w="9542780" h="6570345">
                  <a:moveTo>
                    <a:pt x="9092855" y="6138029"/>
                  </a:moveTo>
                  <a:lnTo>
                    <a:pt x="9073611" y="6138029"/>
                  </a:lnTo>
                  <a:lnTo>
                    <a:pt x="9065121" y="6144386"/>
                  </a:lnTo>
                  <a:lnTo>
                    <a:pt x="9065121" y="6163462"/>
                  </a:lnTo>
                  <a:lnTo>
                    <a:pt x="9071630" y="6171910"/>
                  </a:lnTo>
                  <a:lnTo>
                    <a:pt x="9092855" y="6171910"/>
                  </a:lnTo>
                  <a:lnTo>
                    <a:pt x="9099082" y="6163462"/>
                  </a:lnTo>
                  <a:lnTo>
                    <a:pt x="9099082" y="6146506"/>
                  </a:lnTo>
                  <a:lnTo>
                    <a:pt x="9092855" y="6138029"/>
                  </a:lnTo>
                  <a:close/>
                </a:path>
                <a:path w="9542780" h="6570345">
                  <a:moveTo>
                    <a:pt x="9092855" y="6182507"/>
                  </a:moveTo>
                  <a:lnTo>
                    <a:pt x="9073611" y="6182507"/>
                  </a:lnTo>
                  <a:lnTo>
                    <a:pt x="9065121" y="6188866"/>
                  </a:lnTo>
                  <a:lnTo>
                    <a:pt x="9065121" y="6210030"/>
                  </a:lnTo>
                  <a:lnTo>
                    <a:pt x="9071630" y="6216389"/>
                  </a:lnTo>
                  <a:lnTo>
                    <a:pt x="9092855" y="6216389"/>
                  </a:lnTo>
                  <a:lnTo>
                    <a:pt x="9099082" y="6207912"/>
                  </a:lnTo>
                  <a:lnTo>
                    <a:pt x="9099082" y="6190985"/>
                  </a:lnTo>
                  <a:lnTo>
                    <a:pt x="9092855" y="6182507"/>
                  </a:lnTo>
                  <a:close/>
                </a:path>
                <a:path w="9542780" h="6570345">
                  <a:moveTo>
                    <a:pt x="9092855" y="6226958"/>
                  </a:moveTo>
                  <a:lnTo>
                    <a:pt x="9073611" y="6226958"/>
                  </a:lnTo>
                  <a:lnTo>
                    <a:pt x="9065121" y="6233316"/>
                  </a:lnTo>
                  <a:lnTo>
                    <a:pt x="9065121" y="6254482"/>
                  </a:lnTo>
                  <a:lnTo>
                    <a:pt x="9071630" y="6260839"/>
                  </a:lnTo>
                  <a:lnTo>
                    <a:pt x="9092855" y="6260839"/>
                  </a:lnTo>
                  <a:lnTo>
                    <a:pt x="9099082" y="6252362"/>
                  </a:lnTo>
                  <a:lnTo>
                    <a:pt x="9099082" y="6235435"/>
                  </a:lnTo>
                  <a:lnTo>
                    <a:pt x="9092855" y="6226958"/>
                  </a:lnTo>
                  <a:close/>
                </a:path>
                <a:path w="9542780" h="6570345">
                  <a:moveTo>
                    <a:pt x="9092855" y="6271436"/>
                  </a:moveTo>
                  <a:lnTo>
                    <a:pt x="9073611" y="6271436"/>
                  </a:lnTo>
                  <a:lnTo>
                    <a:pt x="9065121" y="6277794"/>
                  </a:lnTo>
                  <a:lnTo>
                    <a:pt x="9065121" y="6298957"/>
                  </a:lnTo>
                  <a:lnTo>
                    <a:pt x="9071630" y="6305309"/>
                  </a:lnTo>
                  <a:lnTo>
                    <a:pt x="9082101" y="6305309"/>
                  </a:lnTo>
                  <a:lnTo>
                    <a:pt x="9092855" y="6303190"/>
                  </a:lnTo>
                  <a:lnTo>
                    <a:pt x="9099082" y="6296840"/>
                  </a:lnTo>
                  <a:lnTo>
                    <a:pt x="9099082" y="6279913"/>
                  </a:lnTo>
                  <a:lnTo>
                    <a:pt x="9092855" y="6271436"/>
                  </a:lnTo>
                  <a:close/>
                </a:path>
                <a:path w="9542780" h="6570345">
                  <a:moveTo>
                    <a:pt x="9092855" y="6313778"/>
                  </a:moveTo>
                  <a:lnTo>
                    <a:pt x="9073611" y="6313778"/>
                  </a:lnTo>
                  <a:lnTo>
                    <a:pt x="9065121" y="6320130"/>
                  </a:lnTo>
                  <a:lnTo>
                    <a:pt x="9065121" y="6341301"/>
                  </a:lnTo>
                  <a:lnTo>
                    <a:pt x="9071630" y="6347654"/>
                  </a:lnTo>
                  <a:lnTo>
                    <a:pt x="9092855" y="6347654"/>
                  </a:lnTo>
                  <a:lnTo>
                    <a:pt x="9099082" y="6341301"/>
                  </a:lnTo>
                  <a:lnTo>
                    <a:pt x="9099082" y="6322247"/>
                  </a:lnTo>
                  <a:lnTo>
                    <a:pt x="9092855" y="6313778"/>
                  </a:lnTo>
                  <a:close/>
                </a:path>
                <a:path w="9542780" h="6570345">
                  <a:moveTo>
                    <a:pt x="9092855" y="6358239"/>
                  </a:moveTo>
                  <a:lnTo>
                    <a:pt x="9073611" y="6358239"/>
                  </a:lnTo>
                  <a:lnTo>
                    <a:pt x="9065121" y="6364592"/>
                  </a:lnTo>
                  <a:lnTo>
                    <a:pt x="9065121" y="6385767"/>
                  </a:lnTo>
                  <a:lnTo>
                    <a:pt x="9071630" y="6392119"/>
                  </a:lnTo>
                  <a:lnTo>
                    <a:pt x="9092855" y="6392119"/>
                  </a:lnTo>
                  <a:lnTo>
                    <a:pt x="9099082" y="6385767"/>
                  </a:lnTo>
                  <a:lnTo>
                    <a:pt x="9099082" y="6366711"/>
                  </a:lnTo>
                  <a:lnTo>
                    <a:pt x="9092855" y="6358239"/>
                  </a:lnTo>
                  <a:close/>
                </a:path>
                <a:path w="9542780" h="6570345">
                  <a:moveTo>
                    <a:pt x="9137289" y="5828912"/>
                  </a:moveTo>
                  <a:lnTo>
                    <a:pt x="9118326" y="5828912"/>
                  </a:lnTo>
                  <a:lnTo>
                    <a:pt x="9109837" y="5835270"/>
                  </a:lnTo>
                  <a:lnTo>
                    <a:pt x="9109837" y="5854316"/>
                  </a:lnTo>
                  <a:lnTo>
                    <a:pt x="9116062" y="5862793"/>
                  </a:lnTo>
                  <a:lnTo>
                    <a:pt x="9137289" y="5862793"/>
                  </a:lnTo>
                  <a:lnTo>
                    <a:pt x="9143798" y="5854316"/>
                  </a:lnTo>
                  <a:lnTo>
                    <a:pt x="9143798" y="5837389"/>
                  </a:lnTo>
                  <a:lnTo>
                    <a:pt x="9137289" y="5828912"/>
                  </a:lnTo>
                  <a:close/>
                </a:path>
                <a:path w="9542780" h="6570345">
                  <a:moveTo>
                    <a:pt x="9137289" y="5873362"/>
                  </a:moveTo>
                  <a:lnTo>
                    <a:pt x="9118326" y="5873362"/>
                  </a:lnTo>
                  <a:lnTo>
                    <a:pt x="9109837" y="5879720"/>
                  </a:lnTo>
                  <a:lnTo>
                    <a:pt x="9109837" y="5898795"/>
                  </a:lnTo>
                  <a:lnTo>
                    <a:pt x="9116062" y="5907244"/>
                  </a:lnTo>
                  <a:lnTo>
                    <a:pt x="9137289" y="5907244"/>
                  </a:lnTo>
                  <a:lnTo>
                    <a:pt x="9143798" y="5898795"/>
                  </a:lnTo>
                  <a:lnTo>
                    <a:pt x="9143798" y="5881839"/>
                  </a:lnTo>
                  <a:lnTo>
                    <a:pt x="9137289" y="5873362"/>
                  </a:lnTo>
                  <a:close/>
                </a:path>
                <a:path w="9542780" h="6570345">
                  <a:moveTo>
                    <a:pt x="9137289" y="5917840"/>
                  </a:moveTo>
                  <a:lnTo>
                    <a:pt x="9118326" y="5917840"/>
                  </a:lnTo>
                  <a:lnTo>
                    <a:pt x="9109837" y="5924199"/>
                  </a:lnTo>
                  <a:lnTo>
                    <a:pt x="9109837" y="5943245"/>
                  </a:lnTo>
                  <a:lnTo>
                    <a:pt x="9116062" y="5951722"/>
                  </a:lnTo>
                  <a:lnTo>
                    <a:pt x="9137289" y="5951722"/>
                  </a:lnTo>
                  <a:lnTo>
                    <a:pt x="9143798" y="5943245"/>
                  </a:lnTo>
                  <a:lnTo>
                    <a:pt x="9143798" y="5926319"/>
                  </a:lnTo>
                  <a:lnTo>
                    <a:pt x="9137289" y="5917840"/>
                  </a:lnTo>
                  <a:close/>
                </a:path>
                <a:path w="9542780" h="6570345">
                  <a:moveTo>
                    <a:pt x="9137289" y="5962291"/>
                  </a:moveTo>
                  <a:lnTo>
                    <a:pt x="9118326" y="5962291"/>
                  </a:lnTo>
                  <a:lnTo>
                    <a:pt x="9109837" y="5968649"/>
                  </a:lnTo>
                  <a:lnTo>
                    <a:pt x="9109837" y="5987723"/>
                  </a:lnTo>
                  <a:lnTo>
                    <a:pt x="9116062" y="5996172"/>
                  </a:lnTo>
                  <a:lnTo>
                    <a:pt x="9126816" y="5996172"/>
                  </a:lnTo>
                  <a:lnTo>
                    <a:pt x="9137289" y="5994053"/>
                  </a:lnTo>
                  <a:lnTo>
                    <a:pt x="9143798" y="5987723"/>
                  </a:lnTo>
                  <a:lnTo>
                    <a:pt x="9143798" y="5970769"/>
                  </a:lnTo>
                  <a:lnTo>
                    <a:pt x="9137289" y="5962291"/>
                  </a:lnTo>
                  <a:close/>
                </a:path>
                <a:path w="9542780" h="6570345">
                  <a:moveTo>
                    <a:pt x="9137289" y="6093579"/>
                  </a:moveTo>
                  <a:lnTo>
                    <a:pt x="9118326" y="6093579"/>
                  </a:lnTo>
                  <a:lnTo>
                    <a:pt x="9109837" y="6099936"/>
                  </a:lnTo>
                  <a:lnTo>
                    <a:pt x="9109837" y="6118983"/>
                  </a:lnTo>
                  <a:lnTo>
                    <a:pt x="9116062" y="6127460"/>
                  </a:lnTo>
                  <a:lnTo>
                    <a:pt x="9137289" y="6127460"/>
                  </a:lnTo>
                  <a:lnTo>
                    <a:pt x="9143798" y="6118983"/>
                  </a:lnTo>
                  <a:lnTo>
                    <a:pt x="9143798" y="6102056"/>
                  </a:lnTo>
                  <a:lnTo>
                    <a:pt x="9137289" y="6093579"/>
                  </a:lnTo>
                  <a:close/>
                </a:path>
                <a:path w="9542780" h="6570345">
                  <a:moveTo>
                    <a:pt x="9137289" y="6138029"/>
                  </a:moveTo>
                  <a:lnTo>
                    <a:pt x="9118326" y="6138029"/>
                  </a:lnTo>
                  <a:lnTo>
                    <a:pt x="9109837" y="6144386"/>
                  </a:lnTo>
                  <a:lnTo>
                    <a:pt x="9109837" y="6163462"/>
                  </a:lnTo>
                  <a:lnTo>
                    <a:pt x="9116062" y="6171910"/>
                  </a:lnTo>
                  <a:lnTo>
                    <a:pt x="9137289" y="6171910"/>
                  </a:lnTo>
                  <a:lnTo>
                    <a:pt x="9143798" y="6163462"/>
                  </a:lnTo>
                  <a:lnTo>
                    <a:pt x="9143798" y="6146506"/>
                  </a:lnTo>
                  <a:lnTo>
                    <a:pt x="9137289" y="6138029"/>
                  </a:lnTo>
                  <a:close/>
                </a:path>
                <a:path w="9542780" h="6570345">
                  <a:moveTo>
                    <a:pt x="9137289" y="6182507"/>
                  </a:moveTo>
                  <a:lnTo>
                    <a:pt x="9118326" y="6182507"/>
                  </a:lnTo>
                  <a:lnTo>
                    <a:pt x="9109837" y="6188866"/>
                  </a:lnTo>
                  <a:lnTo>
                    <a:pt x="9109837" y="6210030"/>
                  </a:lnTo>
                  <a:lnTo>
                    <a:pt x="9116062" y="6216389"/>
                  </a:lnTo>
                  <a:lnTo>
                    <a:pt x="9137289" y="6216389"/>
                  </a:lnTo>
                  <a:lnTo>
                    <a:pt x="9143798" y="6207912"/>
                  </a:lnTo>
                  <a:lnTo>
                    <a:pt x="9143798" y="6190985"/>
                  </a:lnTo>
                  <a:lnTo>
                    <a:pt x="9137289" y="6182507"/>
                  </a:lnTo>
                  <a:close/>
                </a:path>
                <a:path w="9542780" h="6570345">
                  <a:moveTo>
                    <a:pt x="9137289" y="6226958"/>
                  </a:moveTo>
                  <a:lnTo>
                    <a:pt x="9118326" y="6226958"/>
                  </a:lnTo>
                  <a:lnTo>
                    <a:pt x="9109837" y="6233316"/>
                  </a:lnTo>
                  <a:lnTo>
                    <a:pt x="9109837" y="6254482"/>
                  </a:lnTo>
                  <a:lnTo>
                    <a:pt x="9116062" y="6260839"/>
                  </a:lnTo>
                  <a:lnTo>
                    <a:pt x="9137289" y="6260839"/>
                  </a:lnTo>
                  <a:lnTo>
                    <a:pt x="9143798" y="6252362"/>
                  </a:lnTo>
                  <a:lnTo>
                    <a:pt x="9143798" y="6235435"/>
                  </a:lnTo>
                  <a:lnTo>
                    <a:pt x="9137289" y="6226958"/>
                  </a:lnTo>
                  <a:close/>
                </a:path>
                <a:path w="9542780" h="6570345">
                  <a:moveTo>
                    <a:pt x="9137289" y="6271436"/>
                  </a:moveTo>
                  <a:lnTo>
                    <a:pt x="9118326" y="6271436"/>
                  </a:lnTo>
                  <a:lnTo>
                    <a:pt x="9109837" y="6277794"/>
                  </a:lnTo>
                  <a:lnTo>
                    <a:pt x="9109837" y="6298957"/>
                  </a:lnTo>
                  <a:lnTo>
                    <a:pt x="9116062" y="6305309"/>
                  </a:lnTo>
                  <a:lnTo>
                    <a:pt x="9126816" y="6305309"/>
                  </a:lnTo>
                  <a:lnTo>
                    <a:pt x="9137289" y="6303190"/>
                  </a:lnTo>
                  <a:lnTo>
                    <a:pt x="9143798" y="6296840"/>
                  </a:lnTo>
                  <a:lnTo>
                    <a:pt x="9143798" y="6279913"/>
                  </a:lnTo>
                  <a:lnTo>
                    <a:pt x="9137289" y="6271436"/>
                  </a:lnTo>
                  <a:close/>
                </a:path>
                <a:path w="9542780" h="6570345">
                  <a:moveTo>
                    <a:pt x="9137289" y="6313778"/>
                  </a:moveTo>
                  <a:lnTo>
                    <a:pt x="9118326" y="6313778"/>
                  </a:lnTo>
                  <a:lnTo>
                    <a:pt x="9109837" y="6320130"/>
                  </a:lnTo>
                  <a:lnTo>
                    <a:pt x="9109837" y="6341301"/>
                  </a:lnTo>
                  <a:lnTo>
                    <a:pt x="9116062" y="6347654"/>
                  </a:lnTo>
                  <a:lnTo>
                    <a:pt x="9137289" y="6347654"/>
                  </a:lnTo>
                  <a:lnTo>
                    <a:pt x="9143798" y="6341301"/>
                  </a:lnTo>
                  <a:lnTo>
                    <a:pt x="9143798" y="6322247"/>
                  </a:lnTo>
                  <a:lnTo>
                    <a:pt x="9137289" y="6313778"/>
                  </a:lnTo>
                  <a:close/>
                </a:path>
                <a:path w="9542780" h="6570345">
                  <a:moveTo>
                    <a:pt x="9137289" y="6358239"/>
                  </a:moveTo>
                  <a:lnTo>
                    <a:pt x="9118326" y="6358239"/>
                  </a:lnTo>
                  <a:lnTo>
                    <a:pt x="9109837" y="6364592"/>
                  </a:lnTo>
                  <a:lnTo>
                    <a:pt x="9109837" y="6385767"/>
                  </a:lnTo>
                  <a:lnTo>
                    <a:pt x="9116062" y="6392119"/>
                  </a:lnTo>
                  <a:lnTo>
                    <a:pt x="9137289" y="6392119"/>
                  </a:lnTo>
                  <a:lnTo>
                    <a:pt x="9143798" y="6385767"/>
                  </a:lnTo>
                  <a:lnTo>
                    <a:pt x="9143798" y="6366711"/>
                  </a:lnTo>
                  <a:lnTo>
                    <a:pt x="9137289" y="6358239"/>
                  </a:lnTo>
                  <a:close/>
                </a:path>
                <a:path w="9542780" h="6570345">
                  <a:moveTo>
                    <a:pt x="9137289" y="6402705"/>
                  </a:moveTo>
                  <a:lnTo>
                    <a:pt x="9118326" y="6402705"/>
                  </a:lnTo>
                  <a:lnTo>
                    <a:pt x="9109837" y="6409057"/>
                  </a:lnTo>
                  <a:lnTo>
                    <a:pt x="9109837" y="6430230"/>
                  </a:lnTo>
                  <a:lnTo>
                    <a:pt x="9116062" y="6436583"/>
                  </a:lnTo>
                  <a:lnTo>
                    <a:pt x="9137289" y="6436583"/>
                  </a:lnTo>
                  <a:lnTo>
                    <a:pt x="9143798" y="6428113"/>
                  </a:lnTo>
                  <a:lnTo>
                    <a:pt x="9143798" y="6411173"/>
                  </a:lnTo>
                  <a:lnTo>
                    <a:pt x="9137289" y="6402705"/>
                  </a:lnTo>
                  <a:close/>
                </a:path>
                <a:path w="9542780" h="6570345">
                  <a:moveTo>
                    <a:pt x="9182004" y="5828912"/>
                  </a:moveTo>
                  <a:lnTo>
                    <a:pt x="9162759" y="5828912"/>
                  </a:lnTo>
                  <a:lnTo>
                    <a:pt x="9154269" y="5835270"/>
                  </a:lnTo>
                  <a:lnTo>
                    <a:pt x="9154269" y="5854316"/>
                  </a:lnTo>
                  <a:lnTo>
                    <a:pt x="9160779" y="5862793"/>
                  </a:lnTo>
                  <a:lnTo>
                    <a:pt x="9182004" y="5862793"/>
                  </a:lnTo>
                  <a:lnTo>
                    <a:pt x="9188230" y="5854316"/>
                  </a:lnTo>
                  <a:lnTo>
                    <a:pt x="9188230" y="5837389"/>
                  </a:lnTo>
                  <a:lnTo>
                    <a:pt x="9182004" y="5828912"/>
                  </a:lnTo>
                  <a:close/>
                </a:path>
                <a:path w="9542780" h="6570345">
                  <a:moveTo>
                    <a:pt x="9182004" y="5873362"/>
                  </a:moveTo>
                  <a:lnTo>
                    <a:pt x="9162759" y="5873362"/>
                  </a:lnTo>
                  <a:lnTo>
                    <a:pt x="9154269" y="5879720"/>
                  </a:lnTo>
                  <a:lnTo>
                    <a:pt x="9154269" y="5898795"/>
                  </a:lnTo>
                  <a:lnTo>
                    <a:pt x="9160779" y="5907244"/>
                  </a:lnTo>
                  <a:lnTo>
                    <a:pt x="9182004" y="5907244"/>
                  </a:lnTo>
                  <a:lnTo>
                    <a:pt x="9188230" y="5898795"/>
                  </a:lnTo>
                  <a:lnTo>
                    <a:pt x="9188230" y="5881839"/>
                  </a:lnTo>
                  <a:lnTo>
                    <a:pt x="9182004" y="5873362"/>
                  </a:lnTo>
                  <a:close/>
                </a:path>
                <a:path w="9542780" h="6570345">
                  <a:moveTo>
                    <a:pt x="9182004" y="5917840"/>
                  </a:moveTo>
                  <a:lnTo>
                    <a:pt x="9162759" y="5917840"/>
                  </a:lnTo>
                  <a:lnTo>
                    <a:pt x="9154269" y="5924199"/>
                  </a:lnTo>
                  <a:lnTo>
                    <a:pt x="9154269" y="5943245"/>
                  </a:lnTo>
                  <a:lnTo>
                    <a:pt x="9160779" y="5951722"/>
                  </a:lnTo>
                  <a:lnTo>
                    <a:pt x="9182004" y="5951722"/>
                  </a:lnTo>
                  <a:lnTo>
                    <a:pt x="9188230" y="5943245"/>
                  </a:lnTo>
                  <a:lnTo>
                    <a:pt x="9188230" y="5926319"/>
                  </a:lnTo>
                  <a:lnTo>
                    <a:pt x="9182004" y="5917840"/>
                  </a:lnTo>
                  <a:close/>
                </a:path>
                <a:path w="9542780" h="6570345">
                  <a:moveTo>
                    <a:pt x="9182004" y="6138029"/>
                  </a:moveTo>
                  <a:lnTo>
                    <a:pt x="9162760" y="6138029"/>
                  </a:lnTo>
                  <a:lnTo>
                    <a:pt x="9154269" y="6144386"/>
                  </a:lnTo>
                  <a:lnTo>
                    <a:pt x="9154269" y="6163462"/>
                  </a:lnTo>
                  <a:lnTo>
                    <a:pt x="9160779" y="6171910"/>
                  </a:lnTo>
                  <a:lnTo>
                    <a:pt x="9182004" y="6171910"/>
                  </a:lnTo>
                  <a:lnTo>
                    <a:pt x="9188230" y="6163462"/>
                  </a:lnTo>
                  <a:lnTo>
                    <a:pt x="9188230" y="6146506"/>
                  </a:lnTo>
                  <a:lnTo>
                    <a:pt x="9182004" y="6138029"/>
                  </a:lnTo>
                  <a:close/>
                </a:path>
                <a:path w="9542780" h="6570345">
                  <a:moveTo>
                    <a:pt x="9182004" y="6182507"/>
                  </a:moveTo>
                  <a:lnTo>
                    <a:pt x="9162760" y="6182507"/>
                  </a:lnTo>
                  <a:lnTo>
                    <a:pt x="9154269" y="6188866"/>
                  </a:lnTo>
                  <a:lnTo>
                    <a:pt x="9154269" y="6210030"/>
                  </a:lnTo>
                  <a:lnTo>
                    <a:pt x="9160779" y="6216389"/>
                  </a:lnTo>
                  <a:lnTo>
                    <a:pt x="9182004" y="6216389"/>
                  </a:lnTo>
                  <a:lnTo>
                    <a:pt x="9188230" y="6207912"/>
                  </a:lnTo>
                  <a:lnTo>
                    <a:pt x="9188230" y="6190985"/>
                  </a:lnTo>
                  <a:lnTo>
                    <a:pt x="9182004" y="6182507"/>
                  </a:lnTo>
                  <a:close/>
                </a:path>
                <a:path w="9542780" h="6570345">
                  <a:moveTo>
                    <a:pt x="9182004" y="6226958"/>
                  </a:moveTo>
                  <a:lnTo>
                    <a:pt x="9162760" y="6226958"/>
                  </a:lnTo>
                  <a:lnTo>
                    <a:pt x="9154269" y="6233316"/>
                  </a:lnTo>
                  <a:lnTo>
                    <a:pt x="9154269" y="6254482"/>
                  </a:lnTo>
                  <a:lnTo>
                    <a:pt x="9160779" y="6260839"/>
                  </a:lnTo>
                  <a:lnTo>
                    <a:pt x="9182004" y="6260839"/>
                  </a:lnTo>
                  <a:lnTo>
                    <a:pt x="9188230" y="6252362"/>
                  </a:lnTo>
                  <a:lnTo>
                    <a:pt x="9188230" y="6235435"/>
                  </a:lnTo>
                  <a:lnTo>
                    <a:pt x="9182004" y="6226958"/>
                  </a:lnTo>
                  <a:close/>
                </a:path>
                <a:path w="9542780" h="6570345">
                  <a:moveTo>
                    <a:pt x="9182004" y="6271436"/>
                  </a:moveTo>
                  <a:lnTo>
                    <a:pt x="9162760" y="6271436"/>
                  </a:lnTo>
                  <a:lnTo>
                    <a:pt x="9154269" y="6277794"/>
                  </a:lnTo>
                  <a:lnTo>
                    <a:pt x="9154269" y="6298957"/>
                  </a:lnTo>
                  <a:lnTo>
                    <a:pt x="9160779" y="6305309"/>
                  </a:lnTo>
                  <a:lnTo>
                    <a:pt x="9171250" y="6305309"/>
                  </a:lnTo>
                  <a:lnTo>
                    <a:pt x="9182004" y="6303190"/>
                  </a:lnTo>
                  <a:lnTo>
                    <a:pt x="9188230" y="6296840"/>
                  </a:lnTo>
                  <a:lnTo>
                    <a:pt x="9188230" y="6279913"/>
                  </a:lnTo>
                  <a:lnTo>
                    <a:pt x="9182004" y="6271436"/>
                  </a:lnTo>
                  <a:close/>
                </a:path>
                <a:path w="9542780" h="6570345">
                  <a:moveTo>
                    <a:pt x="9182004" y="6313778"/>
                  </a:moveTo>
                  <a:lnTo>
                    <a:pt x="9162760" y="6313778"/>
                  </a:lnTo>
                  <a:lnTo>
                    <a:pt x="9154269" y="6320130"/>
                  </a:lnTo>
                  <a:lnTo>
                    <a:pt x="9154269" y="6341301"/>
                  </a:lnTo>
                  <a:lnTo>
                    <a:pt x="9160779" y="6347654"/>
                  </a:lnTo>
                  <a:lnTo>
                    <a:pt x="9182004" y="6347654"/>
                  </a:lnTo>
                  <a:lnTo>
                    <a:pt x="9188230" y="6341301"/>
                  </a:lnTo>
                  <a:lnTo>
                    <a:pt x="9188230" y="6322247"/>
                  </a:lnTo>
                  <a:lnTo>
                    <a:pt x="9182004" y="6313778"/>
                  </a:lnTo>
                  <a:close/>
                </a:path>
                <a:path w="9542780" h="6570345">
                  <a:moveTo>
                    <a:pt x="9182004" y="6358239"/>
                  </a:moveTo>
                  <a:lnTo>
                    <a:pt x="9162760" y="6358239"/>
                  </a:lnTo>
                  <a:lnTo>
                    <a:pt x="9154269" y="6364592"/>
                  </a:lnTo>
                  <a:lnTo>
                    <a:pt x="9154269" y="6385767"/>
                  </a:lnTo>
                  <a:lnTo>
                    <a:pt x="9160779" y="6392119"/>
                  </a:lnTo>
                  <a:lnTo>
                    <a:pt x="9182004" y="6392119"/>
                  </a:lnTo>
                  <a:lnTo>
                    <a:pt x="9188230" y="6385767"/>
                  </a:lnTo>
                  <a:lnTo>
                    <a:pt x="9188230" y="6366711"/>
                  </a:lnTo>
                  <a:lnTo>
                    <a:pt x="9182004" y="6358239"/>
                  </a:lnTo>
                  <a:close/>
                </a:path>
                <a:path w="9542780" h="6570345">
                  <a:moveTo>
                    <a:pt x="9182004" y="6402705"/>
                  </a:moveTo>
                  <a:lnTo>
                    <a:pt x="9162760" y="6402705"/>
                  </a:lnTo>
                  <a:lnTo>
                    <a:pt x="9154269" y="6409057"/>
                  </a:lnTo>
                  <a:lnTo>
                    <a:pt x="9154269" y="6430230"/>
                  </a:lnTo>
                  <a:lnTo>
                    <a:pt x="9160779" y="6436583"/>
                  </a:lnTo>
                  <a:lnTo>
                    <a:pt x="9182004" y="6436583"/>
                  </a:lnTo>
                  <a:lnTo>
                    <a:pt x="9188230" y="6428113"/>
                  </a:lnTo>
                  <a:lnTo>
                    <a:pt x="9188230" y="6411173"/>
                  </a:lnTo>
                  <a:lnTo>
                    <a:pt x="9182004" y="6402705"/>
                  </a:lnTo>
                  <a:close/>
                </a:path>
                <a:path w="9542780" h="6570345">
                  <a:moveTo>
                    <a:pt x="9182004" y="6447168"/>
                  </a:moveTo>
                  <a:lnTo>
                    <a:pt x="9162760" y="6447168"/>
                  </a:lnTo>
                  <a:lnTo>
                    <a:pt x="9154269" y="6453521"/>
                  </a:lnTo>
                  <a:lnTo>
                    <a:pt x="9154269" y="6474692"/>
                  </a:lnTo>
                  <a:lnTo>
                    <a:pt x="9160779" y="6481047"/>
                  </a:lnTo>
                  <a:lnTo>
                    <a:pt x="9182004" y="6481047"/>
                  </a:lnTo>
                  <a:lnTo>
                    <a:pt x="9188230" y="6472575"/>
                  </a:lnTo>
                  <a:lnTo>
                    <a:pt x="9188230" y="6455637"/>
                  </a:lnTo>
                  <a:lnTo>
                    <a:pt x="9182004" y="6447168"/>
                  </a:lnTo>
                  <a:close/>
                </a:path>
                <a:path w="9542780" h="6570345">
                  <a:moveTo>
                    <a:pt x="9226436" y="5873362"/>
                  </a:moveTo>
                  <a:lnTo>
                    <a:pt x="9207475" y="5873362"/>
                  </a:lnTo>
                  <a:lnTo>
                    <a:pt x="9198984" y="5879720"/>
                  </a:lnTo>
                  <a:lnTo>
                    <a:pt x="9198984" y="5898795"/>
                  </a:lnTo>
                  <a:lnTo>
                    <a:pt x="9205211" y="5907244"/>
                  </a:lnTo>
                  <a:lnTo>
                    <a:pt x="9226436" y="5907244"/>
                  </a:lnTo>
                  <a:lnTo>
                    <a:pt x="9232663" y="5898795"/>
                  </a:lnTo>
                  <a:lnTo>
                    <a:pt x="9232663" y="5881839"/>
                  </a:lnTo>
                  <a:lnTo>
                    <a:pt x="9226436" y="5873362"/>
                  </a:lnTo>
                  <a:close/>
                </a:path>
                <a:path w="9542780" h="6570345">
                  <a:moveTo>
                    <a:pt x="9226436" y="5917840"/>
                  </a:moveTo>
                  <a:lnTo>
                    <a:pt x="9207475" y="5917840"/>
                  </a:lnTo>
                  <a:lnTo>
                    <a:pt x="9198984" y="5924199"/>
                  </a:lnTo>
                  <a:lnTo>
                    <a:pt x="9198984" y="5943245"/>
                  </a:lnTo>
                  <a:lnTo>
                    <a:pt x="9205211" y="5951722"/>
                  </a:lnTo>
                  <a:lnTo>
                    <a:pt x="9226436" y="5951722"/>
                  </a:lnTo>
                  <a:lnTo>
                    <a:pt x="9232663" y="5943245"/>
                  </a:lnTo>
                  <a:lnTo>
                    <a:pt x="9232663" y="5926319"/>
                  </a:lnTo>
                  <a:lnTo>
                    <a:pt x="9226436" y="5917840"/>
                  </a:lnTo>
                  <a:close/>
                </a:path>
                <a:path w="9542780" h="6570345">
                  <a:moveTo>
                    <a:pt x="9226436" y="6138029"/>
                  </a:moveTo>
                  <a:lnTo>
                    <a:pt x="9207475" y="6138029"/>
                  </a:lnTo>
                  <a:lnTo>
                    <a:pt x="9198984" y="6144386"/>
                  </a:lnTo>
                  <a:lnTo>
                    <a:pt x="9198984" y="6163462"/>
                  </a:lnTo>
                  <a:lnTo>
                    <a:pt x="9205211" y="6171910"/>
                  </a:lnTo>
                  <a:lnTo>
                    <a:pt x="9226436" y="6171910"/>
                  </a:lnTo>
                  <a:lnTo>
                    <a:pt x="9232663" y="6163462"/>
                  </a:lnTo>
                  <a:lnTo>
                    <a:pt x="9232663" y="6146506"/>
                  </a:lnTo>
                  <a:lnTo>
                    <a:pt x="9226436" y="6138029"/>
                  </a:lnTo>
                  <a:close/>
                </a:path>
                <a:path w="9542780" h="6570345">
                  <a:moveTo>
                    <a:pt x="9226436" y="6182507"/>
                  </a:moveTo>
                  <a:lnTo>
                    <a:pt x="9207475" y="6182507"/>
                  </a:lnTo>
                  <a:lnTo>
                    <a:pt x="9198984" y="6188866"/>
                  </a:lnTo>
                  <a:lnTo>
                    <a:pt x="9198984" y="6210030"/>
                  </a:lnTo>
                  <a:lnTo>
                    <a:pt x="9205211" y="6216389"/>
                  </a:lnTo>
                  <a:lnTo>
                    <a:pt x="9226436" y="6216389"/>
                  </a:lnTo>
                  <a:lnTo>
                    <a:pt x="9232663" y="6207912"/>
                  </a:lnTo>
                  <a:lnTo>
                    <a:pt x="9232663" y="6190985"/>
                  </a:lnTo>
                  <a:lnTo>
                    <a:pt x="9226436" y="6182507"/>
                  </a:lnTo>
                  <a:close/>
                </a:path>
                <a:path w="9542780" h="6570345">
                  <a:moveTo>
                    <a:pt x="9226436" y="6226958"/>
                  </a:moveTo>
                  <a:lnTo>
                    <a:pt x="9207475" y="6226958"/>
                  </a:lnTo>
                  <a:lnTo>
                    <a:pt x="9198984" y="6233316"/>
                  </a:lnTo>
                  <a:lnTo>
                    <a:pt x="9198984" y="6254482"/>
                  </a:lnTo>
                  <a:lnTo>
                    <a:pt x="9205211" y="6260839"/>
                  </a:lnTo>
                  <a:lnTo>
                    <a:pt x="9226436" y="6260839"/>
                  </a:lnTo>
                  <a:lnTo>
                    <a:pt x="9232663" y="6252362"/>
                  </a:lnTo>
                  <a:lnTo>
                    <a:pt x="9232663" y="6235435"/>
                  </a:lnTo>
                  <a:lnTo>
                    <a:pt x="9226436" y="6226958"/>
                  </a:lnTo>
                  <a:close/>
                </a:path>
                <a:path w="9542780" h="6570345">
                  <a:moveTo>
                    <a:pt x="9226436" y="6271436"/>
                  </a:moveTo>
                  <a:lnTo>
                    <a:pt x="9207475" y="6271436"/>
                  </a:lnTo>
                  <a:lnTo>
                    <a:pt x="9198984" y="6277794"/>
                  </a:lnTo>
                  <a:lnTo>
                    <a:pt x="9198984" y="6298957"/>
                  </a:lnTo>
                  <a:lnTo>
                    <a:pt x="9205211" y="6305309"/>
                  </a:lnTo>
                  <a:lnTo>
                    <a:pt x="9215682" y="6305309"/>
                  </a:lnTo>
                  <a:lnTo>
                    <a:pt x="9226436" y="6303190"/>
                  </a:lnTo>
                  <a:lnTo>
                    <a:pt x="9232663" y="6296840"/>
                  </a:lnTo>
                  <a:lnTo>
                    <a:pt x="9232663" y="6279913"/>
                  </a:lnTo>
                  <a:lnTo>
                    <a:pt x="9226436" y="6271436"/>
                  </a:lnTo>
                  <a:close/>
                </a:path>
                <a:path w="9542780" h="6570345">
                  <a:moveTo>
                    <a:pt x="9226436" y="6313778"/>
                  </a:moveTo>
                  <a:lnTo>
                    <a:pt x="9207475" y="6313778"/>
                  </a:lnTo>
                  <a:lnTo>
                    <a:pt x="9198984" y="6320130"/>
                  </a:lnTo>
                  <a:lnTo>
                    <a:pt x="9198984" y="6341301"/>
                  </a:lnTo>
                  <a:lnTo>
                    <a:pt x="9205211" y="6347654"/>
                  </a:lnTo>
                  <a:lnTo>
                    <a:pt x="9226436" y="6347654"/>
                  </a:lnTo>
                  <a:lnTo>
                    <a:pt x="9232663" y="6341301"/>
                  </a:lnTo>
                  <a:lnTo>
                    <a:pt x="9232663" y="6322247"/>
                  </a:lnTo>
                  <a:lnTo>
                    <a:pt x="9226436" y="6313778"/>
                  </a:lnTo>
                  <a:close/>
                </a:path>
                <a:path w="9542780" h="6570345">
                  <a:moveTo>
                    <a:pt x="9226436" y="6358239"/>
                  </a:moveTo>
                  <a:lnTo>
                    <a:pt x="9207475" y="6358239"/>
                  </a:lnTo>
                  <a:lnTo>
                    <a:pt x="9198984" y="6364592"/>
                  </a:lnTo>
                  <a:lnTo>
                    <a:pt x="9198984" y="6385767"/>
                  </a:lnTo>
                  <a:lnTo>
                    <a:pt x="9205211" y="6392119"/>
                  </a:lnTo>
                  <a:lnTo>
                    <a:pt x="9226436" y="6392119"/>
                  </a:lnTo>
                  <a:lnTo>
                    <a:pt x="9232663" y="6385767"/>
                  </a:lnTo>
                  <a:lnTo>
                    <a:pt x="9232663" y="6366711"/>
                  </a:lnTo>
                  <a:lnTo>
                    <a:pt x="9226436" y="6358239"/>
                  </a:lnTo>
                  <a:close/>
                </a:path>
                <a:path w="9542780" h="6570345">
                  <a:moveTo>
                    <a:pt x="9226436" y="6402705"/>
                  </a:moveTo>
                  <a:lnTo>
                    <a:pt x="9207475" y="6402705"/>
                  </a:lnTo>
                  <a:lnTo>
                    <a:pt x="9198984" y="6409057"/>
                  </a:lnTo>
                  <a:lnTo>
                    <a:pt x="9198984" y="6430230"/>
                  </a:lnTo>
                  <a:lnTo>
                    <a:pt x="9205211" y="6436583"/>
                  </a:lnTo>
                  <a:lnTo>
                    <a:pt x="9226436" y="6436583"/>
                  </a:lnTo>
                  <a:lnTo>
                    <a:pt x="9232663" y="6428113"/>
                  </a:lnTo>
                  <a:lnTo>
                    <a:pt x="9232663" y="6411173"/>
                  </a:lnTo>
                  <a:lnTo>
                    <a:pt x="9226436" y="6402705"/>
                  </a:lnTo>
                  <a:close/>
                </a:path>
                <a:path w="9542780" h="6570345">
                  <a:moveTo>
                    <a:pt x="9226436" y="6447168"/>
                  </a:moveTo>
                  <a:lnTo>
                    <a:pt x="9207475" y="6447168"/>
                  </a:lnTo>
                  <a:lnTo>
                    <a:pt x="9198984" y="6453521"/>
                  </a:lnTo>
                  <a:lnTo>
                    <a:pt x="9198984" y="6474692"/>
                  </a:lnTo>
                  <a:lnTo>
                    <a:pt x="9205211" y="6481047"/>
                  </a:lnTo>
                  <a:lnTo>
                    <a:pt x="9226436" y="6481047"/>
                  </a:lnTo>
                  <a:lnTo>
                    <a:pt x="9232663" y="6472575"/>
                  </a:lnTo>
                  <a:lnTo>
                    <a:pt x="9232663" y="6455637"/>
                  </a:lnTo>
                  <a:lnTo>
                    <a:pt x="9226436" y="6447168"/>
                  </a:lnTo>
                  <a:close/>
                </a:path>
                <a:path w="9542780" h="6570345">
                  <a:moveTo>
                    <a:pt x="9226436" y="6491632"/>
                  </a:moveTo>
                  <a:lnTo>
                    <a:pt x="9207475" y="6491632"/>
                  </a:lnTo>
                  <a:lnTo>
                    <a:pt x="9198984" y="6497985"/>
                  </a:lnTo>
                  <a:lnTo>
                    <a:pt x="9198984" y="6519156"/>
                  </a:lnTo>
                  <a:lnTo>
                    <a:pt x="9205211" y="6525508"/>
                  </a:lnTo>
                  <a:lnTo>
                    <a:pt x="9226436" y="6525508"/>
                  </a:lnTo>
                  <a:lnTo>
                    <a:pt x="9232663" y="6517040"/>
                  </a:lnTo>
                  <a:lnTo>
                    <a:pt x="9232663" y="6500102"/>
                  </a:lnTo>
                  <a:lnTo>
                    <a:pt x="9226436" y="6491632"/>
                  </a:lnTo>
                  <a:close/>
                </a:path>
                <a:path w="9542780" h="6570345">
                  <a:moveTo>
                    <a:pt x="9226436" y="6536097"/>
                  </a:moveTo>
                  <a:lnTo>
                    <a:pt x="9207475" y="6536097"/>
                  </a:lnTo>
                  <a:lnTo>
                    <a:pt x="9198984" y="6542447"/>
                  </a:lnTo>
                  <a:lnTo>
                    <a:pt x="9198984" y="6563621"/>
                  </a:lnTo>
                  <a:lnTo>
                    <a:pt x="9205211" y="6569972"/>
                  </a:lnTo>
                  <a:lnTo>
                    <a:pt x="9226436" y="6569972"/>
                  </a:lnTo>
                  <a:lnTo>
                    <a:pt x="9232663" y="6561504"/>
                  </a:lnTo>
                  <a:lnTo>
                    <a:pt x="9232663" y="6544566"/>
                  </a:lnTo>
                  <a:lnTo>
                    <a:pt x="9226436" y="6536097"/>
                  </a:lnTo>
                  <a:close/>
                </a:path>
                <a:path w="9542780" h="6570345">
                  <a:moveTo>
                    <a:pt x="9270870" y="5917840"/>
                  </a:moveTo>
                  <a:lnTo>
                    <a:pt x="9251908" y="5917840"/>
                  </a:lnTo>
                  <a:lnTo>
                    <a:pt x="9243418" y="5924199"/>
                  </a:lnTo>
                  <a:lnTo>
                    <a:pt x="9243418" y="5943245"/>
                  </a:lnTo>
                  <a:lnTo>
                    <a:pt x="9249643" y="5951722"/>
                  </a:lnTo>
                  <a:lnTo>
                    <a:pt x="9268889" y="5951722"/>
                  </a:lnTo>
                  <a:lnTo>
                    <a:pt x="9277379" y="5943245"/>
                  </a:lnTo>
                  <a:lnTo>
                    <a:pt x="9277379" y="5926319"/>
                  </a:lnTo>
                  <a:lnTo>
                    <a:pt x="9270870" y="5917840"/>
                  </a:lnTo>
                  <a:close/>
                </a:path>
                <a:path w="9542780" h="6570345">
                  <a:moveTo>
                    <a:pt x="9270870" y="6182507"/>
                  </a:moveTo>
                  <a:lnTo>
                    <a:pt x="9251908" y="6182507"/>
                  </a:lnTo>
                  <a:lnTo>
                    <a:pt x="9243418" y="6188866"/>
                  </a:lnTo>
                  <a:lnTo>
                    <a:pt x="9243418" y="6210030"/>
                  </a:lnTo>
                  <a:lnTo>
                    <a:pt x="9249643" y="6216389"/>
                  </a:lnTo>
                  <a:lnTo>
                    <a:pt x="9268889" y="6216389"/>
                  </a:lnTo>
                  <a:lnTo>
                    <a:pt x="9277379" y="6207912"/>
                  </a:lnTo>
                  <a:lnTo>
                    <a:pt x="9277379" y="6190985"/>
                  </a:lnTo>
                  <a:lnTo>
                    <a:pt x="9270870" y="6182507"/>
                  </a:lnTo>
                  <a:close/>
                </a:path>
                <a:path w="9542780" h="6570345">
                  <a:moveTo>
                    <a:pt x="9270870" y="6226958"/>
                  </a:moveTo>
                  <a:lnTo>
                    <a:pt x="9251908" y="6226958"/>
                  </a:lnTo>
                  <a:lnTo>
                    <a:pt x="9243418" y="6233316"/>
                  </a:lnTo>
                  <a:lnTo>
                    <a:pt x="9243418" y="6254482"/>
                  </a:lnTo>
                  <a:lnTo>
                    <a:pt x="9249643" y="6260839"/>
                  </a:lnTo>
                  <a:lnTo>
                    <a:pt x="9268889" y="6260839"/>
                  </a:lnTo>
                  <a:lnTo>
                    <a:pt x="9277379" y="6252362"/>
                  </a:lnTo>
                  <a:lnTo>
                    <a:pt x="9277379" y="6235435"/>
                  </a:lnTo>
                  <a:lnTo>
                    <a:pt x="9270870" y="6226958"/>
                  </a:lnTo>
                  <a:close/>
                </a:path>
                <a:path w="9542780" h="6570345">
                  <a:moveTo>
                    <a:pt x="9270870" y="6271436"/>
                  </a:moveTo>
                  <a:lnTo>
                    <a:pt x="9251908" y="6271436"/>
                  </a:lnTo>
                  <a:lnTo>
                    <a:pt x="9243418" y="6277794"/>
                  </a:lnTo>
                  <a:lnTo>
                    <a:pt x="9243418" y="6298957"/>
                  </a:lnTo>
                  <a:lnTo>
                    <a:pt x="9249643" y="6305309"/>
                  </a:lnTo>
                  <a:lnTo>
                    <a:pt x="9260398" y="6305309"/>
                  </a:lnTo>
                  <a:lnTo>
                    <a:pt x="9268889" y="6303190"/>
                  </a:lnTo>
                  <a:lnTo>
                    <a:pt x="9277379" y="6296840"/>
                  </a:lnTo>
                  <a:lnTo>
                    <a:pt x="9277379" y="6279913"/>
                  </a:lnTo>
                  <a:lnTo>
                    <a:pt x="9270870" y="6271436"/>
                  </a:lnTo>
                  <a:close/>
                </a:path>
                <a:path w="9542780" h="6570345">
                  <a:moveTo>
                    <a:pt x="9270870" y="6313778"/>
                  </a:moveTo>
                  <a:lnTo>
                    <a:pt x="9251908" y="6313778"/>
                  </a:lnTo>
                  <a:lnTo>
                    <a:pt x="9243418" y="6320130"/>
                  </a:lnTo>
                  <a:lnTo>
                    <a:pt x="9243418" y="6341301"/>
                  </a:lnTo>
                  <a:lnTo>
                    <a:pt x="9249643" y="6347654"/>
                  </a:lnTo>
                  <a:lnTo>
                    <a:pt x="9268889" y="6347654"/>
                  </a:lnTo>
                  <a:lnTo>
                    <a:pt x="9277379" y="6341301"/>
                  </a:lnTo>
                  <a:lnTo>
                    <a:pt x="9277379" y="6322247"/>
                  </a:lnTo>
                  <a:lnTo>
                    <a:pt x="9270870" y="6313778"/>
                  </a:lnTo>
                  <a:close/>
                </a:path>
                <a:path w="9542780" h="6570345">
                  <a:moveTo>
                    <a:pt x="9270870" y="6358239"/>
                  </a:moveTo>
                  <a:lnTo>
                    <a:pt x="9251908" y="6358239"/>
                  </a:lnTo>
                  <a:lnTo>
                    <a:pt x="9243418" y="6364592"/>
                  </a:lnTo>
                  <a:lnTo>
                    <a:pt x="9243418" y="6385767"/>
                  </a:lnTo>
                  <a:lnTo>
                    <a:pt x="9249643" y="6392119"/>
                  </a:lnTo>
                  <a:lnTo>
                    <a:pt x="9268889" y="6392119"/>
                  </a:lnTo>
                  <a:lnTo>
                    <a:pt x="9277379" y="6385767"/>
                  </a:lnTo>
                  <a:lnTo>
                    <a:pt x="9277379" y="6366711"/>
                  </a:lnTo>
                  <a:lnTo>
                    <a:pt x="9270870" y="6358239"/>
                  </a:lnTo>
                  <a:close/>
                </a:path>
                <a:path w="9542780" h="6570345">
                  <a:moveTo>
                    <a:pt x="9270870" y="6402705"/>
                  </a:moveTo>
                  <a:lnTo>
                    <a:pt x="9251908" y="6402705"/>
                  </a:lnTo>
                  <a:lnTo>
                    <a:pt x="9243418" y="6409057"/>
                  </a:lnTo>
                  <a:lnTo>
                    <a:pt x="9243418" y="6430230"/>
                  </a:lnTo>
                  <a:lnTo>
                    <a:pt x="9249643" y="6436583"/>
                  </a:lnTo>
                  <a:lnTo>
                    <a:pt x="9268889" y="6436583"/>
                  </a:lnTo>
                  <a:lnTo>
                    <a:pt x="9277379" y="6428113"/>
                  </a:lnTo>
                  <a:lnTo>
                    <a:pt x="9277379" y="6411173"/>
                  </a:lnTo>
                  <a:lnTo>
                    <a:pt x="9270870" y="6402705"/>
                  </a:lnTo>
                  <a:close/>
                </a:path>
                <a:path w="9542780" h="6570345">
                  <a:moveTo>
                    <a:pt x="9270870" y="6447168"/>
                  </a:moveTo>
                  <a:lnTo>
                    <a:pt x="9251908" y="6447168"/>
                  </a:lnTo>
                  <a:lnTo>
                    <a:pt x="9243418" y="6453521"/>
                  </a:lnTo>
                  <a:lnTo>
                    <a:pt x="9243418" y="6474692"/>
                  </a:lnTo>
                  <a:lnTo>
                    <a:pt x="9249643" y="6481047"/>
                  </a:lnTo>
                  <a:lnTo>
                    <a:pt x="9268889" y="6481047"/>
                  </a:lnTo>
                  <a:lnTo>
                    <a:pt x="9277379" y="6472575"/>
                  </a:lnTo>
                  <a:lnTo>
                    <a:pt x="9277379" y="6455637"/>
                  </a:lnTo>
                  <a:lnTo>
                    <a:pt x="9270870" y="6447168"/>
                  </a:lnTo>
                  <a:close/>
                </a:path>
                <a:path w="9542780" h="6570345">
                  <a:moveTo>
                    <a:pt x="9270870" y="6491632"/>
                  </a:moveTo>
                  <a:lnTo>
                    <a:pt x="9251908" y="6491632"/>
                  </a:lnTo>
                  <a:lnTo>
                    <a:pt x="9243418" y="6497985"/>
                  </a:lnTo>
                  <a:lnTo>
                    <a:pt x="9243418" y="6519156"/>
                  </a:lnTo>
                  <a:lnTo>
                    <a:pt x="9249643" y="6525508"/>
                  </a:lnTo>
                  <a:lnTo>
                    <a:pt x="9268889" y="6525508"/>
                  </a:lnTo>
                  <a:lnTo>
                    <a:pt x="9277379" y="6517040"/>
                  </a:lnTo>
                  <a:lnTo>
                    <a:pt x="9277379" y="6500102"/>
                  </a:lnTo>
                  <a:lnTo>
                    <a:pt x="9270870" y="6491632"/>
                  </a:lnTo>
                  <a:close/>
                </a:path>
                <a:path w="9542780" h="6570345">
                  <a:moveTo>
                    <a:pt x="9315585" y="6226958"/>
                  </a:moveTo>
                  <a:lnTo>
                    <a:pt x="9296340" y="6226958"/>
                  </a:lnTo>
                  <a:lnTo>
                    <a:pt x="9287850" y="6233316"/>
                  </a:lnTo>
                  <a:lnTo>
                    <a:pt x="9287850" y="6254482"/>
                  </a:lnTo>
                  <a:lnTo>
                    <a:pt x="9294360" y="6260839"/>
                  </a:lnTo>
                  <a:lnTo>
                    <a:pt x="9313321" y="6260839"/>
                  </a:lnTo>
                  <a:lnTo>
                    <a:pt x="9321811" y="6252362"/>
                  </a:lnTo>
                  <a:lnTo>
                    <a:pt x="9321811" y="6235435"/>
                  </a:lnTo>
                  <a:lnTo>
                    <a:pt x="9315585" y="6226958"/>
                  </a:lnTo>
                  <a:close/>
                </a:path>
                <a:path w="9542780" h="6570345">
                  <a:moveTo>
                    <a:pt x="9315585" y="6271436"/>
                  </a:moveTo>
                  <a:lnTo>
                    <a:pt x="9296340" y="6271436"/>
                  </a:lnTo>
                  <a:lnTo>
                    <a:pt x="9287850" y="6277794"/>
                  </a:lnTo>
                  <a:lnTo>
                    <a:pt x="9287850" y="6298957"/>
                  </a:lnTo>
                  <a:lnTo>
                    <a:pt x="9294360" y="6305309"/>
                  </a:lnTo>
                  <a:lnTo>
                    <a:pt x="9304831" y="6305309"/>
                  </a:lnTo>
                  <a:lnTo>
                    <a:pt x="9313321" y="6303190"/>
                  </a:lnTo>
                  <a:lnTo>
                    <a:pt x="9321811" y="6296840"/>
                  </a:lnTo>
                  <a:lnTo>
                    <a:pt x="9321811" y="6279913"/>
                  </a:lnTo>
                  <a:lnTo>
                    <a:pt x="9315585" y="6271436"/>
                  </a:lnTo>
                  <a:close/>
                </a:path>
                <a:path w="9542780" h="6570345">
                  <a:moveTo>
                    <a:pt x="9315585" y="6313778"/>
                  </a:moveTo>
                  <a:lnTo>
                    <a:pt x="9296340" y="6313778"/>
                  </a:lnTo>
                  <a:lnTo>
                    <a:pt x="9287850" y="6320130"/>
                  </a:lnTo>
                  <a:lnTo>
                    <a:pt x="9287850" y="6341301"/>
                  </a:lnTo>
                  <a:lnTo>
                    <a:pt x="9294360" y="6347654"/>
                  </a:lnTo>
                  <a:lnTo>
                    <a:pt x="9313321" y="6347654"/>
                  </a:lnTo>
                  <a:lnTo>
                    <a:pt x="9321811" y="6341301"/>
                  </a:lnTo>
                  <a:lnTo>
                    <a:pt x="9321811" y="6322247"/>
                  </a:lnTo>
                  <a:lnTo>
                    <a:pt x="9315585" y="6313778"/>
                  </a:lnTo>
                  <a:close/>
                </a:path>
                <a:path w="9542780" h="6570345">
                  <a:moveTo>
                    <a:pt x="9315585" y="6358239"/>
                  </a:moveTo>
                  <a:lnTo>
                    <a:pt x="9296340" y="6358239"/>
                  </a:lnTo>
                  <a:lnTo>
                    <a:pt x="9287850" y="6364592"/>
                  </a:lnTo>
                  <a:lnTo>
                    <a:pt x="9287850" y="6385767"/>
                  </a:lnTo>
                  <a:lnTo>
                    <a:pt x="9294360" y="6392119"/>
                  </a:lnTo>
                  <a:lnTo>
                    <a:pt x="9313321" y="6392119"/>
                  </a:lnTo>
                  <a:lnTo>
                    <a:pt x="9321811" y="6385767"/>
                  </a:lnTo>
                  <a:lnTo>
                    <a:pt x="9321811" y="6366711"/>
                  </a:lnTo>
                  <a:lnTo>
                    <a:pt x="9315585" y="6358239"/>
                  </a:lnTo>
                  <a:close/>
                </a:path>
                <a:path w="9542780" h="6570345">
                  <a:moveTo>
                    <a:pt x="9315585" y="6402705"/>
                  </a:moveTo>
                  <a:lnTo>
                    <a:pt x="9296340" y="6402705"/>
                  </a:lnTo>
                  <a:lnTo>
                    <a:pt x="9287850" y="6409057"/>
                  </a:lnTo>
                  <a:lnTo>
                    <a:pt x="9287850" y="6430230"/>
                  </a:lnTo>
                  <a:lnTo>
                    <a:pt x="9294360" y="6436583"/>
                  </a:lnTo>
                  <a:lnTo>
                    <a:pt x="9313321" y="6436583"/>
                  </a:lnTo>
                  <a:lnTo>
                    <a:pt x="9321811" y="6428113"/>
                  </a:lnTo>
                  <a:lnTo>
                    <a:pt x="9321811" y="6411173"/>
                  </a:lnTo>
                  <a:lnTo>
                    <a:pt x="9315585" y="6402705"/>
                  </a:lnTo>
                  <a:close/>
                </a:path>
                <a:path w="9542780" h="6570345">
                  <a:moveTo>
                    <a:pt x="9315585" y="6447168"/>
                  </a:moveTo>
                  <a:lnTo>
                    <a:pt x="9296340" y="6447168"/>
                  </a:lnTo>
                  <a:lnTo>
                    <a:pt x="9287850" y="6453521"/>
                  </a:lnTo>
                  <a:lnTo>
                    <a:pt x="9287850" y="6474692"/>
                  </a:lnTo>
                  <a:lnTo>
                    <a:pt x="9294360" y="6481047"/>
                  </a:lnTo>
                  <a:lnTo>
                    <a:pt x="9313321" y="6481047"/>
                  </a:lnTo>
                  <a:lnTo>
                    <a:pt x="9321811" y="6472575"/>
                  </a:lnTo>
                  <a:lnTo>
                    <a:pt x="9321811" y="6455637"/>
                  </a:lnTo>
                  <a:lnTo>
                    <a:pt x="9315585" y="6447168"/>
                  </a:lnTo>
                  <a:close/>
                </a:path>
                <a:path w="9542780" h="6570345">
                  <a:moveTo>
                    <a:pt x="9360018" y="6271436"/>
                  </a:moveTo>
                  <a:lnTo>
                    <a:pt x="9341057" y="6271436"/>
                  </a:lnTo>
                  <a:lnTo>
                    <a:pt x="9332565" y="6277794"/>
                  </a:lnTo>
                  <a:lnTo>
                    <a:pt x="9332565" y="6298957"/>
                  </a:lnTo>
                  <a:lnTo>
                    <a:pt x="9338792" y="6305309"/>
                  </a:lnTo>
                  <a:lnTo>
                    <a:pt x="9349546" y="6305309"/>
                  </a:lnTo>
                  <a:lnTo>
                    <a:pt x="9357753" y="6303190"/>
                  </a:lnTo>
                  <a:lnTo>
                    <a:pt x="9366244" y="6296840"/>
                  </a:lnTo>
                  <a:lnTo>
                    <a:pt x="9366244" y="6279913"/>
                  </a:lnTo>
                  <a:lnTo>
                    <a:pt x="9360018" y="6271436"/>
                  </a:lnTo>
                  <a:close/>
                </a:path>
                <a:path w="9542780" h="6570345">
                  <a:moveTo>
                    <a:pt x="9360018" y="6313778"/>
                  </a:moveTo>
                  <a:lnTo>
                    <a:pt x="9341057" y="6313778"/>
                  </a:lnTo>
                  <a:lnTo>
                    <a:pt x="9332565" y="6320130"/>
                  </a:lnTo>
                  <a:lnTo>
                    <a:pt x="9332565" y="6341301"/>
                  </a:lnTo>
                  <a:lnTo>
                    <a:pt x="9338792" y="6347654"/>
                  </a:lnTo>
                  <a:lnTo>
                    <a:pt x="9357753" y="6347654"/>
                  </a:lnTo>
                  <a:lnTo>
                    <a:pt x="9366244" y="6341301"/>
                  </a:lnTo>
                  <a:lnTo>
                    <a:pt x="9366244" y="6322247"/>
                  </a:lnTo>
                  <a:lnTo>
                    <a:pt x="9360018" y="6313778"/>
                  </a:lnTo>
                  <a:close/>
                </a:path>
                <a:path w="9542780" h="6570345">
                  <a:moveTo>
                    <a:pt x="9360018" y="6358239"/>
                  </a:moveTo>
                  <a:lnTo>
                    <a:pt x="9341057" y="6358239"/>
                  </a:lnTo>
                  <a:lnTo>
                    <a:pt x="9332565" y="6364592"/>
                  </a:lnTo>
                  <a:lnTo>
                    <a:pt x="9332565" y="6385767"/>
                  </a:lnTo>
                  <a:lnTo>
                    <a:pt x="9338792" y="6392119"/>
                  </a:lnTo>
                  <a:lnTo>
                    <a:pt x="9357753" y="6392119"/>
                  </a:lnTo>
                  <a:lnTo>
                    <a:pt x="9366244" y="6385767"/>
                  </a:lnTo>
                  <a:lnTo>
                    <a:pt x="9366244" y="6366711"/>
                  </a:lnTo>
                  <a:lnTo>
                    <a:pt x="9360018" y="6358239"/>
                  </a:lnTo>
                  <a:close/>
                </a:path>
                <a:path w="9542780" h="6570345">
                  <a:moveTo>
                    <a:pt x="9360018" y="6402705"/>
                  </a:moveTo>
                  <a:lnTo>
                    <a:pt x="9341057" y="6402705"/>
                  </a:lnTo>
                  <a:lnTo>
                    <a:pt x="9332565" y="6409057"/>
                  </a:lnTo>
                  <a:lnTo>
                    <a:pt x="9332565" y="6430230"/>
                  </a:lnTo>
                  <a:lnTo>
                    <a:pt x="9338792" y="6436583"/>
                  </a:lnTo>
                  <a:lnTo>
                    <a:pt x="9357753" y="6436583"/>
                  </a:lnTo>
                  <a:lnTo>
                    <a:pt x="9366244" y="6428113"/>
                  </a:lnTo>
                  <a:lnTo>
                    <a:pt x="9366244" y="6411173"/>
                  </a:lnTo>
                  <a:lnTo>
                    <a:pt x="9360018" y="6402705"/>
                  </a:lnTo>
                  <a:close/>
                </a:path>
                <a:path w="9542780" h="6570345">
                  <a:moveTo>
                    <a:pt x="9360018" y="6447168"/>
                  </a:moveTo>
                  <a:lnTo>
                    <a:pt x="9341057" y="6447168"/>
                  </a:lnTo>
                  <a:lnTo>
                    <a:pt x="9332565" y="6453521"/>
                  </a:lnTo>
                  <a:lnTo>
                    <a:pt x="9332565" y="6474692"/>
                  </a:lnTo>
                  <a:lnTo>
                    <a:pt x="9338792" y="6481047"/>
                  </a:lnTo>
                  <a:lnTo>
                    <a:pt x="9357753" y="6481047"/>
                  </a:lnTo>
                  <a:lnTo>
                    <a:pt x="9366244" y="6472575"/>
                  </a:lnTo>
                  <a:lnTo>
                    <a:pt x="9366244" y="6455637"/>
                  </a:lnTo>
                  <a:lnTo>
                    <a:pt x="9360018" y="6447168"/>
                  </a:lnTo>
                  <a:close/>
                </a:path>
                <a:path w="9542780" h="6570345">
                  <a:moveTo>
                    <a:pt x="9402470" y="6313778"/>
                  </a:moveTo>
                  <a:lnTo>
                    <a:pt x="9383224" y="6313778"/>
                  </a:lnTo>
                  <a:lnTo>
                    <a:pt x="9374734" y="6320130"/>
                  </a:lnTo>
                  <a:lnTo>
                    <a:pt x="9374734" y="6341301"/>
                  </a:lnTo>
                  <a:lnTo>
                    <a:pt x="9381243" y="6347654"/>
                  </a:lnTo>
                  <a:lnTo>
                    <a:pt x="9402470" y="6347654"/>
                  </a:lnTo>
                  <a:lnTo>
                    <a:pt x="9408697" y="6341301"/>
                  </a:lnTo>
                  <a:lnTo>
                    <a:pt x="9408697" y="6322247"/>
                  </a:lnTo>
                  <a:lnTo>
                    <a:pt x="9402470" y="6313778"/>
                  </a:lnTo>
                  <a:close/>
                </a:path>
                <a:path w="9542780" h="6570345">
                  <a:moveTo>
                    <a:pt x="9402470" y="6358239"/>
                  </a:moveTo>
                  <a:lnTo>
                    <a:pt x="9383224" y="6358239"/>
                  </a:lnTo>
                  <a:lnTo>
                    <a:pt x="9374734" y="6364592"/>
                  </a:lnTo>
                  <a:lnTo>
                    <a:pt x="9374734" y="6385767"/>
                  </a:lnTo>
                  <a:lnTo>
                    <a:pt x="9381243" y="6392119"/>
                  </a:lnTo>
                  <a:lnTo>
                    <a:pt x="9402470" y="6392119"/>
                  </a:lnTo>
                  <a:lnTo>
                    <a:pt x="9408697" y="6385767"/>
                  </a:lnTo>
                  <a:lnTo>
                    <a:pt x="9408697" y="6366711"/>
                  </a:lnTo>
                  <a:lnTo>
                    <a:pt x="9402470" y="6358239"/>
                  </a:lnTo>
                  <a:close/>
                </a:path>
                <a:path w="9542780" h="6570345">
                  <a:moveTo>
                    <a:pt x="9402470" y="6402705"/>
                  </a:moveTo>
                  <a:lnTo>
                    <a:pt x="9383224" y="6402705"/>
                  </a:lnTo>
                  <a:lnTo>
                    <a:pt x="9374734" y="6409057"/>
                  </a:lnTo>
                  <a:lnTo>
                    <a:pt x="9374734" y="6430230"/>
                  </a:lnTo>
                  <a:lnTo>
                    <a:pt x="9381243" y="6436583"/>
                  </a:lnTo>
                  <a:lnTo>
                    <a:pt x="9402470" y="6436583"/>
                  </a:lnTo>
                  <a:lnTo>
                    <a:pt x="9408697" y="6428113"/>
                  </a:lnTo>
                  <a:lnTo>
                    <a:pt x="9408697" y="6411173"/>
                  </a:lnTo>
                  <a:lnTo>
                    <a:pt x="9402470" y="6402705"/>
                  </a:lnTo>
                  <a:close/>
                </a:path>
                <a:path w="9542780" h="6570345">
                  <a:moveTo>
                    <a:pt x="9402470" y="6447168"/>
                  </a:moveTo>
                  <a:lnTo>
                    <a:pt x="9383224" y="6447168"/>
                  </a:lnTo>
                  <a:lnTo>
                    <a:pt x="9374734" y="6453521"/>
                  </a:lnTo>
                  <a:lnTo>
                    <a:pt x="9374734" y="6474692"/>
                  </a:lnTo>
                  <a:lnTo>
                    <a:pt x="9381243" y="6481047"/>
                  </a:lnTo>
                  <a:lnTo>
                    <a:pt x="9402470" y="6481047"/>
                  </a:lnTo>
                  <a:lnTo>
                    <a:pt x="9408697" y="6472575"/>
                  </a:lnTo>
                  <a:lnTo>
                    <a:pt x="9408697" y="6455637"/>
                  </a:lnTo>
                  <a:lnTo>
                    <a:pt x="9402470" y="6447168"/>
                  </a:lnTo>
                  <a:close/>
                </a:path>
                <a:path w="9542780" h="6570345">
                  <a:moveTo>
                    <a:pt x="9446898" y="6313778"/>
                  </a:moveTo>
                  <a:lnTo>
                    <a:pt x="9427937" y="6313778"/>
                  </a:lnTo>
                  <a:lnTo>
                    <a:pt x="9419454" y="6320130"/>
                  </a:lnTo>
                  <a:lnTo>
                    <a:pt x="9419454" y="6341301"/>
                  </a:lnTo>
                  <a:lnTo>
                    <a:pt x="9425677" y="6347654"/>
                  </a:lnTo>
                  <a:lnTo>
                    <a:pt x="9446898" y="6347654"/>
                  </a:lnTo>
                  <a:lnTo>
                    <a:pt x="9453413" y="6341301"/>
                  </a:lnTo>
                  <a:lnTo>
                    <a:pt x="9453413" y="6322247"/>
                  </a:lnTo>
                  <a:lnTo>
                    <a:pt x="9446898" y="6313778"/>
                  </a:lnTo>
                  <a:close/>
                </a:path>
                <a:path w="9542780" h="6570345">
                  <a:moveTo>
                    <a:pt x="9446898" y="6358239"/>
                  </a:moveTo>
                  <a:lnTo>
                    <a:pt x="9427937" y="6358239"/>
                  </a:lnTo>
                  <a:lnTo>
                    <a:pt x="9419454" y="6364592"/>
                  </a:lnTo>
                  <a:lnTo>
                    <a:pt x="9419454" y="6385767"/>
                  </a:lnTo>
                  <a:lnTo>
                    <a:pt x="9425677" y="6392119"/>
                  </a:lnTo>
                  <a:lnTo>
                    <a:pt x="9446898" y="6392119"/>
                  </a:lnTo>
                  <a:lnTo>
                    <a:pt x="9453413" y="6385767"/>
                  </a:lnTo>
                  <a:lnTo>
                    <a:pt x="9453413" y="6366711"/>
                  </a:lnTo>
                  <a:lnTo>
                    <a:pt x="9446898" y="6358239"/>
                  </a:lnTo>
                  <a:close/>
                </a:path>
                <a:path w="9542780" h="6570345">
                  <a:moveTo>
                    <a:pt x="9446898" y="6402705"/>
                  </a:moveTo>
                  <a:lnTo>
                    <a:pt x="9427937" y="6402705"/>
                  </a:lnTo>
                  <a:lnTo>
                    <a:pt x="9419454" y="6409057"/>
                  </a:lnTo>
                  <a:lnTo>
                    <a:pt x="9419454" y="6430230"/>
                  </a:lnTo>
                  <a:lnTo>
                    <a:pt x="9425677" y="6436583"/>
                  </a:lnTo>
                  <a:lnTo>
                    <a:pt x="9446898" y="6436583"/>
                  </a:lnTo>
                  <a:lnTo>
                    <a:pt x="9453413" y="6428113"/>
                  </a:lnTo>
                  <a:lnTo>
                    <a:pt x="9453413" y="6411173"/>
                  </a:lnTo>
                  <a:lnTo>
                    <a:pt x="9446898" y="6402705"/>
                  </a:lnTo>
                  <a:close/>
                </a:path>
                <a:path w="9542780" h="6570345">
                  <a:moveTo>
                    <a:pt x="9446898" y="6447168"/>
                  </a:moveTo>
                  <a:lnTo>
                    <a:pt x="9427937" y="6447168"/>
                  </a:lnTo>
                  <a:lnTo>
                    <a:pt x="9419454" y="6453521"/>
                  </a:lnTo>
                  <a:lnTo>
                    <a:pt x="9419454" y="6474692"/>
                  </a:lnTo>
                  <a:lnTo>
                    <a:pt x="9425677" y="6481047"/>
                  </a:lnTo>
                  <a:lnTo>
                    <a:pt x="9446898" y="6481047"/>
                  </a:lnTo>
                  <a:lnTo>
                    <a:pt x="9453413" y="6472575"/>
                  </a:lnTo>
                  <a:lnTo>
                    <a:pt x="9453413" y="6455637"/>
                  </a:lnTo>
                  <a:lnTo>
                    <a:pt x="9446898" y="6447168"/>
                  </a:lnTo>
                  <a:close/>
                </a:path>
                <a:path w="9542780" h="6570345">
                  <a:moveTo>
                    <a:pt x="9491615" y="6358239"/>
                  </a:moveTo>
                  <a:lnTo>
                    <a:pt x="9470393" y="6358239"/>
                  </a:lnTo>
                  <a:lnTo>
                    <a:pt x="9463878" y="6364592"/>
                  </a:lnTo>
                  <a:lnTo>
                    <a:pt x="9463878" y="6385767"/>
                  </a:lnTo>
                  <a:lnTo>
                    <a:pt x="9470393" y="6392119"/>
                  </a:lnTo>
                  <a:lnTo>
                    <a:pt x="9491615" y="6392119"/>
                  </a:lnTo>
                  <a:lnTo>
                    <a:pt x="9497838" y="6385767"/>
                  </a:lnTo>
                  <a:lnTo>
                    <a:pt x="9497838" y="6366711"/>
                  </a:lnTo>
                  <a:lnTo>
                    <a:pt x="9491615" y="6358239"/>
                  </a:lnTo>
                  <a:close/>
                </a:path>
                <a:path w="9542780" h="6570345">
                  <a:moveTo>
                    <a:pt x="9491615" y="6402705"/>
                  </a:moveTo>
                  <a:lnTo>
                    <a:pt x="9470393" y="6402705"/>
                  </a:lnTo>
                  <a:lnTo>
                    <a:pt x="9463878" y="6409057"/>
                  </a:lnTo>
                  <a:lnTo>
                    <a:pt x="9463878" y="6430230"/>
                  </a:lnTo>
                  <a:lnTo>
                    <a:pt x="9470393" y="6436583"/>
                  </a:lnTo>
                  <a:lnTo>
                    <a:pt x="9491615" y="6436583"/>
                  </a:lnTo>
                  <a:lnTo>
                    <a:pt x="9497838" y="6428113"/>
                  </a:lnTo>
                  <a:lnTo>
                    <a:pt x="9497838" y="6411173"/>
                  </a:lnTo>
                  <a:lnTo>
                    <a:pt x="9491615" y="6402705"/>
                  </a:lnTo>
                  <a:close/>
                </a:path>
                <a:path w="9542780" h="6570345">
                  <a:moveTo>
                    <a:pt x="9491615" y="6447168"/>
                  </a:moveTo>
                  <a:lnTo>
                    <a:pt x="9470393" y="6447168"/>
                  </a:lnTo>
                  <a:lnTo>
                    <a:pt x="9463878" y="6453521"/>
                  </a:lnTo>
                  <a:lnTo>
                    <a:pt x="9463878" y="6474692"/>
                  </a:lnTo>
                  <a:lnTo>
                    <a:pt x="9470393" y="6481047"/>
                  </a:lnTo>
                  <a:lnTo>
                    <a:pt x="9491615" y="6481047"/>
                  </a:lnTo>
                  <a:lnTo>
                    <a:pt x="9497838" y="6472575"/>
                  </a:lnTo>
                  <a:lnTo>
                    <a:pt x="9497838" y="6455637"/>
                  </a:lnTo>
                  <a:lnTo>
                    <a:pt x="9491615" y="6447168"/>
                  </a:lnTo>
                  <a:close/>
                </a:path>
                <a:path w="9542780" h="6570345">
                  <a:moveTo>
                    <a:pt x="9536052" y="6402705"/>
                  </a:moveTo>
                  <a:lnTo>
                    <a:pt x="9514831" y="6402705"/>
                  </a:lnTo>
                  <a:lnTo>
                    <a:pt x="9508316" y="6409057"/>
                  </a:lnTo>
                  <a:lnTo>
                    <a:pt x="9508316" y="6430230"/>
                  </a:lnTo>
                  <a:lnTo>
                    <a:pt x="9514831" y="6436583"/>
                  </a:lnTo>
                  <a:lnTo>
                    <a:pt x="9536052" y="6436583"/>
                  </a:lnTo>
                  <a:lnTo>
                    <a:pt x="9542275" y="6428113"/>
                  </a:lnTo>
                  <a:lnTo>
                    <a:pt x="9542275" y="6411173"/>
                  </a:lnTo>
                  <a:lnTo>
                    <a:pt x="9536052" y="6402705"/>
                  </a:lnTo>
                  <a:close/>
                </a:path>
                <a:path w="9542780" h="6570345">
                  <a:moveTo>
                    <a:pt x="8651642" y="5519795"/>
                  </a:moveTo>
                  <a:lnTo>
                    <a:pt x="8630417" y="5519795"/>
                  </a:lnTo>
                  <a:lnTo>
                    <a:pt x="8624190" y="5526125"/>
                  </a:lnTo>
                  <a:lnTo>
                    <a:pt x="8624190" y="5545199"/>
                  </a:lnTo>
                  <a:lnTo>
                    <a:pt x="8630417" y="5553649"/>
                  </a:lnTo>
                  <a:lnTo>
                    <a:pt x="8651642" y="5553649"/>
                  </a:lnTo>
                  <a:lnTo>
                    <a:pt x="8658151" y="5545199"/>
                  </a:lnTo>
                  <a:lnTo>
                    <a:pt x="8658151" y="5528245"/>
                  </a:lnTo>
                  <a:lnTo>
                    <a:pt x="8651642" y="5519795"/>
                  </a:lnTo>
                  <a:close/>
                </a:path>
                <a:path w="9542780" h="6570345">
                  <a:moveTo>
                    <a:pt x="8651642" y="5564245"/>
                  </a:moveTo>
                  <a:lnTo>
                    <a:pt x="8630417" y="5564245"/>
                  </a:lnTo>
                  <a:lnTo>
                    <a:pt x="8624190" y="5570603"/>
                  </a:lnTo>
                  <a:lnTo>
                    <a:pt x="8624190" y="5589649"/>
                  </a:lnTo>
                  <a:lnTo>
                    <a:pt x="8630417" y="5598126"/>
                  </a:lnTo>
                  <a:lnTo>
                    <a:pt x="8651642" y="5598126"/>
                  </a:lnTo>
                  <a:lnTo>
                    <a:pt x="8658151" y="5589649"/>
                  </a:lnTo>
                  <a:lnTo>
                    <a:pt x="8658151" y="5572723"/>
                  </a:lnTo>
                  <a:lnTo>
                    <a:pt x="8651642" y="5564245"/>
                  </a:lnTo>
                  <a:close/>
                </a:path>
                <a:path w="9542780" h="6570345">
                  <a:moveTo>
                    <a:pt x="8651642" y="5608723"/>
                  </a:moveTo>
                  <a:lnTo>
                    <a:pt x="8630417" y="5608723"/>
                  </a:lnTo>
                  <a:lnTo>
                    <a:pt x="8624190" y="5615053"/>
                  </a:lnTo>
                  <a:lnTo>
                    <a:pt x="8624190" y="5634128"/>
                  </a:lnTo>
                  <a:lnTo>
                    <a:pt x="8630417" y="5642578"/>
                  </a:lnTo>
                  <a:lnTo>
                    <a:pt x="8651642" y="5642578"/>
                  </a:lnTo>
                  <a:lnTo>
                    <a:pt x="8658151" y="5634128"/>
                  </a:lnTo>
                  <a:lnTo>
                    <a:pt x="8658151" y="5617173"/>
                  </a:lnTo>
                  <a:lnTo>
                    <a:pt x="8651642" y="5608723"/>
                  </a:lnTo>
                  <a:close/>
                </a:path>
                <a:path w="9542780" h="6570345">
                  <a:moveTo>
                    <a:pt x="8651642" y="5653175"/>
                  </a:moveTo>
                  <a:lnTo>
                    <a:pt x="8630417" y="5653175"/>
                  </a:lnTo>
                  <a:lnTo>
                    <a:pt x="8624190" y="5659532"/>
                  </a:lnTo>
                  <a:lnTo>
                    <a:pt x="8624190" y="5678578"/>
                  </a:lnTo>
                  <a:lnTo>
                    <a:pt x="8630417" y="5687056"/>
                  </a:lnTo>
                  <a:lnTo>
                    <a:pt x="8651642" y="5687056"/>
                  </a:lnTo>
                  <a:lnTo>
                    <a:pt x="8658151" y="5678578"/>
                  </a:lnTo>
                  <a:lnTo>
                    <a:pt x="8658151" y="5661652"/>
                  </a:lnTo>
                  <a:lnTo>
                    <a:pt x="8651642" y="5653175"/>
                  </a:lnTo>
                  <a:close/>
                </a:path>
                <a:path w="9542780" h="6570345">
                  <a:moveTo>
                    <a:pt x="8651642" y="5695533"/>
                  </a:moveTo>
                  <a:lnTo>
                    <a:pt x="8630417" y="5695533"/>
                  </a:lnTo>
                  <a:lnTo>
                    <a:pt x="8624190" y="5701863"/>
                  </a:lnTo>
                  <a:lnTo>
                    <a:pt x="8624190" y="5720937"/>
                  </a:lnTo>
                  <a:lnTo>
                    <a:pt x="8630417" y="5729386"/>
                  </a:lnTo>
                  <a:lnTo>
                    <a:pt x="8651642" y="5729386"/>
                  </a:lnTo>
                  <a:lnTo>
                    <a:pt x="8658151" y="5723056"/>
                  </a:lnTo>
                  <a:lnTo>
                    <a:pt x="8658151" y="5703982"/>
                  </a:lnTo>
                  <a:lnTo>
                    <a:pt x="8651642" y="5695533"/>
                  </a:lnTo>
                  <a:close/>
                </a:path>
                <a:path w="9542780" h="6570345">
                  <a:moveTo>
                    <a:pt x="8651642" y="5739983"/>
                  </a:moveTo>
                  <a:lnTo>
                    <a:pt x="8630417" y="5739983"/>
                  </a:lnTo>
                  <a:lnTo>
                    <a:pt x="8624190" y="5746342"/>
                  </a:lnTo>
                  <a:lnTo>
                    <a:pt x="8624190" y="5765388"/>
                  </a:lnTo>
                  <a:lnTo>
                    <a:pt x="8630417" y="5773865"/>
                  </a:lnTo>
                  <a:lnTo>
                    <a:pt x="8651642" y="5773865"/>
                  </a:lnTo>
                  <a:lnTo>
                    <a:pt x="8658151" y="5767506"/>
                  </a:lnTo>
                  <a:lnTo>
                    <a:pt x="8658151" y="5748460"/>
                  </a:lnTo>
                  <a:lnTo>
                    <a:pt x="8651642" y="5739983"/>
                  </a:lnTo>
                  <a:close/>
                </a:path>
                <a:path w="9542780" h="6570345">
                  <a:moveTo>
                    <a:pt x="8651642" y="5784462"/>
                  </a:moveTo>
                  <a:lnTo>
                    <a:pt x="8630417" y="5784462"/>
                  </a:lnTo>
                  <a:lnTo>
                    <a:pt x="8624190" y="5790792"/>
                  </a:lnTo>
                  <a:lnTo>
                    <a:pt x="8624190" y="5809866"/>
                  </a:lnTo>
                  <a:lnTo>
                    <a:pt x="8630417" y="5818315"/>
                  </a:lnTo>
                  <a:lnTo>
                    <a:pt x="8651642" y="5818315"/>
                  </a:lnTo>
                  <a:lnTo>
                    <a:pt x="8658151" y="5809866"/>
                  </a:lnTo>
                  <a:lnTo>
                    <a:pt x="8658151" y="5792911"/>
                  </a:lnTo>
                  <a:lnTo>
                    <a:pt x="8651642" y="5784462"/>
                  </a:lnTo>
                  <a:close/>
                </a:path>
                <a:path w="9542780" h="6570345">
                  <a:moveTo>
                    <a:pt x="8651642" y="5828912"/>
                  </a:moveTo>
                  <a:lnTo>
                    <a:pt x="8630417" y="5828912"/>
                  </a:lnTo>
                  <a:lnTo>
                    <a:pt x="8624190" y="5835270"/>
                  </a:lnTo>
                  <a:lnTo>
                    <a:pt x="8624190" y="5854316"/>
                  </a:lnTo>
                  <a:lnTo>
                    <a:pt x="8630417" y="5862793"/>
                  </a:lnTo>
                  <a:lnTo>
                    <a:pt x="8651642" y="5862793"/>
                  </a:lnTo>
                  <a:lnTo>
                    <a:pt x="8658151" y="5854316"/>
                  </a:lnTo>
                  <a:lnTo>
                    <a:pt x="8658151" y="5837389"/>
                  </a:lnTo>
                  <a:lnTo>
                    <a:pt x="8651642" y="5828912"/>
                  </a:lnTo>
                  <a:close/>
                </a:path>
                <a:path w="9542780" h="6570345">
                  <a:moveTo>
                    <a:pt x="8651642" y="5873362"/>
                  </a:moveTo>
                  <a:lnTo>
                    <a:pt x="8630417" y="5873362"/>
                  </a:lnTo>
                  <a:lnTo>
                    <a:pt x="8624190" y="5879720"/>
                  </a:lnTo>
                  <a:lnTo>
                    <a:pt x="8624190" y="5898795"/>
                  </a:lnTo>
                  <a:lnTo>
                    <a:pt x="8630417" y="5907243"/>
                  </a:lnTo>
                  <a:lnTo>
                    <a:pt x="8651642" y="5907243"/>
                  </a:lnTo>
                  <a:lnTo>
                    <a:pt x="8658151" y="5898795"/>
                  </a:lnTo>
                  <a:lnTo>
                    <a:pt x="8658151" y="5881839"/>
                  </a:lnTo>
                  <a:lnTo>
                    <a:pt x="8651642" y="5873362"/>
                  </a:lnTo>
                  <a:close/>
                </a:path>
                <a:path w="9542780" h="6570345">
                  <a:moveTo>
                    <a:pt x="8651642" y="5917840"/>
                  </a:moveTo>
                  <a:lnTo>
                    <a:pt x="8630417" y="5917840"/>
                  </a:lnTo>
                  <a:lnTo>
                    <a:pt x="8624190" y="5924199"/>
                  </a:lnTo>
                  <a:lnTo>
                    <a:pt x="8624190" y="5943245"/>
                  </a:lnTo>
                  <a:lnTo>
                    <a:pt x="8630417" y="5951722"/>
                  </a:lnTo>
                  <a:lnTo>
                    <a:pt x="8651642" y="5951722"/>
                  </a:lnTo>
                  <a:lnTo>
                    <a:pt x="8658151" y="5943245"/>
                  </a:lnTo>
                  <a:lnTo>
                    <a:pt x="8658151" y="5926319"/>
                  </a:lnTo>
                  <a:lnTo>
                    <a:pt x="8651642" y="5917840"/>
                  </a:lnTo>
                  <a:close/>
                </a:path>
                <a:path w="9542780" h="6570345">
                  <a:moveTo>
                    <a:pt x="8651642" y="5962291"/>
                  </a:moveTo>
                  <a:lnTo>
                    <a:pt x="8630417" y="5962291"/>
                  </a:lnTo>
                  <a:lnTo>
                    <a:pt x="8624190" y="5968649"/>
                  </a:lnTo>
                  <a:lnTo>
                    <a:pt x="8624190" y="5987723"/>
                  </a:lnTo>
                  <a:lnTo>
                    <a:pt x="8630417" y="5996172"/>
                  </a:lnTo>
                  <a:lnTo>
                    <a:pt x="8651642" y="5996172"/>
                  </a:lnTo>
                  <a:lnTo>
                    <a:pt x="8658151" y="5987723"/>
                  </a:lnTo>
                  <a:lnTo>
                    <a:pt x="8658151" y="5970769"/>
                  </a:lnTo>
                  <a:lnTo>
                    <a:pt x="8651642" y="5962291"/>
                  </a:lnTo>
                  <a:close/>
                </a:path>
                <a:path w="9542780" h="6570345">
                  <a:moveTo>
                    <a:pt x="8651642" y="6004650"/>
                  </a:moveTo>
                  <a:lnTo>
                    <a:pt x="8630417" y="6004650"/>
                  </a:lnTo>
                  <a:lnTo>
                    <a:pt x="8624190" y="6011009"/>
                  </a:lnTo>
                  <a:lnTo>
                    <a:pt x="8624190" y="6030055"/>
                  </a:lnTo>
                  <a:lnTo>
                    <a:pt x="8630417" y="6038532"/>
                  </a:lnTo>
                  <a:lnTo>
                    <a:pt x="8651642" y="6038532"/>
                  </a:lnTo>
                  <a:lnTo>
                    <a:pt x="8658151" y="6032173"/>
                  </a:lnTo>
                  <a:lnTo>
                    <a:pt x="8658151" y="6013127"/>
                  </a:lnTo>
                  <a:lnTo>
                    <a:pt x="8651642" y="6004650"/>
                  </a:lnTo>
                  <a:close/>
                </a:path>
                <a:path w="9542780" h="6570345">
                  <a:moveTo>
                    <a:pt x="8651642" y="6049100"/>
                  </a:moveTo>
                  <a:lnTo>
                    <a:pt x="8630417" y="6049100"/>
                  </a:lnTo>
                  <a:lnTo>
                    <a:pt x="8624190" y="6055459"/>
                  </a:lnTo>
                  <a:lnTo>
                    <a:pt x="8624190" y="6074533"/>
                  </a:lnTo>
                  <a:lnTo>
                    <a:pt x="8630417" y="6082982"/>
                  </a:lnTo>
                  <a:lnTo>
                    <a:pt x="8651642" y="6082982"/>
                  </a:lnTo>
                  <a:lnTo>
                    <a:pt x="8658151" y="6076623"/>
                  </a:lnTo>
                  <a:lnTo>
                    <a:pt x="8658151" y="6057578"/>
                  </a:lnTo>
                  <a:lnTo>
                    <a:pt x="8651642" y="6049100"/>
                  </a:lnTo>
                  <a:close/>
                </a:path>
                <a:path w="9542780" h="6570345">
                  <a:moveTo>
                    <a:pt x="8607209" y="5475316"/>
                  </a:moveTo>
                  <a:lnTo>
                    <a:pt x="8585983" y="5475316"/>
                  </a:lnTo>
                  <a:lnTo>
                    <a:pt x="8579758" y="5481675"/>
                  </a:lnTo>
                  <a:lnTo>
                    <a:pt x="8579758" y="5502840"/>
                  </a:lnTo>
                  <a:lnTo>
                    <a:pt x="8585983" y="5509199"/>
                  </a:lnTo>
                  <a:lnTo>
                    <a:pt x="8607209" y="5509199"/>
                  </a:lnTo>
                  <a:lnTo>
                    <a:pt x="8613719" y="5500721"/>
                  </a:lnTo>
                  <a:lnTo>
                    <a:pt x="8613719" y="5483795"/>
                  </a:lnTo>
                  <a:lnTo>
                    <a:pt x="8607209" y="5475316"/>
                  </a:lnTo>
                  <a:close/>
                </a:path>
                <a:path w="9542780" h="6570345">
                  <a:moveTo>
                    <a:pt x="8607209" y="5519795"/>
                  </a:moveTo>
                  <a:lnTo>
                    <a:pt x="8585983" y="5519795"/>
                  </a:lnTo>
                  <a:lnTo>
                    <a:pt x="8579758" y="5526125"/>
                  </a:lnTo>
                  <a:lnTo>
                    <a:pt x="8579758" y="5545199"/>
                  </a:lnTo>
                  <a:lnTo>
                    <a:pt x="8585983" y="5553649"/>
                  </a:lnTo>
                  <a:lnTo>
                    <a:pt x="8607209" y="5553649"/>
                  </a:lnTo>
                  <a:lnTo>
                    <a:pt x="8613719" y="5545199"/>
                  </a:lnTo>
                  <a:lnTo>
                    <a:pt x="8613719" y="5528245"/>
                  </a:lnTo>
                  <a:lnTo>
                    <a:pt x="8607209" y="5519795"/>
                  </a:lnTo>
                  <a:close/>
                </a:path>
                <a:path w="9542780" h="6570345">
                  <a:moveTo>
                    <a:pt x="8607209" y="5564245"/>
                  </a:moveTo>
                  <a:lnTo>
                    <a:pt x="8585983" y="5564245"/>
                  </a:lnTo>
                  <a:lnTo>
                    <a:pt x="8579758" y="5570603"/>
                  </a:lnTo>
                  <a:lnTo>
                    <a:pt x="8579758" y="5589649"/>
                  </a:lnTo>
                  <a:lnTo>
                    <a:pt x="8585983" y="5598126"/>
                  </a:lnTo>
                  <a:lnTo>
                    <a:pt x="8607209" y="5598126"/>
                  </a:lnTo>
                  <a:lnTo>
                    <a:pt x="8613719" y="5589649"/>
                  </a:lnTo>
                  <a:lnTo>
                    <a:pt x="8613719" y="5572723"/>
                  </a:lnTo>
                  <a:lnTo>
                    <a:pt x="8607209" y="5564245"/>
                  </a:lnTo>
                  <a:close/>
                </a:path>
                <a:path w="9542780" h="6570345">
                  <a:moveTo>
                    <a:pt x="8607209" y="5608723"/>
                  </a:moveTo>
                  <a:lnTo>
                    <a:pt x="8585983" y="5608723"/>
                  </a:lnTo>
                  <a:lnTo>
                    <a:pt x="8579758" y="5615053"/>
                  </a:lnTo>
                  <a:lnTo>
                    <a:pt x="8579758" y="5634128"/>
                  </a:lnTo>
                  <a:lnTo>
                    <a:pt x="8585983" y="5642578"/>
                  </a:lnTo>
                  <a:lnTo>
                    <a:pt x="8607209" y="5642578"/>
                  </a:lnTo>
                  <a:lnTo>
                    <a:pt x="8613719" y="5634128"/>
                  </a:lnTo>
                  <a:lnTo>
                    <a:pt x="8613719" y="5617173"/>
                  </a:lnTo>
                  <a:lnTo>
                    <a:pt x="8607209" y="5608723"/>
                  </a:lnTo>
                  <a:close/>
                </a:path>
                <a:path w="9542780" h="6570345">
                  <a:moveTo>
                    <a:pt x="8607209" y="5653175"/>
                  </a:moveTo>
                  <a:lnTo>
                    <a:pt x="8585983" y="5653175"/>
                  </a:lnTo>
                  <a:lnTo>
                    <a:pt x="8579758" y="5659532"/>
                  </a:lnTo>
                  <a:lnTo>
                    <a:pt x="8579758" y="5678578"/>
                  </a:lnTo>
                  <a:lnTo>
                    <a:pt x="8585983" y="5687056"/>
                  </a:lnTo>
                  <a:lnTo>
                    <a:pt x="8607209" y="5687056"/>
                  </a:lnTo>
                  <a:lnTo>
                    <a:pt x="8613719" y="5678578"/>
                  </a:lnTo>
                  <a:lnTo>
                    <a:pt x="8613719" y="5661652"/>
                  </a:lnTo>
                  <a:lnTo>
                    <a:pt x="8607209" y="5653175"/>
                  </a:lnTo>
                  <a:close/>
                </a:path>
                <a:path w="9542780" h="6570345">
                  <a:moveTo>
                    <a:pt x="8607209" y="5695533"/>
                  </a:moveTo>
                  <a:lnTo>
                    <a:pt x="8585983" y="5695533"/>
                  </a:lnTo>
                  <a:lnTo>
                    <a:pt x="8579758" y="5701863"/>
                  </a:lnTo>
                  <a:lnTo>
                    <a:pt x="8579758" y="5720937"/>
                  </a:lnTo>
                  <a:lnTo>
                    <a:pt x="8585983" y="5729386"/>
                  </a:lnTo>
                  <a:lnTo>
                    <a:pt x="8607209" y="5729386"/>
                  </a:lnTo>
                  <a:lnTo>
                    <a:pt x="8613719" y="5723056"/>
                  </a:lnTo>
                  <a:lnTo>
                    <a:pt x="8613719" y="5703982"/>
                  </a:lnTo>
                  <a:lnTo>
                    <a:pt x="8607209" y="5695533"/>
                  </a:lnTo>
                  <a:close/>
                </a:path>
                <a:path w="9542780" h="6570345">
                  <a:moveTo>
                    <a:pt x="8607209" y="5739983"/>
                  </a:moveTo>
                  <a:lnTo>
                    <a:pt x="8585983" y="5739983"/>
                  </a:lnTo>
                  <a:lnTo>
                    <a:pt x="8579758" y="5746342"/>
                  </a:lnTo>
                  <a:lnTo>
                    <a:pt x="8579758" y="5765388"/>
                  </a:lnTo>
                  <a:lnTo>
                    <a:pt x="8585983" y="5773865"/>
                  </a:lnTo>
                  <a:lnTo>
                    <a:pt x="8607209" y="5773865"/>
                  </a:lnTo>
                  <a:lnTo>
                    <a:pt x="8613719" y="5767506"/>
                  </a:lnTo>
                  <a:lnTo>
                    <a:pt x="8613719" y="5748460"/>
                  </a:lnTo>
                  <a:lnTo>
                    <a:pt x="8607209" y="5739983"/>
                  </a:lnTo>
                  <a:close/>
                </a:path>
                <a:path w="9542780" h="6570345">
                  <a:moveTo>
                    <a:pt x="8607209" y="5784462"/>
                  </a:moveTo>
                  <a:lnTo>
                    <a:pt x="8585983" y="5784462"/>
                  </a:lnTo>
                  <a:lnTo>
                    <a:pt x="8579758" y="5790792"/>
                  </a:lnTo>
                  <a:lnTo>
                    <a:pt x="8579758" y="5809866"/>
                  </a:lnTo>
                  <a:lnTo>
                    <a:pt x="8585983" y="5818315"/>
                  </a:lnTo>
                  <a:lnTo>
                    <a:pt x="8607209" y="5818315"/>
                  </a:lnTo>
                  <a:lnTo>
                    <a:pt x="8613719" y="5809866"/>
                  </a:lnTo>
                  <a:lnTo>
                    <a:pt x="8613719" y="5792911"/>
                  </a:lnTo>
                  <a:lnTo>
                    <a:pt x="8607209" y="5784462"/>
                  </a:lnTo>
                  <a:close/>
                </a:path>
                <a:path w="9542780" h="6570345">
                  <a:moveTo>
                    <a:pt x="8607209" y="5828912"/>
                  </a:moveTo>
                  <a:lnTo>
                    <a:pt x="8585983" y="5828912"/>
                  </a:lnTo>
                  <a:lnTo>
                    <a:pt x="8579758" y="5835270"/>
                  </a:lnTo>
                  <a:lnTo>
                    <a:pt x="8579758" y="5854316"/>
                  </a:lnTo>
                  <a:lnTo>
                    <a:pt x="8585983" y="5862793"/>
                  </a:lnTo>
                  <a:lnTo>
                    <a:pt x="8607209" y="5862793"/>
                  </a:lnTo>
                  <a:lnTo>
                    <a:pt x="8613719" y="5854316"/>
                  </a:lnTo>
                  <a:lnTo>
                    <a:pt x="8613719" y="5837389"/>
                  </a:lnTo>
                  <a:lnTo>
                    <a:pt x="8607209" y="5828912"/>
                  </a:lnTo>
                  <a:close/>
                </a:path>
                <a:path w="9542780" h="6570345">
                  <a:moveTo>
                    <a:pt x="8607209" y="5873362"/>
                  </a:moveTo>
                  <a:lnTo>
                    <a:pt x="8585983" y="5873362"/>
                  </a:lnTo>
                  <a:lnTo>
                    <a:pt x="8579758" y="5879720"/>
                  </a:lnTo>
                  <a:lnTo>
                    <a:pt x="8579758" y="5898795"/>
                  </a:lnTo>
                  <a:lnTo>
                    <a:pt x="8585983" y="5907243"/>
                  </a:lnTo>
                  <a:lnTo>
                    <a:pt x="8607209" y="5907243"/>
                  </a:lnTo>
                  <a:lnTo>
                    <a:pt x="8613719" y="5898795"/>
                  </a:lnTo>
                  <a:lnTo>
                    <a:pt x="8613719" y="5881839"/>
                  </a:lnTo>
                  <a:lnTo>
                    <a:pt x="8607209" y="5873362"/>
                  </a:lnTo>
                  <a:close/>
                </a:path>
                <a:path w="9542780" h="6570345">
                  <a:moveTo>
                    <a:pt x="8607209" y="5917840"/>
                  </a:moveTo>
                  <a:lnTo>
                    <a:pt x="8585983" y="5917840"/>
                  </a:lnTo>
                  <a:lnTo>
                    <a:pt x="8579758" y="5924199"/>
                  </a:lnTo>
                  <a:lnTo>
                    <a:pt x="8579758" y="5943245"/>
                  </a:lnTo>
                  <a:lnTo>
                    <a:pt x="8585983" y="5951722"/>
                  </a:lnTo>
                  <a:lnTo>
                    <a:pt x="8607209" y="5951722"/>
                  </a:lnTo>
                  <a:lnTo>
                    <a:pt x="8613719" y="5943245"/>
                  </a:lnTo>
                  <a:lnTo>
                    <a:pt x="8613719" y="5926319"/>
                  </a:lnTo>
                  <a:lnTo>
                    <a:pt x="8607209" y="5917840"/>
                  </a:lnTo>
                  <a:close/>
                </a:path>
                <a:path w="9542780" h="6570345">
                  <a:moveTo>
                    <a:pt x="8607209" y="5962291"/>
                  </a:moveTo>
                  <a:lnTo>
                    <a:pt x="8585983" y="5962291"/>
                  </a:lnTo>
                  <a:lnTo>
                    <a:pt x="8579758" y="5968649"/>
                  </a:lnTo>
                  <a:lnTo>
                    <a:pt x="8579758" y="5987723"/>
                  </a:lnTo>
                  <a:lnTo>
                    <a:pt x="8585983" y="5996172"/>
                  </a:lnTo>
                  <a:lnTo>
                    <a:pt x="8607209" y="5996172"/>
                  </a:lnTo>
                  <a:lnTo>
                    <a:pt x="8613719" y="5987723"/>
                  </a:lnTo>
                  <a:lnTo>
                    <a:pt x="8613719" y="5970769"/>
                  </a:lnTo>
                  <a:lnTo>
                    <a:pt x="8607209" y="5962291"/>
                  </a:lnTo>
                  <a:close/>
                </a:path>
                <a:path w="9542780" h="6570345">
                  <a:moveTo>
                    <a:pt x="8607209" y="6004650"/>
                  </a:moveTo>
                  <a:lnTo>
                    <a:pt x="8585983" y="6004650"/>
                  </a:lnTo>
                  <a:lnTo>
                    <a:pt x="8579758" y="6011009"/>
                  </a:lnTo>
                  <a:lnTo>
                    <a:pt x="8579758" y="6030055"/>
                  </a:lnTo>
                  <a:lnTo>
                    <a:pt x="8585983" y="6038532"/>
                  </a:lnTo>
                  <a:lnTo>
                    <a:pt x="8607209" y="6038532"/>
                  </a:lnTo>
                  <a:lnTo>
                    <a:pt x="8613719" y="6032173"/>
                  </a:lnTo>
                  <a:lnTo>
                    <a:pt x="8613719" y="6013127"/>
                  </a:lnTo>
                  <a:lnTo>
                    <a:pt x="8607209" y="6004650"/>
                  </a:lnTo>
                  <a:close/>
                </a:path>
                <a:path w="9542780" h="6570345">
                  <a:moveTo>
                    <a:pt x="8607209" y="6049100"/>
                  </a:moveTo>
                  <a:lnTo>
                    <a:pt x="8585983" y="6049100"/>
                  </a:lnTo>
                  <a:lnTo>
                    <a:pt x="8579758" y="6055459"/>
                  </a:lnTo>
                  <a:lnTo>
                    <a:pt x="8579758" y="6074533"/>
                  </a:lnTo>
                  <a:lnTo>
                    <a:pt x="8585983" y="6082982"/>
                  </a:lnTo>
                  <a:lnTo>
                    <a:pt x="8607209" y="6082982"/>
                  </a:lnTo>
                  <a:lnTo>
                    <a:pt x="8613719" y="6076623"/>
                  </a:lnTo>
                  <a:lnTo>
                    <a:pt x="8613719" y="6057578"/>
                  </a:lnTo>
                  <a:lnTo>
                    <a:pt x="8607209" y="6049100"/>
                  </a:lnTo>
                  <a:close/>
                </a:path>
                <a:path w="9542780" h="6570345">
                  <a:moveTo>
                    <a:pt x="8607209" y="6093579"/>
                  </a:moveTo>
                  <a:lnTo>
                    <a:pt x="8585983" y="6093579"/>
                  </a:lnTo>
                  <a:lnTo>
                    <a:pt x="8579758" y="6099936"/>
                  </a:lnTo>
                  <a:lnTo>
                    <a:pt x="8579758" y="6118983"/>
                  </a:lnTo>
                  <a:lnTo>
                    <a:pt x="8585983" y="6127460"/>
                  </a:lnTo>
                  <a:lnTo>
                    <a:pt x="8607209" y="6127460"/>
                  </a:lnTo>
                  <a:lnTo>
                    <a:pt x="8613719" y="6118983"/>
                  </a:lnTo>
                  <a:lnTo>
                    <a:pt x="8613719" y="6102056"/>
                  </a:lnTo>
                  <a:lnTo>
                    <a:pt x="8607209" y="6093579"/>
                  </a:lnTo>
                  <a:close/>
                </a:path>
                <a:path w="9542780" h="6570345">
                  <a:moveTo>
                    <a:pt x="8562776" y="5430866"/>
                  </a:moveTo>
                  <a:lnTo>
                    <a:pt x="8541551" y="5430866"/>
                  </a:lnTo>
                  <a:lnTo>
                    <a:pt x="8535041" y="5437196"/>
                  </a:lnTo>
                  <a:lnTo>
                    <a:pt x="8535041" y="5458390"/>
                  </a:lnTo>
                  <a:lnTo>
                    <a:pt x="8541551" y="5464719"/>
                  </a:lnTo>
                  <a:lnTo>
                    <a:pt x="8562776" y="5464719"/>
                  </a:lnTo>
                  <a:lnTo>
                    <a:pt x="8569003" y="5458390"/>
                  </a:lnTo>
                  <a:lnTo>
                    <a:pt x="8569003" y="5439316"/>
                  </a:lnTo>
                  <a:lnTo>
                    <a:pt x="8562776" y="5430866"/>
                  </a:lnTo>
                  <a:close/>
                </a:path>
                <a:path w="9542780" h="6570345">
                  <a:moveTo>
                    <a:pt x="8562776" y="5475316"/>
                  </a:moveTo>
                  <a:lnTo>
                    <a:pt x="8541551" y="5475316"/>
                  </a:lnTo>
                  <a:lnTo>
                    <a:pt x="8535041" y="5481675"/>
                  </a:lnTo>
                  <a:lnTo>
                    <a:pt x="8535041" y="5502840"/>
                  </a:lnTo>
                  <a:lnTo>
                    <a:pt x="8541551" y="5509199"/>
                  </a:lnTo>
                  <a:lnTo>
                    <a:pt x="8562776" y="5509199"/>
                  </a:lnTo>
                  <a:lnTo>
                    <a:pt x="8569003" y="5500721"/>
                  </a:lnTo>
                  <a:lnTo>
                    <a:pt x="8569003" y="5483795"/>
                  </a:lnTo>
                  <a:lnTo>
                    <a:pt x="8562776" y="5475316"/>
                  </a:lnTo>
                  <a:close/>
                </a:path>
                <a:path w="9542780" h="6570345">
                  <a:moveTo>
                    <a:pt x="8562776" y="5519795"/>
                  </a:moveTo>
                  <a:lnTo>
                    <a:pt x="8541551" y="5519795"/>
                  </a:lnTo>
                  <a:lnTo>
                    <a:pt x="8535041" y="5526125"/>
                  </a:lnTo>
                  <a:lnTo>
                    <a:pt x="8535041" y="5545199"/>
                  </a:lnTo>
                  <a:lnTo>
                    <a:pt x="8541551" y="5553649"/>
                  </a:lnTo>
                  <a:lnTo>
                    <a:pt x="8562776" y="5553649"/>
                  </a:lnTo>
                  <a:lnTo>
                    <a:pt x="8569003" y="5545199"/>
                  </a:lnTo>
                  <a:lnTo>
                    <a:pt x="8569003" y="5528245"/>
                  </a:lnTo>
                  <a:lnTo>
                    <a:pt x="8562776" y="5519795"/>
                  </a:lnTo>
                  <a:close/>
                </a:path>
                <a:path w="9542780" h="6570345">
                  <a:moveTo>
                    <a:pt x="8562776" y="5564245"/>
                  </a:moveTo>
                  <a:lnTo>
                    <a:pt x="8541551" y="5564245"/>
                  </a:lnTo>
                  <a:lnTo>
                    <a:pt x="8535041" y="5570603"/>
                  </a:lnTo>
                  <a:lnTo>
                    <a:pt x="8535041" y="5589649"/>
                  </a:lnTo>
                  <a:lnTo>
                    <a:pt x="8541551" y="5598126"/>
                  </a:lnTo>
                  <a:lnTo>
                    <a:pt x="8562776" y="5598126"/>
                  </a:lnTo>
                  <a:lnTo>
                    <a:pt x="8569003" y="5589649"/>
                  </a:lnTo>
                  <a:lnTo>
                    <a:pt x="8569003" y="5572723"/>
                  </a:lnTo>
                  <a:lnTo>
                    <a:pt x="8562776" y="5564245"/>
                  </a:lnTo>
                  <a:close/>
                </a:path>
                <a:path w="9542780" h="6570345">
                  <a:moveTo>
                    <a:pt x="8562776" y="5608723"/>
                  </a:moveTo>
                  <a:lnTo>
                    <a:pt x="8541551" y="5608723"/>
                  </a:lnTo>
                  <a:lnTo>
                    <a:pt x="8535041" y="5615053"/>
                  </a:lnTo>
                  <a:lnTo>
                    <a:pt x="8535041" y="5634128"/>
                  </a:lnTo>
                  <a:lnTo>
                    <a:pt x="8541551" y="5642578"/>
                  </a:lnTo>
                  <a:lnTo>
                    <a:pt x="8562776" y="5642578"/>
                  </a:lnTo>
                  <a:lnTo>
                    <a:pt x="8569003" y="5634128"/>
                  </a:lnTo>
                  <a:lnTo>
                    <a:pt x="8569003" y="5617173"/>
                  </a:lnTo>
                  <a:lnTo>
                    <a:pt x="8562776" y="5608723"/>
                  </a:lnTo>
                  <a:close/>
                </a:path>
                <a:path w="9542780" h="6570345">
                  <a:moveTo>
                    <a:pt x="8562776" y="5653175"/>
                  </a:moveTo>
                  <a:lnTo>
                    <a:pt x="8541551" y="5653175"/>
                  </a:lnTo>
                  <a:lnTo>
                    <a:pt x="8535041" y="5659532"/>
                  </a:lnTo>
                  <a:lnTo>
                    <a:pt x="8535041" y="5678578"/>
                  </a:lnTo>
                  <a:lnTo>
                    <a:pt x="8541551" y="5687056"/>
                  </a:lnTo>
                  <a:lnTo>
                    <a:pt x="8562776" y="5687056"/>
                  </a:lnTo>
                  <a:lnTo>
                    <a:pt x="8569003" y="5678578"/>
                  </a:lnTo>
                  <a:lnTo>
                    <a:pt x="8569003" y="5661652"/>
                  </a:lnTo>
                  <a:lnTo>
                    <a:pt x="8562776" y="5653175"/>
                  </a:lnTo>
                  <a:close/>
                </a:path>
                <a:path w="9542780" h="6570345">
                  <a:moveTo>
                    <a:pt x="8562776" y="5695533"/>
                  </a:moveTo>
                  <a:lnTo>
                    <a:pt x="8541551" y="5695533"/>
                  </a:lnTo>
                  <a:lnTo>
                    <a:pt x="8535041" y="5701863"/>
                  </a:lnTo>
                  <a:lnTo>
                    <a:pt x="8535041" y="5720937"/>
                  </a:lnTo>
                  <a:lnTo>
                    <a:pt x="8541551" y="5729386"/>
                  </a:lnTo>
                  <a:lnTo>
                    <a:pt x="8562776" y="5729386"/>
                  </a:lnTo>
                  <a:lnTo>
                    <a:pt x="8569003" y="5723056"/>
                  </a:lnTo>
                  <a:lnTo>
                    <a:pt x="8569003" y="5703982"/>
                  </a:lnTo>
                  <a:lnTo>
                    <a:pt x="8562776" y="5695533"/>
                  </a:lnTo>
                  <a:close/>
                </a:path>
                <a:path w="9542780" h="6570345">
                  <a:moveTo>
                    <a:pt x="8562776" y="5739983"/>
                  </a:moveTo>
                  <a:lnTo>
                    <a:pt x="8541551" y="5739983"/>
                  </a:lnTo>
                  <a:lnTo>
                    <a:pt x="8535041" y="5746342"/>
                  </a:lnTo>
                  <a:lnTo>
                    <a:pt x="8535041" y="5765388"/>
                  </a:lnTo>
                  <a:lnTo>
                    <a:pt x="8541551" y="5773865"/>
                  </a:lnTo>
                  <a:lnTo>
                    <a:pt x="8562776" y="5773865"/>
                  </a:lnTo>
                  <a:lnTo>
                    <a:pt x="8569003" y="5767506"/>
                  </a:lnTo>
                  <a:lnTo>
                    <a:pt x="8569003" y="5748460"/>
                  </a:lnTo>
                  <a:lnTo>
                    <a:pt x="8562776" y="5739983"/>
                  </a:lnTo>
                  <a:close/>
                </a:path>
                <a:path w="9542780" h="6570345">
                  <a:moveTo>
                    <a:pt x="8562776" y="5784462"/>
                  </a:moveTo>
                  <a:lnTo>
                    <a:pt x="8541551" y="5784462"/>
                  </a:lnTo>
                  <a:lnTo>
                    <a:pt x="8535041" y="5790792"/>
                  </a:lnTo>
                  <a:lnTo>
                    <a:pt x="8535041" y="5809866"/>
                  </a:lnTo>
                  <a:lnTo>
                    <a:pt x="8541551" y="5818315"/>
                  </a:lnTo>
                  <a:lnTo>
                    <a:pt x="8562776" y="5818315"/>
                  </a:lnTo>
                  <a:lnTo>
                    <a:pt x="8569003" y="5809866"/>
                  </a:lnTo>
                  <a:lnTo>
                    <a:pt x="8569003" y="5792911"/>
                  </a:lnTo>
                  <a:lnTo>
                    <a:pt x="8562776" y="5784462"/>
                  </a:lnTo>
                  <a:close/>
                </a:path>
                <a:path w="9542780" h="6570345">
                  <a:moveTo>
                    <a:pt x="8562776" y="5828912"/>
                  </a:moveTo>
                  <a:lnTo>
                    <a:pt x="8541551" y="5828912"/>
                  </a:lnTo>
                  <a:lnTo>
                    <a:pt x="8535041" y="5835270"/>
                  </a:lnTo>
                  <a:lnTo>
                    <a:pt x="8535041" y="5854316"/>
                  </a:lnTo>
                  <a:lnTo>
                    <a:pt x="8541551" y="5862793"/>
                  </a:lnTo>
                  <a:lnTo>
                    <a:pt x="8562776" y="5862793"/>
                  </a:lnTo>
                  <a:lnTo>
                    <a:pt x="8569003" y="5854316"/>
                  </a:lnTo>
                  <a:lnTo>
                    <a:pt x="8569003" y="5837389"/>
                  </a:lnTo>
                  <a:lnTo>
                    <a:pt x="8562776" y="5828912"/>
                  </a:lnTo>
                  <a:close/>
                </a:path>
                <a:path w="9542780" h="6570345">
                  <a:moveTo>
                    <a:pt x="8562776" y="5873362"/>
                  </a:moveTo>
                  <a:lnTo>
                    <a:pt x="8541551" y="5873362"/>
                  </a:lnTo>
                  <a:lnTo>
                    <a:pt x="8535041" y="5879720"/>
                  </a:lnTo>
                  <a:lnTo>
                    <a:pt x="8535041" y="5898795"/>
                  </a:lnTo>
                  <a:lnTo>
                    <a:pt x="8541551" y="5907243"/>
                  </a:lnTo>
                  <a:lnTo>
                    <a:pt x="8562776" y="5907243"/>
                  </a:lnTo>
                  <a:lnTo>
                    <a:pt x="8569003" y="5898795"/>
                  </a:lnTo>
                  <a:lnTo>
                    <a:pt x="8569003" y="5881839"/>
                  </a:lnTo>
                  <a:lnTo>
                    <a:pt x="8562776" y="5873362"/>
                  </a:lnTo>
                  <a:close/>
                </a:path>
                <a:path w="9542780" h="6570345">
                  <a:moveTo>
                    <a:pt x="8562776" y="5917840"/>
                  </a:moveTo>
                  <a:lnTo>
                    <a:pt x="8541551" y="5917840"/>
                  </a:lnTo>
                  <a:lnTo>
                    <a:pt x="8535041" y="5924199"/>
                  </a:lnTo>
                  <a:lnTo>
                    <a:pt x="8535041" y="5943245"/>
                  </a:lnTo>
                  <a:lnTo>
                    <a:pt x="8541551" y="5951722"/>
                  </a:lnTo>
                  <a:lnTo>
                    <a:pt x="8562776" y="5951722"/>
                  </a:lnTo>
                  <a:lnTo>
                    <a:pt x="8569003" y="5943245"/>
                  </a:lnTo>
                  <a:lnTo>
                    <a:pt x="8569003" y="5926319"/>
                  </a:lnTo>
                  <a:lnTo>
                    <a:pt x="8562776" y="5917840"/>
                  </a:lnTo>
                  <a:close/>
                </a:path>
                <a:path w="9542780" h="6570345">
                  <a:moveTo>
                    <a:pt x="8562776" y="5962291"/>
                  </a:moveTo>
                  <a:lnTo>
                    <a:pt x="8541551" y="5962291"/>
                  </a:lnTo>
                  <a:lnTo>
                    <a:pt x="8535041" y="5968649"/>
                  </a:lnTo>
                  <a:lnTo>
                    <a:pt x="8535041" y="5987723"/>
                  </a:lnTo>
                  <a:lnTo>
                    <a:pt x="8541551" y="5996172"/>
                  </a:lnTo>
                  <a:lnTo>
                    <a:pt x="8562776" y="5996172"/>
                  </a:lnTo>
                  <a:lnTo>
                    <a:pt x="8569003" y="5987723"/>
                  </a:lnTo>
                  <a:lnTo>
                    <a:pt x="8569003" y="5970769"/>
                  </a:lnTo>
                  <a:lnTo>
                    <a:pt x="8562776" y="5962291"/>
                  </a:lnTo>
                  <a:close/>
                </a:path>
                <a:path w="9542780" h="6570345">
                  <a:moveTo>
                    <a:pt x="8562776" y="6004650"/>
                  </a:moveTo>
                  <a:lnTo>
                    <a:pt x="8541551" y="6004650"/>
                  </a:lnTo>
                  <a:lnTo>
                    <a:pt x="8535041" y="6011009"/>
                  </a:lnTo>
                  <a:lnTo>
                    <a:pt x="8535041" y="6030055"/>
                  </a:lnTo>
                  <a:lnTo>
                    <a:pt x="8541551" y="6038532"/>
                  </a:lnTo>
                  <a:lnTo>
                    <a:pt x="8562776" y="6038532"/>
                  </a:lnTo>
                  <a:lnTo>
                    <a:pt x="8569003" y="6032173"/>
                  </a:lnTo>
                  <a:lnTo>
                    <a:pt x="8569003" y="6013127"/>
                  </a:lnTo>
                  <a:lnTo>
                    <a:pt x="8562776" y="6004650"/>
                  </a:lnTo>
                  <a:close/>
                </a:path>
                <a:path w="9542780" h="6570345">
                  <a:moveTo>
                    <a:pt x="8562776" y="6049100"/>
                  </a:moveTo>
                  <a:lnTo>
                    <a:pt x="8541551" y="6049100"/>
                  </a:lnTo>
                  <a:lnTo>
                    <a:pt x="8535041" y="6055459"/>
                  </a:lnTo>
                  <a:lnTo>
                    <a:pt x="8535041" y="6074533"/>
                  </a:lnTo>
                  <a:lnTo>
                    <a:pt x="8541551" y="6082982"/>
                  </a:lnTo>
                  <a:lnTo>
                    <a:pt x="8562776" y="6082982"/>
                  </a:lnTo>
                  <a:lnTo>
                    <a:pt x="8569003" y="6076623"/>
                  </a:lnTo>
                  <a:lnTo>
                    <a:pt x="8569003" y="6057578"/>
                  </a:lnTo>
                  <a:lnTo>
                    <a:pt x="8562776" y="6049100"/>
                  </a:lnTo>
                  <a:close/>
                </a:path>
                <a:path w="9542780" h="6570345">
                  <a:moveTo>
                    <a:pt x="8562776" y="6093579"/>
                  </a:moveTo>
                  <a:lnTo>
                    <a:pt x="8541551" y="6093579"/>
                  </a:lnTo>
                  <a:lnTo>
                    <a:pt x="8535041" y="6099936"/>
                  </a:lnTo>
                  <a:lnTo>
                    <a:pt x="8535041" y="6118983"/>
                  </a:lnTo>
                  <a:lnTo>
                    <a:pt x="8541551" y="6127460"/>
                  </a:lnTo>
                  <a:lnTo>
                    <a:pt x="8562776" y="6127460"/>
                  </a:lnTo>
                  <a:lnTo>
                    <a:pt x="8569003" y="6118983"/>
                  </a:lnTo>
                  <a:lnTo>
                    <a:pt x="8569003" y="6102056"/>
                  </a:lnTo>
                  <a:lnTo>
                    <a:pt x="8562776" y="6093579"/>
                  </a:lnTo>
                  <a:close/>
                </a:path>
                <a:path w="9542780" h="6570345">
                  <a:moveTo>
                    <a:pt x="8518061" y="5386388"/>
                  </a:moveTo>
                  <a:lnTo>
                    <a:pt x="8496835" y="5386388"/>
                  </a:lnTo>
                  <a:lnTo>
                    <a:pt x="8490609" y="5392746"/>
                  </a:lnTo>
                  <a:lnTo>
                    <a:pt x="8490609" y="5411792"/>
                  </a:lnTo>
                  <a:lnTo>
                    <a:pt x="8496835" y="5420269"/>
                  </a:lnTo>
                  <a:lnTo>
                    <a:pt x="8518061" y="5420269"/>
                  </a:lnTo>
                  <a:lnTo>
                    <a:pt x="8524570" y="5413912"/>
                  </a:lnTo>
                  <a:lnTo>
                    <a:pt x="8524570" y="5394866"/>
                  </a:lnTo>
                  <a:lnTo>
                    <a:pt x="8518061" y="5386388"/>
                  </a:lnTo>
                  <a:close/>
                </a:path>
                <a:path w="9542780" h="6570345">
                  <a:moveTo>
                    <a:pt x="8518061" y="5430866"/>
                  </a:moveTo>
                  <a:lnTo>
                    <a:pt x="8496835" y="5430866"/>
                  </a:lnTo>
                  <a:lnTo>
                    <a:pt x="8490609" y="5437196"/>
                  </a:lnTo>
                  <a:lnTo>
                    <a:pt x="8490609" y="5458390"/>
                  </a:lnTo>
                  <a:lnTo>
                    <a:pt x="8496835" y="5464719"/>
                  </a:lnTo>
                  <a:lnTo>
                    <a:pt x="8518061" y="5464719"/>
                  </a:lnTo>
                  <a:lnTo>
                    <a:pt x="8524570" y="5458390"/>
                  </a:lnTo>
                  <a:lnTo>
                    <a:pt x="8524570" y="5439316"/>
                  </a:lnTo>
                  <a:lnTo>
                    <a:pt x="8518061" y="5430866"/>
                  </a:lnTo>
                  <a:close/>
                </a:path>
                <a:path w="9542780" h="6570345">
                  <a:moveTo>
                    <a:pt x="8518061" y="5475316"/>
                  </a:moveTo>
                  <a:lnTo>
                    <a:pt x="8496835" y="5475316"/>
                  </a:lnTo>
                  <a:lnTo>
                    <a:pt x="8490609" y="5481675"/>
                  </a:lnTo>
                  <a:lnTo>
                    <a:pt x="8490609" y="5502840"/>
                  </a:lnTo>
                  <a:lnTo>
                    <a:pt x="8496835" y="5509199"/>
                  </a:lnTo>
                  <a:lnTo>
                    <a:pt x="8518061" y="5509199"/>
                  </a:lnTo>
                  <a:lnTo>
                    <a:pt x="8524570" y="5500721"/>
                  </a:lnTo>
                  <a:lnTo>
                    <a:pt x="8524570" y="5483795"/>
                  </a:lnTo>
                  <a:lnTo>
                    <a:pt x="8518061" y="5475316"/>
                  </a:lnTo>
                  <a:close/>
                </a:path>
                <a:path w="9542780" h="6570345">
                  <a:moveTo>
                    <a:pt x="8518061" y="5519795"/>
                  </a:moveTo>
                  <a:lnTo>
                    <a:pt x="8496835" y="5519795"/>
                  </a:lnTo>
                  <a:lnTo>
                    <a:pt x="8490609" y="5526125"/>
                  </a:lnTo>
                  <a:lnTo>
                    <a:pt x="8490609" y="5545199"/>
                  </a:lnTo>
                  <a:lnTo>
                    <a:pt x="8496835" y="5553649"/>
                  </a:lnTo>
                  <a:lnTo>
                    <a:pt x="8518061" y="5553649"/>
                  </a:lnTo>
                  <a:lnTo>
                    <a:pt x="8524570" y="5545199"/>
                  </a:lnTo>
                  <a:lnTo>
                    <a:pt x="8524570" y="5528245"/>
                  </a:lnTo>
                  <a:lnTo>
                    <a:pt x="8518061" y="5519795"/>
                  </a:lnTo>
                  <a:close/>
                </a:path>
                <a:path w="9542780" h="6570345">
                  <a:moveTo>
                    <a:pt x="8518061" y="5564245"/>
                  </a:moveTo>
                  <a:lnTo>
                    <a:pt x="8496835" y="5564245"/>
                  </a:lnTo>
                  <a:lnTo>
                    <a:pt x="8490609" y="5570603"/>
                  </a:lnTo>
                  <a:lnTo>
                    <a:pt x="8490609" y="5589649"/>
                  </a:lnTo>
                  <a:lnTo>
                    <a:pt x="8496835" y="5598126"/>
                  </a:lnTo>
                  <a:lnTo>
                    <a:pt x="8518061" y="5598126"/>
                  </a:lnTo>
                  <a:lnTo>
                    <a:pt x="8524570" y="5589649"/>
                  </a:lnTo>
                  <a:lnTo>
                    <a:pt x="8524570" y="5572723"/>
                  </a:lnTo>
                  <a:lnTo>
                    <a:pt x="8518061" y="5564245"/>
                  </a:lnTo>
                  <a:close/>
                </a:path>
                <a:path w="9542780" h="6570345">
                  <a:moveTo>
                    <a:pt x="8518061" y="5608723"/>
                  </a:moveTo>
                  <a:lnTo>
                    <a:pt x="8496835" y="5608723"/>
                  </a:lnTo>
                  <a:lnTo>
                    <a:pt x="8490609" y="5615053"/>
                  </a:lnTo>
                  <a:lnTo>
                    <a:pt x="8490609" y="5634128"/>
                  </a:lnTo>
                  <a:lnTo>
                    <a:pt x="8496835" y="5642578"/>
                  </a:lnTo>
                  <a:lnTo>
                    <a:pt x="8518061" y="5642578"/>
                  </a:lnTo>
                  <a:lnTo>
                    <a:pt x="8524570" y="5634128"/>
                  </a:lnTo>
                  <a:lnTo>
                    <a:pt x="8524570" y="5617173"/>
                  </a:lnTo>
                  <a:lnTo>
                    <a:pt x="8518061" y="5608723"/>
                  </a:lnTo>
                  <a:close/>
                </a:path>
                <a:path w="9542780" h="6570345">
                  <a:moveTo>
                    <a:pt x="8518061" y="5653175"/>
                  </a:moveTo>
                  <a:lnTo>
                    <a:pt x="8496835" y="5653175"/>
                  </a:lnTo>
                  <a:lnTo>
                    <a:pt x="8490609" y="5659532"/>
                  </a:lnTo>
                  <a:lnTo>
                    <a:pt x="8490609" y="5678578"/>
                  </a:lnTo>
                  <a:lnTo>
                    <a:pt x="8496835" y="5687056"/>
                  </a:lnTo>
                  <a:lnTo>
                    <a:pt x="8518061" y="5687056"/>
                  </a:lnTo>
                  <a:lnTo>
                    <a:pt x="8524570" y="5678578"/>
                  </a:lnTo>
                  <a:lnTo>
                    <a:pt x="8524570" y="5661652"/>
                  </a:lnTo>
                  <a:lnTo>
                    <a:pt x="8518061" y="5653175"/>
                  </a:lnTo>
                  <a:close/>
                </a:path>
                <a:path w="9542780" h="6570345">
                  <a:moveTo>
                    <a:pt x="8518061" y="5695533"/>
                  </a:moveTo>
                  <a:lnTo>
                    <a:pt x="8496835" y="5695533"/>
                  </a:lnTo>
                  <a:lnTo>
                    <a:pt x="8490609" y="5701863"/>
                  </a:lnTo>
                  <a:lnTo>
                    <a:pt x="8490609" y="5720937"/>
                  </a:lnTo>
                  <a:lnTo>
                    <a:pt x="8496835" y="5729386"/>
                  </a:lnTo>
                  <a:lnTo>
                    <a:pt x="8518061" y="5729386"/>
                  </a:lnTo>
                  <a:lnTo>
                    <a:pt x="8524570" y="5723056"/>
                  </a:lnTo>
                  <a:lnTo>
                    <a:pt x="8524570" y="5703982"/>
                  </a:lnTo>
                  <a:lnTo>
                    <a:pt x="8518061" y="5695533"/>
                  </a:lnTo>
                  <a:close/>
                </a:path>
                <a:path w="9542780" h="6570345">
                  <a:moveTo>
                    <a:pt x="8518061" y="5739983"/>
                  </a:moveTo>
                  <a:lnTo>
                    <a:pt x="8496835" y="5739983"/>
                  </a:lnTo>
                  <a:lnTo>
                    <a:pt x="8490609" y="5746342"/>
                  </a:lnTo>
                  <a:lnTo>
                    <a:pt x="8490609" y="5765388"/>
                  </a:lnTo>
                  <a:lnTo>
                    <a:pt x="8496835" y="5773865"/>
                  </a:lnTo>
                  <a:lnTo>
                    <a:pt x="8518061" y="5773865"/>
                  </a:lnTo>
                  <a:lnTo>
                    <a:pt x="8524570" y="5767506"/>
                  </a:lnTo>
                  <a:lnTo>
                    <a:pt x="8524570" y="5748460"/>
                  </a:lnTo>
                  <a:lnTo>
                    <a:pt x="8518061" y="5739983"/>
                  </a:lnTo>
                  <a:close/>
                </a:path>
                <a:path w="9542780" h="6570345">
                  <a:moveTo>
                    <a:pt x="8518061" y="5784462"/>
                  </a:moveTo>
                  <a:lnTo>
                    <a:pt x="8496835" y="5784462"/>
                  </a:lnTo>
                  <a:lnTo>
                    <a:pt x="8490609" y="5790792"/>
                  </a:lnTo>
                  <a:lnTo>
                    <a:pt x="8490609" y="5809866"/>
                  </a:lnTo>
                  <a:lnTo>
                    <a:pt x="8496835" y="5818315"/>
                  </a:lnTo>
                  <a:lnTo>
                    <a:pt x="8518061" y="5818315"/>
                  </a:lnTo>
                  <a:lnTo>
                    <a:pt x="8524570" y="5809866"/>
                  </a:lnTo>
                  <a:lnTo>
                    <a:pt x="8524570" y="5792911"/>
                  </a:lnTo>
                  <a:lnTo>
                    <a:pt x="8518061" y="5784462"/>
                  </a:lnTo>
                  <a:close/>
                </a:path>
                <a:path w="9542780" h="6570345">
                  <a:moveTo>
                    <a:pt x="8518061" y="5828912"/>
                  </a:moveTo>
                  <a:lnTo>
                    <a:pt x="8496835" y="5828912"/>
                  </a:lnTo>
                  <a:lnTo>
                    <a:pt x="8490609" y="5835270"/>
                  </a:lnTo>
                  <a:lnTo>
                    <a:pt x="8490609" y="5854316"/>
                  </a:lnTo>
                  <a:lnTo>
                    <a:pt x="8496835" y="5862793"/>
                  </a:lnTo>
                  <a:lnTo>
                    <a:pt x="8518061" y="5862793"/>
                  </a:lnTo>
                  <a:lnTo>
                    <a:pt x="8524570" y="5854316"/>
                  </a:lnTo>
                  <a:lnTo>
                    <a:pt x="8524570" y="5837389"/>
                  </a:lnTo>
                  <a:lnTo>
                    <a:pt x="8518061" y="5828912"/>
                  </a:lnTo>
                  <a:close/>
                </a:path>
                <a:path w="9542780" h="6570345">
                  <a:moveTo>
                    <a:pt x="8518061" y="5873362"/>
                  </a:moveTo>
                  <a:lnTo>
                    <a:pt x="8496835" y="5873362"/>
                  </a:lnTo>
                  <a:lnTo>
                    <a:pt x="8490609" y="5879720"/>
                  </a:lnTo>
                  <a:lnTo>
                    <a:pt x="8490609" y="5898795"/>
                  </a:lnTo>
                  <a:lnTo>
                    <a:pt x="8496835" y="5907243"/>
                  </a:lnTo>
                  <a:lnTo>
                    <a:pt x="8518061" y="5907243"/>
                  </a:lnTo>
                  <a:lnTo>
                    <a:pt x="8524570" y="5898795"/>
                  </a:lnTo>
                  <a:lnTo>
                    <a:pt x="8524570" y="5881839"/>
                  </a:lnTo>
                  <a:lnTo>
                    <a:pt x="8518061" y="5873362"/>
                  </a:lnTo>
                  <a:close/>
                </a:path>
                <a:path w="9542780" h="6570345">
                  <a:moveTo>
                    <a:pt x="8518061" y="5917840"/>
                  </a:moveTo>
                  <a:lnTo>
                    <a:pt x="8496835" y="5917840"/>
                  </a:lnTo>
                  <a:lnTo>
                    <a:pt x="8490609" y="5924199"/>
                  </a:lnTo>
                  <a:lnTo>
                    <a:pt x="8490609" y="5943245"/>
                  </a:lnTo>
                  <a:lnTo>
                    <a:pt x="8496835" y="5951722"/>
                  </a:lnTo>
                  <a:lnTo>
                    <a:pt x="8518061" y="5951722"/>
                  </a:lnTo>
                  <a:lnTo>
                    <a:pt x="8524570" y="5943245"/>
                  </a:lnTo>
                  <a:lnTo>
                    <a:pt x="8524570" y="5926319"/>
                  </a:lnTo>
                  <a:lnTo>
                    <a:pt x="8518061" y="5917840"/>
                  </a:lnTo>
                  <a:close/>
                </a:path>
                <a:path w="9542780" h="6570345">
                  <a:moveTo>
                    <a:pt x="8518061" y="5962291"/>
                  </a:moveTo>
                  <a:lnTo>
                    <a:pt x="8496835" y="5962291"/>
                  </a:lnTo>
                  <a:lnTo>
                    <a:pt x="8490609" y="5968649"/>
                  </a:lnTo>
                  <a:lnTo>
                    <a:pt x="8490609" y="5987723"/>
                  </a:lnTo>
                  <a:lnTo>
                    <a:pt x="8496835" y="5996172"/>
                  </a:lnTo>
                  <a:lnTo>
                    <a:pt x="8518061" y="5996172"/>
                  </a:lnTo>
                  <a:lnTo>
                    <a:pt x="8524570" y="5987723"/>
                  </a:lnTo>
                  <a:lnTo>
                    <a:pt x="8524570" y="5970769"/>
                  </a:lnTo>
                  <a:lnTo>
                    <a:pt x="8518061" y="5962291"/>
                  </a:lnTo>
                  <a:close/>
                </a:path>
                <a:path w="9542780" h="6570345">
                  <a:moveTo>
                    <a:pt x="8518061" y="6004650"/>
                  </a:moveTo>
                  <a:lnTo>
                    <a:pt x="8496835" y="6004650"/>
                  </a:lnTo>
                  <a:lnTo>
                    <a:pt x="8490609" y="6011009"/>
                  </a:lnTo>
                  <a:lnTo>
                    <a:pt x="8490609" y="6030053"/>
                  </a:lnTo>
                  <a:lnTo>
                    <a:pt x="8496835" y="6038532"/>
                  </a:lnTo>
                  <a:lnTo>
                    <a:pt x="8518061" y="6038532"/>
                  </a:lnTo>
                  <a:lnTo>
                    <a:pt x="8524570" y="6032173"/>
                  </a:lnTo>
                  <a:lnTo>
                    <a:pt x="8524570" y="6013127"/>
                  </a:lnTo>
                  <a:lnTo>
                    <a:pt x="8518061" y="6004650"/>
                  </a:lnTo>
                  <a:close/>
                </a:path>
                <a:path w="9542780" h="6570345">
                  <a:moveTo>
                    <a:pt x="8518061" y="6049100"/>
                  </a:moveTo>
                  <a:lnTo>
                    <a:pt x="8496835" y="6049100"/>
                  </a:lnTo>
                  <a:lnTo>
                    <a:pt x="8490609" y="6055459"/>
                  </a:lnTo>
                  <a:lnTo>
                    <a:pt x="8490609" y="6074533"/>
                  </a:lnTo>
                  <a:lnTo>
                    <a:pt x="8496835" y="6082982"/>
                  </a:lnTo>
                  <a:lnTo>
                    <a:pt x="8518061" y="6082982"/>
                  </a:lnTo>
                  <a:lnTo>
                    <a:pt x="8524570" y="6076623"/>
                  </a:lnTo>
                  <a:lnTo>
                    <a:pt x="8524570" y="6057578"/>
                  </a:lnTo>
                  <a:lnTo>
                    <a:pt x="8518061" y="6049100"/>
                  </a:lnTo>
                  <a:close/>
                </a:path>
                <a:path w="9542780" h="6570345">
                  <a:moveTo>
                    <a:pt x="8518061" y="6093579"/>
                  </a:moveTo>
                  <a:lnTo>
                    <a:pt x="8496835" y="6093579"/>
                  </a:lnTo>
                  <a:lnTo>
                    <a:pt x="8490609" y="6099936"/>
                  </a:lnTo>
                  <a:lnTo>
                    <a:pt x="8490609" y="6118983"/>
                  </a:lnTo>
                  <a:lnTo>
                    <a:pt x="8496835" y="6127460"/>
                  </a:lnTo>
                  <a:lnTo>
                    <a:pt x="8518061" y="6127460"/>
                  </a:lnTo>
                  <a:lnTo>
                    <a:pt x="8524570" y="6118983"/>
                  </a:lnTo>
                  <a:lnTo>
                    <a:pt x="8524570" y="6102056"/>
                  </a:lnTo>
                  <a:lnTo>
                    <a:pt x="8518061" y="6093579"/>
                  </a:lnTo>
                  <a:close/>
                </a:path>
                <a:path w="9542780" h="6570345">
                  <a:moveTo>
                    <a:pt x="8518061" y="6138029"/>
                  </a:moveTo>
                  <a:lnTo>
                    <a:pt x="8496835" y="6138029"/>
                  </a:lnTo>
                  <a:lnTo>
                    <a:pt x="8490609" y="6144386"/>
                  </a:lnTo>
                  <a:lnTo>
                    <a:pt x="8490609" y="6163461"/>
                  </a:lnTo>
                  <a:lnTo>
                    <a:pt x="8496835" y="6171910"/>
                  </a:lnTo>
                  <a:lnTo>
                    <a:pt x="8518061" y="6171910"/>
                  </a:lnTo>
                  <a:lnTo>
                    <a:pt x="8524570" y="6163461"/>
                  </a:lnTo>
                  <a:lnTo>
                    <a:pt x="8524570" y="6146506"/>
                  </a:lnTo>
                  <a:lnTo>
                    <a:pt x="8518061" y="6138029"/>
                  </a:lnTo>
                  <a:close/>
                </a:path>
                <a:path w="9542780" h="6570345">
                  <a:moveTo>
                    <a:pt x="8518061" y="6182507"/>
                  </a:moveTo>
                  <a:lnTo>
                    <a:pt x="8496835" y="6182507"/>
                  </a:lnTo>
                  <a:lnTo>
                    <a:pt x="8490609" y="6188866"/>
                  </a:lnTo>
                  <a:lnTo>
                    <a:pt x="8490609" y="6210030"/>
                  </a:lnTo>
                  <a:lnTo>
                    <a:pt x="8496835" y="6216389"/>
                  </a:lnTo>
                  <a:lnTo>
                    <a:pt x="8518061" y="6216389"/>
                  </a:lnTo>
                  <a:lnTo>
                    <a:pt x="8524570" y="6207912"/>
                  </a:lnTo>
                  <a:lnTo>
                    <a:pt x="8524570" y="6190985"/>
                  </a:lnTo>
                  <a:lnTo>
                    <a:pt x="8518061" y="6182507"/>
                  </a:lnTo>
                  <a:close/>
                </a:path>
                <a:path w="9542780" h="6570345">
                  <a:moveTo>
                    <a:pt x="8518061" y="6226958"/>
                  </a:moveTo>
                  <a:lnTo>
                    <a:pt x="8496835" y="6226958"/>
                  </a:lnTo>
                  <a:lnTo>
                    <a:pt x="8490609" y="6233316"/>
                  </a:lnTo>
                  <a:lnTo>
                    <a:pt x="8490609" y="6254482"/>
                  </a:lnTo>
                  <a:lnTo>
                    <a:pt x="8496835" y="6260839"/>
                  </a:lnTo>
                  <a:lnTo>
                    <a:pt x="8518061" y="6260839"/>
                  </a:lnTo>
                  <a:lnTo>
                    <a:pt x="8524570" y="6252362"/>
                  </a:lnTo>
                  <a:lnTo>
                    <a:pt x="8524570" y="6235435"/>
                  </a:lnTo>
                  <a:lnTo>
                    <a:pt x="8518061" y="6226958"/>
                  </a:lnTo>
                  <a:close/>
                </a:path>
                <a:path w="9542780" h="6570345">
                  <a:moveTo>
                    <a:pt x="8473627" y="5344057"/>
                  </a:moveTo>
                  <a:lnTo>
                    <a:pt x="8452402" y="5344057"/>
                  </a:lnTo>
                  <a:lnTo>
                    <a:pt x="8446176" y="5350388"/>
                  </a:lnTo>
                  <a:lnTo>
                    <a:pt x="8446176" y="5369462"/>
                  </a:lnTo>
                  <a:lnTo>
                    <a:pt x="8452402" y="5377911"/>
                  </a:lnTo>
                  <a:lnTo>
                    <a:pt x="8473627" y="5377911"/>
                  </a:lnTo>
                  <a:lnTo>
                    <a:pt x="8479854" y="5369462"/>
                  </a:lnTo>
                  <a:lnTo>
                    <a:pt x="8479854" y="5352506"/>
                  </a:lnTo>
                  <a:lnTo>
                    <a:pt x="8473627" y="5344057"/>
                  </a:lnTo>
                  <a:close/>
                </a:path>
                <a:path w="9542780" h="6570345">
                  <a:moveTo>
                    <a:pt x="8473627" y="5386388"/>
                  </a:moveTo>
                  <a:lnTo>
                    <a:pt x="8452402" y="5386388"/>
                  </a:lnTo>
                  <a:lnTo>
                    <a:pt x="8446176" y="5392746"/>
                  </a:lnTo>
                  <a:lnTo>
                    <a:pt x="8446176" y="5411792"/>
                  </a:lnTo>
                  <a:lnTo>
                    <a:pt x="8452402" y="5420269"/>
                  </a:lnTo>
                  <a:lnTo>
                    <a:pt x="8473627" y="5420269"/>
                  </a:lnTo>
                  <a:lnTo>
                    <a:pt x="8479854" y="5413912"/>
                  </a:lnTo>
                  <a:lnTo>
                    <a:pt x="8479854" y="5394866"/>
                  </a:lnTo>
                  <a:lnTo>
                    <a:pt x="8473627" y="5386388"/>
                  </a:lnTo>
                  <a:close/>
                </a:path>
                <a:path w="9542780" h="6570345">
                  <a:moveTo>
                    <a:pt x="8473627" y="5430866"/>
                  </a:moveTo>
                  <a:lnTo>
                    <a:pt x="8452402" y="5430866"/>
                  </a:lnTo>
                  <a:lnTo>
                    <a:pt x="8446176" y="5437196"/>
                  </a:lnTo>
                  <a:lnTo>
                    <a:pt x="8446176" y="5458390"/>
                  </a:lnTo>
                  <a:lnTo>
                    <a:pt x="8452402" y="5464719"/>
                  </a:lnTo>
                  <a:lnTo>
                    <a:pt x="8473627" y="5464719"/>
                  </a:lnTo>
                  <a:lnTo>
                    <a:pt x="8479854" y="5458390"/>
                  </a:lnTo>
                  <a:lnTo>
                    <a:pt x="8479854" y="5439316"/>
                  </a:lnTo>
                  <a:lnTo>
                    <a:pt x="8473627" y="5430866"/>
                  </a:lnTo>
                  <a:close/>
                </a:path>
                <a:path w="9542780" h="6570345">
                  <a:moveTo>
                    <a:pt x="8473627" y="5475316"/>
                  </a:moveTo>
                  <a:lnTo>
                    <a:pt x="8452402" y="5475316"/>
                  </a:lnTo>
                  <a:lnTo>
                    <a:pt x="8446176" y="5481675"/>
                  </a:lnTo>
                  <a:lnTo>
                    <a:pt x="8446176" y="5502840"/>
                  </a:lnTo>
                  <a:lnTo>
                    <a:pt x="8452402" y="5509199"/>
                  </a:lnTo>
                  <a:lnTo>
                    <a:pt x="8473627" y="5509199"/>
                  </a:lnTo>
                  <a:lnTo>
                    <a:pt x="8479854" y="5500721"/>
                  </a:lnTo>
                  <a:lnTo>
                    <a:pt x="8479854" y="5483795"/>
                  </a:lnTo>
                  <a:lnTo>
                    <a:pt x="8473627" y="5475316"/>
                  </a:lnTo>
                  <a:close/>
                </a:path>
                <a:path w="9542780" h="6570345">
                  <a:moveTo>
                    <a:pt x="8473627" y="5519795"/>
                  </a:moveTo>
                  <a:lnTo>
                    <a:pt x="8452402" y="5519795"/>
                  </a:lnTo>
                  <a:lnTo>
                    <a:pt x="8446176" y="5526125"/>
                  </a:lnTo>
                  <a:lnTo>
                    <a:pt x="8446176" y="5545199"/>
                  </a:lnTo>
                  <a:lnTo>
                    <a:pt x="8452402" y="5553649"/>
                  </a:lnTo>
                  <a:lnTo>
                    <a:pt x="8473627" y="5553649"/>
                  </a:lnTo>
                  <a:lnTo>
                    <a:pt x="8479854" y="5545199"/>
                  </a:lnTo>
                  <a:lnTo>
                    <a:pt x="8479854" y="5528245"/>
                  </a:lnTo>
                  <a:lnTo>
                    <a:pt x="8473627" y="5519795"/>
                  </a:lnTo>
                  <a:close/>
                </a:path>
                <a:path w="9542780" h="6570345">
                  <a:moveTo>
                    <a:pt x="8473627" y="5564245"/>
                  </a:moveTo>
                  <a:lnTo>
                    <a:pt x="8452402" y="5564245"/>
                  </a:lnTo>
                  <a:lnTo>
                    <a:pt x="8446176" y="5570603"/>
                  </a:lnTo>
                  <a:lnTo>
                    <a:pt x="8446176" y="5589649"/>
                  </a:lnTo>
                  <a:lnTo>
                    <a:pt x="8452402" y="5598126"/>
                  </a:lnTo>
                  <a:lnTo>
                    <a:pt x="8473627" y="5598126"/>
                  </a:lnTo>
                  <a:lnTo>
                    <a:pt x="8479854" y="5589649"/>
                  </a:lnTo>
                  <a:lnTo>
                    <a:pt x="8479854" y="5572723"/>
                  </a:lnTo>
                  <a:lnTo>
                    <a:pt x="8473627" y="5564245"/>
                  </a:lnTo>
                  <a:close/>
                </a:path>
                <a:path w="9542780" h="6570345">
                  <a:moveTo>
                    <a:pt x="8473627" y="5608723"/>
                  </a:moveTo>
                  <a:lnTo>
                    <a:pt x="8452402" y="5608723"/>
                  </a:lnTo>
                  <a:lnTo>
                    <a:pt x="8446176" y="5615053"/>
                  </a:lnTo>
                  <a:lnTo>
                    <a:pt x="8446176" y="5634128"/>
                  </a:lnTo>
                  <a:lnTo>
                    <a:pt x="8452402" y="5642578"/>
                  </a:lnTo>
                  <a:lnTo>
                    <a:pt x="8473627" y="5642578"/>
                  </a:lnTo>
                  <a:lnTo>
                    <a:pt x="8479854" y="5634128"/>
                  </a:lnTo>
                  <a:lnTo>
                    <a:pt x="8479854" y="5617173"/>
                  </a:lnTo>
                  <a:lnTo>
                    <a:pt x="8473627" y="5608723"/>
                  </a:lnTo>
                  <a:close/>
                </a:path>
                <a:path w="9542780" h="6570345">
                  <a:moveTo>
                    <a:pt x="8473627" y="5653175"/>
                  </a:moveTo>
                  <a:lnTo>
                    <a:pt x="8452402" y="5653175"/>
                  </a:lnTo>
                  <a:lnTo>
                    <a:pt x="8446176" y="5659532"/>
                  </a:lnTo>
                  <a:lnTo>
                    <a:pt x="8446176" y="5678578"/>
                  </a:lnTo>
                  <a:lnTo>
                    <a:pt x="8452402" y="5687056"/>
                  </a:lnTo>
                  <a:lnTo>
                    <a:pt x="8473627" y="5687056"/>
                  </a:lnTo>
                  <a:lnTo>
                    <a:pt x="8479854" y="5678578"/>
                  </a:lnTo>
                  <a:lnTo>
                    <a:pt x="8479854" y="5661652"/>
                  </a:lnTo>
                  <a:lnTo>
                    <a:pt x="8473627" y="5653175"/>
                  </a:lnTo>
                  <a:close/>
                </a:path>
                <a:path w="9542780" h="6570345">
                  <a:moveTo>
                    <a:pt x="8473627" y="5695533"/>
                  </a:moveTo>
                  <a:lnTo>
                    <a:pt x="8452402" y="5695533"/>
                  </a:lnTo>
                  <a:lnTo>
                    <a:pt x="8446176" y="5701863"/>
                  </a:lnTo>
                  <a:lnTo>
                    <a:pt x="8446176" y="5720937"/>
                  </a:lnTo>
                  <a:lnTo>
                    <a:pt x="8452402" y="5729386"/>
                  </a:lnTo>
                  <a:lnTo>
                    <a:pt x="8473627" y="5729386"/>
                  </a:lnTo>
                  <a:lnTo>
                    <a:pt x="8479854" y="5723056"/>
                  </a:lnTo>
                  <a:lnTo>
                    <a:pt x="8479854" y="5703982"/>
                  </a:lnTo>
                  <a:lnTo>
                    <a:pt x="8473627" y="5695533"/>
                  </a:lnTo>
                  <a:close/>
                </a:path>
                <a:path w="9542780" h="6570345">
                  <a:moveTo>
                    <a:pt x="8473627" y="5739983"/>
                  </a:moveTo>
                  <a:lnTo>
                    <a:pt x="8452402" y="5739983"/>
                  </a:lnTo>
                  <a:lnTo>
                    <a:pt x="8446176" y="5746342"/>
                  </a:lnTo>
                  <a:lnTo>
                    <a:pt x="8446176" y="5765388"/>
                  </a:lnTo>
                  <a:lnTo>
                    <a:pt x="8452402" y="5773865"/>
                  </a:lnTo>
                  <a:lnTo>
                    <a:pt x="8473627" y="5773865"/>
                  </a:lnTo>
                  <a:lnTo>
                    <a:pt x="8479854" y="5767506"/>
                  </a:lnTo>
                  <a:lnTo>
                    <a:pt x="8479854" y="5748460"/>
                  </a:lnTo>
                  <a:lnTo>
                    <a:pt x="8473627" y="5739983"/>
                  </a:lnTo>
                  <a:close/>
                </a:path>
                <a:path w="9542780" h="6570345">
                  <a:moveTo>
                    <a:pt x="8473627" y="5784462"/>
                  </a:moveTo>
                  <a:lnTo>
                    <a:pt x="8452402" y="5784462"/>
                  </a:lnTo>
                  <a:lnTo>
                    <a:pt x="8446176" y="5790792"/>
                  </a:lnTo>
                  <a:lnTo>
                    <a:pt x="8446176" y="5809866"/>
                  </a:lnTo>
                  <a:lnTo>
                    <a:pt x="8452402" y="5818315"/>
                  </a:lnTo>
                  <a:lnTo>
                    <a:pt x="8473627" y="5818315"/>
                  </a:lnTo>
                  <a:lnTo>
                    <a:pt x="8479854" y="5809866"/>
                  </a:lnTo>
                  <a:lnTo>
                    <a:pt x="8479854" y="5792911"/>
                  </a:lnTo>
                  <a:lnTo>
                    <a:pt x="8473627" y="5784462"/>
                  </a:lnTo>
                  <a:close/>
                </a:path>
                <a:path w="9542780" h="6570345">
                  <a:moveTo>
                    <a:pt x="8473627" y="5828912"/>
                  </a:moveTo>
                  <a:lnTo>
                    <a:pt x="8452402" y="5828912"/>
                  </a:lnTo>
                  <a:lnTo>
                    <a:pt x="8446176" y="5835270"/>
                  </a:lnTo>
                  <a:lnTo>
                    <a:pt x="8446176" y="5854316"/>
                  </a:lnTo>
                  <a:lnTo>
                    <a:pt x="8452402" y="5862793"/>
                  </a:lnTo>
                  <a:lnTo>
                    <a:pt x="8473627" y="5862793"/>
                  </a:lnTo>
                  <a:lnTo>
                    <a:pt x="8479854" y="5854316"/>
                  </a:lnTo>
                  <a:lnTo>
                    <a:pt x="8479854" y="5837389"/>
                  </a:lnTo>
                  <a:lnTo>
                    <a:pt x="8473627" y="5828912"/>
                  </a:lnTo>
                  <a:close/>
                </a:path>
                <a:path w="9542780" h="6570345">
                  <a:moveTo>
                    <a:pt x="8473627" y="5873362"/>
                  </a:moveTo>
                  <a:lnTo>
                    <a:pt x="8452402" y="5873362"/>
                  </a:lnTo>
                  <a:lnTo>
                    <a:pt x="8446176" y="5879720"/>
                  </a:lnTo>
                  <a:lnTo>
                    <a:pt x="8446176" y="5898795"/>
                  </a:lnTo>
                  <a:lnTo>
                    <a:pt x="8452402" y="5907243"/>
                  </a:lnTo>
                  <a:lnTo>
                    <a:pt x="8473627" y="5907243"/>
                  </a:lnTo>
                  <a:lnTo>
                    <a:pt x="8479854" y="5898795"/>
                  </a:lnTo>
                  <a:lnTo>
                    <a:pt x="8479854" y="5881839"/>
                  </a:lnTo>
                  <a:lnTo>
                    <a:pt x="8473627" y="5873362"/>
                  </a:lnTo>
                  <a:close/>
                </a:path>
                <a:path w="9542780" h="6570345">
                  <a:moveTo>
                    <a:pt x="8473627" y="5917840"/>
                  </a:moveTo>
                  <a:lnTo>
                    <a:pt x="8452402" y="5917840"/>
                  </a:lnTo>
                  <a:lnTo>
                    <a:pt x="8446176" y="5924199"/>
                  </a:lnTo>
                  <a:lnTo>
                    <a:pt x="8446176" y="5943245"/>
                  </a:lnTo>
                  <a:lnTo>
                    <a:pt x="8452402" y="5951722"/>
                  </a:lnTo>
                  <a:lnTo>
                    <a:pt x="8473627" y="5951722"/>
                  </a:lnTo>
                  <a:lnTo>
                    <a:pt x="8479854" y="5943245"/>
                  </a:lnTo>
                  <a:lnTo>
                    <a:pt x="8479854" y="5926319"/>
                  </a:lnTo>
                  <a:lnTo>
                    <a:pt x="8473627" y="5917840"/>
                  </a:lnTo>
                  <a:close/>
                </a:path>
                <a:path w="9542780" h="6570345">
                  <a:moveTo>
                    <a:pt x="8473627" y="5962291"/>
                  </a:moveTo>
                  <a:lnTo>
                    <a:pt x="8452402" y="5962291"/>
                  </a:lnTo>
                  <a:lnTo>
                    <a:pt x="8446176" y="5968649"/>
                  </a:lnTo>
                  <a:lnTo>
                    <a:pt x="8446176" y="5987723"/>
                  </a:lnTo>
                  <a:lnTo>
                    <a:pt x="8452402" y="5996172"/>
                  </a:lnTo>
                  <a:lnTo>
                    <a:pt x="8473627" y="5996172"/>
                  </a:lnTo>
                  <a:lnTo>
                    <a:pt x="8479854" y="5987723"/>
                  </a:lnTo>
                  <a:lnTo>
                    <a:pt x="8479854" y="5970769"/>
                  </a:lnTo>
                  <a:lnTo>
                    <a:pt x="8473627" y="5962291"/>
                  </a:lnTo>
                  <a:close/>
                </a:path>
                <a:path w="9542780" h="6570345">
                  <a:moveTo>
                    <a:pt x="8473627" y="6004650"/>
                  </a:moveTo>
                  <a:lnTo>
                    <a:pt x="8452402" y="6004650"/>
                  </a:lnTo>
                  <a:lnTo>
                    <a:pt x="8446176" y="6011009"/>
                  </a:lnTo>
                  <a:lnTo>
                    <a:pt x="8446176" y="6030053"/>
                  </a:lnTo>
                  <a:lnTo>
                    <a:pt x="8452402" y="6038532"/>
                  </a:lnTo>
                  <a:lnTo>
                    <a:pt x="8473627" y="6038532"/>
                  </a:lnTo>
                  <a:lnTo>
                    <a:pt x="8479854" y="6032173"/>
                  </a:lnTo>
                  <a:lnTo>
                    <a:pt x="8479854" y="6013127"/>
                  </a:lnTo>
                  <a:lnTo>
                    <a:pt x="8473627" y="6004650"/>
                  </a:lnTo>
                  <a:close/>
                </a:path>
                <a:path w="9542780" h="6570345">
                  <a:moveTo>
                    <a:pt x="8473627" y="6049100"/>
                  </a:moveTo>
                  <a:lnTo>
                    <a:pt x="8452402" y="6049100"/>
                  </a:lnTo>
                  <a:lnTo>
                    <a:pt x="8446176" y="6055459"/>
                  </a:lnTo>
                  <a:lnTo>
                    <a:pt x="8446176" y="6074533"/>
                  </a:lnTo>
                  <a:lnTo>
                    <a:pt x="8452402" y="6082982"/>
                  </a:lnTo>
                  <a:lnTo>
                    <a:pt x="8473627" y="6082982"/>
                  </a:lnTo>
                  <a:lnTo>
                    <a:pt x="8479854" y="6076623"/>
                  </a:lnTo>
                  <a:lnTo>
                    <a:pt x="8479854" y="6057578"/>
                  </a:lnTo>
                  <a:lnTo>
                    <a:pt x="8473627" y="6049100"/>
                  </a:lnTo>
                  <a:close/>
                </a:path>
                <a:path w="9542780" h="6570345">
                  <a:moveTo>
                    <a:pt x="8473627" y="6093579"/>
                  </a:moveTo>
                  <a:lnTo>
                    <a:pt x="8452402" y="6093579"/>
                  </a:lnTo>
                  <a:lnTo>
                    <a:pt x="8446176" y="6099936"/>
                  </a:lnTo>
                  <a:lnTo>
                    <a:pt x="8446176" y="6118983"/>
                  </a:lnTo>
                  <a:lnTo>
                    <a:pt x="8452402" y="6127460"/>
                  </a:lnTo>
                  <a:lnTo>
                    <a:pt x="8473627" y="6127460"/>
                  </a:lnTo>
                  <a:lnTo>
                    <a:pt x="8479854" y="6118983"/>
                  </a:lnTo>
                  <a:lnTo>
                    <a:pt x="8479854" y="6102056"/>
                  </a:lnTo>
                  <a:lnTo>
                    <a:pt x="8473627" y="6093579"/>
                  </a:lnTo>
                  <a:close/>
                </a:path>
                <a:path w="9542780" h="6570345">
                  <a:moveTo>
                    <a:pt x="8473627" y="6138029"/>
                  </a:moveTo>
                  <a:lnTo>
                    <a:pt x="8452402" y="6138029"/>
                  </a:lnTo>
                  <a:lnTo>
                    <a:pt x="8446176" y="6144386"/>
                  </a:lnTo>
                  <a:lnTo>
                    <a:pt x="8446176" y="6163461"/>
                  </a:lnTo>
                  <a:lnTo>
                    <a:pt x="8452402" y="6171910"/>
                  </a:lnTo>
                  <a:lnTo>
                    <a:pt x="8473627" y="6171910"/>
                  </a:lnTo>
                  <a:lnTo>
                    <a:pt x="8479854" y="6163461"/>
                  </a:lnTo>
                  <a:lnTo>
                    <a:pt x="8479854" y="6146506"/>
                  </a:lnTo>
                  <a:lnTo>
                    <a:pt x="8473627" y="6138029"/>
                  </a:lnTo>
                  <a:close/>
                </a:path>
                <a:path w="9542780" h="6570345">
                  <a:moveTo>
                    <a:pt x="8473627" y="6182507"/>
                  </a:moveTo>
                  <a:lnTo>
                    <a:pt x="8452402" y="6182507"/>
                  </a:lnTo>
                  <a:lnTo>
                    <a:pt x="8446176" y="6188866"/>
                  </a:lnTo>
                  <a:lnTo>
                    <a:pt x="8446176" y="6210030"/>
                  </a:lnTo>
                  <a:lnTo>
                    <a:pt x="8452402" y="6216389"/>
                  </a:lnTo>
                  <a:lnTo>
                    <a:pt x="8473627" y="6216389"/>
                  </a:lnTo>
                  <a:lnTo>
                    <a:pt x="8479854" y="6207912"/>
                  </a:lnTo>
                  <a:lnTo>
                    <a:pt x="8479854" y="6190985"/>
                  </a:lnTo>
                  <a:lnTo>
                    <a:pt x="8473627" y="6182507"/>
                  </a:lnTo>
                  <a:close/>
                </a:path>
                <a:path w="9542780" h="6570345">
                  <a:moveTo>
                    <a:pt x="8473627" y="6226958"/>
                  </a:moveTo>
                  <a:lnTo>
                    <a:pt x="8452402" y="6226958"/>
                  </a:lnTo>
                  <a:lnTo>
                    <a:pt x="8446176" y="6233316"/>
                  </a:lnTo>
                  <a:lnTo>
                    <a:pt x="8446176" y="6254482"/>
                  </a:lnTo>
                  <a:lnTo>
                    <a:pt x="8452402" y="6260839"/>
                  </a:lnTo>
                  <a:lnTo>
                    <a:pt x="8473627" y="6260839"/>
                  </a:lnTo>
                  <a:lnTo>
                    <a:pt x="8479854" y="6252362"/>
                  </a:lnTo>
                  <a:lnTo>
                    <a:pt x="8479854" y="6235435"/>
                  </a:lnTo>
                  <a:lnTo>
                    <a:pt x="8473627" y="6226958"/>
                  </a:lnTo>
                  <a:close/>
                </a:path>
                <a:path w="9542780" h="6570345">
                  <a:moveTo>
                    <a:pt x="8473627" y="6271436"/>
                  </a:moveTo>
                  <a:lnTo>
                    <a:pt x="8452402" y="6271436"/>
                  </a:lnTo>
                  <a:lnTo>
                    <a:pt x="8446176" y="6277794"/>
                  </a:lnTo>
                  <a:lnTo>
                    <a:pt x="8446176" y="6298957"/>
                  </a:lnTo>
                  <a:lnTo>
                    <a:pt x="8452402" y="6305309"/>
                  </a:lnTo>
                  <a:lnTo>
                    <a:pt x="8473627" y="6305309"/>
                  </a:lnTo>
                  <a:lnTo>
                    <a:pt x="8479854" y="6296840"/>
                  </a:lnTo>
                  <a:lnTo>
                    <a:pt x="8479854" y="6279913"/>
                  </a:lnTo>
                  <a:lnTo>
                    <a:pt x="8473627" y="6271436"/>
                  </a:lnTo>
                  <a:close/>
                </a:path>
                <a:path w="9542780" h="6570345">
                  <a:moveTo>
                    <a:pt x="8431176" y="5344057"/>
                  </a:moveTo>
                  <a:lnTo>
                    <a:pt x="8409951" y="5344057"/>
                  </a:lnTo>
                  <a:lnTo>
                    <a:pt x="8403724" y="5350388"/>
                  </a:lnTo>
                  <a:lnTo>
                    <a:pt x="8403724" y="5369462"/>
                  </a:lnTo>
                  <a:lnTo>
                    <a:pt x="8409951" y="5377911"/>
                  </a:lnTo>
                  <a:lnTo>
                    <a:pt x="8431176" y="5377911"/>
                  </a:lnTo>
                  <a:lnTo>
                    <a:pt x="8437685" y="5369462"/>
                  </a:lnTo>
                  <a:lnTo>
                    <a:pt x="8437685" y="5352506"/>
                  </a:lnTo>
                  <a:lnTo>
                    <a:pt x="8431176" y="5344057"/>
                  </a:lnTo>
                  <a:close/>
                </a:path>
                <a:path w="9542780" h="6570345">
                  <a:moveTo>
                    <a:pt x="8431176" y="5386388"/>
                  </a:moveTo>
                  <a:lnTo>
                    <a:pt x="8409951" y="5386388"/>
                  </a:lnTo>
                  <a:lnTo>
                    <a:pt x="8403724" y="5392746"/>
                  </a:lnTo>
                  <a:lnTo>
                    <a:pt x="8403724" y="5411792"/>
                  </a:lnTo>
                  <a:lnTo>
                    <a:pt x="8409951" y="5420269"/>
                  </a:lnTo>
                  <a:lnTo>
                    <a:pt x="8431176" y="5420269"/>
                  </a:lnTo>
                  <a:lnTo>
                    <a:pt x="8437685" y="5413912"/>
                  </a:lnTo>
                  <a:lnTo>
                    <a:pt x="8437685" y="5394866"/>
                  </a:lnTo>
                  <a:lnTo>
                    <a:pt x="8431176" y="5386388"/>
                  </a:lnTo>
                  <a:close/>
                </a:path>
                <a:path w="9542780" h="6570345">
                  <a:moveTo>
                    <a:pt x="8431176" y="5430866"/>
                  </a:moveTo>
                  <a:lnTo>
                    <a:pt x="8409951" y="5430866"/>
                  </a:lnTo>
                  <a:lnTo>
                    <a:pt x="8403724" y="5437196"/>
                  </a:lnTo>
                  <a:lnTo>
                    <a:pt x="8403724" y="5458390"/>
                  </a:lnTo>
                  <a:lnTo>
                    <a:pt x="8409951" y="5464719"/>
                  </a:lnTo>
                  <a:lnTo>
                    <a:pt x="8431176" y="5464719"/>
                  </a:lnTo>
                  <a:lnTo>
                    <a:pt x="8437685" y="5458390"/>
                  </a:lnTo>
                  <a:lnTo>
                    <a:pt x="8437685" y="5439316"/>
                  </a:lnTo>
                  <a:lnTo>
                    <a:pt x="8431176" y="5430866"/>
                  </a:lnTo>
                  <a:close/>
                </a:path>
                <a:path w="9542780" h="6570345">
                  <a:moveTo>
                    <a:pt x="8431176" y="5475316"/>
                  </a:moveTo>
                  <a:lnTo>
                    <a:pt x="8409951" y="5475316"/>
                  </a:lnTo>
                  <a:lnTo>
                    <a:pt x="8403724" y="5481675"/>
                  </a:lnTo>
                  <a:lnTo>
                    <a:pt x="8403724" y="5502840"/>
                  </a:lnTo>
                  <a:lnTo>
                    <a:pt x="8409951" y="5509199"/>
                  </a:lnTo>
                  <a:lnTo>
                    <a:pt x="8431176" y="5509199"/>
                  </a:lnTo>
                  <a:lnTo>
                    <a:pt x="8437685" y="5500721"/>
                  </a:lnTo>
                  <a:lnTo>
                    <a:pt x="8437685" y="5483795"/>
                  </a:lnTo>
                  <a:lnTo>
                    <a:pt x="8431176" y="5475316"/>
                  </a:lnTo>
                  <a:close/>
                </a:path>
                <a:path w="9542780" h="6570345">
                  <a:moveTo>
                    <a:pt x="8431176" y="5519795"/>
                  </a:moveTo>
                  <a:lnTo>
                    <a:pt x="8409951" y="5519795"/>
                  </a:lnTo>
                  <a:lnTo>
                    <a:pt x="8403724" y="5526125"/>
                  </a:lnTo>
                  <a:lnTo>
                    <a:pt x="8403724" y="5545199"/>
                  </a:lnTo>
                  <a:lnTo>
                    <a:pt x="8409951" y="5553649"/>
                  </a:lnTo>
                  <a:lnTo>
                    <a:pt x="8431176" y="5553649"/>
                  </a:lnTo>
                  <a:lnTo>
                    <a:pt x="8437685" y="5545199"/>
                  </a:lnTo>
                  <a:lnTo>
                    <a:pt x="8437685" y="5528245"/>
                  </a:lnTo>
                  <a:lnTo>
                    <a:pt x="8431176" y="5519795"/>
                  </a:lnTo>
                  <a:close/>
                </a:path>
                <a:path w="9542780" h="6570345">
                  <a:moveTo>
                    <a:pt x="8431176" y="5564245"/>
                  </a:moveTo>
                  <a:lnTo>
                    <a:pt x="8409951" y="5564245"/>
                  </a:lnTo>
                  <a:lnTo>
                    <a:pt x="8403724" y="5570603"/>
                  </a:lnTo>
                  <a:lnTo>
                    <a:pt x="8403724" y="5589649"/>
                  </a:lnTo>
                  <a:lnTo>
                    <a:pt x="8409951" y="5598126"/>
                  </a:lnTo>
                  <a:lnTo>
                    <a:pt x="8431176" y="5598126"/>
                  </a:lnTo>
                  <a:lnTo>
                    <a:pt x="8437685" y="5589649"/>
                  </a:lnTo>
                  <a:lnTo>
                    <a:pt x="8437685" y="5572723"/>
                  </a:lnTo>
                  <a:lnTo>
                    <a:pt x="8431176" y="5564245"/>
                  </a:lnTo>
                  <a:close/>
                </a:path>
                <a:path w="9542780" h="6570345">
                  <a:moveTo>
                    <a:pt x="8431176" y="5608723"/>
                  </a:moveTo>
                  <a:lnTo>
                    <a:pt x="8409951" y="5608723"/>
                  </a:lnTo>
                  <a:lnTo>
                    <a:pt x="8403724" y="5615053"/>
                  </a:lnTo>
                  <a:lnTo>
                    <a:pt x="8403724" y="5634128"/>
                  </a:lnTo>
                  <a:lnTo>
                    <a:pt x="8409951" y="5642578"/>
                  </a:lnTo>
                  <a:lnTo>
                    <a:pt x="8431176" y="5642578"/>
                  </a:lnTo>
                  <a:lnTo>
                    <a:pt x="8437685" y="5634128"/>
                  </a:lnTo>
                  <a:lnTo>
                    <a:pt x="8437685" y="5617173"/>
                  </a:lnTo>
                  <a:lnTo>
                    <a:pt x="8431176" y="5608723"/>
                  </a:lnTo>
                  <a:close/>
                </a:path>
                <a:path w="9542780" h="6570345">
                  <a:moveTo>
                    <a:pt x="8431176" y="5653175"/>
                  </a:moveTo>
                  <a:lnTo>
                    <a:pt x="8409951" y="5653175"/>
                  </a:lnTo>
                  <a:lnTo>
                    <a:pt x="8403724" y="5659532"/>
                  </a:lnTo>
                  <a:lnTo>
                    <a:pt x="8403724" y="5678578"/>
                  </a:lnTo>
                  <a:lnTo>
                    <a:pt x="8409951" y="5687056"/>
                  </a:lnTo>
                  <a:lnTo>
                    <a:pt x="8431176" y="5687056"/>
                  </a:lnTo>
                  <a:lnTo>
                    <a:pt x="8437685" y="5678578"/>
                  </a:lnTo>
                  <a:lnTo>
                    <a:pt x="8437685" y="5661652"/>
                  </a:lnTo>
                  <a:lnTo>
                    <a:pt x="8431176" y="5653175"/>
                  </a:lnTo>
                  <a:close/>
                </a:path>
                <a:path w="9542780" h="6570345">
                  <a:moveTo>
                    <a:pt x="8431176" y="5695533"/>
                  </a:moveTo>
                  <a:lnTo>
                    <a:pt x="8409951" y="5695533"/>
                  </a:lnTo>
                  <a:lnTo>
                    <a:pt x="8403724" y="5701863"/>
                  </a:lnTo>
                  <a:lnTo>
                    <a:pt x="8403724" y="5720937"/>
                  </a:lnTo>
                  <a:lnTo>
                    <a:pt x="8409951" y="5729386"/>
                  </a:lnTo>
                  <a:lnTo>
                    <a:pt x="8431176" y="5729386"/>
                  </a:lnTo>
                  <a:lnTo>
                    <a:pt x="8437685" y="5723056"/>
                  </a:lnTo>
                  <a:lnTo>
                    <a:pt x="8437685" y="5703982"/>
                  </a:lnTo>
                  <a:lnTo>
                    <a:pt x="8431176" y="5695533"/>
                  </a:lnTo>
                  <a:close/>
                </a:path>
                <a:path w="9542780" h="6570345">
                  <a:moveTo>
                    <a:pt x="8431176" y="5739983"/>
                  </a:moveTo>
                  <a:lnTo>
                    <a:pt x="8409951" y="5739983"/>
                  </a:lnTo>
                  <a:lnTo>
                    <a:pt x="8403724" y="5746342"/>
                  </a:lnTo>
                  <a:lnTo>
                    <a:pt x="8403724" y="5765388"/>
                  </a:lnTo>
                  <a:lnTo>
                    <a:pt x="8409951" y="5773865"/>
                  </a:lnTo>
                  <a:lnTo>
                    <a:pt x="8431176" y="5773865"/>
                  </a:lnTo>
                  <a:lnTo>
                    <a:pt x="8437685" y="5767506"/>
                  </a:lnTo>
                  <a:lnTo>
                    <a:pt x="8437685" y="5748460"/>
                  </a:lnTo>
                  <a:lnTo>
                    <a:pt x="8431176" y="5739983"/>
                  </a:lnTo>
                  <a:close/>
                </a:path>
                <a:path w="9542780" h="6570345">
                  <a:moveTo>
                    <a:pt x="8431176" y="5784462"/>
                  </a:moveTo>
                  <a:lnTo>
                    <a:pt x="8409951" y="5784462"/>
                  </a:lnTo>
                  <a:lnTo>
                    <a:pt x="8403724" y="5790792"/>
                  </a:lnTo>
                  <a:lnTo>
                    <a:pt x="8403724" y="5809866"/>
                  </a:lnTo>
                  <a:lnTo>
                    <a:pt x="8409951" y="5818315"/>
                  </a:lnTo>
                  <a:lnTo>
                    <a:pt x="8431176" y="5818315"/>
                  </a:lnTo>
                  <a:lnTo>
                    <a:pt x="8437685" y="5809866"/>
                  </a:lnTo>
                  <a:lnTo>
                    <a:pt x="8437685" y="5792911"/>
                  </a:lnTo>
                  <a:lnTo>
                    <a:pt x="8431176" y="5784462"/>
                  </a:lnTo>
                  <a:close/>
                </a:path>
                <a:path w="9542780" h="6570345">
                  <a:moveTo>
                    <a:pt x="8431176" y="5828912"/>
                  </a:moveTo>
                  <a:lnTo>
                    <a:pt x="8409951" y="5828912"/>
                  </a:lnTo>
                  <a:lnTo>
                    <a:pt x="8403724" y="5835270"/>
                  </a:lnTo>
                  <a:lnTo>
                    <a:pt x="8403724" y="5854316"/>
                  </a:lnTo>
                  <a:lnTo>
                    <a:pt x="8409951" y="5862793"/>
                  </a:lnTo>
                  <a:lnTo>
                    <a:pt x="8431176" y="5862793"/>
                  </a:lnTo>
                  <a:lnTo>
                    <a:pt x="8437685" y="5854316"/>
                  </a:lnTo>
                  <a:lnTo>
                    <a:pt x="8437685" y="5837389"/>
                  </a:lnTo>
                  <a:lnTo>
                    <a:pt x="8431176" y="5828912"/>
                  </a:lnTo>
                  <a:close/>
                </a:path>
                <a:path w="9542780" h="6570345">
                  <a:moveTo>
                    <a:pt x="8431176" y="5873362"/>
                  </a:moveTo>
                  <a:lnTo>
                    <a:pt x="8409951" y="5873362"/>
                  </a:lnTo>
                  <a:lnTo>
                    <a:pt x="8403724" y="5879720"/>
                  </a:lnTo>
                  <a:lnTo>
                    <a:pt x="8403724" y="5898795"/>
                  </a:lnTo>
                  <a:lnTo>
                    <a:pt x="8409951" y="5907243"/>
                  </a:lnTo>
                  <a:lnTo>
                    <a:pt x="8431176" y="5907243"/>
                  </a:lnTo>
                  <a:lnTo>
                    <a:pt x="8437685" y="5898795"/>
                  </a:lnTo>
                  <a:lnTo>
                    <a:pt x="8437685" y="5881839"/>
                  </a:lnTo>
                  <a:lnTo>
                    <a:pt x="8431176" y="5873362"/>
                  </a:lnTo>
                  <a:close/>
                </a:path>
                <a:path w="9542780" h="6570345">
                  <a:moveTo>
                    <a:pt x="8431176" y="5917840"/>
                  </a:moveTo>
                  <a:lnTo>
                    <a:pt x="8409951" y="5917840"/>
                  </a:lnTo>
                  <a:lnTo>
                    <a:pt x="8403724" y="5924199"/>
                  </a:lnTo>
                  <a:lnTo>
                    <a:pt x="8403724" y="5943245"/>
                  </a:lnTo>
                  <a:lnTo>
                    <a:pt x="8409951" y="5951722"/>
                  </a:lnTo>
                  <a:lnTo>
                    <a:pt x="8431176" y="5951722"/>
                  </a:lnTo>
                  <a:lnTo>
                    <a:pt x="8437685" y="5943245"/>
                  </a:lnTo>
                  <a:lnTo>
                    <a:pt x="8437685" y="5926319"/>
                  </a:lnTo>
                  <a:lnTo>
                    <a:pt x="8431176" y="5917840"/>
                  </a:lnTo>
                  <a:close/>
                </a:path>
                <a:path w="9542780" h="6570345">
                  <a:moveTo>
                    <a:pt x="8431176" y="5962291"/>
                  </a:moveTo>
                  <a:lnTo>
                    <a:pt x="8409951" y="5962291"/>
                  </a:lnTo>
                  <a:lnTo>
                    <a:pt x="8403724" y="5968649"/>
                  </a:lnTo>
                  <a:lnTo>
                    <a:pt x="8403724" y="5987723"/>
                  </a:lnTo>
                  <a:lnTo>
                    <a:pt x="8409951" y="5996172"/>
                  </a:lnTo>
                  <a:lnTo>
                    <a:pt x="8431176" y="5996172"/>
                  </a:lnTo>
                  <a:lnTo>
                    <a:pt x="8437685" y="5987723"/>
                  </a:lnTo>
                  <a:lnTo>
                    <a:pt x="8437685" y="5970769"/>
                  </a:lnTo>
                  <a:lnTo>
                    <a:pt x="8431176" y="5962291"/>
                  </a:lnTo>
                  <a:close/>
                </a:path>
                <a:path w="9542780" h="6570345">
                  <a:moveTo>
                    <a:pt x="8431176" y="6004650"/>
                  </a:moveTo>
                  <a:lnTo>
                    <a:pt x="8409951" y="6004650"/>
                  </a:lnTo>
                  <a:lnTo>
                    <a:pt x="8403724" y="6011009"/>
                  </a:lnTo>
                  <a:lnTo>
                    <a:pt x="8403724" y="6030053"/>
                  </a:lnTo>
                  <a:lnTo>
                    <a:pt x="8409951" y="6038532"/>
                  </a:lnTo>
                  <a:lnTo>
                    <a:pt x="8431176" y="6038532"/>
                  </a:lnTo>
                  <a:lnTo>
                    <a:pt x="8437685" y="6032173"/>
                  </a:lnTo>
                  <a:lnTo>
                    <a:pt x="8437685" y="6013127"/>
                  </a:lnTo>
                  <a:lnTo>
                    <a:pt x="8431176" y="6004650"/>
                  </a:lnTo>
                  <a:close/>
                </a:path>
                <a:path w="9542780" h="6570345">
                  <a:moveTo>
                    <a:pt x="8431176" y="6049100"/>
                  </a:moveTo>
                  <a:lnTo>
                    <a:pt x="8409951" y="6049100"/>
                  </a:lnTo>
                  <a:lnTo>
                    <a:pt x="8403724" y="6055459"/>
                  </a:lnTo>
                  <a:lnTo>
                    <a:pt x="8403724" y="6074533"/>
                  </a:lnTo>
                  <a:lnTo>
                    <a:pt x="8409951" y="6082982"/>
                  </a:lnTo>
                  <a:lnTo>
                    <a:pt x="8431176" y="6082982"/>
                  </a:lnTo>
                  <a:lnTo>
                    <a:pt x="8437685" y="6076623"/>
                  </a:lnTo>
                  <a:lnTo>
                    <a:pt x="8437685" y="6057578"/>
                  </a:lnTo>
                  <a:lnTo>
                    <a:pt x="8431176" y="6049100"/>
                  </a:lnTo>
                  <a:close/>
                </a:path>
                <a:path w="9542780" h="6570345">
                  <a:moveTo>
                    <a:pt x="8431176" y="6093579"/>
                  </a:moveTo>
                  <a:lnTo>
                    <a:pt x="8409951" y="6093579"/>
                  </a:lnTo>
                  <a:lnTo>
                    <a:pt x="8403724" y="6099936"/>
                  </a:lnTo>
                  <a:lnTo>
                    <a:pt x="8403724" y="6118983"/>
                  </a:lnTo>
                  <a:lnTo>
                    <a:pt x="8409951" y="6127460"/>
                  </a:lnTo>
                  <a:lnTo>
                    <a:pt x="8431176" y="6127460"/>
                  </a:lnTo>
                  <a:lnTo>
                    <a:pt x="8437685" y="6118983"/>
                  </a:lnTo>
                  <a:lnTo>
                    <a:pt x="8437685" y="6102056"/>
                  </a:lnTo>
                  <a:lnTo>
                    <a:pt x="8431176" y="6093579"/>
                  </a:lnTo>
                  <a:close/>
                </a:path>
                <a:path w="9542780" h="6570345">
                  <a:moveTo>
                    <a:pt x="8431176" y="6138029"/>
                  </a:moveTo>
                  <a:lnTo>
                    <a:pt x="8409951" y="6138029"/>
                  </a:lnTo>
                  <a:lnTo>
                    <a:pt x="8403724" y="6144386"/>
                  </a:lnTo>
                  <a:lnTo>
                    <a:pt x="8403724" y="6163461"/>
                  </a:lnTo>
                  <a:lnTo>
                    <a:pt x="8409951" y="6171910"/>
                  </a:lnTo>
                  <a:lnTo>
                    <a:pt x="8431176" y="6171910"/>
                  </a:lnTo>
                  <a:lnTo>
                    <a:pt x="8437685" y="6163461"/>
                  </a:lnTo>
                  <a:lnTo>
                    <a:pt x="8437685" y="6146506"/>
                  </a:lnTo>
                  <a:lnTo>
                    <a:pt x="8431176" y="6138029"/>
                  </a:lnTo>
                  <a:close/>
                </a:path>
                <a:path w="9542780" h="6570345">
                  <a:moveTo>
                    <a:pt x="8431176" y="6182507"/>
                  </a:moveTo>
                  <a:lnTo>
                    <a:pt x="8409951" y="6182507"/>
                  </a:lnTo>
                  <a:lnTo>
                    <a:pt x="8403724" y="6188866"/>
                  </a:lnTo>
                  <a:lnTo>
                    <a:pt x="8403724" y="6210030"/>
                  </a:lnTo>
                  <a:lnTo>
                    <a:pt x="8409951" y="6216389"/>
                  </a:lnTo>
                  <a:lnTo>
                    <a:pt x="8431176" y="6216389"/>
                  </a:lnTo>
                  <a:lnTo>
                    <a:pt x="8437685" y="6207912"/>
                  </a:lnTo>
                  <a:lnTo>
                    <a:pt x="8437685" y="6190985"/>
                  </a:lnTo>
                  <a:lnTo>
                    <a:pt x="8431176" y="6182507"/>
                  </a:lnTo>
                  <a:close/>
                </a:path>
                <a:path w="9542780" h="6570345">
                  <a:moveTo>
                    <a:pt x="8431176" y="6226958"/>
                  </a:moveTo>
                  <a:lnTo>
                    <a:pt x="8409951" y="6226958"/>
                  </a:lnTo>
                  <a:lnTo>
                    <a:pt x="8403724" y="6233316"/>
                  </a:lnTo>
                  <a:lnTo>
                    <a:pt x="8403724" y="6254482"/>
                  </a:lnTo>
                  <a:lnTo>
                    <a:pt x="8409951" y="6260839"/>
                  </a:lnTo>
                  <a:lnTo>
                    <a:pt x="8431176" y="6260839"/>
                  </a:lnTo>
                  <a:lnTo>
                    <a:pt x="8437685" y="6252362"/>
                  </a:lnTo>
                  <a:lnTo>
                    <a:pt x="8437685" y="6235435"/>
                  </a:lnTo>
                  <a:lnTo>
                    <a:pt x="8431176" y="6226958"/>
                  </a:lnTo>
                  <a:close/>
                </a:path>
                <a:path w="9542780" h="6570345">
                  <a:moveTo>
                    <a:pt x="8431176" y="6271436"/>
                  </a:moveTo>
                  <a:lnTo>
                    <a:pt x="8409951" y="6271436"/>
                  </a:lnTo>
                  <a:lnTo>
                    <a:pt x="8403724" y="6277794"/>
                  </a:lnTo>
                  <a:lnTo>
                    <a:pt x="8403724" y="6298957"/>
                  </a:lnTo>
                  <a:lnTo>
                    <a:pt x="8409951" y="6305309"/>
                  </a:lnTo>
                  <a:lnTo>
                    <a:pt x="8431176" y="6305309"/>
                  </a:lnTo>
                  <a:lnTo>
                    <a:pt x="8437685" y="6296840"/>
                  </a:lnTo>
                  <a:lnTo>
                    <a:pt x="8437685" y="6279913"/>
                  </a:lnTo>
                  <a:lnTo>
                    <a:pt x="8431176" y="6271436"/>
                  </a:lnTo>
                  <a:close/>
                </a:path>
                <a:path w="9542780" h="6570345">
                  <a:moveTo>
                    <a:pt x="8431176" y="6313778"/>
                  </a:moveTo>
                  <a:lnTo>
                    <a:pt x="8409951" y="6313778"/>
                  </a:lnTo>
                  <a:lnTo>
                    <a:pt x="8403724" y="6320130"/>
                  </a:lnTo>
                  <a:lnTo>
                    <a:pt x="8403724" y="6341301"/>
                  </a:lnTo>
                  <a:lnTo>
                    <a:pt x="8409951" y="6347654"/>
                  </a:lnTo>
                  <a:lnTo>
                    <a:pt x="8431176" y="6347654"/>
                  </a:lnTo>
                  <a:lnTo>
                    <a:pt x="8437685" y="6341301"/>
                  </a:lnTo>
                  <a:lnTo>
                    <a:pt x="8437685" y="6322247"/>
                  </a:lnTo>
                  <a:lnTo>
                    <a:pt x="8431176" y="6313778"/>
                  </a:lnTo>
                  <a:close/>
                </a:path>
                <a:path w="9542780" h="6570345">
                  <a:moveTo>
                    <a:pt x="8386744" y="5344057"/>
                  </a:moveTo>
                  <a:lnTo>
                    <a:pt x="8365517" y="5344057"/>
                  </a:lnTo>
                  <a:lnTo>
                    <a:pt x="8359009" y="5350388"/>
                  </a:lnTo>
                  <a:lnTo>
                    <a:pt x="8359009" y="5369462"/>
                  </a:lnTo>
                  <a:lnTo>
                    <a:pt x="8365517" y="5377911"/>
                  </a:lnTo>
                  <a:lnTo>
                    <a:pt x="8386744" y="5377911"/>
                  </a:lnTo>
                  <a:lnTo>
                    <a:pt x="8392970" y="5369462"/>
                  </a:lnTo>
                  <a:lnTo>
                    <a:pt x="8392970" y="5352506"/>
                  </a:lnTo>
                  <a:lnTo>
                    <a:pt x="8386744" y="5344057"/>
                  </a:lnTo>
                  <a:close/>
                </a:path>
                <a:path w="9542780" h="6570345">
                  <a:moveTo>
                    <a:pt x="8386744" y="5386388"/>
                  </a:moveTo>
                  <a:lnTo>
                    <a:pt x="8365517" y="5386388"/>
                  </a:lnTo>
                  <a:lnTo>
                    <a:pt x="8359009" y="5392746"/>
                  </a:lnTo>
                  <a:lnTo>
                    <a:pt x="8359009" y="5411792"/>
                  </a:lnTo>
                  <a:lnTo>
                    <a:pt x="8365517" y="5420269"/>
                  </a:lnTo>
                  <a:lnTo>
                    <a:pt x="8386744" y="5420269"/>
                  </a:lnTo>
                  <a:lnTo>
                    <a:pt x="8392970" y="5413912"/>
                  </a:lnTo>
                  <a:lnTo>
                    <a:pt x="8392970" y="5394866"/>
                  </a:lnTo>
                  <a:lnTo>
                    <a:pt x="8386744" y="5386388"/>
                  </a:lnTo>
                  <a:close/>
                </a:path>
                <a:path w="9542780" h="6570345">
                  <a:moveTo>
                    <a:pt x="8386744" y="5430866"/>
                  </a:moveTo>
                  <a:lnTo>
                    <a:pt x="8365517" y="5430866"/>
                  </a:lnTo>
                  <a:lnTo>
                    <a:pt x="8359009" y="5437196"/>
                  </a:lnTo>
                  <a:lnTo>
                    <a:pt x="8359009" y="5458390"/>
                  </a:lnTo>
                  <a:lnTo>
                    <a:pt x="8365517" y="5464719"/>
                  </a:lnTo>
                  <a:lnTo>
                    <a:pt x="8386744" y="5464719"/>
                  </a:lnTo>
                  <a:lnTo>
                    <a:pt x="8392970" y="5458390"/>
                  </a:lnTo>
                  <a:lnTo>
                    <a:pt x="8392970" y="5439316"/>
                  </a:lnTo>
                  <a:lnTo>
                    <a:pt x="8386744" y="5430866"/>
                  </a:lnTo>
                  <a:close/>
                </a:path>
                <a:path w="9542780" h="6570345">
                  <a:moveTo>
                    <a:pt x="8386744" y="5475316"/>
                  </a:moveTo>
                  <a:lnTo>
                    <a:pt x="8365517" y="5475316"/>
                  </a:lnTo>
                  <a:lnTo>
                    <a:pt x="8359009" y="5481675"/>
                  </a:lnTo>
                  <a:lnTo>
                    <a:pt x="8359009" y="5502840"/>
                  </a:lnTo>
                  <a:lnTo>
                    <a:pt x="8365517" y="5509199"/>
                  </a:lnTo>
                  <a:lnTo>
                    <a:pt x="8386744" y="5509199"/>
                  </a:lnTo>
                  <a:lnTo>
                    <a:pt x="8392970" y="5500721"/>
                  </a:lnTo>
                  <a:lnTo>
                    <a:pt x="8392970" y="5483795"/>
                  </a:lnTo>
                  <a:lnTo>
                    <a:pt x="8386744" y="5475316"/>
                  </a:lnTo>
                  <a:close/>
                </a:path>
                <a:path w="9542780" h="6570345">
                  <a:moveTo>
                    <a:pt x="8386744" y="5519795"/>
                  </a:moveTo>
                  <a:lnTo>
                    <a:pt x="8365517" y="5519795"/>
                  </a:lnTo>
                  <a:lnTo>
                    <a:pt x="8359009" y="5526125"/>
                  </a:lnTo>
                  <a:lnTo>
                    <a:pt x="8359009" y="5545199"/>
                  </a:lnTo>
                  <a:lnTo>
                    <a:pt x="8365517" y="5553649"/>
                  </a:lnTo>
                  <a:lnTo>
                    <a:pt x="8386744" y="5553649"/>
                  </a:lnTo>
                  <a:lnTo>
                    <a:pt x="8392970" y="5545199"/>
                  </a:lnTo>
                  <a:lnTo>
                    <a:pt x="8392970" y="5528245"/>
                  </a:lnTo>
                  <a:lnTo>
                    <a:pt x="8386744" y="5519795"/>
                  </a:lnTo>
                  <a:close/>
                </a:path>
                <a:path w="9542780" h="6570345">
                  <a:moveTo>
                    <a:pt x="8386744" y="5564245"/>
                  </a:moveTo>
                  <a:lnTo>
                    <a:pt x="8365517" y="5564245"/>
                  </a:lnTo>
                  <a:lnTo>
                    <a:pt x="8359009" y="5570603"/>
                  </a:lnTo>
                  <a:lnTo>
                    <a:pt x="8359009" y="5589649"/>
                  </a:lnTo>
                  <a:lnTo>
                    <a:pt x="8365517" y="5598126"/>
                  </a:lnTo>
                  <a:lnTo>
                    <a:pt x="8386744" y="5598126"/>
                  </a:lnTo>
                  <a:lnTo>
                    <a:pt x="8392970" y="5589649"/>
                  </a:lnTo>
                  <a:lnTo>
                    <a:pt x="8392970" y="5572723"/>
                  </a:lnTo>
                  <a:lnTo>
                    <a:pt x="8386744" y="5564245"/>
                  </a:lnTo>
                  <a:close/>
                </a:path>
                <a:path w="9542780" h="6570345">
                  <a:moveTo>
                    <a:pt x="8386744" y="5608723"/>
                  </a:moveTo>
                  <a:lnTo>
                    <a:pt x="8365517" y="5608723"/>
                  </a:lnTo>
                  <a:lnTo>
                    <a:pt x="8359009" y="5615053"/>
                  </a:lnTo>
                  <a:lnTo>
                    <a:pt x="8359009" y="5634128"/>
                  </a:lnTo>
                  <a:lnTo>
                    <a:pt x="8365517" y="5642578"/>
                  </a:lnTo>
                  <a:lnTo>
                    <a:pt x="8386744" y="5642578"/>
                  </a:lnTo>
                  <a:lnTo>
                    <a:pt x="8392970" y="5634128"/>
                  </a:lnTo>
                  <a:lnTo>
                    <a:pt x="8392970" y="5617173"/>
                  </a:lnTo>
                  <a:lnTo>
                    <a:pt x="8386744" y="5608723"/>
                  </a:lnTo>
                  <a:close/>
                </a:path>
                <a:path w="9542780" h="6570345">
                  <a:moveTo>
                    <a:pt x="8386744" y="5653173"/>
                  </a:moveTo>
                  <a:lnTo>
                    <a:pt x="8365517" y="5653173"/>
                  </a:lnTo>
                  <a:lnTo>
                    <a:pt x="8359009" y="5659532"/>
                  </a:lnTo>
                  <a:lnTo>
                    <a:pt x="8359009" y="5678578"/>
                  </a:lnTo>
                  <a:lnTo>
                    <a:pt x="8365517" y="5687056"/>
                  </a:lnTo>
                  <a:lnTo>
                    <a:pt x="8386744" y="5687056"/>
                  </a:lnTo>
                  <a:lnTo>
                    <a:pt x="8392970" y="5678578"/>
                  </a:lnTo>
                  <a:lnTo>
                    <a:pt x="8392970" y="5661652"/>
                  </a:lnTo>
                  <a:lnTo>
                    <a:pt x="8386744" y="5653173"/>
                  </a:lnTo>
                  <a:close/>
                </a:path>
                <a:path w="9542780" h="6570345">
                  <a:moveTo>
                    <a:pt x="8386744" y="5695533"/>
                  </a:moveTo>
                  <a:lnTo>
                    <a:pt x="8365517" y="5695533"/>
                  </a:lnTo>
                  <a:lnTo>
                    <a:pt x="8359009" y="5701863"/>
                  </a:lnTo>
                  <a:lnTo>
                    <a:pt x="8359009" y="5720937"/>
                  </a:lnTo>
                  <a:lnTo>
                    <a:pt x="8365517" y="5729386"/>
                  </a:lnTo>
                  <a:lnTo>
                    <a:pt x="8386744" y="5729386"/>
                  </a:lnTo>
                  <a:lnTo>
                    <a:pt x="8392970" y="5723056"/>
                  </a:lnTo>
                  <a:lnTo>
                    <a:pt x="8392970" y="5703982"/>
                  </a:lnTo>
                  <a:lnTo>
                    <a:pt x="8386744" y="5695533"/>
                  </a:lnTo>
                  <a:close/>
                </a:path>
                <a:path w="9542780" h="6570345">
                  <a:moveTo>
                    <a:pt x="8386744" y="5739983"/>
                  </a:moveTo>
                  <a:lnTo>
                    <a:pt x="8365517" y="5739983"/>
                  </a:lnTo>
                  <a:lnTo>
                    <a:pt x="8359009" y="5746342"/>
                  </a:lnTo>
                  <a:lnTo>
                    <a:pt x="8359009" y="5765388"/>
                  </a:lnTo>
                  <a:lnTo>
                    <a:pt x="8365517" y="5773865"/>
                  </a:lnTo>
                  <a:lnTo>
                    <a:pt x="8386744" y="5773865"/>
                  </a:lnTo>
                  <a:lnTo>
                    <a:pt x="8392970" y="5767506"/>
                  </a:lnTo>
                  <a:lnTo>
                    <a:pt x="8392970" y="5748460"/>
                  </a:lnTo>
                  <a:lnTo>
                    <a:pt x="8386744" y="5739983"/>
                  </a:lnTo>
                  <a:close/>
                </a:path>
                <a:path w="9542780" h="6570345">
                  <a:moveTo>
                    <a:pt x="8386744" y="5784462"/>
                  </a:moveTo>
                  <a:lnTo>
                    <a:pt x="8365517" y="5784462"/>
                  </a:lnTo>
                  <a:lnTo>
                    <a:pt x="8359009" y="5790792"/>
                  </a:lnTo>
                  <a:lnTo>
                    <a:pt x="8359009" y="5809866"/>
                  </a:lnTo>
                  <a:lnTo>
                    <a:pt x="8365517" y="5818315"/>
                  </a:lnTo>
                  <a:lnTo>
                    <a:pt x="8386744" y="5818315"/>
                  </a:lnTo>
                  <a:lnTo>
                    <a:pt x="8392970" y="5809866"/>
                  </a:lnTo>
                  <a:lnTo>
                    <a:pt x="8392970" y="5792911"/>
                  </a:lnTo>
                  <a:lnTo>
                    <a:pt x="8386744" y="5784462"/>
                  </a:lnTo>
                  <a:close/>
                </a:path>
                <a:path w="9542780" h="6570345">
                  <a:moveTo>
                    <a:pt x="8386744" y="5828912"/>
                  </a:moveTo>
                  <a:lnTo>
                    <a:pt x="8365517" y="5828912"/>
                  </a:lnTo>
                  <a:lnTo>
                    <a:pt x="8359009" y="5835270"/>
                  </a:lnTo>
                  <a:lnTo>
                    <a:pt x="8359009" y="5854316"/>
                  </a:lnTo>
                  <a:lnTo>
                    <a:pt x="8365517" y="5862793"/>
                  </a:lnTo>
                  <a:lnTo>
                    <a:pt x="8386744" y="5862793"/>
                  </a:lnTo>
                  <a:lnTo>
                    <a:pt x="8392970" y="5854316"/>
                  </a:lnTo>
                  <a:lnTo>
                    <a:pt x="8392970" y="5837389"/>
                  </a:lnTo>
                  <a:lnTo>
                    <a:pt x="8386744" y="5828912"/>
                  </a:lnTo>
                  <a:close/>
                </a:path>
                <a:path w="9542780" h="6570345">
                  <a:moveTo>
                    <a:pt x="8386744" y="5873362"/>
                  </a:moveTo>
                  <a:lnTo>
                    <a:pt x="8365517" y="5873362"/>
                  </a:lnTo>
                  <a:lnTo>
                    <a:pt x="8359009" y="5879720"/>
                  </a:lnTo>
                  <a:lnTo>
                    <a:pt x="8359009" y="5898795"/>
                  </a:lnTo>
                  <a:lnTo>
                    <a:pt x="8365517" y="5907243"/>
                  </a:lnTo>
                  <a:lnTo>
                    <a:pt x="8386744" y="5907243"/>
                  </a:lnTo>
                  <a:lnTo>
                    <a:pt x="8392970" y="5898795"/>
                  </a:lnTo>
                  <a:lnTo>
                    <a:pt x="8392970" y="5881839"/>
                  </a:lnTo>
                  <a:lnTo>
                    <a:pt x="8386744" y="5873362"/>
                  </a:lnTo>
                  <a:close/>
                </a:path>
                <a:path w="9542780" h="6570345">
                  <a:moveTo>
                    <a:pt x="8386744" y="5917840"/>
                  </a:moveTo>
                  <a:lnTo>
                    <a:pt x="8365517" y="5917840"/>
                  </a:lnTo>
                  <a:lnTo>
                    <a:pt x="8359009" y="5924199"/>
                  </a:lnTo>
                  <a:lnTo>
                    <a:pt x="8359009" y="5943245"/>
                  </a:lnTo>
                  <a:lnTo>
                    <a:pt x="8365517" y="5951722"/>
                  </a:lnTo>
                  <a:lnTo>
                    <a:pt x="8386744" y="5951722"/>
                  </a:lnTo>
                  <a:lnTo>
                    <a:pt x="8392970" y="5943245"/>
                  </a:lnTo>
                  <a:lnTo>
                    <a:pt x="8392970" y="5926319"/>
                  </a:lnTo>
                  <a:lnTo>
                    <a:pt x="8386744" y="5917840"/>
                  </a:lnTo>
                  <a:close/>
                </a:path>
                <a:path w="9542780" h="6570345">
                  <a:moveTo>
                    <a:pt x="8386744" y="5962291"/>
                  </a:moveTo>
                  <a:lnTo>
                    <a:pt x="8365517" y="5962291"/>
                  </a:lnTo>
                  <a:lnTo>
                    <a:pt x="8359009" y="5968649"/>
                  </a:lnTo>
                  <a:lnTo>
                    <a:pt x="8359009" y="5987723"/>
                  </a:lnTo>
                  <a:lnTo>
                    <a:pt x="8365517" y="5996172"/>
                  </a:lnTo>
                  <a:lnTo>
                    <a:pt x="8386744" y="5996172"/>
                  </a:lnTo>
                  <a:lnTo>
                    <a:pt x="8392970" y="5987723"/>
                  </a:lnTo>
                  <a:lnTo>
                    <a:pt x="8392970" y="5970769"/>
                  </a:lnTo>
                  <a:lnTo>
                    <a:pt x="8386744" y="5962291"/>
                  </a:lnTo>
                  <a:close/>
                </a:path>
                <a:path w="9542780" h="6570345">
                  <a:moveTo>
                    <a:pt x="8386744" y="6004650"/>
                  </a:moveTo>
                  <a:lnTo>
                    <a:pt x="8365517" y="6004650"/>
                  </a:lnTo>
                  <a:lnTo>
                    <a:pt x="8359009" y="6011009"/>
                  </a:lnTo>
                  <a:lnTo>
                    <a:pt x="8359009" y="6030053"/>
                  </a:lnTo>
                  <a:lnTo>
                    <a:pt x="8365517" y="6038532"/>
                  </a:lnTo>
                  <a:lnTo>
                    <a:pt x="8386744" y="6038532"/>
                  </a:lnTo>
                  <a:lnTo>
                    <a:pt x="8392970" y="6032173"/>
                  </a:lnTo>
                  <a:lnTo>
                    <a:pt x="8392970" y="6013127"/>
                  </a:lnTo>
                  <a:lnTo>
                    <a:pt x="8386744" y="6004650"/>
                  </a:lnTo>
                  <a:close/>
                </a:path>
                <a:path w="9542780" h="6570345">
                  <a:moveTo>
                    <a:pt x="8386744" y="6049100"/>
                  </a:moveTo>
                  <a:lnTo>
                    <a:pt x="8365517" y="6049100"/>
                  </a:lnTo>
                  <a:lnTo>
                    <a:pt x="8359009" y="6055459"/>
                  </a:lnTo>
                  <a:lnTo>
                    <a:pt x="8359009" y="6074533"/>
                  </a:lnTo>
                  <a:lnTo>
                    <a:pt x="8365517" y="6082982"/>
                  </a:lnTo>
                  <a:lnTo>
                    <a:pt x="8386744" y="6082982"/>
                  </a:lnTo>
                  <a:lnTo>
                    <a:pt x="8392970" y="6076623"/>
                  </a:lnTo>
                  <a:lnTo>
                    <a:pt x="8392970" y="6057578"/>
                  </a:lnTo>
                  <a:lnTo>
                    <a:pt x="8386744" y="6049100"/>
                  </a:lnTo>
                  <a:close/>
                </a:path>
                <a:path w="9542780" h="6570345">
                  <a:moveTo>
                    <a:pt x="8386744" y="6093579"/>
                  </a:moveTo>
                  <a:lnTo>
                    <a:pt x="8365517" y="6093579"/>
                  </a:lnTo>
                  <a:lnTo>
                    <a:pt x="8359009" y="6099936"/>
                  </a:lnTo>
                  <a:lnTo>
                    <a:pt x="8359009" y="6118983"/>
                  </a:lnTo>
                  <a:lnTo>
                    <a:pt x="8365517" y="6127460"/>
                  </a:lnTo>
                  <a:lnTo>
                    <a:pt x="8386744" y="6127460"/>
                  </a:lnTo>
                  <a:lnTo>
                    <a:pt x="8392970" y="6118983"/>
                  </a:lnTo>
                  <a:lnTo>
                    <a:pt x="8392970" y="6102056"/>
                  </a:lnTo>
                  <a:lnTo>
                    <a:pt x="8386744" y="6093579"/>
                  </a:lnTo>
                  <a:close/>
                </a:path>
                <a:path w="9542780" h="6570345">
                  <a:moveTo>
                    <a:pt x="8386744" y="6138029"/>
                  </a:moveTo>
                  <a:lnTo>
                    <a:pt x="8365517" y="6138029"/>
                  </a:lnTo>
                  <a:lnTo>
                    <a:pt x="8359009" y="6144386"/>
                  </a:lnTo>
                  <a:lnTo>
                    <a:pt x="8359009" y="6163461"/>
                  </a:lnTo>
                  <a:lnTo>
                    <a:pt x="8365517" y="6171910"/>
                  </a:lnTo>
                  <a:lnTo>
                    <a:pt x="8386744" y="6171910"/>
                  </a:lnTo>
                  <a:lnTo>
                    <a:pt x="8392970" y="6163461"/>
                  </a:lnTo>
                  <a:lnTo>
                    <a:pt x="8392970" y="6146506"/>
                  </a:lnTo>
                  <a:lnTo>
                    <a:pt x="8386744" y="6138029"/>
                  </a:lnTo>
                  <a:close/>
                </a:path>
                <a:path w="9542780" h="6570345">
                  <a:moveTo>
                    <a:pt x="8386744" y="6182507"/>
                  </a:moveTo>
                  <a:lnTo>
                    <a:pt x="8365517" y="6182507"/>
                  </a:lnTo>
                  <a:lnTo>
                    <a:pt x="8359009" y="6188866"/>
                  </a:lnTo>
                  <a:lnTo>
                    <a:pt x="8359009" y="6210030"/>
                  </a:lnTo>
                  <a:lnTo>
                    <a:pt x="8365517" y="6216389"/>
                  </a:lnTo>
                  <a:lnTo>
                    <a:pt x="8386744" y="6216389"/>
                  </a:lnTo>
                  <a:lnTo>
                    <a:pt x="8392970" y="6207912"/>
                  </a:lnTo>
                  <a:lnTo>
                    <a:pt x="8392970" y="6190985"/>
                  </a:lnTo>
                  <a:lnTo>
                    <a:pt x="8386744" y="6182507"/>
                  </a:lnTo>
                  <a:close/>
                </a:path>
                <a:path w="9542780" h="6570345">
                  <a:moveTo>
                    <a:pt x="8386744" y="6226958"/>
                  </a:moveTo>
                  <a:lnTo>
                    <a:pt x="8365517" y="6226958"/>
                  </a:lnTo>
                  <a:lnTo>
                    <a:pt x="8359009" y="6233316"/>
                  </a:lnTo>
                  <a:lnTo>
                    <a:pt x="8359009" y="6254482"/>
                  </a:lnTo>
                  <a:lnTo>
                    <a:pt x="8365517" y="6260839"/>
                  </a:lnTo>
                  <a:lnTo>
                    <a:pt x="8386744" y="6260839"/>
                  </a:lnTo>
                  <a:lnTo>
                    <a:pt x="8392970" y="6252362"/>
                  </a:lnTo>
                  <a:lnTo>
                    <a:pt x="8392970" y="6235435"/>
                  </a:lnTo>
                  <a:lnTo>
                    <a:pt x="8386744" y="6226958"/>
                  </a:lnTo>
                  <a:close/>
                </a:path>
                <a:path w="9542780" h="6570345">
                  <a:moveTo>
                    <a:pt x="8386744" y="6271436"/>
                  </a:moveTo>
                  <a:lnTo>
                    <a:pt x="8365517" y="6271436"/>
                  </a:lnTo>
                  <a:lnTo>
                    <a:pt x="8359009" y="6277794"/>
                  </a:lnTo>
                  <a:lnTo>
                    <a:pt x="8359009" y="6298957"/>
                  </a:lnTo>
                  <a:lnTo>
                    <a:pt x="8365517" y="6305309"/>
                  </a:lnTo>
                  <a:lnTo>
                    <a:pt x="8386744" y="6305309"/>
                  </a:lnTo>
                  <a:lnTo>
                    <a:pt x="8392970" y="6296840"/>
                  </a:lnTo>
                  <a:lnTo>
                    <a:pt x="8392970" y="6279913"/>
                  </a:lnTo>
                  <a:lnTo>
                    <a:pt x="8386744" y="6271436"/>
                  </a:lnTo>
                  <a:close/>
                </a:path>
                <a:path w="9542780" h="6570345">
                  <a:moveTo>
                    <a:pt x="8386744" y="6313778"/>
                  </a:moveTo>
                  <a:lnTo>
                    <a:pt x="8365517" y="6313778"/>
                  </a:lnTo>
                  <a:lnTo>
                    <a:pt x="8359009" y="6320130"/>
                  </a:lnTo>
                  <a:lnTo>
                    <a:pt x="8359009" y="6341301"/>
                  </a:lnTo>
                  <a:lnTo>
                    <a:pt x="8365517" y="6347654"/>
                  </a:lnTo>
                  <a:lnTo>
                    <a:pt x="8386744" y="6347654"/>
                  </a:lnTo>
                  <a:lnTo>
                    <a:pt x="8392970" y="6341301"/>
                  </a:lnTo>
                  <a:lnTo>
                    <a:pt x="8392970" y="6322247"/>
                  </a:lnTo>
                  <a:lnTo>
                    <a:pt x="8386744" y="6313778"/>
                  </a:lnTo>
                  <a:close/>
                </a:path>
                <a:path w="9542780" h="6570345">
                  <a:moveTo>
                    <a:pt x="8386744" y="6358239"/>
                  </a:moveTo>
                  <a:lnTo>
                    <a:pt x="8365517" y="6358239"/>
                  </a:lnTo>
                  <a:lnTo>
                    <a:pt x="8359009" y="6364592"/>
                  </a:lnTo>
                  <a:lnTo>
                    <a:pt x="8359009" y="6385767"/>
                  </a:lnTo>
                  <a:lnTo>
                    <a:pt x="8365517" y="6392119"/>
                  </a:lnTo>
                  <a:lnTo>
                    <a:pt x="8386744" y="6392119"/>
                  </a:lnTo>
                  <a:lnTo>
                    <a:pt x="8392970" y="6385767"/>
                  </a:lnTo>
                  <a:lnTo>
                    <a:pt x="8392970" y="6366711"/>
                  </a:lnTo>
                  <a:lnTo>
                    <a:pt x="8386744" y="6358239"/>
                  </a:lnTo>
                  <a:close/>
                </a:path>
                <a:path w="9542780" h="6570345">
                  <a:moveTo>
                    <a:pt x="8342028" y="5344057"/>
                  </a:moveTo>
                  <a:lnTo>
                    <a:pt x="8323066" y="5344057"/>
                  </a:lnTo>
                  <a:lnTo>
                    <a:pt x="8314576" y="5350388"/>
                  </a:lnTo>
                  <a:lnTo>
                    <a:pt x="8314576" y="5369462"/>
                  </a:lnTo>
                  <a:lnTo>
                    <a:pt x="8321085" y="5377911"/>
                  </a:lnTo>
                  <a:lnTo>
                    <a:pt x="8331556" y="5377911"/>
                  </a:lnTo>
                  <a:lnTo>
                    <a:pt x="8340046" y="5375791"/>
                  </a:lnTo>
                  <a:lnTo>
                    <a:pt x="8348538" y="5369462"/>
                  </a:lnTo>
                  <a:lnTo>
                    <a:pt x="8348538" y="5352506"/>
                  </a:lnTo>
                  <a:lnTo>
                    <a:pt x="8342028" y="5344057"/>
                  </a:lnTo>
                  <a:close/>
                </a:path>
                <a:path w="9542780" h="6570345">
                  <a:moveTo>
                    <a:pt x="8342028" y="5386388"/>
                  </a:moveTo>
                  <a:lnTo>
                    <a:pt x="8323066" y="5386388"/>
                  </a:lnTo>
                  <a:lnTo>
                    <a:pt x="8314576" y="5392746"/>
                  </a:lnTo>
                  <a:lnTo>
                    <a:pt x="8314576" y="5411792"/>
                  </a:lnTo>
                  <a:lnTo>
                    <a:pt x="8321085" y="5420269"/>
                  </a:lnTo>
                  <a:lnTo>
                    <a:pt x="8340046" y="5420269"/>
                  </a:lnTo>
                  <a:lnTo>
                    <a:pt x="8348538" y="5413912"/>
                  </a:lnTo>
                  <a:lnTo>
                    <a:pt x="8348538" y="5394866"/>
                  </a:lnTo>
                  <a:lnTo>
                    <a:pt x="8342028" y="5386388"/>
                  </a:lnTo>
                  <a:close/>
                </a:path>
                <a:path w="9542780" h="6570345">
                  <a:moveTo>
                    <a:pt x="8342028" y="5430866"/>
                  </a:moveTo>
                  <a:lnTo>
                    <a:pt x="8323066" y="5430866"/>
                  </a:lnTo>
                  <a:lnTo>
                    <a:pt x="8314576" y="5437196"/>
                  </a:lnTo>
                  <a:lnTo>
                    <a:pt x="8314576" y="5458390"/>
                  </a:lnTo>
                  <a:lnTo>
                    <a:pt x="8321085" y="5464719"/>
                  </a:lnTo>
                  <a:lnTo>
                    <a:pt x="8340046" y="5464719"/>
                  </a:lnTo>
                  <a:lnTo>
                    <a:pt x="8348538" y="5458390"/>
                  </a:lnTo>
                  <a:lnTo>
                    <a:pt x="8348538" y="5439316"/>
                  </a:lnTo>
                  <a:lnTo>
                    <a:pt x="8342028" y="5430866"/>
                  </a:lnTo>
                  <a:close/>
                </a:path>
                <a:path w="9542780" h="6570345">
                  <a:moveTo>
                    <a:pt x="8342028" y="5475316"/>
                  </a:moveTo>
                  <a:lnTo>
                    <a:pt x="8323066" y="5475316"/>
                  </a:lnTo>
                  <a:lnTo>
                    <a:pt x="8314576" y="5481675"/>
                  </a:lnTo>
                  <a:lnTo>
                    <a:pt x="8314576" y="5502840"/>
                  </a:lnTo>
                  <a:lnTo>
                    <a:pt x="8321085" y="5509199"/>
                  </a:lnTo>
                  <a:lnTo>
                    <a:pt x="8340046" y="5509199"/>
                  </a:lnTo>
                  <a:lnTo>
                    <a:pt x="8348538" y="5500721"/>
                  </a:lnTo>
                  <a:lnTo>
                    <a:pt x="8348538" y="5483795"/>
                  </a:lnTo>
                  <a:lnTo>
                    <a:pt x="8342028" y="5475316"/>
                  </a:lnTo>
                  <a:close/>
                </a:path>
                <a:path w="9542780" h="6570345">
                  <a:moveTo>
                    <a:pt x="8342028" y="5519795"/>
                  </a:moveTo>
                  <a:lnTo>
                    <a:pt x="8323066" y="5519795"/>
                  </a:lnTo>
                  <a:lnTo>
                    <a:pt x="8314576" y="5526125"/>
                  </a:lnTo>
                  <a:lnTo>
                    <a:pt x="8314576" y="5545199"/>
                  </a:lnTo>
                  <a:lnTo>
                    <a:pt x="8321085" y="5553649"/>
                  </a:lnTo>
                  <a:lnTo>
                    <a:pt x="8340046" y="5553649"/>
                  </a:lnTo>
                  <a:lnTo>
                    <a:pt x="8348538" y="5545199"/>
                  </a:lnTo>
                  <a:lnTo>
                    <a:pt x="8348538" y="5528245"/>
                  </a:lnTo>
                  <a:lnTo>
                    <a:pt x="8342028" y="5519795"/>
                  </a:lnTo>
                  <a:close/>
                </a:path>
                <a:path w="9542780" h="6570345">
                  <a:moveTo>
                    <a:pt x="8342028" y="5564245"/>
                  </a:moveTo>
                  <a:lnTo>
                    <a:pt x="8323066" y="5564245"/>
                  </a:lnTo>
                  <a:lnTo>
                    <a:pt x="8314576" y="5570603"/>
                  </a:lnTo>
                  <a:lnTo>
                    <a:pt x="8314576" y="5589649"/>
                  </a:lnTo>
                  <a:lnTo>
                    <a:pt x="8321085" y="5598126"/>
                  </a:lnTo>
                  <a:lnTo>
                    <a:pt x="8340046" y="5598126"/>
                  </a:lnTo>
                  <a:lnTo>
                    <a:pt x="8348538" y="5589649"/>
                  </a:lnTo>
                  <a:lnTo>
                    <a:pt x="8348538" y="5572723"/>
                  </a:lnTo>
                  <a:lnTo>
                    <a:pt x="8342028" y="5564245"/>
                  </a:lnTo>
                  <a:close/>
                </a:path>
                <a:path w="9542780" h="6570345">
                  <a:moveTo>
                    <a:pt x="8342028" y="5608723"/>
                  </a:moveTo>
                  <a:lnTo>
                    <a:pt x="8323066" y="5608723"/>
                  </a:lnTo>
                  <a:lnTo>
                    <a:pt x="8314576" y="5615053"/>
                  </a:lnTo>
                  <a:lnTo>
                    <a:pt x="8314576" y="5634128"/>
                  </a:lnTo>
                  <a:lnTo>
                    <a:pt x="8321085" y="5642578"/>
                  </a:lnTo>
                  <a:lnTo>
                    <a:pt x="8340046" y="5642578"/>
                  </a:lnTo>
                  <a:lnTo>
                    <a:pt x="8348538" y="5634128"/>
                  </a:lnTo>
                  <a:lnTo>
                    <a:pt x="8348538" y="5617173"/>
                  </a:lnTo>
                  <a:lnTo>
                    <a:pt x="8342028" y="5608723"/>
                  </a:lnTo>
                  <a:close/>
                </a:path>
                <a:path w="9542780" h="6570345">
                  <a:moveTo>
                    <a:pt x="8342028" y="5653173"/>
                  </a:moveTo>
                  <a:lnTo>
                    <a:pt x="8323066" y="5653173"/>
                  </a:lnTo>
                  <a:lnTo>
                    <a:pt x="8314576" y="5659532"/>
                  </a:lnTo>
                  <a:lnTo>
                    <a:pt x="8314576" y="5678578"/>
                  </a:lnTo>
                  <a:lnTo>
                    <a:pt x="8321085" y="5687056"/>
                  </a:lnTo>
                  <a:lnTo>
                    <a:pt x="8331556" y="5687056"/>
                  </a:lnTo>
                  <a:lnTo>
                    <a:pt x="8340046" y="5684936"/>
                  </a:lnTo>
                  <a:lnTo>
                    <a:pt x="8348538" y="5678578"/>
                  </a:lnTo>
                  <a:lnTo>
                    <a:pt x="8348538" y="5661652"/>
                  </a:lnTo>
                  <a:lnTo>
                    <a:pt x="8342028" y="5653173"/>
                  </a:lnTo>
                  <a:close/>
                </a:path>
                <a:path w="9542780" h="6570345">
                  <a:moveTo>
                    <a:pt x="8342028" y="5695533"/>
                  </a:moveTo>
                  <a:lnTo>
                    <a:pt x="8323066" y="5695533"/>
                  </a:lnTo>
                  <a:lnTo>
                    <a:pt x="8314576" y="5701863"/>
                  </a:lnTo>
                  <a:lnTo>
                    <a:pt x="8314576" y="5720937"/>
                  </a:lnTo>
                  <a:lnTo>
                    <a:pt x="8321085" y="5729386"/>
                  </a:lnTo>
                  <a:lnTo>
                    <a:pt x="8340046" y="5729386"/>
                  </a:lnTo>
                  <a:lnTo>
                    <a:pt x="8348538" y="5723056"/>
                  </a:lnTo>
                  <a:lnTo>
                    <a:pt x="8348538" y="5703982"/>
                  </a:lnTo>
                  <a:lnTo>
                    <a:pt x="8342028" y="5695533"/>
                  </a:lnTo>
                  <a:close/>
                </a:path>
                <a:path w="9542780" h="6570345">
                  <a:moveTo>
                    <a:pt x="8342028" y="5739983"/>
                  </a:moveTo>
                  <a:lnTo>
                    <a:pt x="8323066" y="5739983"/>
                  </a:lnTo>
                  <a:lnTo>
                    <a:pt x="8314576" y="5746342"/>
                  </a:lnTo>
                  <a:lnTo>
                    <a:pt x="8314576" y="5765388"/>
                  </a:lnTo>
                  <a:lnTo>
                    <a:pt x="8321085" y="5773865"/>
                  </a:lnTo>
                  <a:lnTo>
                    <a:pt x="8340046" y="5773865"/>
                  </a:lnTo>
                  <a:lnTo>
                    <a:pt x="8348538" y="5767506"/>
                  </a:lnTo>
                  <a:lnTo>
                    <a:pt x="8348538" y="5748460"/>
                  </a:lnTo>
                  <a:lnTo>
                    <a:pt x="8342028" y="5739983"/>
                  </a:lnTo>
                  <a:close/>
                </a:path>
                <a:path w="9542780" h="6570345">
                  <a:moveTo>
                    <a:pt x="8342028" y="5784462"/>
                  </a:moveTo>
                  <a:lnTo>
                    <a:pt x="8323066" y="5784462"/>
                  </a:lnTo>
                  <a:lnTo>
                    <a:pt x="8314576" y="5790792"/>
                  </a:lnTo>
                  <a:lnTo>
                    <a:pt x="8314576" y="5809866"/>
                  </a:lnTo>
                  <a:lnTo>
                    <a:pt x="8321085" y="5818315"/>
                  </a:lnTo>
                  <a:lnTo>
                    <a:pt x="8340046" y="5818315"/>
                  </a:lnTo>
                  <a:lnTo>
                    <a:pt x="8348538" y="5809866"/>
                  </a:lnTo>
                  <a:lnTo>
                    <a:pt x="8348538" y="5792911"/>
                  </a:lnTo>
                  <a:lnTo>
                    <a:pt x="8342028" y="5784462"/>
                  </a:lnTo>
                  <a:close/>
                </a:path>
                <a:path w="9542780" h="6570345">
                  <a:moveTo>
                    <a:pt x="8342028" y="5828912"/>
                  </a:moveTo>
                  <a:lnTo>
                    <a:pt x="8323066" y="5828912"/>
                  </a:lnTo>
                  <a:lnTo>
                    <a:pt x="8314576" y="5835270"/>
                  </a:lnTo>
                  <a:lnTo>
                    <a:pt x="8314576" y="5854316"/>
                  </a:lnTo>
                  <a:lnTo>
                    <a:pt x="8321085" y="5862793"/>
                  </a:lnTo>
                  <a:lnTo>
                    <a:pt x="8340048" y="5862793"/>
                  </a:lnTo>
                  <a:lnTo>
                    <a:pt x="8348538" y="5854316"/>
                  </a:lnTo>
                  <a:lnTo>
                    <a:pt x="8348538" y="5837389"/>
                  </a:lnTo>
                  <a:lnTo>
                    <a:pt x="8342028" y="5828912"/>
                  </a:lnTo>
                  <a:close/>
                </a:path>
                <a:path w="9542780" h="6570345">
                  <a:moveTo>
                    <a:pt x="8342028" y="5873362"/>
                  </a:moveTo>
                  <a:lnTo>
                    <a:pt x="8323066" y="5873362"/>
                  </a:lnTo>
                  <a:lnTo>
                    <a:pt x="8314576" y="5879720"/>
                  </a:lnTo>
                  <a:lnTo>
                    <a:pt x="8314576" y="5898795"/>
                  </a:lnTo>
                  <a:lnTo>
                    <a:pt x="8321085" y="5907243"/>
                  </a:lnTo>
                  <a:lnTo>
                    <a:pt x="8340048" y="5907243"/>
                  </a:lnTo>
                  <a:lnTo>
                    <a:pt x="8348538" y="5898795"/>
                  </a:lnTo>
                  <a:lnTo>
                    <a:pt x="8348538" y="5881839"/>
                  </a:lnTo>
                  <a:lnTo>
                    <a:pt x="8342028" y="5873362"/>
                  </a:lnTo>
                  <a:close/>
                </a:path>
                <a:path w="9542780" h="6570345">
                  <a:moveTo>
                    <a:pt x="8342028" y="5917840"/>
                  </a:moveTo>
                  <a:lnTo>
                    <a:pt x="8323066" y="5917840"/>
                  </a:lnTo>
                  <a:lnTo>
                    <a:pt x="8314576" y="5924199"/>
                  </a:lnTo>
                  <a:lnTo>
                    <a:pt x="8314576" y="5943245"/>
                  </a:lnTo>
                  <a:lnTo>
                    <a:pt x="8321085" y="5951722"/>
                  </a:lnTo>
                  <a:lnTo>
                    <a:pt x="8340048" y="5951722"/>
                  </a:lnTo>
                  <a:lnTo>
                    <a:pt x="8348538" y="5943245"/>
                  </a:lnTo>
                  <a:lnTo>
                    <a:pt x="8348538" y="5926319"/>
                  </a:lnTo>
                  <a:lnTo>
                    <a:pt x="8342028" y="5917840"/>
                  </a:lnTo>
                  <a:close/>
                </a:path>
                <a:path w="9542780" h="6570345">
                  <a:moveTo>
                    <a:pt x="8342028" y="5962291"/>
                  </a:moveTo>
                  <a:lnTo>
                    <a:pt x="8323066" y="5962291"/>
                  </a:lnTo>
                  <a:lnTo>
                    <a:pt x="8314576" y="5968649"/>
                  </a:lnTo>
                  <a:lnTo>
                    <a:pt x="8314576" y="5987723"/>
                  </a:lnTo>
                  <a:lnTo>
                    <a:pt x="8321085" y="5996172"/>
                  </a:lnTo>
                  <a:lnTo>
                    <a:pt x="8331556" y="5996172"/>
                  </a:lnTo>
                  <a:lnTo>
                    <a:pt x="8340048" y="5994053"/>
                  </a:lnTo>
                  <a:lnTo>
                    <a:pt x="8348538" y="5987723"/>
                  </a:lnTo>
                  <a:lnTo>
                    <a:pt x="8348538" y="5970769"/>
                  </a:lnTo>
                  <a:lnTo>
                    <a:pt x="8342028" y="5962291"/>
                  </a:lnTo>
                  <a:close/>
                </a:path>
                <a:path w="9542780" h="6570345">
                  <a:moveTo>
                    <a:pt x="8342028" y="6004650"/>
                  </a:moveTo>
                  <a:lnTo>
                    <a:pt x="8323066" y="6004650"/>
                  </a:lnTo>
                  <a:lnTo>
                    <a:pt x="8314576" y="6011009"/>
                  </a:lnTo>
                  <a:lnTo>
                    <a:pt x="8314576" y="6030053"/>
                  </a:lnTo>
                  <a:lnTo>
                    <a:pt x="8321085" y="6038532"/>
                  </a:lnTo>
                  <a:lnTo>
                    <a:pt x="8340048" y="6038532"/>
                  </a:lnTo>
                  <a:lnTo>
                    <a:pt x="8348538" y="6032173"/>
                  </a:lnTo>
                  <a:lnTo>
                    <a:pt x="8348538" y="6013127"/>
                  </a:lnTo>
                  <a:lnTo>
                    <a:pt x="8342028" y="6004650"/>
                  </a:lnTo>
                  <a:close/>
                </a:path>
                <a:path w="9542780" h="6570345">
                  <a:moveTo>
                    <a:pt x="8342028" y="6049100"/>
                  </a:moveTo>
                  <a:lnTo>
                    <a:pt x="8323066" y="6049100"/>
                  </a:lnTo>
                  <a:lnTo>
                    <a:pt x="8314576" y="6055459"/>
                  </a:lnTo>
                  <a:lnTo>
                    <a:pt x="8314576" y="6074533"/>
                  </a:lnTo>
                  <a:lnTo>
                    <a:pt x="8321085" y="6082982"/>
                  </a:lnTo>
                  <a:lnTo>
                    <a:pt x="8340048" y="6082982"/>
                  </a:lnTo>
                  <a:lnTo>
                    <a:pt x="8348538" y="6076623"/>
                  </a:lnTo>
                  <a:lnTo>
                    <a:pt x="8348538" y="6057578"/>
                  </a:lnTo>
                  <a:lnTo>
                    <a:pt x="8342028" y="6049100"/>
                  </a:lnTo>
                  <a:close/>
                </a:path>
                <a:path w="9542780" h="6570345">
                  <a:moveTo>
                    <a:pt x="8342028" y="6093579"/>
                  </a:moveTo>
                  <a:lnTo>
                    <a:pt x="8323066" y="6093579"/>
                  </a:lnTo>
                  <a:lnTo>
                    <a:pt x="8314576" y="6099936"/>
                  </a:lnTo>
                  <a:lnTo>
                    <a:pt x="8314576" y="6118983"/>
                  </a:lnTo>
                  <a:lnTo>
                    <a:pt x="8321085" y="6127460"/>
                  </a:lnTo>
                  <a:lnTo>
                    <a:pt x="8340048" y="6127460"/>
                  </a:lnTo>
                  <a:lnTo>
                    <a:pt x="8348538" y="6118983"/>
                  </a:lnTo>
                  <a:lnTo>
                    <a:pt x="8348538" y="6102056"/>
                  </a:lnTo>
                  <a:lnTo>
                    <a:pt x="8342028" y="6093579"/>
                  </a:lnTo>
                  <a:close/>
                </a:path>
                <a:path w="9542780" h="6570345">
                  <a:moveTo>
                    <a:pt x="8342028" y="6138029"/>
                  </a:moveTo>
                  <a:lnTo>
                    <a:pt x="8323066" y="6138029"/>
                  </a:lnTo>
                  <a:lnTo>
                    <a:pt x="8314576" y="6144386"/>
                  </a:lnTo>
                  <a:lnTo>
                    <a:pt x="8314576" y="6163461"/>
                  </a:lnTo>
                  <a:lnTo>
                    <a:pt x="8321085" y="6171910"/>
                  </a:lnTo>
                  <a:lnTo>
                    <a:pt x="8340048" y="6171910"/>
                  </a:lnTo>
                  <a:lnTo>
                    <a:pt x="8348538" y="6163461"/>
                  </a:lnTo>
                  <a:lnTo>
                    <a:pt x="8348538" y="6146506"/>
                  </a:lnTo>
                  <a:lnTo>
                    <a:pt x="8342028" y="6138029"/>
                  </a:lnTo>
                  <a:close/>
                </a:path>
                <a:path w="9542780" h="6570345">
                  <a:moveTo>
                    <a:pt x="8342028" y="6182507"/>
                  </a:moveTo>
                  <a:lnTo>
                    <a:pt x="8323066" y="6182507"/>
                  </a:lnTo>
                  <a:lnTo>
                    <a:pt x="8314576" y="6188866"/>
                  </a:lnTo>
                  <a:lnTo>
                    <a:pt x="8314576" y="6210030"/>
                  </a:lnTo>
                  <a:lnTo>
                    <a:pt x="8321085" y="6216389"/>
                  </a:lnTo>
                  <a:lnTo>
                    <a:pt x="8340048" y="6216389"/>
                  </a:lnTo>
                  <a:lnTo>
                    <a:pt x="8348538" y="6207912"/>
                  </a:lnTo>
                  <a:lnTo>
                    <a:pt x="8348538" y="6190985"/>
                  </a:lnTo>
                  <a:lnTo>
                    <a:pt x="8342028" y="6182507"/>
                  </a:lnTo>
                  <a:close/>
                </a:path>
                <a:path w="9542780" h="6570345">
                  <a:moveTo>
                    <a:pt x="8342028" y="6226958"/>
                  </a:moveTo>
                  <a:lnTo>
                    <a:pt x="8323066" y="6226958"/>
                  </a:lnTo>
                  <a:lnTo>
                    <a:pt x="8314576" y="6233316"/>
                  </a:lnTo>
                  <a:lnTo>
                    <a:pt x="8314576" y="6254482"/>
                  </a:lnTo>
                  <a:lnTo>
                    <a:pt x="8321085" y="6260839"/>
                  </a:lnTo>
                  <a:lnTo>
                    <a:pt x="8340048" y="6260839"/>
                  </a:lnTo>
                  <a:lnTo>
                    <a:pt x="8348538" y="6252362"/>
                  </a:lnTo>
                  <a:lnTo>
                    <a:pt x="8348538" y="6235435"/>
                  </a:lnTo>
                  <a:lnTo>
                    <a:pt x="8342028" y="6226958"/>
                  </a:lnTo>
                  <a:close/>
                </a:path>
                <a:path w="9542780" h="6570345">
                  <a:moveTo>
                    <a:pt x="8342028" y="6271436"/>
                  </a:moveTo>
                  <a:lnTo>
                    <a:pt x="8323066" y="6271436"/>
                  </a:lnTo>
                  <a:lnTo>
                    <a:pt x="8314576" y="6277794"/>
                  </a:lnTo>
                  <a:lnTo>
                    <a:pt x="8314576" y="6298957"/>
                  </a:lnTo>
                  <a:lnTo>
                    <a:pt x="8321085" y="6305309"/>
                  </a:lnTo>
                  <a:lnTo>
                    <a:pt x="8331556" y="6305309"/>
                  </a:lnTo>
                  <a:lnTo>
                    <a:pt x="8340048" y="6303190"/>
                  </a:lnTo>
                  <a:lnTo>
                    <a:pt x="8348538" y="6296840"/>
                  </a:lnTo>
                  <a:lnTo>
                    <a:pt x="8348538" y="6279913"/>
                  </a:lnTo>
                  <a:lnTo>
                    <a:pt x="8342028" y="6271436"/>
                  </a:lnTo>
                  <a:close/>
                </a:path>
                <a:path w="9542780" h="6570345">
                  <a:moveTo>
                    <a:pt x="8342028" y="6313778"/>
                  </a:moveTo>
                  <a:lnTo>
                    <a:pt x="8323066" y="6313778"/>
                  </a:lnTo>
                  <a:lnTo>
                    <a:pt x="8314576" y="6320130"/>
                  </a:lnTo>
                  <a:lnTo>
                    <a:pt x="8314576" y="6341301"/>
                  </a:lnTo>
                  <a:lnTo>
                    <a:pt x="8321085" y="6347654"/>
                  </a:lnTo>
                  <a:lnTo>
                    <a:pt x="8340048" y="6347654"/>
                  </a:lnTo>
                  <a:lnTo>
                    <a:pt x="8348538" y="6341301"/>
                  </a:lnTo>
                  <a:lnTo>
                    <a:pt x="8348538" y="6322247"/>
                  </a:lnTo>
                  <a:lnTo>
                    <a:pt x="8342028" y="6313778"/>
                  </a:lnTo>
                  <a:close/>
                </a:path>
                <a:path w="9542780" h="6570345">
                  <a:moveTo>
                    <a:pt x="8342028" y="6358239"/>
                  </a:moveTo>
                  <a:lnTo>
                    <a:pt x="8323066" y="6358239"/>
                  </a:lnTo>
                  <a:lnTo>
                    <a:pt x="8314576" y="6364592"/>
                  </a:lnTo>
                  <a:lnTo>
                    <a:pt x="8314576" y="6385767"/>
                  </a:lnTo>
                  <a:lnTo>
                    <a:pt x="8321087" y="6392119"/>
                  </a:lnTo>
                  <a:lnTo>
                    <a:pt x="8340048" y="6392119"/>
                  </a:lnTo>
                  <a:lnTo>
                    <a:pt x="8348538" y="6385767"/>
                  </a:lnTo>
                  <a:lnTo>
                    <a:pt x="8348538" y="6366711"/>
                  </a:lnTo>
                  <a:lnTo>
                    <a:pt x="8342028" y="6358239"/>
                  </a:lnTo>
                  <a:close/>
                </a:path>
                <a:path w="9542780" h="6570345">
                  <a:moveTo>
                    <a:pt x="8297595" y="5344057"/>
                  </a:moveTo>
                  <a:lnTo>
                    <a:pt x="8278634" y="5344057"/>
                  </a:lnTo>
                  <a:lnTo>
                    <a:pt x="8270143" y="5350388"/>
                  </a:lnTo>
                  <a:lnTo>
                    <a:pt x="8270143" y="5369462"/>
                  </a:lnTo>
                  <a:lnTo>
                    <a:pt x="8276370" y="5377911"/>
                  </a:lnTo>
                  <a:lnTo>
                    <a:pt x="8287124" y="5377911"/>
                  </a:lnTo>
                  <a:lnTo>
                    <a:pt x="8295614" y="5375791"/>
                  </a:lnTo>
                  <a:lnTo>
                    <a:pt x="8304104" y="5369462"/>
                  </a:lnTo>
                  <a:lnTo>
                    <a:pt x="8304104" y="5352506"/>
                  </a:lnTo>
                  <a:lnTo>
                    <a:pt x="8297595" y="5344057"/>
                  </a:lnTo>
                  <a:close/>
                </a:path>
                <a:path w="9542780" h="6570345">
                  <a:moveTo>
                    <a:pt x="8297595" y="5386388"/>
                  </a:moveTo>
                  <a:lnTo>
                    <a:pt x="8278634" y="5386388"/>
                  </a:lnTo>
                  <a:lnTo>
                    <a:pt x="8270143" y="5392746"/>
                  </a:lnTo>
                  <a:lnTo>
                    <a:pt x="8270143" y="5411792"/>
                  </a:lnTo>
                  <a:lnTo>
                    <a:pt x="8276370" y="5420269"/>
                  </a:lnTo>
                  <a:lnTo>
                    <a:pt x="8295614" y="5420269"/>
                  </a:lnTo>
                  <a:lnTo>
                    <a:pt x="8304104" y="5413912"/>
                  </a:lnTo>
                  <a:lnTo>
                    <a:pt x="8304104" y="5394866"/>
                  </a:lnTo>
                  <a:lnTo>
                    <a:pt x="8297595" y="5386388"/>
                  </a:lnTo>
                  <a:close/>
                </a:path>
                <a:path w="9542780" h="6570345">
                  <a:moveTo>
                    <a:pt x="8297595" y="5430866"/>
                  </a:moveTo>
                  <a:lnTo>
                    <a:pt x="8278634" y="5430866"/>
                  </a:lnTo>
                  <a:lnTo>
                    <a:pt x="8270143" y="5437196"/>
                  </a:lnTo>
                  <a:lnTo>
                    <a:pt x="8270143" y="5458390"/>
                  </a:lnTo>
                  <a:lnTo>
                    <a:pt x="8276370" y="5464719"/>
                  </a:lnTo>
                  <a:lnTo>
                    <a:pt x="8295614" y="5464719"/>
                  </a:lnTo>
                  <a:lnTo>
                    <a:pt x="8304104" y="5458390"/>
                  </a:lnTo>
                  <a:lnTo>
                    <a:pt x="8304104" y="5439316"/>
                  </a:lnTo>
                  <a:lnTo>
                    <a:pt x="8297595" y="5430866"/>
                  </a:lnTo>
                  <a:close/>
                </a:path>
                <a:path w="9542780" h="6570345">
                  <a:moveTo>
                    <a:pt x="8297595" y="5475316"/>
                  </a:moveTo>
                  <a:lnTo>
                    <a:pt x="8278634" y="5475316"/>
                  </a:lnTo>
                  <a:lnTo>
                    <a:pt x="8270143" y="5481675"/>
                  </a:lnTo>
                  <a:lnTo>
                    <a:pt x="8270143" y="5502840"/>
                  </a:lnTo>
                  <a:lnTo>
                    <a:pt x="8276370" y="5509199"/>
                  </a:lnTo>
                  <a:lnTo>
                    <a:pt x="8295614" y="5509199"/>
                  </a:lnTo>
                  <a:lnTo>
                    <a:pt x="8304104" y="5500721"/>
                  </a:lnTo>
                  <a:lnTo>
                    <a:pt x="8304104" y="5483795"/>
                  </a:lnTo>
                  <a:lnTo>
                    <a:pt x="8297595" y="5475316"/>
                  </a:lnTo>
                  <a:close/>
                </a:path>
                <a:path w="9542780" h="6570345">
                  <a:moveTo>
                    <a:pt x="8297595" y="5519795"/>
                  </a:moveTo>
                  <a:lnTo>
                    <a:pt x="8278634" y="5519795"/>
                  </a:lnTo>
                  <a:lnTo>
                    <a:pt x="8270143" y="5526125"/>
                  </a:lnTo>
                  <a:lnTo>
                    <a:pt x="8270143" y="5545199"/>
                  </a:lnTo>
                  <a:lnTo>
                    <a:pt x="8276370" y="5553649"/>
                  </a:lnTo>
                  <a:lnTo>
                    <a:pt x="8295614" y="5553649"/>
                  </a:lnTo>
                  <a:lnTo>
                    <a:pt x="8304104" y="5545199"/>
                  </a:lnTo>
                  <a:lnTo>
                    <a:pt x="8304104" y="5528245"/>
                  </a:lnTo>
                  <a:lnTo>
                    <a:pt x="8297595" y="5519795"/>
                  </a:lnTo>
                  <a:close/>
                </a:path>
                <a:path w="9542780" h="6570345">
                  <a:moveTo>
                    <a:pt x="8297595" y="5564245"/>
                  </a:moveTo>
                  <a:lnTo>
                    <a:pt x="8278634" y="5564245"/>
                  </a:lnTo>
                  <a:lnTo>
                    <a:pt x="8270143" y="5570603"/>
                  </a:lnTo>
                  <a:lnTo>
                    <a:pt x="8270143" y="5589649"/>
                  </a:lnTo>
                  <a:lnTo>
                    <a:pt x="8276370" y="5598126"/>
                  </a:lnTo>
                  <a:lnTo>
                    <a:pt x="8295614" y="5598126"/>
                  </a:lnTo>
                  <a:lnTo>
                    <a:pt x="8304104" y="5589649"/>
                  </a:lnTo>
                  <a:lnTo>
                    <a:pt x="8304104" y="5572723"/>
                  </a:lnTo>
                  <a:lnTo>
                    <a:pt x="8297595" y="5564245"/>
                  </a:lnTo>
                  <a:close/>
                </a:path>
                <a:path w="9542780" h="6570345">
                  <a:moveTo>
                    <a:pt x="8297595" y="5608723"/>
                  </a:moveTo>
                  <a:lnTo>
                    <a:pt x="8278634" y="5608723"/>
                  </a:lnTo>
                  <a:lnTo>
                    <a:pt x="8270143" y="5615053"/>
                  </a:lnTo>
                  <a:lnTo>
                    <a:pt x="8270143" y="5634128"/>
                  </a:lnTo>
                  <a:lnTo>
                    <a:pt x="8276370" y="5642578"/>
                  </a:lnTo>
                  <a:lnTo>
                    <a:pt x="8295614" y="5642578"/>
                  </a:lnTo>
                  <a:lnTo>
                    <a:pt x="8304104" y="5634128"/>
                  </a:lnTo>
                  <a:lnTo>
                    <a:pt x="8304104" y="5617173"/>
                  </a:lnTo>
                  <a:lnTo>
                    <a:pt x="8297595" y="5608723"/>
                  </a:lnTo>
                  <a:close/>
                </a:path>
                <a:path w="9542780" h="6570345">
                  <a:moveTo>
                    <a:pt x="8297595" y="5653173"/>
                  </a:moveTo>
                  <a:lnTo>
                    <a:pt x="8278634" y="5653173"/>
                  </a:lnTo>
                  <a:lnTo>
                    <a:pt x="8270143" y="5659532"/>
                  </a:lnTo>
                  <a:lnTo>
                    <a:pt x="8270143" y="5678578"/>
                  </a:lnTo>
                  <a:lnTo>
                    <a:pt x="8276370" y="5687056"/>
                  </a:lnTo>
                  <a:lnTo>
                    <a:pt x="8287124" y="5687056"/>
                  </a:lnTo>
                  <a:lnTo>
                    <a:pt x="8295614" y="5684936"/>
                  </a:lnTo>
                  <a:lnTo>
                    <a:pt x="8304104" y="5678578"/>
                  </a:lnTo>
                  <a:lnTo>
                    <a:pt x="8304104" y="5661652"/>
                  </a:lnTo>
                  <a:lnTo>
                    <a:pt x="8297595" y="5653173"/>
                  </a:lnTo>
                  <a:close/>
                </a:path>
                <a:path w="9542780" h="6570345">
                  <a:moveTo>
                    <a:pt x="8297595" y="5695533"/>
                  </a:moveTo>
                  <a:lnTo>
                    <a:pt x="8278634" y="5695533"/>
                  </a:lnTo>
                  <a:lnTo>
                    <a:pt x="8270143" y="5701863"/>
                  </a:lnTo>
                  <a:lnTo>
                    <a:pt x="8270143" y="5720937"/>
                  </a:lnTo>
                  <a:lnTo>
                    <a:pt x="8276370" y="5729386"/>
                  </a:lnTo>
                  <a:lnTo>
                    <a:pt x="8295614" y="5729386"/>
                  </a:lnTo>
                  <a:lnTo>
                    <a:pt x="8304104" y="5723056"/>
                  </a:lnTo>
                  <a:lnTo>
                    <a:pt x="8304104" y="5703982"/>
                  </a:lnTo>
                  <a:lnTo>
                    <a:pt x="8297595" y="5695533"/>
                  </a:lnTo>
                  <a:close/>
                </a:path>
                <a:path w="9542780" h="6570345">
                  <a:moveTo>
                    <a:pt x="8297595" y="5739983"/>
                  </a:moveTo>
                  <a:lnTo>
                    <a:pt x="8278634" y="5739983"/>
                  </a:lnTo>
                  <a:lnTo>
                    <a:pt x="8270143" y="5746342"/>
                  </a:lnTo>
                  <a:lnTo>
                    <a:pt x="8270143" y="5765388"/>
                  </a:lnTo>
                  <a:lnTo>
                    <a:pt x="8276370" y="5773865"/>
                  </a:lnTo>
                  <a:lnTo>
                    <a:pt x="8295614" y="5773865"/>
                  </a:lnTo>
                  <a:lnTo>
                    <a:pt x="8304104" y="5767506"/>
                  </a:lnTo>
                  <a:lnTo>
                    <a:pt x="8304104" y="5748460"/>
                  </a:lnTo>
                  <a:lnTo>
                    <a:pt x="8297595" y="5739983"/>
                  </a:lnTo>
                  <a:close/>
                </a:path>
                <a:path w="9542780" h="6570345">
                  <a:moveTo>
                    <a:pt x="8297595" y="5784462"/>
                  </a:moveTo>
                  <a:lnTo>
                    <a:pt x="8278634" y="5784462"/>
                  </a:lnTo>
                  <a:lnTo>
                    <a:pt x="8270143" y="5790792"/>
                  </a:lnTo>
                  <a:lnTo>
                    <a:pt x="8270143" y="5809866"/>
                  </a:lnTo>
                  <a:lnTo>
                    <a:pt x="8276370" y="5818315"/>
                  </a:lnTo>
                  <a:lnTo>
                    <a:pt x="8295614" y="5818315"/>
                  </a:lnTo>
                  <a:lnTo>
                    <a:pt x="8304104" y="5809866"/>
                  </a:lnTo>
                  <a:lnTo>
                    <a:pt x="8304104" y="5792911"/>
                  </a:lnTo>
                  <a:lnTo>
                    <a:pt x="8297595" y="5784462"/>
                  </a:lnTo>
                  <a:close/>
                </a:path>
                <a:path w="9542780" h="6570345">
                  <a:moveTo>
                    <a:pt x="8297595" y="5828912"/>
                  </a:moveTo>
                  <a:lnTo>
                    <a:pt x="8278634" y="5828912"/>
                  </a:lnTo>
                  <a:lnTo>
                    <a:pt x="8270143" y="5835270"/>
                  </a:lnTo>
                  <a:lnTo>
                    <a:pt x="8270143" y="5854316"/>
                  </a:lnTo>
                  <a:lnTo>
                    <a:pt x="8276370" y="5862793"/>
                  </a:lnTo>
                  <a:lnTo>
                    <a:pt x="8295614" y="5862793"/>
                  </a:lnTo>
                  <a:lnTo>
                    <a:pt x="8304104" y="5854316"/>
                  </a:lnTo>
                  <a:lnTo>
                    <a:pt x="8304104" y="5837389"/>
                  </a:lnTo>
                  <a:lnTo>
                    <a:pt x="8297595" y="5828912"/>
                  </a:lnTo>
                  <a:close/>
                </a:path>
                <a:path w="9542780" h="6570345">
                  <a:moveTo>
                    <a:pt x="8297595" y="5873362"/>
                  </a:moveTo>
                  <a:lnTo>
                    <a:pt x="8278634" y="5873362"/>
                  </a:lnTo>
                  <a:lnTo>
                    <a:pt x="8270143" y="5879720"/>
                  </a:lnTo>
                  <a:lnTo>
                    <a:pt x="8270143" y="5898795"/>
                  </a:lnTo>
                  <a:lnTo>
                    <a:pt x="8276370" y="5907243"/>
                  </a:lnTo>
                  <a:lnTo>
                    <a:pt x="8295614" y="5907243"/>
                  </a:lnTo>
                  <a:lnTo>
                    <a:pt x="8304104" y="5898795"/>
                  </a:lnTo>
                  <a:lnTo>
                    <a:pt x="8304104" y="5881839"/>
                  </a:lnTo>
                  <a:lnTo>
                    <a:pt x="8297595" y="5873362"/>
                  </a:lnTo>
                  <a:close/>
                </a:path>
                <a:path w="9542780" h="6570345">
                  <a:moveTo>
                    <a:pt x="8297595" y="5917840"/>
                  </a:moveTo>
                  <a:lnTo>
                    <a:pt x="8278634" y="5917840"/>
                  </a:lnTo>
                  <a:lnTo>
                    <a:pt x="8270143" y="5924199"/>
                  </a:lnTo>
                  <a:lnTo>
                    <a:pt x="8270143" y="5943245"/>
                  </a:lnTo>
                  <a:lnTo>
                    <a:pt x="8276370" y="5951722"/>
                  </a:lnTo>
                  <a:lnTo>
                    <a:pt x="8295614" y="5951722"/>
                  </a:lnTo>
                  <a:lnTo>
                    <a:pt x="8304104" y="5943245"/>
                  </a:lnTo>
                  <a:lnTo>
                    <a:pt x="8304104" y="5926319"/>
                  </a:lnTo>
                  <a:lnTo>
                    <a:pt x="8297595" y="5917840"/>
                  </a:lnTo>
                  <a:close/>
                </a:path>
                <a:path w="9542780" h="6570345">
                  <a:moveTo>
                    <a:pt x="8297595" y="5962291"/>
                  </a:moveTo>
                  <a:lnTo>
                    <a:pt x="8278634" y="5962291"/>
                  </a:lnTo>
                  <a:lnTo>
                    <a:pt x="8270143" y="5968649"/>
                  </a:lnTo>
                  <a:lnTo>
                    <a:pt x="8270143" y="5987723"/>
                  </a:lnTo>
                  <a:lnTo>
                    <a:pt x="8276370" y="5996172"/>
                  </a:lnTo>
                  <a:lnTo>
                    <a:pt x="8287124" y="5996172"/>
                  </a:lnTo>
                  <a:lnTo>
                    <a:pt x="8295614" y="5994053"/>
                  </a:lnTo>
                  <a:lnTo>
                    <a:pt x="8304104" y="5987723"/>
                  </a:lnTo>
                  <a:lnTo>
                    <a:pt x="8304104" y="5970769"/>
                  </a:lnTo>
                  <a:lnTo>
                    <a:pt x="8297595" y="5962291"/>
                  </a:lnTo>
                  <a:close/>
                </a:path>
                <a:path w="9542780" h="6570345">
                  <a:moveTo>
                    <a:pt x="8297595" y="6004650"/>
                  </a:moveTo>
                  <a:lnTo>
                    <a:pt x="8278634" y="6004650"/>
                  </a:lnTo>
                  <a:lnTo>
                    <a:pt x="8270143" y="6011009"/>
                  </a:lnTo>
                  <a:lnTo>
                    <a:pt x="8270143" y="6030053"/>
                  </a:lnTo>
                  <a:lnTo>
                    <a:pt x="8276370" y="6038532"/>
                  </a:lnTo>
                  <a:lnTo>
                    <a:pt x="8295614" y="6038532"/>
                  </a:lnTo>
                  <a:lnTo>
                    <a:pt x="8304104" y="6032173"/>
                  </a:lnTo>
                  <a:lnTo>
                    <a:pt x="8304104" y="6013127"/>
                  </a:lnTo>
                  <a:lnTo>
                    <a:pt x="8297595" y="6004650"/>
                  </a:lnTo>
                  <a:close/>
                </a:path>
                <a:path w="9542780" h="6570345">
                  <a:moveTo>
                    <a:pt x="8297595" y="6049100"/>
                  </a:moveTo>
                  <a:lnTo>
                    <a:pt x="8278634" y="6049100"/>
                  </a:lnTo>
                  <a:lnTo>
                    <a:pt x="8270143" y="6055459"/>
                  </a:lnTo>
                  <a:lnTo>
                    <a:pt x="8270143" y="6074533"/>
                  </a:lnTo>
                  <a:lnTo>
                    <a:pt x="8276370" y="6082982"/>
                  </a:lnTo>
                  <a:lnTo>
                    <a:pt x="8295614" y="6082982"/>
                  </a:lnTo>
                  <a:lnTo>
                    <a:pt x="8304104" y="6076623"/>
                  </a:lnTo>
                  <a:lnTo>
                    <a:pt x="8304104" y="6057578"/>
                  </a:lnTo>
                  <a:lnTo>
                    <a:pt x="8297595" y="6049100"/>
                  </a:lnTo>
                  <a:close/>
                </a:path>
                <a:path w="9542780" h="6570345">
                  <a:moveTo>
                    <a:pt x="8297595" y="6093579"/>
                  </a:moveTo>
                  <a:lnTo>
                    <a:pt x="8278634" y="6093579"/>
                  </a:lnTo>
                  <a:lnTo>
                    <a:pt x="8270143" y="6099936"/>
                  </a:lnTo>
                  <a:lnTo>
                    <a:pt x="8270143" y="6118983"/>
                  </a:lnTo>
                  <a:lnTo>
                    <a:pt x="8276370" y="6127460"/>
                  </a:lnTo>
                  <a:lnTo>
                    <a:pt x="8295614" y="6127460"/>
                  </a:lnTo>
                  <a:lnTo>
                    <a:pt x="8304104" y="6118983"/>
                  </a:lnTo>
                  <a:lnTo>
                    <a:pt x="8304104" y="6102056"/>
                  </a:lnTo>
                  <a:lnTo>
                    <a:pt x="8297595" y="6093579"/>
                  </a:lnTo>
                  <a:close/>
                </a:path>
                <a:path w="9542780" h="6570345">
                  <a:moveTo>
                    <a:pt x="8297595" y="6138029"/>
                  </a:moveTo>
                  <a:lnTo>
                    <a:pt x="8278634" y="6138029"/>
                  </a:lnTo>
                  <a:lnTo>
                    <a:pt x="8270143" y="6144386"/>
                  </a:lnTo>
                  <a:lnTo>
                    <a:pt x="8270143" y="6163461"/>
                  </a:lnTo>
                  <a:lnTo>
                    <a:pt x="8276370" y="6171910"/>
                  </a:lnTo>
                  <a:lnTo>
                    <a:pt x="8295614" y="6171910"/>
                  </a:lnTo>
                  <a:lnTo>
                    <a:pt x="8304104" y="6163461"/>
                  </a:lnTo>
                  <a:lnTo>
                    <a:pt x="8304104" y="6146506"/>
                  </a:lnTo>
                  <a:lnTo>
                    <a:pt x="8297595" y="6138029"/>
                  </a:lnTo>
                  <a:close/>
                </a:path>
                <a:path w="9542780" h="6570345">
                  <a:moveTo>
                    <a:pt x="8297595" y="6182507"/>
                  </a:moveTo>
                  <a:lnTo>
                    <a:pt x="8278634" y="6182507"/>
                  </a:lnTo>
                  <a:lnTo>
                    <a:pt x="8270143" y="6188866"/>
                  </a:lnTo>
                  <a:lnTo>
                    <a:pt x="8270143" y="6210030"/>
                  </a:lnTo>
                  <a:lnTo>
                    <a:pt x="8276370" y="6216389"/>
                  </a:lnTo>
                  <a:lnTo>
                    <a:pt x="8295614" y="6216389"/>
                  </a:lnTo>
                  <a:lnTo>
                    <a:pt x="8304104" y="6207912"/>
                  </a:lnTo>
                  <a:lnTo>
                    <a:pt x="8304104" y="6190985"/>
                  </a:lnTo>
                  <a:lnTo>
                    <a:pt x="8297595" y="6182507"/>
                  </a:lnTo>
                  <a:close/>
                </a:path>
                <a:path w="9542780" h="6570345">
                  <a:moveTo>
                    <a:pt x="8297595" y="6226958"/>
                  </a:moveTo>
                  <a:lnTo>
                    <a:pt x="8278634" y="6226958"/>
                  </a:lnTo>
                  <a:lnTo>
                    <a:pt x="8270143" y="6233316"/>
                  </a:lnTo>
                  <a:lnTo>
                    <a:pt x="8270143" y="6254482"/>
                  </a:lnTo>
                  <a:lnTo>
                    <a:pt x="8276370" y="6260839"/>
                  </a:lnTo>
                  <a:lnTo>
                    <a:pt x="8295614" y="6260839"/>
                  </a:lnTo>
                  <a:lnTo>
                    <a:pt x="8304104" y="6252362"/>
                  </a:lnTo>
                  <a:lnTo>
                    <a:pt x="8304104" y="6235435"/>
                  </a:lnTo>
                  <a:lnTo>
                    <a:pt x="8297595" y="6226958"/>
                  </a:lnTo>
                  <a:close/>
                </a:path>
                <a:path w="9542780" h="6570345">
                  <a:moveTo>
                    <a:pt x="8297595" y="6271436"/>
                  </a:moveTo>
                  <a:lnTo>
                    <a:pt x="8278634" y="6271436"/>
                  </a:lnTo>
                  <a:lnTo>
                    <a:pt x="8270143" y="6277794"/>
                  </a:lnTo>
                  <a:lnTo>
                    <a:pt x="8270143" y="6298957"/>
                  </a:lnTo>
                  <a:lnTo>
                    <a:pt x="8276370" y="6305309"/>
                  </a:lnTo>
                  <a:lnTo>
                    <a:pt x="8287124" y="6305309"/>
                  </a:lnTo>
                  <a:lnTo>
                    <a:pt x="8295614" y="6303190"/>
                  </a:lnTo>
                  <a:lnTo>
                    <a:pt x="8304104" y="6296840"/>
                  </a:lnTo>
                  <a:lnTo>
                    <a:pt x="8304104" y="6279913"/>
                  </a:lnTo>
                  <a:lnTo>
                    <a:pt x="8297595" y="6271436"/>
                  </a:lnTo>
                  <a:close/>
                </a:path>
                <a:path w="9542780" h="6570345">
                  <a:moveTo>
                    <a:pt x="8297595" y="6313778"/>
                  </a:moveTo>
                  <a:lnTo>
                    <a:pt x="8278634" y="6313778"/>
                  </a:lnTo>
                  <a:lnTo>
                    <a:pt x="8270143" y="6320130"/>
                  </a:lnTo>
                  <a:lnTo>
                    <a:pt x="8270143" y="6341301"/>
                  </a:lnTo>
                  <a:lnTo>
                    <a:pt x="8276370" y="6347654"/>
                  </a:lnTo>
                  <a:lnTo>
                    <a:pt x="8295614" y="6347654"/>
                  </a:lnTo>
                  <a:lnTo>
                    <a:pt x="8304104" y="6341301"/>
                  </a:lnTo>
                  <a:lnTo>
                    <a:pt x="8304104" y="6322247"/>
                  </a:lnTo>
                  <a:lnTo>
                    <a:pt x="8297595" y="6313778"/>
                  </a:lnTo>
                  <a:close/>
                </a:path>
                <a:path w="9542780" h="6570345">
                  <a:moveTo>
                    <a:pt x="8297595" y="6358239"/>
                  </a:moveTo>
                  <a:lnTo>
                    <a:pt x="8278634" y="6358239"/>
                  </a:lnTo>
                  <a:lnTo>
                    <a:pt x="8270143" y="6364592"/>
                  </a:lnTo>
                  <a:lnTo>
                    <a:pt x="8270143" y="6385767"/>
                  </a:lnTo>
                  <a:lnTo>
                    <a:pt x="8276370" y="6392118"/>
                  </a:lnTo>
                  <a:lnTo>
                    <a:pt x="8295614" y="6392118"/>
                  </a:lnTo>
                  <a:lnTo>
                    <a:pt x="8304104" y="6385767"/>
                  </a:lnTo>
                  <a:lnTo>
                    <a:pt x="8304104" y="6366711"/>
                  </a:lnTo>
                  <a:lnTo>
                    <a:pt x="8297595" y="6358239"/>
                  </a:lnTo>
                  <a:close/>
                </a:path>
                <a:path w="9542780" h="6570345">
                  <a:moveTo>
                    <a:pt x="8253163" y="5344057"/>
                  </a:moveTo>
                  <a:lnTo>
                    <a:pt x="8233918" y="5344057"/>
                  </a:lnTo>
                  <a:lnTo>
                    <a:pt x="8225428" y="5350388"/>
                  </a:lnTo>
                  <a:lnTo>
                    <a:pt x="8225428" y="5369462"/>
                  </a:lnTo>
                  <a:lnTo>
                    <a:pt x="8231936" y="5377911"/>
                  </a:lnTo>
                  <a:lnTo>
                    <a:pt x="8242409" y="5377911"/>
                  </a:lnTo>
                  <a:lnTo>
                    <a:pt x="8253163" y="5375791"/>
                  </a:lnTo>
                  <a:lnTo>
                    <a:pt x="8259389" y="5369462"/>
                  </a:lnTo>
                  <a:lnTo>
                    <a:pt x="8259389" y="5352506"/>
                  </a:lnTo>
                  <a:lnTo>
                    <a:pt x="8253163" y="5344057"/>
                  </a:lnTo>
                  <a:close/>
                </a:path>
                <a:path w="9542780" h="6570345">
                  <a:moveTo>
                    <a:pt x="8253163" y="5386388"/>
                  </a:moveTo>
                  <a:lnTo>
                    <a:pt x="8233918" y="5386388"/>
                  </a:lnTo>
                  <a:lnTo>
                    <a:pt x="8225428" y="5392746"/>
                  </a:lnTo>
                  <a:lnTo>
                    <a:pt x="8225428" y="5411792"/>
                  </a:lnTo>
                  <a:lnTo>
                    <a:pt x="8231936" y="5420269"/>
                  </a:lnTo>
                  <a:lnTo>
                    <a:pt x="8253163" y="5420269"/>
                  </a:lnTo>
                  <a:lnTo>
                    <a:pt x="8259389" y="5413912"/>
                  </a:lnTo>
                  <a:lnTo>
                    <a:pt x="8259389" y="5394866"/>
                  </a:lnTo>
                  <a:lnTo>
                    <a:pt x="8253163" y="5386388"/>
                  </a:lnTo>
                  <a:close/>
                </a:path>
                <a:path w="9542780" h="6570345">
                  <a:moveTo>
                    <a:pt x="8253163" y="5430866"/>
                  </a:moveTo>
                  <a:lnTo>
                    <a:pt x="8233918" y="5430866"/>
                  </a:lnTo>
                  <a:lnTo>
                    <a:pt x="8225428" y="5437196"/>
                  </a:lnTo>
                  <a:lnTo>
                    <a:pt x="8225428" y="5458390"/>
                  </a:lnTo>
                  <a:lnTo>
                    <a:pt x="8231936" y="5464719"/>
                  </a:lnTo>
                  <a:lnTo>
                    <a:pt x="8253163" y="5464719"/>
                  </a:lnTo>
                  <a:lnTo>
                    <a:pt x="8259389" y="5458390"/>
                  </a:lnTo>
                  <a:lnTo>
                    <a:pt x="8259389" y="5439316"/>
                  </a:lnTo>
                  <a:lnTo>
                    <a:pt x="8253163" y="5430866"/>
                  </a:lnTo>
                  <a:close/>
                </a:path>
                <a:path w="9542780" h="6570345">
                  <a:moveTo>
                    <a:pt x="8253163" y="5475316"/>
                  </a:moveTo>
                  <a:lnTo>
                    <a:pt x="8233918" y="5475316"/>
                  </a:lnTo>
                  <a:lnTo>
                    <a:pt x="8225428" y="5481675"/>
                  </a:lnTo>
                  <a:lnTo>
                    <a:pt x="8225428" y="5502840"/>
                  </a:lnTo>
                  <a:lnTo>
                    <a:pt x="8231936" y="5509199"/>
                  </a:lnTo>
                  <a:lnTo>
                    <a:pt x="8253163" y="5509199"/>
                  </a:lnTo>
                  <a:lnTo>
                    <a:pt x="8259389" y="5500721"/>
                  </a:lnTo>
                  <a:lnTo>
                    <a:pt x="8259389" y="5483795"/>
                  </a:lnTo>
                  <a:lnTo>
                    <a:pt x="8253163" y="5475316"/>
                  </a:lnTo>
                  <a:close/>
                </a:path>
                <a:path w="9542780" h="6570345">
                  <a:moveTo>
                    <a:pt x="8253163" y="5519795"/>
                  </a:moveTo>
                  <a:lnTo>
                    <a:pt x="8233918" y="5519795"/>
                  </a:lnTo>
                  <a:lnTo>
                    <a:pt x="8225428" y="5526125"/>
                  </a:lnTo>
                  <a:lnTo>
                    <a:pt x="8225428" y="5545199"/>
                  </a:lnTo>
                  <a:lnTo>
                    <a:pt x="8231936" y="5553649"/>
                  </a:lnTo>
                  <a:lnTo>
                    <a:pt x="8253163" y="5553649"/>
                  </a:lnTo>
                  <a:lnTo>
                    <a:pt x="8259389" y="5545199"/>
                  </a:lnTo>
                  <a:lnTo>
                    <a:pt x="8259389" y="5528245"/>
                  </a:lnTo>
                  <a:lnTo>
                    <a:pt x="8253163" y="5519795"/>
                  </a:lnTo>
                  <a:close/>
                </a:path>
                <a:path w="9542780" h="6570345">
                  <a:moveTo>
                    <a:pt x="8253163" y="5564245"/>
                  </a:moveTo>
                  <a:lnTo>
                    <a:pt x="8233918" y="5564245"/>
                  </a:lnTo>
                  <a:lnTo>
                    <a:pt x="8225428" y="5570603"/>
                  </a:lnTo>
                  <a:lnTo>
                    <a:pt x="8225428" y="5589649"/>
                  </a:lnTo>
                  <a:lnTo>
                    <a:pt x="8231936" y="5598126"/>
                  </a:lnTo>
                  <a:lnTo>
                    <a:pt x="8253163" y="5598126"/>
                  </a:lnTo>
                  <a:lnTo>
                    <a:pt x="8259389" y="5589649"/>
                  </a:lnTo>
                  <a:lnTo>
                    <a:pt x="8259389" y="5572723"/>
                  </a:lnTo>
                  <a:lnTo>
                    <a:pt x="8253163" y="5564245"/>
                  </a:lnTo>
                  <a:close/>
                </a:path>
                <a:path w="9542780" h="6570345">
                  <a:moveTo>
                    <a:pt x="8253163" y="5608723"/>
                  </a:moveTo>
                  <a:lnTo>
                    <a:pt x="8233918" y="5608723"/>
                  </a:lnTo>
                  <a:lnTo>
                    <a:pt x="8225428" y="5615053"/>
                  </a:lnTo>
                  <a:lnTo>
                    <a:pt x="8225428" y="5634128"/>
                  </a:lnTo>
                  <a:lnTo>
                    <a:pt x="8231936" y="5642578"/>
                  </a:lnTo>
                  <a:lnTo>
                    <a:pt x="8253163" y="5642578"/>
                  </a:lnTo>
                  <a:lnTo>
                    <a:pt x="8259389" y="5634128"/>
                  </a:lnTo>
                  <a:lnTo>
                    <a:pt x="8259389" y="5617173"/>
                  </a:lnTo>
                  <a:lnTo>
                    <a:pt x="8253163" y="5608723"/>
                  </a:lnTo>
                  <a:close/>
                </a:path>
                <a:path w="9542780" h="6570345">
                  <a:moveTo>
                    <a:pt x="8253163" y="5653173"/>
                  </a:moveTo>
                  <a:lnTo>
                    <a:pt x="8233918" y="5653173"/>
                  </a:lnTo>
                  <a:lnTo>
                    <a:pt x="8225428" y="5659532"/>
                  </a:lnTo>
                  <a:lnTo>
                    <a:pt x="8225428" y="5678578"/>
                  </a:lnTo>
                  <a:lnTo>
                    <a:pt x="8231936" y="5687056"/>
                  </a:lnTo>
                  <a:lnTo>
                    <a:pt x="8242409" y="5687056"/>
                  </a:lnTo>
                  <a:lnTo>
                    <a:pt x="8253163" y="5684936"/>
                  </a:lnTo>
                  <a:lnTo>
                    <a:pt x="8259389" y="5678578"/>
                  </a:lnTo>
                  <a:lnTo>
                    <a:pt x="8259389" y="5661652"/>
                  </a:lnTo>
                  <a:lnTo>
                    <a:pt x="8253163" y="5653173"/>
                  </a:lnTo>
                  <a:close/>
                </a:path>
                <a:path w="9542780" h="6570345">
                  <a:moveTo>
                    <a:pt x="8253163" y="5695533"/>
                  </a:moveTo>
                  <a:lnTo>
                    <a:pt x="8233918" y="5695533"/>
                  </a:lnTo>
                  <a:lnTo>
                    <a:pt x="8225428" y="5701863"/>
                  </a:lnTo>
                  <a:lnTo>
                    <a:pt x="8225428" y="5720937"/>
                  </a:lnTo>
                  <a:lnTo>
                    <a:pt x="8231936" y="5729386"/>
                  </a:lnTo>
                  <a:lnTo>
                    <a:pt x="8253163" y="5729386"/>
                  </a:lnTo>
                  <a:lnTo>
                    <a:pt x="8259389" y="5723056"/>
                  </a:lnTo>
                  <a:lnTo>
                    <a:pt x="8259389" y="5703982"/>
                  </a:lnTo>
                  <a:lnTo>
                    <a:pt x="8253163" y="5695533"/>
                  </a:lnTo>
                  <a:close/>
                </a:path>
                <a:path w="9542780" h="6570345">
                  <a:moveTo>
                    <a:pt x="8253163" y="5739983"/>
                  </a:moveTo>
                  <a:lnTo>
                    <a:pt x="8233918" y="5739983"/>
                  </a:lnTo>
                  <a:lnTo>
                    <a:pt x="8225428" y="5746342"/>
                  </a:lnTo>
                  <a:lnTo>
                    <a:pt x="8225428" y="5765388"/>
                  </a:lnTo>
                  <a:lnTo>
                    <a:pt x="8231936" y="5773865"/>
                  </a:lnTo>
                  <a:lnTo>
                    <a:pt x="8253163" y="5773865"/>
                  </a:lnTo>
                  <a:lnTo>
                    <a:pt x="8259389" y="5767506"/>
                  </a:lnTo>
                  <a:lnTo>
                    <a:pt x="8259389" y="5748460"/>
                  </a:lnTo>
                  <a:lnTo>
                    <a:pt x="8253163" y="5739983"/>
                  </a:lnTo>
                  <a:close/>
                </a:path>
                <a:path w="9542780" h="6570345">
                  <a:moveTo>
                    <a:pt x="8253163" y="5784462"/>
                  </a:moveTo>
                  <a:lnTo>
                    <a:pt x="8233918" y="5784462"/>
                  </a:lnTo>
                  <a:lnTo>
                    <a:pt x="8225428" y="5790792"/>
                  </a:lnTo>
                  <a:lnTo>
                    <a:pt x="8225428" y="5809866"/>
                  </a:lnTo>
                  <a:lnTo>
                    <a:pt x="8231936" y="5818315"/>
                  </a:lnTo>
                  <a:lnTo>
                    <a:pt x="8253163" y="5818315"/>
                  </a:lnTo>
                  <a:lnTo>
                    <a:pt x="8259389" y="5809866"/>
                  </a:lnTo>
                  <a:lnTo>
                    <a:pt x="8259389" y="5792911"/>
                  </a:lnTo>
                  <a:lnTo>
                    <a:pt x="8253163" y="5784462"/>
                  </a:lnTo>
                  <a:close/>
                </a:path>
                <a:path w="9542780" h="6570345">
                  <a:moveTo>
                    <a:pt x="8253163" y="5828912"/>
                  </a:moveTo>
                  <a:lnTo>
                    <a:pt x="8233918" y="5828912"/>
                  </a:lnTo>
                  <a:lnTo>
                    <a:pt x="8225428" y="5835270"/>
                  </a:lnTo>
                  <a:lnTo>
                    <a:pt x="8225428" y="5854316"/>
                  </a:lnTo>
                  <a:lnTo>
                    <a:pt x="8231936" y="5862793"/>
                  </a:lnTo>
                  <a:lnTo>
                    <a:pt x="8253163" y="5862793"/>
                  </a:lnTo>
                  <a:lnTo>
                    <a:pt x="8259389" y="5854316"/>
                  </a:lnTo>
                  <a:lnTo>
                    <a:pt x="8259389" y="5837389"/>
                  </a:lnTo>
                  <a:lnTo>
                    <a:pt x="8253163" y="5828912"/>
                  </a:lnTo>
                  <a:close/>
                </a:path>
                <a:path w="9542780" h="6570345">
                  <a:moveTo>
                    <a:pt x="8253163" y="5873362"/>
                  </a:moveTo>
                  <a:lnTo>
                    <a:pt x="8233918" y="5873362"/>
                  </a:lnTo>
                  <a:lnTo>
                    <a:pt x="8225428" y="5879720"/>
                  </a:lnTo>
                  <a:lnTo>
                    <a:pt x="8225428" y="5898795"/>
                  </a:lnTo>
                  <a:lnTo>
                    <a:pt x="8231936" y="5907243"/>
                  </a:lnTo>
                  <a:lnTo>
                    <a:pt x="8253163" y="5907243"/>
                  </a:lnTo>
                  <a:lnTo>
                    <a:pt x="8259389" y="5898795"/>
                  </a:lnTo>
                  <a:lnTo>
                    <a:pt x="8259389" y="5881839"/>
                  </a:lnTo>
                  <a:lnTo>
                    <a:pt x="8253163" y="5873362"/>
                  </a:lnTo>
                  <a:close/>
                </a:path>
                <a:path w="9542780" h="6570345">
                  <a:moveTo>
                    <a:pt x="8253163" y="5917840"/>
                  </a:moveTo>
                  <a:lnTo>
                    <a:pt x="8233918" y="5917840"/>
                  </a:lnTo>
                  <a:lnTo>
                    <a:pt x="8225428" y="5924199"/>
                  </a:lnTo>
                  <a:lnTo>
                    <a:pt x="8225428" y="5943245"/>
                  </a:lnTo>
                  <a:lnTo>
                    <a:pt x="8231936" y="5951722"/>
                  </a:lnTo>
                  <a:lnTo>
                    <a:pt x="8253163" y="5951722"/>
                  </a:lnTo>
                  <a:lnTo>
                    <a:pt x="8259389" y="5943245"/>
                  </a:lnTo>
                  <a:lnTo>
                    <a:pt x="8259389" y="5926319"/>
                  </a:lnTo>
                  <a:lnTo>
                    <a:pt x="8253163" y="5917840"/>
                  </a:lnTo>
                  <a:close/>
                </a:path>
                <a:path w="9542780" h="6570345">
                  <a:moveTo>
                    <a:pt x="8253163" y="5962291"/>
                  </a:moveTo>
                  <a:lnTo>
                    <a:pt x="8233918" y="5962291"/>
                  </a:lnTo>
                  <a:lnTo>
                    <a:pt x="8225428" y="5968649"/>
                  </a:lnTo>
                  <a:lnTo>
                    <a:pt x="8225428" y="5987723"/>
                  </a:lnTo>
                  <a:lnTo>
                    <a:pt x="8231936" y="5996172"/>
                  </a:lnTo>
                  <a:lnTo>
                    <a:pt x="8242409" y="5996172"/>
                  </a:lnTo>
                  <a:lnTo>
                    <a:pt x="8253163" y="5994053"/>
                  </a:lnTo>
                  <a:lnTo>
                    <a:pt x="8259389" y="5987723"/>
                  </a:lnTo>
                  <a:lnTo>
                    <a:pt x="8259389" y="5970769"/>
                  </a:lnTo>
                  <a:lnTo>
                    <a:pt x="8253163" y="5962291"/>
                  </a:lnTo>
                  <a:close/>
                </a:path>
                <a:path w="9542780" h="6570345">
                  <a:moveTo>
                    <a:pt x="8253163" y="6004650"/>
                  </a:moveTo>
                  <a:lnTo>
                    <a:pt x="8233918" y="6004650"/>
                  </a:lnTo>
                  <a:lnTo>
                    <a:pt x="8225428" y="6011009"/>
                  </a:lnTo>
                  <a:lnTo>
                    <a:pt x="8225428" y="6030053"/>
                  </a:lnTo>
                  <a:lnTo>
                    <a:pt x="8231936" y="6038532"/>
                  </a:lnTo>
                  <a:lnTo>
                    <a:pt x="8253163" y="6038532"/>
                  </a:lnTo>
                  <a:lnTo>
                    <a:pt x="8259389" y="6032173"/>
                  </a:lnTo>
                  <a:lnTo>
                    <a:pt x="8259389" y="6013127"/>
                  </a:lnTo>
                  <a:lnTo>
                    <a:pt x="8253163" y="6004650"/>
                  </a:lnTo>
                  <a:close/>
                </a:path>
                <a:path w="9542780" h="6570345">
                  <a:moveTo>
                    <a:pt x="8253163" y="6049100"/>
                  </a:moveTo>
                  <a:lnTo>
                    <a:pt x="8233918" y="6049100"/>
                  </a:lnTo>
                  <a:lnTo>
                    <a:pt x="8225428" y="6055459"/>
                  </a:lnTo>
                  <a:lnTo>
                    <a:pt x="8225428" y="6074533"/>
                  </a:lnTo>
                  <a:lnTo>
                    <a:pt x="8231936" y="6082982"/>
                  </a:lnTo>
                  <a:lnTo>
                    <a:pt x="8253163" y="6082982"/>
                  </a:lnTo>
                  <a:lnTo>
                    <a:pt x="8259389" y="6076623"/>
                  </a:lnTo>
                  <a:lnTo>
                    <a:pt x="8259389" y="6057578"/>
                  </a:lnTo>
                  <a:lnTo>
                    <a:pt x="8253163" y="6049100"/>
                  </a:lnTo>
                  <a:close/>
                </a:path>
                <a:path w="9542780" h="6570345">
                  <a:moveTo>
                    <a:pt x="8253163" y="6093579"/>
                  </a:moveTo>
                  <a:lnTo>
                    <a:pt x="8233918" y="6093579"/>
                  </a:lnTo>
                  <a:lnTo>
                    <a:pt x="8225428" y="6099936"/>
                  </a:lnTo>
                  <a:lnTo>
                    <a:pt x="8225428" y="6118983"/>
                  </a:lnTo>
                  <a:lnTo>
                    <a:pt x="8231936" y="6127460"/>
                  </a:lnTo>
                  <a:lnTo>
                    <a:pt x="8253163" y="6127460"/>
                  </a:lnTo>
                  <a:lnTo>
                    <a:pt x="8259389" y="6118983"/>
                  </a:lnTo>
                  <a:lnTo>
                    <a:pt x="8259389" y="6102056"/>
                  </a:lnTo>
                  <a:lnTo>
                    <a:pt x="8253163" y="6093579"/>
                  </a:lnTo>
                  <a:close/>
                </a:path>
                <a:path w="9542780" h="6570345">
                  <a:moveTo>
                    <a:pt x="8253163" y="6138029"/>
                  </a:moveTo>
                  <a:lnTo>
                    <a:pt x="8233918" y="6138029"/>
                  </a:lnTo>
                  <a:lnTo>
                    <a:pt x="8225428" y="6144386"/>
                  </a:lnTo>
                  <a:lnTo>
                    <a:pt x="8225428" y="6163461"/>
                  </a:lnTo>
                  <a:lnTo>
                    <a:pt x="8231936" y="6171910"/>
                  </a:lnTo>
                  <a:lnTo>
                    <a:pt x="8253163" y="6171910"/>
                  </a:lnTo>
                  <a:lnTo>
                    <a:pt x="8259389" y="6163461"/>
                  </a:lnTo>
                  <a:lnTo>
                    <a:pt x="8259389" y="6146506"/>
                  </a:lnTo>
                  <a:lnTo>
                    <a:pt x="8253163" y="6138029"/>
                  </a:lnTo>
                  <a:close/>
                </a:path>
                <a:path w="9542780" h="6570345">
                  <a:moveTo>
                    <a:pt x="8253163" y="6182507"/>
                  </a:moveTo>
                  <a:lnTo>
                    <a:pt x="8233918" y="6182507"/>
                  </a:lnTo>
                  <a:lnTo>
                    <a:pt x="8225428" y="6188866"/>
                  </a:lnTo>
                  <a:lnTo>
                    <a:pt x="8225428" y="6210030"/>
                  </a:lnTo>
                  <a:lnTo>
                    <a:pt x="8231936" y="6216389"/>
                  </a:lnTo>
                  <a:lnTo>
                    <a:pt x="8253163" y="6216389"/>
                  </a:lnTo>
                  <a:lnTo>
                    <a:pt x="8259389" y="6207912"/>
                  </a:lnTo>
                  <a:lnTo>
                    <a:pt x="8259389" y="6190985"/>
                  </a:lnTo>
                  <a:lnTo>
                    <a:pt x="8253163" y="6182507"/>
                  </a:lnTo>
                  <a:close/>
                </a:path>
                <a:path w="9542780" h="6570345">
                  <a:moveTo>
                    <a:pt x="8253163" y="6226958"/>
                  </a:moveTo>
                  <a:lnTo>
                    <a:pt x="8233918" y="6226958"/>
                  </a:lnTo>
                  <a:lnTo>
                    <a:pt x="8225428" y="6233316"/>
                  </a:lnTo>
                  <a:lnTo>
                    <a:pt x="8225428" y="6254482"/>
                  </a:lnTo>
                  <a:lnTo>
                    <a:pt x="8231936" y="6260839"/>
                  </a:lnTo>
                  <a:lnTo>
                    <a:pt x="8253163" y="6260839"/>
                  </a:lnTo>
                  <a:lnTo>
                    <a:pt x="8259389" y="6252362"/>
                  </a:lnTo>
                  <a:lnTo>
                    <a:pt x="8259389" y="6235435"/>
                  </a:lnTo>
                  <a:lnTo>
                    <a:pt x="8253163" y="6226958"/>
                  </a:lnTo>
                  <a:close/>
                </a:path>
                <a:path w="9542780" h="6570345">
                  <a:moveTo>
                    <a:pt x="8253163" y="6271436"/>
                  </a:moveTo>
                  <a:lnTo>
                    <a:pt x="8233918" y="6271436"/>
                  </a:lnTo>
                  <a:lnTo>
                    <a:pt x="8225428" y="6277794"/>
                  </a:lnTo>
                  <a:lnTo>
                    <a:pt x="8225428" y="6298957"/>
                  </a:lnTo>
                  <a:lnTo>
                    <a:pt x="8231936" y="6305309"/>
                  </a:lnTo>
                  <a:lnTo>
                    <a:pt x="8242409" y="6305309"/>
                  </a:lnTo>
                  <a:lnTo>
                    <a:pt x="8253163" y="6303190"/>
                  </a:lnTo>
                  <a:lnTo>
                    <a:pt x="8259389" y="6296840"/>
                  </a:lnTo>
                  <a:lnTo>
                    <a:pt x="8259389" y="6279913"/>
                  </a:lnTo>
                  <a:lnTo>
                    <a:pt x="8253163" y="6271436"/>
                  </a:lnTo>
                  <a:close/>
                </a:path>
                <a:path w="9542780" h="6570345">
                  <a:moveTo>
                    <a:pt x="8253163" y="6313778"/>
                  </a:moveTo>
                  <a:lnTo>
                    <a:pt x="8233918" y="6313778"/>
                  </a:lnTo>
                  <a:lnTo>
                    <a:pt x="8225428" y="6320130"/>
                  </a:lnTo>
                  <a:lnTo>
                    <a:pt x="8225428" y="6341301"/>
                  </a:lnTo>
                  <a:lnTo>
                    <a:pt x="8231936" y="6347654"/>
                  </a:lnTo>
                  <a:lnTo>
                    <a:pt x="8253163" y="6347654"/>
                  </a:lnTo>
                  <a:lnTo>
                    <a:pt x="8259389" y="6341301"/>
                  </a:lnTo>
                  <a:lnTo>
                    <a:pt x="8259389" y="6322247"/>
                  </a:lnTo>
                  <a:lnTo>
                    <a:pt x="8253163" y="6313778"/>
                  </a:lnTo>
                  <a:close/>
                </a:path>
                <a:path w="9542780" h="6570345">
                  <a:moveTo>
                    <a:pt x="8253163" y="6358239"/>
                  </a:moveTo>
                  <a:lnTo>
                    <a:pt x="8233918" y="6358239"/>
                  </a:lnTo>
                  <a:lnTo>
                    <a:pt x="8225428" y="6364592"/>
                  </a:lnTo>
                  <a:lnTo>
                    <a:pt x="8225428" y="6385767"/>
                  </a:lnTo>
                  <a:lnTo>
                    <a:pt x="8231936" y="6392118"/>
                  </a:lnTo>
                  <a:lnTo>
                    <a:pt x="8253163" y="6392118"/>
                  </a:lnTo>
                  <a:lnTo>
                    <a:pt x="8259389" y="6385767"/>
                  </a:lnTo>
                  <a:lnTo>
                    <a:pt x="8259389" y="6366711"/>
                  </a:lnTo>
                  <a:lnTo>
                    <a:pt x="8253163" y="6358239"/>
                  </a:lnTo>
                  <a:close/>
                </a:path>
                <a:path w="9542780" h="6570345">
                  <a:moveTo>
                    <a:pt x="8208446" y="5299579"/>
                  </a:moveTo>
                  <a:lnTo>
                    <a:pt x="8189485" y="5299579"/>
                  </a:lnTo>
                  <a:lnTo>
                    <a:pt x="8180995" y="5305936"/>
                  </a:lnTo>
                  <a:lnTo>
                    <a:pt x="8180995" y="5327102"/>
                  </a:lnTo>
                  <a:lnTo>
                    <a:pt x="8187221" y="5333460"/>
                  </a:lnTo>
                  <a:lnTo>
                    <a:pt x="8208446" y="5333460"/>
                  </a:lnTo>
                  <a:lnTo>
                    <a:pt x="8214956" y="5324983"/>
                  </a:lnTo>
                  <a:lnTo>
                    <a:pt x="8214956" y="5308056"/>
                  </a:lnTo>
                  <a:lnTo>
                    <a:pt x="8208446" y="5299579"/>
                  </a:lnTo>
                  <a:close/>
                </a:path>
                <a:path w="9542780" h="6570345">
                  <a:moveTo>
                    <a:pt x="8208446" y="5344057"/>
                  </a:moveTo>
                  <a:lnTo>
                    <a:pt x="8189485" y="5344057"/>
                  </a:lnTo>
                  <a:lnTo>
                    <a:pt x="8180995" y="5350388"/>
                  </a:lnTo>
                  <a:lnTo>
                    <a:pt x="8180995" y="5369462"/>
                  </a:lnTo>
                  <a:lnTo>
                    <a:pt x="8187221" y="5377911"/>
                  </a:lnTo>
                  <a:lnTo>
                    <a:pt x="8197975" y="5377911"/>
                  </a:lnTo>
                  <a:lnTo>
                    <a:pt x="8208446" y="5375791"/>
                  </a:lnTo>
                  <a:lnTo>
                    <a:pt x="8214956" y="5369462"/>
                  </a:lnTo>
                  <a:lnTo>
                    <a:pt x="8214956" y="5352506"/>
                  </a:lnTo>
                  <a:lnTo>
                    <a:pt x="8208446" y="5344057"/>
                  </a:lnTo>
                  <a:close/>
                </a:path>
                <a:path w="9542780" h="6570345">
                  <a:moveTo>
                    <a:pt x="8208446" y="5386388"/>
                  </a:moveTo>
                  <a:lnTo>
                    <a:pt x="8189485" y="5386388"/>
                  </a:lnTo>
                  <a:lnTo>
                    <a:pt x="8180995" y="5392746"/>
                  </a:lnTo>
                  <a:lnTo>
                    <a:pt x="8180995" y="5411792"/>
                  </a:lnTo>
                  <a:lnTo>
                    <a:pt x="8187221" y="5420269"/>
                  </a:lnTo>
                  <a:lnTo>
                    <a:pt x="8208446" y="5420269"/>
                  </a:lnTo>
                  <a:lnTo>
                    <a:pt x="8214956" y="5413912"/>
                  </a:lnTo>
                  <a:lnTo>
                    <a:pt x="8214956" y="5394866"/>
                  </a:lnTo>
                  <a:lnTo>
                    <a:pt x="8208446" y="5386388"/>
                  </a:lnTo>
                  <a:close/>
                </a:path>
                <a:path w="9542780" h="6570345">
                  <a:moveTo>
                    <a:pt x="8208446" y="5430866"/>
                  </a:moveTo>
                  <a:lnTo>
                    <a:pt x="8189485" y="5430866"/>
                  </a:lnTo>
                  <a:lnTo>
                    <a:pt x="8180995" y="5437196"/>
                  </a:lnTo>
                  <a:lnTo>
                    <a:pt x="8180995" y="5458390"/>
                  </a:lnTo>
                  <a:lnTo>
                    <a:pt x="8187221" y="5464719"/>
                  </a:lnTo>
                  <a:lnTo>
                    <a:pt x="8208446" y="5464719"/>
                  </a:lnTo>
                  <a:lnTo>
                    <a:pt x="8214956" y="5458390"/>
                  </a:lnTo>
                  <a:lnTo>
                    <a:pt x="8214956" y="5439316"/>
                  </a:lnTo>
                  <a:lnTo>
                    <a:pt x="8208446" y="5430866"/>
                  </a:lnTo>
                  <a:close/>
                </a:path>
                <a:path w="9542780" h="6570345">
                  <a:moveTo>
                    <a:pt x="8208446" y="5475316"/>
                  </a:moveTo>
                  <a:lnTo>
                    <a:pt x="8189485" y="5475316"/>
                  </a:lnTo>
                  <a:lnTo>
                    <a:pt x="8180995" y="5481675"/>
                  </a:lnTo>
                  <a:lnTo>
                    <a:pt x="8180995" y="5502840"/>
                  </a:lnTo>
                  <a:lnTo>
                    <a:pt x="8187221" y="5509199"/>
                  </a:lnTo>
                  <a:lnTo>
                    <a:pt x="8208446" y="5509199"/>
                  </a:lnTo>
                  <a:lnTo>
                    <a:pt x="8214956" y="5500721"/>
                  </a:lnTo>
                  <a:lnTo>
                    <a:pt x="8214956" y="5483795"/>
                  </a:lnTo>
                  <a:lnTo>
                    <a:pt x="8208446" y="5475316"/>
                  </a:lnTo>
                  <a:close/>
                </a:path>
                <a:path w="9542780" h="6570345">
                  <a:moveTo>
                    <a:pt x="8208446" y="5519795"/>
                  </a:moveTo>
                  <a:lnTo>
                    <a:pt x="8189485" y="5519795"/>
                  </a:lnTo>
                  <a:lnTo>
                    <a:pt x="8180995" y="5526125"/>
                  </a:lnTo>
                  <a:lnTo>
                    <a:pt x="8180995" y="5545199"/>
                  </a:lnTo>
                  <a:lnTo>
                    <a:pt x="8187221" y="5553649"/>
                  </a:lnTo>
                  <a:lnTo>
                    <a:pt x="8208446" y="5553649"/>
                  </a:lnTo>
                  <a:lnTo>
                    <a:pt x="8214956" y="5545199"/>
                  </a:lnTo>
                  <a:lnTo>
                    <a:pt x="8214956" y="5528245"/>
                  </a:lnTo>
                  <a:lnTo>
                    <a:pt x="8208446" y="5519795"/>
                  </a:lnTo>
                  <a:close/>
                </a:path>
                <a:path w="9542780" h="6570345">
                  <a:moveTo>
                    <a:pt x="8208446" y="5564245"/>
                  </a:moveTo>
                  <a:lnTo>
                    <a:pt x="8189485" y="5564245"/>
                  </a:lnTo>
                  <a:lnTo>
                    <a:pt x="8180995" y="5570603"/>
                  </a:lnTo>
                  <a:lnTo>
                    <a:pt x="8180995" y="5589649"/>
                  </a:lnTo>
                  <a:lnTo>
                    <a:pt x="8187221" y="5598126"/>
                  </a:lnTo>
                  <a:lnTo>
                    <a:pt x="8208446" y="5598126"/>
                  </a:lnTo>
                  <a:lnTo>
                    <a:pt x="8214956" y="5589649"/>
                  </a:lnTo>
                  <a:lnTo>
                    <a:pt x="8214956" y="5572723"/>
                  </a:lnTo>
                  <a:lnTo>
                    <a:pt x="8208446" y="5564245"/>
                  </a:lnTo>
                  <a:close/>
                </a:path>
                <a:path w="9542780" h="6570345">
                  <a:moveTo>
                    <a:pt x="8208446" y="5608723"/>
                  </a:moveTo>
                  <a:lnTo>
                    <a:pt x="8189485" y="5608723"/>
                  </a:lnTo>
                  <a:lnTo>
                    <a:pt x="8180995" y="5615053"/>
                  </a:lnTo>
                  <a:lnTo>
                    <a:pt x="8180995" y="5634128"/>
                  </a:lnTo>
                  <a:lnTo>
                    <a:pt x="8187221" y="5642578"/>
                  </a:lnTo>
                  <a:lnTo>
                    <a:pt x="8208446" y="5642578"/>
                  </a:lnTo>
                  <a:lnTo>
                    <a:pt x="8214956" y="5634128"/>
                  </a:lnTo>
                  <a:lnTo>
                    <a:pt x="8214956" y="5617173"/>
                  </a:lnTo>
                  <a:lnTo>
                    <a:pt x="8208446" y="5608723"/>
                  </a:lnTo>
                  <a:close/>
                </a:path>
                <a:path w="9542780" h="6570345">
                  <a:moveTo>
                    <a:pt x="8208446" y="5653173"/>
                  </a:moveTo>
                  <a:lnTo>
                    <a:pt x="8189485" y="5653173"/>
                  </a:lnTo>
                  <a:lnTo>
                    <a:pt x="8180995" y="5659532"/>
                  </a:lnTo>
                  <a:lnTo>
                    <a:pt x="8180995" y="5678578"/>
                  </a:lnTo>
                  <a:lnTo>
                    <a:pt x="8187221" y="5687056"/>
                  </a:lnTo>
                  <a:lnTo>
                    <a:pt x="8197975" y="5687056"/>
                  </a:lnTo>
                  <a:lnTo>
                    <a:pt x="8208446" y="5684936"/>
                  </a:lnTo>
                  <a:lnTo>
                    <a:pt x="8214956" y="5678578"/>
                  </a:lnTo>
                  <a:lnTo>
                    <a:pt x="8214956" y="5661652"/>
                  </a:lnTo>
                  <a:lnTo>
                    <a:pt x="8208446" y="5653173"/>
                  </a:lnTo>
                  <a:close/>
                </a:path>
                <a:path w="9542780" h="6570345">
                  <a:moveTo>
                    <a:pt x="8208446" y="5695533"/>
                  </a:moveTo>
                  <a:lnTo>
                    <a:pt x="8189485" y="5695533"/>
                  </a:lnTo>
                  <a:lnTo>
                    <a:pt x="8180995" y="5701863"/>
                  </a:lnTo>
                  <a:lnTo>
                    <a:pt x="8180995" y="5720937"/>
                  </a:lnTo>
                  <a:lnTo>
                    <a:pt x="8187221" y="5729386"/>
                  </a:lnTo>
                  <a:lnTo>
                    <a:pt x="8208446" y="5729386"/>
                  </a:lnTo>
                  <a:lnTo>
                    <a:pt x="8214956" y="5723056"/>
                  </a:lnTo>
                  <a:lnTo>
                    <a:pt x="8214956" y="5703982"/>
                  </a:lnTo>
                  <a:lnTo>
                    <a:pt x="8208446" y="5695533"/>
                  </a:lnTo>
                  <a:close/>
                </a:path>
                <a:path w="9542780" h="6570345">
                  <a:moveTo>
                    <a:pt x="8208446" y="5739983"/>
                  </a:moveTo>
                  <a:lnTo>
                    <a:pt x="8189485" y="5739983"/>
                  </a:lnTo>
                  <a:lnTo>
                    <a:pt x="8180995" y="5746342"/>
                  </a:lnTo>
                  <a:lnTo>
                    <a:pt x="8180995" y="5765388"/>
                  </a:lnTo>
                  <a:lnTo>
                    <a:pt x="8187221" y="5773865"/>
                  </a:lnTo>
                  <a:lnTo>
                    <a:pt x="8208446" y="5773865"/>
                  </a:lnTo>
                  <a:lnTo>
                    <a:pt x="8214956" y="5767506"/>
                  </a:lnTo>
                  <a:lnTo>
                    <a:pt x="8214956" y="5748460"/>
                  </a:lnTo>
                  <a:lnTo>
                    <a:pt x="8208446" y="5739983"/>
                  </a:lnTo>
                  <a:close/>
                </a:path>
                <a:path w="9542780" h="6570345">
                  <a:moveTo>
                    <a:pt x="8208446" y="5784462"/>
                  </a:moveTo>
                  <a:lnTo>
                    <a:pt x="8189485" y="5784462"/>
                  </a:lnTo>
                  <a:lnTo>
                    <a:pt x="8180995" y="5790792"/>
                  </a:lnTo>
                  <a:lnTo>
                    <a:pt x="8180995" y="5809866"/>
                  </a:lnTo>
                  <a:lnTo>
                    <a:pt x="8187221" y="5818315"/>
                  </a:lnTo>
                  <a:lnTo>
                    <a:pt x="8208446" y="5818315"/>
                  </a:lnTo>
                  <a:lnTo>
                    <a:pt x="8214956" y="5809866"/>
                  </a:lnTo>
                  <a:lnTo>
                    <a:pt x="8214956" y="5792911"/>
                  </a:lnTo>
                  <a:lnTo>
                    <a:pt x="8208446" y="5784462"/>
                  </a:lnTo>
                  <a:close/>
                </a:path>
                <a:path w="9542780" h="6570345">
                  <a:moveTo>
                    <a:pt x="8208446" y="5828912"/>
                  </a:moveTo>
                  <a:lnTo>
                    <a:pt x="8189485" y="5828912"/>
                  </a:lnTo>
                  <a:lnTo>
                    <a:pt x="8180995" y="5835270"/>
                  </a:lnTo>
                  <a:lnTo>
                    <a:pt x="8180995" y="5854316"/>
                  </a:lnTo>
                  <a:lnTo>
                    <a:pt x="8187221" y="5862793"/>
                  </a:lnTo>
                  <a:lnTo>
                    <a:pt x="8208446" y="5862793"/>
                  </a:lnTo>
                  <a:lnTo>
                    <a:pt x="8214956" y="5854316"/>
                  </a:lnTo>
                  <a:lnTo>
                    <a:pt x="8214956" y="5837389"/>
                  </a:lnTo>
                  <a:lnTo>
                    <a:pt x="8208446" y="5828912"/>
                  </a:lnTo>
                  <a:close/>
                </a:path>
                <a:path w="9542780" h="6570345">
                  <a:moveTo>
                    <a:pt x="8208446" y="5873362"/>
                  </a:moveTo>
                  <a:lnTo>
                    <a:pt x="8189485" y="5873362"/>
                  </a:lnTo>
                  <a:lnTo>
                    <a:pt x="8180995" y="5879720"/>
                  </a:lnTo>
                  <a:lnTo>
                    <a:pt x="8180995" y="5898795"/>
                  </a:lnTo>
                  <a:lnTo>
                    <a:pt x="8187221" y="5907243"/>
                  </a:lnTo>
                  <a:lnTo>
                    <a:pt x="8208446" y="5907243"/>
                  </a:lnTo>
                  <a:lnTo>
                    <a:pt x="8214956" y="5898795"/>
                  </a:lnTo>
                  <a:lnTo>
                    <a:pt x="8214956" y="5881839"/>
                  </a:lnTo>
                  <a:lnTo>
                    <a:pt x="8208446" y="5873362"/>
                  </a:lnTo>
                  <a:close/>
                </a:path>
                <a:path w="9542780" h="6570345">
                  <a:moveTo>
                    <a:pt x="8208446" y="5917840"/>
                  </a:moveTo>
                  <a:lnTo>
                    <a:pt x="8189485" y="5917840"/>
                  </a:lnTo>
                  <a:lnTo>
                    <a:pt x="8180995" y="5924199"/>
                  </a:lnTo>
                  <a:lnTo>
                    <a:pt x="8180995" y="5943245"/>
                  </a:lnTo>
                  <a:lnTo>
                    <a:pt x="8187221" y="5951722"/>
                  </a:lnTo>
                  <a:lnTo>
                    <a:pt x="8208446" y="5951722"/>
                  </a:lnTo>
                  <a:lnTo>
                    <a:pt x="8214956" y="5943245"/>
                  </a:lnTo>
                  <a:lnTo>
                    <a:pt x="8214956" y="5926319"/>
                  </a:lnTo>
                  <a:lnTo>
                    <a:pt x="8208446" y="5917840"/>
                  </a:lnTo>
                  <a:close/>
                </a:path>
                <a:path w="9542780" h="6570345">
                  <a:moveTo>
                    <a:pt x="8208446" y="5962291"/>
                  </a:moveTo>
                  <a:lnTo>
                    <a:pt x="8189485" y="5962291"/>
                  </a:lnTo>
                  <a:lnTo>
                    <a:pt x="8180995" y="5968649"/>
                  </a:lnTo>
                  <a:lnTo>
                    <a:pt x="8180995" y="5987723"/>
                  </a:lnTo>
                  <a:lnTo>
                    <a:pt x="8187221" y="5996172"/>
                  </a:lnTo>
                  <a:lnTo>
                    <a:pt x="8197975" y="5996172"/>
                  </a:lnTo>
                  <a:lnTo>
                    <a:pt x="8208446" y="5994053"/>
                  </a:lnTo>
                  <a:lnTo>
                    <a:pt x="8214956" y="5987723"/>
                  </a:lnTo>
                  <a:lnTo>
                    <a:pt x="8214956" y="5970769"/>
                  </a:lnTo>
                  <a:lnTo>
                    <a:pt x="8208446" y="5962291"/>
                  </a:lnTo>
                  <a:close/>
                </a:path>
                <a:path w="9542780" h="6570345">
                  <a:moveTo>
                    <a:pt x="8208446" y="6004650"/>
                  </a:moveTo>
                  <a:lnTo>
                    <a:pt x="8189485" y="6004650"/>
                  </a:lnTo>
                  <a:lnTo>
                    <a:pt x="8180995" y="6011009"/>
                  </a:lnTo>
                  <a:lnTo>
                    <a:pt x="8180995" y="6030053"/>
                  </a:lnTo>
                  <a:lnTo>
                    <a:pt x="8187221" y="6038532"/>
                  </a:lnTo>
                  <a:lnTo>
                    <a:pt x="8208446" y="6038532"/>
                  </a:lnTo>
                  <a:lnTo>
                    <a:pt x="8214956" y="6032173"/>
                  </a:lnTo>
                  <a:lnTo>
                    <a:pt x="8214956" y="6013127"/>
                  </a:lnTo>
                  <a:lnTo>
                    <a:pt x="8208446" y="6004650"/>
                  </a:lnTo>
                  <a:close/>
                </a:path>
                <a:path w="9542780" h="6570345">
                  <a:moveTo>
                    <a:pt x="8208446" y="6049100"/>
                  </a:moveTo>
                  <a:lnTo>
                    <a:pt x="8189485" y="6049100"/>
                  </a:lnTo>
                  <a:lnTo>
                    <a:pt x="8180995" y="6055459"/>
                  </a:lnTo>
                  <a:lnTo>
                    <a:pt x="8180995" y="6074533"/>
                  </a:lnTo>
                  <a:lnTo>
                    <a:pt x="8187221" y="6082982"/>
                  </a:lnTo>
                  <a:lnTo>
                    <a:pt x="8208446" y="6082982"/>
                  </a:lnTo>
                  <a:lnTo>
                    <a:pt x="8214956" y="6076623"/>
                  </a:lnTo>
                  <a:lnTo>
                    <a:pt x="8214956" y="6057578"/>
                  </a:lnTo>
                  <a:lnTo>
                    <a:pt x="8208446" y="6049100"/>
                  </a:lnTo>
                  <a:close/>
                </a:path>
                <a:path w="9542780" h="6570345">
                  <a:moveTo>
                    <a:pt x="8208446" y="6093579"/>
                  </a:moveTo>
                  <a:lnTo>
                    <a:pt x="8189485" y="6093579"/>
                  </a:lnTo>
                  <a:lnTo>
                    <a:pt x="8180995" y="6099936"/>
                  </a:lnTo>
                  <a:lnTo>
                    <a:pt x="8180995" y="6118983"/>
                  </a:lnTo>
                  <a:lnTo>
                    <a:pt x="8187221" y="6127460"/>
                  </a:lnTo>
                  <a:lnTo>
                    <a:pt x="8208446" y="6127460"/>
                  </a:lnTo>
                  <a:lnTo>
                    <a:pt x="8214956" y="6118983"/>
                  </a:lnTo>
                  <a:lnTo>
                    <a:pt x="8214956" y="6102056"/>
                  </a:lnTo>
                  <a:lnTo>
                    <a:pt x="8208446" y="6093579"/>
                  </a:lnTo>
                  <a:close/>
                </a:path>
                <a:path w="9542780" h="6570345">
                  <a:moveTo>
                    <a:pt x="8208446" y="6138029"/>
                  </a:moveTo>
                  <a:lnTo>
                    <a:pt x="8189485" y="6138029"/>
                  </a:lnTo>
                  <a:lnTo>
                    <a:pt x="8180995" y="6144386"/>
                  </a:lnTo>
                  <a:lnTo>
                    <a:pt x="8180995" y="6163461"/>
                  </a:lnTo>
                  <a:lnTo>
                    <a:pt x="8187221" y="6171910"/>
                  </a:lnTo>
                  <a:lnTo>
                    <a:pt x="8208446" y="6171910"/>
                  </a:lnTo>
                  <a:lnTo>
                    <a:pt x="8214956" y="6163461"/>
                  </a:lnTo>
                  <a:lnTo>
                    <a:pt x="8214956" y="6146506"/>
                  </a:lnTo>
                  <a:lnTo>
                    <a:pt x="8208446" y="6138029"/>
                  </a:lnTo>
                  <a:close/>
                </a:path>
                <a:path w="9542780" h="6570345">
                  <a:moveTo>
                    <a:pt x="8208446" y="6182507"/>
                  </a:moveTo>
                  <a:lnTo>
                    <a:pt x="8189485" y="6182507"/>
                  </a:lnTo>
                  <a:lnTo>
                    <a:pt x="8180995" y="6188866"/>
                  </a:lnTo>
                  <a:lnTo>
                    <a:pt x="8180995" y="6210030"/>
                  </a:lnTo>
                  <a:lnTo>
                    <a:pt x="8187221" y="6216389"/>
                  </a:lnTo>
                  <a:lnTo>
                    <a:pt x="8208446" y="6216389"/>
                  </a:lnTo>
                  <a:lnTo>
                    <a:pt x="8214956" y="6207912"/>
                  </a:lnTo>
                  <a:lnTo>
                    <a:pt x="8214956" y="6190985"/>
                  </a:lnTo>
                  <a:lnTo>
                    <a:pt x="8208446" y="6182507"/>
                  </a:lnTo>
                  <a:close/>
                </a:path>
                <a:path w="9542780" h="6570345">
                  <a:moveTo>
                    <a:pt x="8208446" y="6226958"/>
                  </a:moveTo>
                  <a:lnTo>
                    <a:pt x="8189485" y="6226958"/>
                  </a:lnTo>
                  <a:lnTo>
                    <a:pt x="8180995" y="6233316"/>
                  </a:lnTo>
                  <a:lnTo>
                    <a:pt x="8180995" y="6254482"/>
                  </a:lnTo>
                  <a:lnTo>
                    <a:pt x="8187221" y="6260839"/>
                  </a:lnTo>
                  <a:lnTo>
                    <a:pt x="8208446" y="6260839"/>
                  </a:lnTo>
                  <a:lnTo>
                    <a:pt x="8214956" y="6252362"/>
                  </a:lnTo>
                  <a:lnTo>
                    <a:pt x="8214956" y="6235435"/>
                  </a:lnTo>
                  <a:lnTo>
                    <a:pt x="8208446" y="6226958"/>
                  </a:lnTo>
                  <a:close/>
                </a:path>
                <a:path w="9542780" h="6570345">
                  <a:moveTo>
                    <a:pt x="8208446" y="6271436"/>
                  </a:moveTo>
                  <a:lnTo>
                    <a:pt x="8189485" y="6271436"/>
                  </a:lnTo>
                  <a:lnTo>
                    <a:pt x="8180995" y="6277794"/>
                  </a:lnTo>
                  <a:lnTo>
                    <a:pt x="8180995" y="6298957"/>
                  </a:lnTo>
                  <a:lnTo>
                    <a:pt x="8187221" y="6305309"/>
                  </a:lnTo>
                  <a:lnTo>
                    <a:pt x="8197975" y="6305309"/>
                  </a:lnTo>
                  <a:lnTo>
                    <a:pt x="8208446" y="6303190"/>
                  </a:lnTo>
                  <a:lnTo>
                    <a:pt x="8214956" y="6296840"/>
                  </a:lnTo>
                  <a:lnTo>
                    <a:pt x="8214956" y="6279913"/>
                  </a:lnTo>
                  <a:lnTo>
                    <a:pt x="8208446" y="6271436"/>
                  </a:lnTo>
                  <a:close/>
                </a:path>
                <a:path w="9542780" h="6570345">
                  <a:moveTo>
                    <a:pt x="8208446" y="6313778"/>
                  </a:moveTo>
                  <a:lnTo>
                    <a:pt x="8189485" y="6313778"/>
                  </a:lnTo>
                  <a:lnTo>
                    <a:pt x="8180995" y="6320130"/>
                  </a:lnTo>
                  <a:lnTo>
                    <a:pt x="8180995" y="6341301"/>
                  </a:lnTo>
                  <a:lnTo>
                    <a:pt x="8187221" y="6347654"/>
                  </a:lnTo>
                  <a:lnTo>
                    <a:pt x="8208446" y="6347654"/>
                  </a:lnTo>
                  <a:lnTo>
                    <a:pt x="8214956" y="6341301"/>
                  </a:lnTo>
                  <a:lnTo>
                    <a:pt x="8214956" y="6322247"/>
                  </a:lnTo>
                  <a:lnTo>
                    <a:pt x="8208446" y="6313778"/>
                  </a:lnTo>
                  <a:close/>
                </a:path>
                <a:path w="9542780" h="6570345">
                  <a:moveTo>
                    <a:pt x="8208446" y="6358239"/>
                  </a:moveTo>
                  <a:lnTo>
                    <a:pt x="8189485" y="6358239"/>
                  </a:lnTo>
                  <a:lnTo>
                    <a:pt x="8180995" y="6364592"/>
                  </a:lnTo>
                  <a:lnTo>
                    <a:pt x="8180995" y="6385767"/>
                  </a:lnTo>
                  <a:lnTo>
                    <a:pt x="8187221" y="6392118"/>
                  </a:lnTo>
                  <a:lnTo>
                    <a:pt x="8208446" y="6392118"/>
                  </a:lnTo>
                  <a:lnTo>
                    <a:pt x="8214956" y="6385767"/>
                  </a:lnTo>
                  <a:lnTo>
                    <a:pt x="8214956" y="6366711"/>
                  </a:lnTo>
                  <a:lnTo>
                    <a:pt x="8208446" y="6358239"/>
                  </a:lnTo>
                  <a:close/>
                </a:path>
                <a:path w="9542780" h="6570345">
                  <a:moveTo>
                    <a:pt x="8164014" y="5299579"/>
                  </a:moveTo>
                  <a:lnTo>
                    <a:pt x="8145053" y="5299579"/>
                  </a:lnTo>
                  <a:lnTo>
                    <a:pt x="8136562" y="5305936"/>
                  </a:lnTo>
                  <a:lnTo>
                    <a:pt x="8136562" y="5327102"/>
                  </a:lnTo>
                  <a:lnTo>
                    <a:pt x="8142789" y="5333460"/>
                  </a:lnTo>
                  <a:lnTo>
                    <a:pt x="8164014" y="5333460"/>
                  </a:lnTo>
                  <a:lnTo>
                    <a:pt x="8170523" y="5324983"/>
                  </a:lnTo>
                  <a:lnTo>
                    <a:pt x="8170523" y="5308056"/>
                  </a:lnTo>
                  <a:lnTo>
                    <a:pt x="8164014" y="5299579"/>
                  </a:lnTo>
                  <a:close/>
                </a:path>
                <a:path w="9542780" h="6570345">
                  <a:moveTo>
                    <a:pt x="8164014" y="5344057"/>
                  </a:moveTo>
                  <a:lnTo>
                    <a:pt x="8145053" y="5344057"/>
                  </a:lnTo>
                  <a:lnTo>
                    <a:pt x="8136562" y="5350388"/>
                  </a:lnTo>
                  <a:lnTo>
                    <a:pt x="8136562" y="5369462"/>
                  </a:lnTo>
                  <a:lnTo>
                    <a:pt x="8142789" y="5377911"/>
                  </a:lnTo>
                  <a:lnTo>
                    <a:pt x="8153543" y="5377911"/>
                  </a:lnTo>
                  <a:lnTo>
                    <a:pt x="8164014" y="5375791"/>
                  </a:lnTo>
                  <a:lnTo>
                    <a:pt x="8170523" y="5369462"/>
                  </a:lnTo>
                  <a:lnTo>
                    <a:pt x="8170523" y="5352506"/>
                  </a:lnTo>
                  <a:lnTo>
                    <a:pt x="8164014" y="5344057"/>
                  </a:lnTo>
                  <a:close/>
                </a:path>
                <a:path w="9542780" h="6570345">
                  <a:moveTo>
                    <a:pt x="8164014" y="5386388"/>
                  </a:moveTo>
                  <a:lnTo>
                    <a:pt x="8145053" y="5386388"/>
                  </a:lnTo>
                  <a:lnTo>
                    <a:pt x="8136562" y="5392746"/>
                  </a:lnTo>
                  <a:lnTo>
                    <a:pt x="8136562" y="5411792"/>
                  </a:lnTo>
                  <a:lnTo>
                    <a:pt x="8142789" y="5420269"/>
                  </a:lnTo>
                  <a:lnTo>
                    <a:pt x="8164014" y="5420269"/>
                  </a:lnTo>
                  <a:lnTo>
                    <a:pt x="8170523" y="5413912"/>
                  </a:lnTo>
                  <a:lnTo>
                    <a:pt x="8170523" y="5394866"/>
                  </a:lnTo>
                  <a:lnTo>
                    <a:pt x="8164014" y="5386388"/>
                  </a:lnTo>
                  <a:close/>
                </a:path>
                <a:path w="9542780" h="6570345">
                  <a:moveTo>
                    <a:pt x="8164014" y="5430866"/>
                  </a:moveTo>
                  <a:lnTo>
                    <a:pt x="8145053" y="5430866"/>
                  </a:lnTo>
                  <a:lnTo>
                    <a:pt x="8136562" y="5437196"/>
                  </a:lnTo>
                  <a:lnTo>
                    <a:pt x="8136562" y="5458390"/>
                  </a:lnTo>
                  <a:lnTo>
                    <a:pt x="8142789" y="5464719"/>
                  </a:lnTo>
                  <a:lnTo>
                    <a:pt x="8164014" y="5464719"/>
                  </a:lnTo>
                  <a:lnTo>
                    <a:pt x="8170523" y="5458390"/>
                  </a:lnTo>
                  <a:lnTo>
                    <a:pt x="8170523" y="5439316"/>
                  </a:lnTo>
                  <a:lnTo>
                    <a:pt x="8164014" y="5430866"/>
                  </a:lnTo>
                  <a:close/>
                </a:path>
                <a:path w="9542780" h="6570345">
                  <a:moveTo>
                    <a:pt x="8164014" y="5475316"/>
                  </a:moveTo>
                  <a:lnTo>
                    <a:pt x="8145053" y="5475316"/>
                  </a:lnTo>
                  <a:lnTo>
                    <a:pt x="8136562" y="5481675"/>
                  </a:lnTo>
                  <a:lnTo>
                    <a:pt x="8136562" y="5502840"/>
                  </a:lnTo>
                  <a:lnTo>
                    <a:pt x="8142789" y="5509199"/>
                  </a:lnTo>
                  <a:lnTo>
                    <a:pt x="8164014" y="5509199"/>
                  </a:lnTo>
                  <a:lnTo>
                    <a:pt x="8170523" y="5500721"/>
                  </a:lnTo>
                  <a:lnTo>
                    <a:pt x="8170523" y="5483795"/>
                  </a:lnTo>
                  <a:lnTo>
                    <a:pt x="8164014" y="5475316"/>
                  </a:lnTo>
                  <a:close/>
                </a:path>
                <a:path w="9542780" h="6570345">
                  <a:moveTo>
                    <a:pt x="8164014" y="5519795"/>
                  </a:moveTo>
                  <a:lnTo>
                    <a:pt x="8145053" y="5519795"/>
                  </a:lnTo>
                  <a:lnTo>
                    <a:pt x="8136562" y="5526125"/>
                  </a:lnTo>
                  <a:lnTo>
                    <a:pt x="8136562" y="5545199"/>
                  </a:lnTo>
                  <a:lnTo>
                    <a:pt x="8142789" y="5553649"/>
                  </a:lnTo>
                  <a:lnTo>
                    <a:pt x="8164014" y="5553649"/>
                  </a:lnTo>
                  <a:lnTo>
                    <a:pt x="8170523" y="5545199"/>
                  </a:lnTo>
                  <a:lnTo>
                    <a:pt x="8170523" y="5528245"/>
                  </a:lnTo>
                  <a:lnTo>
                    <a:pt x="8164014" y="5519795"/>
                  </a:lnTo>
                  <a:close/>
                </a:path>
                <a:path w="9542780" h="6570345">
                  <a:moveTo>
                    <a:pt x="8164014" y="5564245"/>
                  </a:moveTo>
                  <a:lnTo>
                    <a:pt x="8145053" y="5564245"/>
                  </a:lnTo>
                  <a:lnTo>
                    <a:pt x="8136562" y="5570603"/>
                  </a:lnTo>
                  <a:lnTo>
                    <a:pt x="8136562" y="5589649"/>
                  </a:lnTo>
                  <a:lnTo>
                    <a:pt x="8142789" y="5598126"/>
                  </a:lnTo>
                  <a:lnTo>
                    <a:pt x="8164014" y="5598126"/>
                  </a:lnTo>
                  <a:lnTo>
                    <a:pt x="8170523" y="5589649"/>
                  </a:lnTo>
                  <a:lnTo>
                    <a:pt x="8170523" y="5572723"/>
                  </a:lnTo>
                  <a:lnTo>
                    <a:pt x="8164014" y="5564245"/>
                  </a:lnTo>
                  <a:close/>
                </a:path>
                <a:path w="9542780" h="6570345">
                  <a:moveTo>
                    <a:pt x="8164014" y="5608723"/>
                  </a:moveTo>
                  <a:lnTo>
                    <a:pt x="8145053" y="5608723"/>
                  </a:lnTo>
                  <a:lnTo>
                    <a:pt x="8136562" y="5615053"/>
                  </a:lnTo>
                  <a:lnTo>
                    <a:pt x="8136562" y="5634128"/>
                  </a:lnTo>
                  <a:lnTo>
                    <a:pt x="8142789" y="5642578"/>
                  </a:lnTo>
                  <a:lnTo>
                    <a:pt x="8164014" y="5642578"/>
                  </a:lnTo>
                  <a:lnTo>
                    <a:pt x="8170523" y="5634128"/>
                  </a:lnTo>
                  <a:lnTo>
                    <a:pt x="8170523" y="5617173"/>
                  </a:lnTo>
                  <a:lnTo>
                    <a:pt x="8164014" y="5608723"/>
                  </a:lnTo>
                  <a:close/>
                </a:path>
                <a:path w="9542780" h="6570345">
                  <a:moveTo>
                    <a:pt x="8164014" y="5653173"/>
                  </a:moveTo>
                  <a:lnTo>
                    <a:pt x="8145053" y="5653173"/>
                  </a:lnTo>
                  <a:lnTo>
                    <a:pt x="8136562" y="5659532"/>
                  </a:lnTo>
                  <a:lnTo>
                    <a:pt x="8136562" y="5678578"/>
                  </a:lnTo>
                  <a:lnTo>
                    <a:pt x="8142789" y="5687056"/>
                  </a:lnTo>
                  <a:lnTo>
                    <a:pt x="8153543" y="5687056"/>
                  </a:lnTo>
                  <a:lnTo>
                    <a:pt x="8164014" y="5684936"/>
                  </a:lnTo>
                  <a:lnTo>
                    <a:pt x="8170523" y="5678578"/>
                  </a:lnTo>
                  <a:lnTo>
                    <a:pt x="8170523" y="5661652"/>
                  </a:lnTo>
                  <a:lnTo>
                    <a:pt x="8164014" y="5653173"/>
                  </a:lnTo>
                  <a:close/>
                </a:path>
                <a:path w="9542780" h="6570345">
                  <a:moveTo>
                    <a:pt x="8164014" y="5695533"/>
                  </a:moveTo>
                  <a:lnTo>
                    <a:pt x="8145053" y="5695533"/>
                  </a:lnTo>
                  <a:lnTo>
                    <a:pt x="8136562" y="5701863"/>
                  </a:lnTo>
                  <a:lnTo>
                    <a:pt x="8136562" y="5720937"/>
                  </a:lnTo>
                  <a:lnTo>
                    <a:pt x="8142789" y="5729386"/>
                  </a:lnTo>
                  <a:lnTo>
                    <a:pt x="8164014" y="5729386"/>
                  </a:lnTo>
                  <a:lnTo>
                    <a:pt x="8170523" y="5723056"/>
                  </a:lnTo>
                  <a:lnTo>
                    <a:pt x="8170523" y="5703982"/>
                  </a:lnTo>
                  <a:lnTo>
                    <a:pt x="8164014" y="5695533"/>
                  </a:lnTo>
                  <a:close/>
                </a:path>
                <a:path w="9542780" h="6570345">
                  <a:moveTo>
                    <a:pt x="8164014" y="5739983"/>
                  </a:moveTo>
                  <a:lnTo>
                    <a:pt x="8145053" y="5739983"/>
                  </a:lnTo>
                  <a:lnTo>
                    <a:pt x="8136562" y="5746342"/>
                  </a:lnTo>
                  <a:lnTo>
                    <a:pt x="8136562" y="5765388"/>
                  </a:lnTo>
                  <a:lnTo>
                    <a:pt x="8142789" y="5773865"/>
                  </a:lnTo>
                  <a:lnTo>
                    <a:pt x="8164014" y="5773865"/>
                  </a:lnTo>
                  <a:lnTo>
                    <a:pt x="8170523" y="5767506"/>
                  </a:lnTo>
                  <a:lnTo>
                    <a:pt x="8170523" y="5748460"/>
                  </a:lnTo>
                  <a:lnTo>
                    <a:pt x="8164014" y="5739983"/>
                  </a:lnTo>
                  <a:close/>
                </a:path>
                <a:path w="9542780" h="6570345">
                  <a:moveTo>
                    <a:pt x="8164014" y="5784462"/>
                  </a:moveTo>
                  <a:lnTo>
                    <a:pt x="8145053" y="5784462"/>
                  </a:lnTo>
                  <a:lnTo>
                    <a:pt x="8136562" y="5790792"/>
                  </a:lnTo>
                  <a:lnTo>
                    <a:pt x="8136562" y="5809866"/>
                  </a:lnTo>
                  <a:lnTo>
                    <a:pt x="8142789" y="5818315"/>
                  </a:lnTo>
                  <a:lnTo>
                    <a:pt x="8164014" y="5818315"/>
                  </a:lnTo>
                  <a:lnTo>
                    <a:pt x="8170523" y="5809866"/>
                  </a:lnTo>
                  <a:lnTo>
                    <a:pt x="8170523" y="5792911"/>
                  </a:lnTo>
                  <a:lnTo>
                    <a:pt x="8164014" y="5784462"/>
                  </a:lnTo>
                  <a:close/>
                </a:path>
                <a:path w="9542780" h="6570345">
                  <a:moveTo>
                    <a:pt x="8164014" y="5828912"/>
                  </a:moveTo>
                  <a:lnTo>
                    <a:pt x="8145053" y="5828912"/>
                  </a:lnTo>
                  <a:lnTo>
                    <a:pt x="8136562" y="5835270"/>
                  </a:lnTo>
                  <a:lnTo>
                    <a:pt x="8136562" y="5854316"/>
                  </a:lnTo>
                  <a:lnTo>
                    <a:pt x="8142789" y="5862793"/>
                  </a:lnTo>
                  <a:lnTo>
                    <a:pt x="8164014" y="5862793"/>
                  </a:lnTo>
                  <a:lnTo>
                    <a:pt x="8170523" y="5854316"/>
                  </a:lnTo>
                  <a:lnTo>
                    <a:pt x="8170523" y="5837389"/>
                  </a:lnTo>
                  <a:lnTo>
                    <a:pt x="8164014" y="5828912"/>
                  </a:lnTo>
                  <a:close/>
                </a:path>
                <a:path w="9542780" h="6570345">
                  <a:moveTo>
                    <a:pt x="8164014" y="5873362"/>
                  </a:moveTo>
                  <a:lnTo>
                    <a:pt x="8145053" y="5873362"/>
                  </a:lnTo>
                  <a:lnTo>
                    <a:pt x="8136562" y="5879720"/>
                  </a:lnTo>
                  <a:lnTo>
                    <a:pt x="8136562" y="5898795"/>
                  </a:lnTo>
                  <a:lnTo>
                    <a:pt x="8142789" y="5907243"/>
                  </a:lnTo>
                  <a:lnTo>
                    <a:pt x="8164014" y="5907243"/>
                  </a:lnTo>
                  <a:lnTo>
                    <a:pt x="8170523" y="5898795"/>
                  </a:lnTo>
                  <a:lnTo>
                    <a:pt x="8170523" y="5881839"/>
                  </a:lnTo>
                  <a:lnTo>
                    <a:pt x="8164014" y="5873362"/>
                  </a:lnTo>
                  <a:close/>
                </a:path>
                <a:path w="9542780" h="6570345">
                  <a:moveTo>
                    <a:pt x="8164014" y="5917840"/>
                  </a:moveTo>
                  <a:lnTo>
                    <a:pt x="8145053" y="5917840"/>
                  </a:lnTo>
                  <a:lnTo>
                    <a:pt x="8136562" y="5924199"/>
                  </a:lnTo>
                  <a:lnTo>
                    <a:pt x="8136562" y="5943245"/>
                  </a:lnTo>
                  <a:lnTo>
                    <a:pt x="8142789" y="5951722"/>
                  </a:lnTo>
                  <a:lnTo>
                    <a:pt x="8164014" y="5951722"/>
                  </a:lnTo>
                  <a:lnTo>
                    <a:pt x="8170523" y="5943245"/>
                  </a:lnTo>
                  <a:lnTo>
                    <a:pt x="8170523" y="5926319"/>
                  </a:lnTo>
                  <a:lnTo>
                    <a:pt x="8164014" y="5917840"/>
                  </a:lnTo>
                  <a:close/>
                </a:path>
                <a:path w="9542780" h="6570345">
                  <a:moveTo>
                    <a:pt x="8164014" y="5962291"/>
                  </a:moveTo>
                  <a:lnTo>
                    <a:pt x="8145053" y="5962291"/>
                  </a:lnTo>
                  <a:lnTo>
                    <a:pt x="8136562" y="5968649"/>
                  </a:lnTo>
                  <a:lnTo>
                    <a:pt x="8136562" y="5987723"/>
                  </a:lnTo>
                  <a:lnTo>
                    <a:pt x="8142789" y="5996172"/>
                  </a:lnTo>
                  <a:lnTo>
                    <a:pt x="8153543" y="5996172"/>
                  </a:lnTo>
                  <a:lnTo>
                    <a:pt x="8164014" y="5994053"/>
                  </a:lnTo>
                  <a:lnTo>
                    <a:pt x="8170523" y="5987723"/>
                  </a:lnTo>
                  <a:lnTo>
                    <a:pt x="8170523" y="5970769"/>
                  </a:lnTo>
                  <a:lnTo>
                    <a:pt x="8164014" y="5962291"/>
                  </a:lnTo>
                  <a:close/>
                </a:path>
                <a:path w="9542780" h="6570345">
                  <a:moveTo>
                    <a:pt x="8164014" y="6004650"/>
                  </a:moveTo>
                  <a:lnTo>
                    <a:pt x="8145053" y="6004650"/>
                  </a:lnTo>
                  <a:lnTo>
                    <a:pt x="8136562" y="6011009"/>
                  </a:lnTo>
                  <a:lnTo>
                    <a:pt x="8136562" y="6030053"/>
                  </a:lnTo>
                  <a:lnTo>
                    <a:pt x="8142789" y="6038532"/>
                  </a:lnTo>
                  <a:lnTo>
                    <a:pt x="8164014" y="6038532"/>
                  </a:lnTo>
                  <a:lnTo>
                    <a:pt x="8170523" y="6032173"/>
                  </a:lnTo>
                  <a:lnTo>
                    <a:pt x="8170523" y="6013127"/>
                  </a:lnTo>
                  <a:lnTo>
                    <a:pt x="8164014" y="6004650"/>
                  </a:lnTo>
                  <a:close/>
                </a:path>
                <a:path w="9542780" h="6570345">
                  <a:moveTo>
                    <a:pt x="8164014" y="6049100"/>
                  </a:moveTo>
                  <a:lnTo>
                    <a:pt x="8145053" y="6049100"/>
                  </a:lnTo>
                  <a:lnTo>
                    <a:pt x="8136562" y="6055459"/>
                  </a:lnTo>
                  <a:lnTo>
                    <a:pt x="8136562" y="6074533"/>
                  </a:lnTo>
                  <a:lnTo>
                    <a:pt x="8142789" y="6082982"/>
                  </a:lnTo>
                  <a:lnTo>
                    <a:pt x="8164014" y="6082982"/>
                  </a:lnTo>
                  <a:lnTo>
                    <a:pt x="8170523" y="6076623"/>
                  </a:lnTo>
                  <a:lnTo>
                    <a:pt x="8170523" y="6057578"/>
                  </a:lnTo>
                  <a:lnTo>
                    <a:pt x="8164014" y="6049100"/>
                  </a:lnTo>
                  <a:close/>
                </a:path>
                <a:path w="9542780" h="6570345">
                  <a:moveTo>
                    <a:pt x="8164014" y="6093579"/>
                  </a:moveTo>
                  <a:lnTo>
                    <a:pt x="8145053" y="6093579"/>
                  </a:lnTo>
                  <a:lnTo>
                    <a:pt x="8136562" y="6099936"/>
                  </a:lnTo>
                  <a:lnTo>
                    <a:pt x="8136562" y="6118983"/>
                  </a:lnTo>
                  <a:lnTo>
                    <a:pt x="8142789" y="6127460"/>
                  </a:lnTo>
                  <a:lnTo>
                    <a:pt x="8164014" y="6127460"/>
                  </a:lnTo>
                  <a:lnTo>
                    <a:pt x="8170523" y="6118983"/>
                  </a:lnTo>
                  <a:lnTo>
                    <a:pt x="8170523" y="6102056"/>
                  </a:lnTo>
                  <a:lnTo>
                    <a:pt x="8164014" y="6093579"/>
                  </a:lnTo>
                  <a:close/>
                </a:path>
                <a:path w="9542780" h="6570345">
                  <a:moveTo>
                    <a:pt x="8164014" y="6138029"/>
                  </a:moveTo>
                  <a:lnTo>
                    <a:pt x="8145053" y="6138029"/>
                  </a:lnTo>
                  <a:lnTo>
                    <a:pt x="8136562" y="6144386"/>
                  </a:lnTo>
                  <a:lnTo>
                    <a:pt x="8136562" y="6163461"/>
                  </a:lnTo>
                  <a:lnTo>
                    <a:pt x="8142789" y="6171910"/>
                  </a:lnTo>
                  <a:lnTo>
                    <a:pt x="8164014" y="6171910"/>
                  </a:lnTo>
                  <a:lnTo>
                    <a:pt x="8170523" y="6163461"/>
                  </a:lnTo>
                  <a:lnTo>
                    <a:pt x="8170523" y="6146506"/>
                  </a:lnTo>
                  <a:lnTo>
                    <a:pt x="8164014" y="6138029"/>
                  </a:lnTo>
                  <a:close/>
                </a:path>
                <a:path w="9542780" h="6570345">
                  <a:moveTo>
                    <a:pt x="8164014" y="6182507"/>
                  </a:moveTo>
                  <a:lnTo>
                    <a:pt x="8145053" y="6182507"/>
                  </a:lnTo>
                  <a:lnTo>
                    <a:pt x="8136562" y="6188866"/>
                  </a:lnTo>
                  <a:lnTo>
                    <a:pt x="8136562" y="6210030"/>
                  </a:lnTo>
                  <a:lnTo>
                    <a:pt x="8142789" y="6216389"/>
                  </a:lnTo>
                  <a:lnTo>
                    <a:pt x="8164014" y="6216389"/>
                  </a:lnTo>
                  <a:lnTo>
                    <a:pt x="8170523" y="6207912"/>
                  </a:lnTo>
                  <a:lnTo>
                    <a:pt x="8170523" y="6190985"/>
                  </a:lnTo>
                  <a:lnTo>
                    <a:pt x="8164014" y="6182507"/>
                  </a:lnTo>
                  <a:close/>
                </a:path>
                <a:path w="9542780" h="6570345">
                  <a:moveTo>
                    <a:pt x="8164014" y="6226958"/>
                  </a:moveTo>
                  <a:lnTo>
                    <a:pt x="8145053" y="6226958"/>
                  </a:lnTo>
                  <a:lnTo>
                    <a:pt x="8136562" y="6233316"/>
                  </a:lnTo>
                  <a:lnTo>
                    <a:pt x="8136562" y="6254482"/>
                  </a:lnTo>
                  <a:lnTo>
                    <a:pt x="8142789" y="6260839"/>
                  </a:lnTo>
                  <a:lnTo>
                    <a:pt x="8164014" y="6260839"/>
                  </a:lnTo>
                  <a:lnTo>
                    <a:pt x="8170523" y="6252362"/>
                  </a:lnTo>
                  <a:lnTo>
                    <a:pt x="8170523" y="6235435"/>
                  </a:lnTo>
                  <a:lnTo>
                    <a:pt x="8164014" y="6226958"/>
                  </a:lnTo>
                  <a:close/>
                </a:path>
                <a:path w="9542780" h="6570345">
                  <a:moveTo>
                    <a:pt x="8164014" y="6271436"/>
                  </a:moveTo>
                  <a:lnTo>
                    <a:pt x="8145053" y="6271436"/>
                  </a:lnTo>
                  <a:lnTo>
                    <a:pt x="8136562" y="6277794"/>
                  </a:lnTo>
                  <a:lnTo>
                    <a:pt x="8136562" y="6298957"/>
                  </a:lnTo>
                  <a:lnTo>
                    <a:pt x="8142789" y="6305309"/>
                  </a:lnTo>
                  <a:lnTo>
                    <a:pt x="8153543" y="6305309"/>
                  </a:lnTo>
                  <a:lnTo>
                    <a:pt x="8164014" y="6303190"/>
                  </a:lnTo>
                  <a:lnTo>
                    <a:pt x="8170523" y="6296840"/>
                  </a:lnTo>
                  <a:lnTo>
                    <a:pt x="8170523" y="6279913"/>
                  </a:lnTo>
                  <a:lnTo>
                    <a:pt x="8164014" y="6271436"/>
                  </a:lnTo>
                  <a:close/>
                </a:path>
                <a:path w="9542780" h="6570345">
                  <a:moveTo>
                    <a:pt x="8164014" y="6313778"/>
                  </a:moveTo>
                  <a:lnTo>
                    <a:pt x="8145053" y="6313778"/>
                  </a:lnTo>
                  <a:lnTo>
                    <a:pt x="8136562" y="6320130"/>
                  </a:lnTo>
                  <a:lnTo>
                    <a:pt x="8136562" y="6341301"/>
                  </a:lnTo>
                  <a:lnTo>
                    <a:pt x="8142789" y="6347654"/>
                  </a:lnTo>
                  <a:lnTo>
                    <a:pt x="8164014" y="6347654"/>
                  </a:lnTo>
                  <a:lnTo>
                    <a:pt x="8170523" y="6341301"/>
                  </a:lnTo>
                  <a:lnTo>
                    <a:pt x="8170523" y="6322247"/>
                  </a:lnTo>
                  <a:lnTo>
                    <a:pt x="8164014" y="6313778"/>
                  </a:lnTo>
                  <a:close/>
                </a:path>
                <a:path w="9542780" h="6570345">
                  <a:moveTo>
                    <a:pt x="8164014" y="6358239"/>
                  </a:moveTo>
                  <a:lnTo>
                    <a:pt x="8145053" y="6358239"/>
                  </a:lnTo>
                  <a:lnTo>
                    <a:pt x="8136562" y="6364592"/>
                  </a:lnTo>
                  <a:lnTo>
                    <a:pt x="8136562" y="6385767"/>
                  </a:lnTo>
                  <a:lnTo>
                    <a:pt x="8142789" y="6392118"/>
                  </a:lnTo>
                  <a:lnTo>
                    <a:pt x="8164014" y="6392118"/>
                  </a:lnTo>
                  <a:lnTo>
                    <a:pt x="8170523" y="6385767"/>
                  </a:lnTo>
                  <a:lnTo>
                    <a:pt x="8170523" y="6366711"/>
                  </a:lnTo>
                  <a:lnTo>
                    <a:pt x="8164014" y="6358239"/>
                  </a:lnTo>
                  <a:close/>
                </a:path>
                <a:path w="9542780" h="6570345">
                  <a:moveTo>
                    <a:pt x="8121563" y="5255129"/>
                  </a:moveTo>
                  <a:lnTo>
                    <a:pt x="8102601" y="5255129"/>
                  </a:lnTo>
                  <a:lnTo>
                    <a:pt x="8094111" y="5261458"/>
                  </a:lnTo>
                  <a:lnTo>
                    <a:pt x="8094111" y="5282652"/>
                  </a:lnTo>
                  <a:lnTo>
                    <a:pt x="8100336" y="5288982"/>
                  </a:lnTo>
                  <a:lnTo>
                    <a:pt x="8119582" y="5288982"/>
                  </a:lnTo>
                  <a:lnTo>
                    <a:pt x="8128072" y="5280533"/>
                  </a:lnTo>
                  <a:lnTo>
                    <a:pt x="8128072" y="5263578"/>
                  </a:lnTo>
                  <a:lnTo>
                    <a:pt x="8121563" y="5255129"/>
                  </a:lnTo>
                  <a:close/>
                </a:path>
                <a:path w="9542780" h="6570345">
                  <a:moveTo>
                    <a:pt x="8121563" y="5299579"/>
                  </a:moveTo>
                  <a:lnTo>
                    <a:pt x="8102601" y="5299579"/>
                  </a:lnTo>
                  <a:lnTo>
                    <a:pt x="8094111" y="5305936"/>
                  </a:lnTo>
                  <a:lnTo>
                    <a:pt x="8094111" y="5327102"/>
                  </a:lnTo>
                  <a:lnTo>
                    <a:pt x="8100336" y="5333460"/>
                  </a:lnTo>
                  <a:lnTo>
                    <a:pt x="8119582" y="5333460"/>
                  </a:lnTo>
                  <a:lnTo>
                    <a:pt x="8128072" y="5324983"/>
                  </a:lnTo>
                  <a:lnTo>
                    <a:pt x="8128072" y="5308056"/>
                  </a:lnTo>
                  <a:lnTo>
                    <a:pt x="8121563" y="5299579"/>
                  </a:lnTo>
                  <a:close/>
                </a:path>
                <a:path w="9542780" h="6570345">
                  <a:moveTo>
                    <a:pt x="8121563" y="5344057"/>
                  </a:moveTo>
                  <a:lnTo>
                    <a:pt x="8102601" y="5344057"/>
                  </a:lnTo>
                  <a:lnTo>
                    <a:pt x="8094111" y="5350388"/>
                  </a:lnTo>
                  <a:lnTo>
                    <a:pt x="8094111" y="5369462"/>
                  </a:lnTo>
                  <a:lnTo>
                    <a:pt x="8100336" y="5377911"/>
                  </a:lnTo>
                  <a:lnTo>
                    <a:pt x="8111091" y="5377911"/>
                  </a:lnTo>
                  <a:lnTo>
                    <a:pt x="8119582" y="5375791"/>
                  </a:lnTo>
                  <a:lnTo>
                    <a:pt x="8128072" y="5369462"/>
                  </a:lnTo>
                  <a:lnTo>
                    <a:pt x="8128072" y="5352506"/>
                  </a:lnTo>
                  <a:lnTo>
                    <a:pt x="8121563" y="5344057"/>
                  </a:lnTo>
                  <a:close/>
                </a:path>
                <a:path w="9542780" h="6570345">
                  <a:moveTo>
                    <a:pt x="8121563" y="5386388"/>
                  </a:moveTo>
                  <a:lnTo>
                    <a:pt x="8102601" y="5386388"/>
                  </a:lnTo>
                  <a:lnTo>
                    <a:pt x="8094111" y="5392746"/>
                  </a:lnTo>
                  <a:lnTo>
                    <a:pt x="8094111" y="5411792"/>
                  </a:lnTo>
                  <a:lnTo>
                    <a:pt x="8100336" y="5420269"/>
                  </a:lnTo>
                  <a:lnTo>
                    <a:pt x="8119582" y="5420269"/>
                  </a:lnTo>
                  <a:lnTo>
                    <a:pt x="8128072" y="5413912"/>
                  </a:lnTo>
                  <a:lnTo>
                    <a:pt x="8128072" y="5394866"/>
                  </a:lnTo>
                  <a:lnTo>
                    <a:pt x="8121563" y="5386388"/>
                  </a:lnTo>
                  <a:close/>
                </a:path>
                <a:path w="9542780" h="6570345">
                  <a:moveTo>
                    <a:pt x="8121563" y="5430866"/>
                  </a:moveTo>
                  <a:lnTo>
                    <a:pt x="8102601" y="5430866"/>
                  </a:lnTo>
                  <a:lnTo>
                    <a:pt x="8094111" y="5437196"/>
                  </a:lnTo>
                  <a:lnTo>
                    <a:pt x="8094111" y="5458390"/>
                  </a:lnTo>
                  <a:lnTo>
                    <a:pt x="8100336" y="5464719"/>
                  </a:lnTo>
                  <a:lnTo>
                    <a:pt x="8119582" y="5464719"/>
                  </a:lnTo>
                  <a:lnTo>
                    <a:pt x="8128072" y="5458390"/>
                  </a:lnTo>
                  <a:lnTo>
                    <a:pt x="8128072" y="5439316"/>
                  </a:lnTo>
                  <a:lnTo>
                    <a:pt x="8121563" y="5430866"/>
                  </a:lnTo>
                  <a:close/>
                </a:path>
                <a:path w="9542780" h="6570345">
                  <a:moveTo>
                    <a:pt x="8121563" y="5475316"/>
                  </a:moveTo>
                  <a:lnTo>
                    <a:pt x="8102601" y="5475316"/>
                  </a:lnTo>
                  <a:lnTo>
                    <a:pt x="8094111" y="5481675"/>
                  </a:lnTo>
                  <a:lnTo>
                    <a:pt x="8094111" y="5502840"/>
                  </a:lnTo>
                  <a:lnTo>
                    <a:pt x="8100336" y="5509199"/>
                  </a:lnTo>
                  <a:lnTo>
                    <a:pt x="8119582" y="5509199"/>
                  </a:lnTo>
                  <a:lnTo>
                    <a:pt x="8128072" y="5500721"/>
                  </a:lnTo>
                  <a:lnTo>
                    <a:pt x="8128072" y="5483795"/>
                  </a:lnTo>
                  <a:lnTo>
                    <a:pt x="8121563" y="5475316"/>
                  </a:lnTo>
                  <a:close/>
                </a:path>
                <a:path w="9542780" h="6570345">
                  <a:moveTo>
                    <a:pt x="8121563" y="5519795"/>
                  </a:moveTo>
                  <a:lnTo>
                    <a:pt x="8102601" y="5519795"/>
                  </a:lnTo>
                  <a:lnTo>
                    <a:pt x="8094111" y="5526125"/>
                  </a:lnTo>
                  <a:lnTo>
                    <a:pt x="8094111" y="5545199"/>
                  </a:lnTo>
                  <a:lnTo>
                    <a:pt x="8100336" y="5553649"/>
                  </a:lnTo>
                  <a:lnTo>
                    <a:pt x="8119582" y="5553649"/>
                  </a:lnTo>
                  <a:lnTo>
                    <a:pt x="8128072" y="5545199"/>
                  </a:lnTo>
                  <a:lnTo>
                    <a:pt x="8128072" y="5528245"/>
                  </a:lnTo>
                  <a:lnTo>
                    <a:pt x="8121563" y="5519795"/>
                  </a:lnTo>
                  <a:close/>
                </a:path>
                <a:path w="9542780" h="6570345">
                  <a:moveTo>
                    <a:pt x="8121563" y="5564245"/>
                  </a:moveTo>
                  <a:lnTo>
                    <a:pt x="8102601" y="5564245"/>
                  </a:lnTo>
                  <a:lnTo>
                    <a:pt x="8094111" y="5570603"/>
                  </a:lnTo>
                  <a:lnTo>
                    <a:pt x="8094111" y="5589649"/>
                  </a:lnTo>
                  <a:lnTo>
                    <a:pt x="8100336" y="5598126"/>
                  </a:lnTo>
                  <a:lnTo>
                    <a:pt x="8119582" y="5598126"/>
                  </a:lnTo>
                  <a:lnTo>
                    <a:pt x="8128072" y="5589649"/>
                  </a:lnTo>
                  <a:lnTo>
                    <a:pt x="8128072" y="5572723"/>
                  </a:lnTo>
                  <a:lnTo>
                    <a:pt x="8121563" y="5564245"/>
                  </a:lnTo>
                  <a:close/>
                </a:path>
                <a:path w="9542780" h="6570345">
                  <a:moveTo>
                    <a:pt x="8121563" y="5608723"/>
                  </a:moveTo>
                  <a:lnTo>
                    <a:pt x="8102601" y="5608723"/>
                  </a:lnTo>
                  <a:lnTo>
                    <a:pt x="8094111" y="5615053"/>
                  </a:lnTo>
                  <a:lnTo>
                    <a:pt x="8094111" y="5634128"/>
                  </a:lnTo>
                  <a:lnTo>
                    <a:pt x="8100336" y="5642578"/>
                  </a:lnTo>
                  <a:lnTo>
                    <a:pt x="8119582" y="5642578"/>
                  </a:lnTo>
                  <a:lnTo>
                    <a:pt x="8128072" y="5634128"/>
                  </a:lnTo>
                  <a:lnTo>
                    <a:pt x="8128072" y="5617173"/>
                  </a:lnTo>
                  <a:lnTo>
                    <a:pt x="8121563" y="5608723"/>
                  </a:lnTo>
                  <a:close/>
                </a:path>
                <a:path w="9542780" h="6570345">
                  <a:moveTo>
                    <a:pt x="8121563" y="5653173"/>
                  </a:moveTo>
                  <a:lnTo>
                    <a:pt x="8102601" y="5653173"/>
                  </a:lnTo>
                  <a:lnTo>
                    <a:pt x="8094111" y="5659532"/>
                  </a:lnTo>
                  <a:lnTo>
                    <a:pt x="8094111" y="5678578"/>
                  </a:lnTo>
                  <a:lnTo>
                    <a:pt x="8100336" y="5687056"/>
                  </a:lnTo>
                  <a:lnTo>
                    <a:pt x="8111091" y="5687056"/>
                  </a:lnTo>
                  <a:lnTo>
                    <a:pt x="8119582" y="5684936"/>
                  </a:lnTo>
                  <a:lnTo>
                    <a:pt x="8128072" y="5678578"/>
                  </a:lnTo>
                  <a:lnTo>
                    <a:pt x="8128072" y="5661652"/>
                  </a:lnTo>
                  <a:lnTo>
                    <a:pt x="8121563" y="5653173"/>
                  </a:lnTo>
                  <a:close/>
                </a:path>
                <a:path w="9542780" h="6570345">
                  <a:moveTo>
                    <a:pt x="8121563" y="5695533"/>
                  </a:moveTo>
                  <a:lnTo>
                    <a:pt x="8102601" y="5695533"/>
                  </a:lnTo>
                  <a:lnTo>
                    <a:pt x="8094111" y="5701863"/>
                  </a:lnTo>
                  <a:lnTo>
                    <a:pt x="8094111" y="5720937"/>
                  </a:lnTo>
                  <a:lnTo>
                    <a:pt x="8100336" y="5729386"/>
                  </a:lnTo>
                  <a:lnTo>
                    <a:pt x="8119582" y="5729386"/>
                  </a:lnTo>
                  <a:lnTo>
                    <a:pt x="8128072" y="5723056"/>
                  </a:lnTo>
                  <a:lnTo>
                    <a:pt x="8128072" y="5703982"/>
                  </a:lnTo>
                  <a:lnTo>
                    <a:pt x="8121563" y="5695533"/>
                  </a:lnTo>
                  <a:close/>
                </a:path>
                <a:path w="9542780" h="6570345">
                  <a:moveTo>
                    <a:pt x="8121563" y="5739983"/>
                  </a:moveTo>
                  <a:lnTo>
                    <a:pt x="8102601" y="5739983"/>
                  </a:lnTo>
                  <a:lnTo>
                    <a:pt x="8094111" y="5746342"/>
                  </a:lnTo>
                  <a:lnTo>
                    <a:pt x="8094111" y="5765388"/>
                  </a:lnTo>
                  <a:lnTo>
                    <a:pt x="8100336" y="5773865"/>
                  </a:lnTo>
                  <a:lnTo>
                    <a:pt x="8119582" y="5773865"/>
                  </a:lnTo>
                  <a:lnTo>
                    <a:pt x="8128072" y="5767506"/>
                  </a:lnTo>
                  <a:lnTo>
                    <a:pt x="8128072" y="5748460"/>
                  </a:lnTo>
                  <a:lnTo>
                    <a:pt x="8121563" y="5739983"/>
                  </a:lnTo>
                  <a:close/>
                </a:path>
                <a:path w="9542780" h="6570345">
                  <a:moveTo>
                    <a:pt x="8121563" y="5784462"/>
                  </a:moveTo>
                  <a:lnTo>
                    <a:pt x="8102601" y="5784462"/>
                  </a:lnTo>
                  <a:lnTo>
                    <a:pt x="8094111" y="5790792"/>
                  </a:lnTo>
                  <a:lnTo>
                    <a:pt x="8094111" y="5809866"/>
                  </a:lnTo>
                  <a:lnTo>
                    <a:pt x="8100336" y="5818315"/>
                  </a:lnTo>
                  <a:lnTo>
                    <a:pt x="8119582" y="5818315"/>
                  </a:lnTo>
                  <a:lnTo>
                    <a:pt x="8128072" y="5809866"/>
                  </a:lnTo>
                  <a:lnTo>
                    <a:pt x="8128072" y="5792911"/>
                  </a:lnTo>
                  <a:lnTo>
                    <a:pt x="8121563" y="5784462"/>
                  </a:lnTo>
                  <a:close/>
                </a:path>
                <a:path w="9542780" h="6570345">
                  <a:moveTo>
                    <a:pt x="8121563" y="5828912"/>
                  </a:moveTo>
                  <a:lnTo>
                    <a:pt x="8102601" y="5828912"/>
                  </a:lnTo>
                  <a:lnTo>
                    <a:pt x="8094111" y="5835270"/>
                  </a:lnTo>
                  <a:lnTo>
                    <a:pt x="8094111" y="5854316"/>
                  </a:lnTo>
                  <a:lnTo>
                    <a:pt x="8100336" y="5862793"/>
                  </a:lnTo>
                  <a:lnTo>
                    <a:pt x="8119582" y="5862793"/>
                  </a:lnTo>
                  <a:lnTo>
                    <a:pt x="8128072" y="5854316"/>
                  </a:lnTo>
                  <a:lnTo>
                    <a:pt x="8128072" y="5837389"/>
                  </a:lnTo>
                  <a:lnTo>
                    <a:pt x="8121563" y="5828912"/>
                  </a:lnTo>
                  <a:close/>
                </a:path>
                <a:path w="9542780" h="6570345">
                  <a:moveTo>
                    <a:pt x="8121563" y="5873362"/>
                  </a:moveTo>
                  <a:lnTo>
                    <a:pt x="8102601" y="5873362"/>
                  </a:lnTo>
                  <a:lnTo>
                    <a:pt x="8094111" y="5879720"/>
                  </a:lnTo>
                  <a:lnTo>
                    <a:pt x="8094111" y="5898795"/>
                  </a:lnTo>
                  <a:lnTo>
                    <a:pt x="8100336" y="5907243"/>
                  </a:lnTo>
                  <a:lnTo>
                    <a:pt x="8119582" y="5907243"/>
                  </a:lnTo>
                  <a:lnTo>
                    <a:pt x="8128072" y="5898795"/>
                  </a:lnTo>
                  <a:lnTo>
                    <a:pt x="8128072" y="5881839"/>
                  </a:lnTo>
                  <a:lnTo>
                    <a:pt x="8121563" y="5873362"/>
                  </a:lnTo>
                  <a:close/>
                </a:path>
                <a:path w="9542780" h="6570345">
                  <a:moveTo>
                    <a:pt x="8121563" y="5917840"/>
                  </a:moveTo>
                  <a:lnTo>
                    <a:pt x="8102601" y="5917840"/>
                  </a:lnTo>
                  <a:lnTo>
                    <a:pt x="8094111" y="5924199"/>
                  </a:lnTo>
                  <a:lnTo>
                    <a:pt x="8094111" y="5943245"/>
                  </a:lnTo>
                  <a:lnTo>
                    <a:pt x="8100336" y="5951722"/>
                  </a:lnTo>
                  <a:lnTo>
                    <a:pt x="8119582" y="5951722"/>
                  </a:lnTo>
                  <a:lnTo>
                    <a:pt x="8128072" y="5943245"/>
                  </a:lnTo>
                  <a:lnTo>
                    <a:pt x="8128072" y="5926319"/>
                  </a:lnTo>
                  <a:lnTo>
                    <a:pt x="8121563" y="5917840"/>
                  </a:lnTo>
                  <a:close/>
                </a:path>
                <a:path w="9542780" h="6570345">
                  <a:moveTo>
                    <a:pt x="8121563" y="5962291"/>
                  </a:moveTo>
                  <a:lnTo>
                    <a:pt x="8102601" y="5962291"/>
                  </a:lnTo>
                  <a:lnTo>
                    <a:pt x="8094111" y="5968649"/>
                  </a:lnTo>
                  <a:lnTo>
                    <a:pt x="8094111" y="5987723"/>
                  </a:lnTo>
                  <a:lnTo>
                    <a:pt x="8100336" y="5996172"/>
                  </a:lnTo>
                  <a:lnTo>
                    <a:pt x="8111091" y="5996172"/>
                  </a:lnTo>
                  <a:lnTo>
                    <a:pt x="8119582" y="5994053"/>
                  </a:lnTo>
                  <a:lnTo>
                    <a:pt x="8128072" y="5987723"/>
                  </a:lnTo>
                  <a:lnTo>
                    <a:pt x="8128072" y="5970769"/>
                  </a:lnTo>
                  <a:lnTo>
                    <a:pt x="8121563" y="5962291"/>
                  </a:lnTo>
                  <a:close/>
                </a:path>
                <a:path w="9542780" h="6570345">
                  <a:moveTo>
                    <a:pt x="8121563" y="6004650"/>
                  </a:moveTo>
                  <a:lnTo>
                    <a:pt x="8102601" y="6004650"/>
                  </a:lnTo>
                  <a:lnTo>
                    <a:pt x="8094111" y="6011009"/>
                  </a:lnTo>
                  <a:lnTo>
                    <a:pt x="8094111" y="6030053"/>
                  </a:lnTo>
                  <a:lnTo>
                    <a:pt x="8100336" y="6038532"/>
                  </a:lnTo>
                  <a:lnTo>
                    <a:pt x="8119582" y="6038532"/>
                  </a:lnTo>
                  <a:lnTo>
                    <a:pt x="8128072" y="6032173"/>
                  </a:lnTo>
                  <a:lnTo>
                    <a:pt x="8128072" y="6013127"/>
                  </a:lnTo>
                  <a:lnTo>
                    <a:pt x="8121563" y="6004650"/>
                  </a:lnTo>
                  <a:close/>
                </a:path>
                <a:path w="9542780" h="6570345">
                  <a:moveTo>
                    <a:pt x="8121563" y="6049100"/>
                  </a:moveTo>
                  <a:lnTo>
                    <a:pt x="8102601" y="6049100"/>
                  </a:lnTo>
                  <a:lnTo>
                    <a:pt x="8094111" y="6055459"/>
                  </a:lnTo>
                  <a:lnTo>
                    <a:pt x="8094111" y="6074533"/>
                  </a:lnTo>
                  <a:lnTo>
                    <a:pt x="8100336" y="6082982"/>
                  </a:lnTo>
                  <a:lnTo>
                    <a:pt x="8119582" y="6082982"/>
                  </a:lnTo>
                  <a:lnTo>
                    <a:pt x="8128072" y="6076623"/>
                  </a:lnTo>
                  <a:lnTo>
                    <a:pt x="8128072" y="6057578"/>
                  </a:lnTo>
                  <a:lnTo>
                    <a:pt x="8121563" y="6049100"/>
                  </a:lnTo>
                  <a:close/>
                </a:path>
                <a:path w="9542780" h="6570345">
                  <a:moveTo>
                    <a:pt x="8121563" y="6093579"/>
                  </a:moveTo>
                  <a:lnTo>
                    <a:pt x="8102601" y="6093579"/>
                  </a:lnTo>
                  <a:lnTo>
                    <a:pt x="8094111" y="6099936"/>
                  </a:lnTo>
                  <a:lnTo>
                    <a:pt x="8094111" y="6118983"/>
                  </a:lnTo>
                  <a:lnTo>
                    <a:pt x="8100336" y="6127460"/>
                  </a:lnTo>
                  <a:lnTo>
                    <a:pt x="8119582" y="6127460"/>
                  </a:lnTo>
                  <a:lnTo>
                    <a:pt x="8128072" y="6118983"/>
                  </a:lnTo>
                  <a:lnTo>
                    <a:pt x="8128072" y="6102056"/>
                  </a:lnTo>
                  <a:lnTo>
                    <a:pt x="8121563" y="6093579"/>
                  </a:lnTo>
                  <a:close/>
                </a:path>
                <a:path w="9542780" h="6570345">
                  <a:moveTo>
                    <a:pt x="8121563" y="6138029"/>
                  </a:moveTo>
                  <a:lnTo>
                    <a:pt x="8102601" y="6138029"/>
                  </a:lnTo>
                  <a:lnTo>
                    <a:pt x="8094111" y="6144386"/>
                  </a:lnTo>
                  <a:lnTo>
                    <a:pt x="8094111" y="6163461"/>
                  </a:lnTo>
                  <a:lnTo>
                    <a:pt x="8100336" y="6171910"/>
                  </a:lnTo>
                  <a:lnTo>
                    <a:pt x="8119582" y="6171910"/>
                  </a:lnTo>
                  <a:lnTo>
                    <a:pt x="8128072" y="6163461"/>
                  </a:lnTo>
                  <a:lnTo>
                    <a:pt x="8128072" y="6146506"/>
                  </a:lnTo>
                  <a:lnTo>
                    <a:pt x="8121563" y="6138029"/>
                  </a:lnTo>
                  <a:close/>
                </a:path>
                <a:path w="9542780" h="6570345">
                  <a:moveTo>
                    <a:pt x="8121563" y="6182507"/>
                  </a:moveTo>
                  <a:lnTo>
                    <a:pt x="8102601" y="6182507"/>
                  </a:lnTo>
                  <a:lnTo>
                    <a:pt x="8094111" y="6188866"/>
                  </a:lnTo>
                  <a:lnTo>
                    <a:pt x="8094111" y="6210030"/>
                  </a:lnTo>
                  <a:lnTo>
                    <a:pt x="8100336" y="6216389"/>
                  </a:lnTo>
                  <a:lnTo>
                    <a:pt x="8119582" y="6216389"/>
                  </a:lnTo>
                  <a:lnTo>
                    <a:pt x="8128072" y="6207912"/>
                  </a:lnTo>
                  <a:lnTo>
                    <a:pt x="8128072" y="6190985"/>
                  </a:lnTo>
                  <a:lnTo>
                    <a:pt x="8121563" y="6182507"/>
                  </a:lnTo>
                  <a:close/>
                </a:path>
                <a:path w="9542780" h="6570345">
                  <a:moveTo>
                    <a:pt x="8121563" y="6226958"/>
                  </a:moveTo>
                  <a:lnTo>
                    <a:pt x="8102601" y="6226958"/>
                  </a:lnTo>
                  <a:lnTo>
                    <a:pt x="8094111" y="6233316"/>
                  </a:lnTo>
                  <a:lnTo>
                    <a:pt x="8094111" y="6254482"/>
                  </a:lnTo>
                  <a:lnTo>
                    <a:pt x="8100336" y="6260839"/>
                  </a:lnTo>
                  <a:lnTo>
                    <a:pt x="8119582" y="6260839"/>
                  </a:lnTo>
                  <a:lnTo>
                    <a:pt x="8128072" y="6252362"/>
                  </a:lnTo>
                  <a:lnTo>
                    <a:pt x="8128072" y="6235435"/>
                  </a:lnTo>
                  <a:lnTo>
                    <a:pt x="8121563" y="6226958"/>
                  </a:lnTo>
                  <a:close/>
                </a:path>
                <a:path w="9542780" h="6570345">
                  <a:moveTo>
                    <a:pt x="8121563" y="6271436"/>
                  </a:moveTo>
                  <a:lnTo>
                    <a:pt x="8102601" y="6271436"/>
                  </a:lnTo>
                  <a:lnTo>
                    <a:pt x="8094111" y="6277794"/>
                  </a:lnTo>
                  <a:lnTo>
                    <a:pt x="8094111" y="6298957"/>
                  </a:lnTo>
                  <a:lnTo>
                    <a:pt x="8100336" y="6305309"/>
                  </a:lnTo>
                  <a:lnTo>
                    <a:pt x="8111091" y="6305309"/>
                  </a:lnTo>
                  <a:lnTo>
                    <a:pt x="8119582" y="6303190"/>
                  </a:lnTo>
                  <a:lnTo>
                    <a:pt x="8128072" y="6296840"/>
                  </a:lnTo>
                  <a:lnTo>
                    <a:pt x="8128072" y="6279913"/>
                  </a:lnTo>
                  <a:lnTo>
                    <a:pt x="8121563" y="6271436"/>
                  </a:lnTo>
                  <a:close/>
                </a:path>
                <a:path w="9542780" h="6570345">
                  <a:moveTo>
                    <a:pt x="8121563" y="6313778"/>
                  </a:moveTo>
                  <a:lnTo>
                    <a:pt x="8102601" y="6313778"/>
                  </a:lnTo>
                  <a:lnTo>
                    <a:pt x="8094111" y="6320130"/>
                  </a:lnTo>
                  <a:lnTo>
                    <a:pt x="8094111" y="6341301"/>
                  </a:lnTo>
                  <a:lnTo>
                    <a:pt x="8100336" y="6347654"/>
                  </a:lnTo>
                  <a:lnTo>
                    <a:pt x="8119582" y="6347654"/>
                  </a:lnTo>
                  <a:lnTo>
                    <a:pt x="8128072" y="6341301"/>
                  </a:lnTo>
                  <a:lnTo>
                    <a:pt x="8128072" y="6322247"/>
                  </a:lnTo>
                  <a:lnTo>
                    <a:pt x="8121563" y="6313778"/>
                  </a:lnTo>
                  <a:close/>
                </a:path>
                <a:path w="9542780" h="6570345">
                  <a:moveTo>
                    <a:pt x="8077130" y="5255129"/>
                  </a:moveTo>
                  <a:lnTo>
                    <a:pt x="8057885" y="5255129"/>
                  </a:lnTo>
                  <a:lnTo>
                    <a:pt x="8049395" y="5261458"/>
                  </a:lnTo>
                  <a:lnTo>
                    <a:pt x="8049395" y="5282652"/>
                  </a:lnTo>
                  <a:lnTo>
                    <a:pt x="8055904" y="5288982"/>
                  </a:lnTo>
                  <a:lnTo>
                    <a:pt x="8074865" y="5288982"/>
                  </a:lnTo>
                  <a:lnTo>
                    <a:pt x="8083356" y="5280533"/>
                  </a:lnTo>
                  <a:lnTo>
                    <a:pt x="8083356" y="5263578"/>
                  </a:lnTo>
                  <a:lnTo>
                    <a:pt x="8077130" y="5255129"/>
                  </a:lnTo>
                  <a:close/>
                </a:path>
                <a:path w="9542780" h="6570345">
                  <a:moveTo>
                    <a:pt x="8077130" y="5299579"/>
                  </a:moveTo>
                  <a:lnTo>
                    <a:pt x="8057885" y="5299579"/>
                  </a:lnTo>
                  <a:lnTo>
                    <a:pt x="8049395" y="5305936"/>
                  </a:lnTo>
                  <a:lnTo>
                    <a:pt x="8049395" y="5327102"/>
                  </a:lnTo>
                  <a:lnTo>
                    <a:pt x="8055904" y="5333460"/>
                  </a:lnTo>
                  <a:lnTo>
                    <a:pt x="8074865" y="5333460"/>
                  </a:lnTo>
                  <a:lnTo>
                    <a:pt x="8083356" y="5324983"/>
                  </a:lnTo>
                  <a:lnTo>
                    <a:pt x="8083356" y="5308056"/>
                  </a:lnTo>
                  <a:lnTo>
                    <a:pt x="8077130" y="5299579"/>
                  </a:lnTo>
                  <a:close/>
                </a:path>
                <a:path w="9542780" h="6570345">
                  <a:moveTo>
                    <a:pt x="8077130" y="5344057"/>
                  </a:moveTo>
                  <a:lnTo>
                    <a:pt x="8057885" y="5344057"/>
                  </a:lnTo>
                  <a:lnTo>
                    <a:pt x="8049395" y="5350388"/>
                  </a:lnTo>
                  <a:lnTo>
                    <a:pt x="8049395" y="5369462"/>
                  </a:lnTo>
                  <a:lnTo>
                    <a:pt x="8055904" y="5377911"/>
                  </a:lnTo>
                  <a:lnTo>
                    <a:pt x="8066375" y="5377911"/>
                  </a:lnTo>
                  <a:lnTo>
                    <a:pt x="8074865" y="5375791"/>
                  </a:lnTo>
                  <a:lnTo>
                    <a:pt x="8083356" y="5369462"/>
                  </a:lnTo>
                  <a:lnTo>
                    <a:pt x="8083356" y="5352506"/>
                  </a:lnTo>
                  <a:lnTo>
                    <a:pt x="8077130" y="5344057"/>
                  </a:lnTo>
                  <a:close/>
                </a:path>
                <a:path w="9542780" h="6570345">
                  <a:moveTo>
                    <a:pt x="8077130" y="5386388"/>
                  </a:moveTo>
                  <a:lnTo>
                    <a:pt x="8057885" y="5386388"/>
                  </a:lnTo>
                  <a:lnTo>
                    <a:pt x="8049395" y="5392746"/>
                  </a:lnTo>
                  <a:lnTo>
                    <a:pt x="8049395" y="5411792"/>
                  </a:lnTo>
                  <a:lnTo>
                    <a:pt x="8055904" y="5420269"/>
                  </a:lnTo>
                  <a:lnTo>
                    <a:pt x="8074865" y="5420269"/>
                  </a:lnTo>
                  <a:lnTo>
                    <a:pt x="8083356" y="5413912"/>
                  </a:lnTo>
                  <a:lnTo>
                    <a:pt x="8083356" y="5394866"/>
                  </a:lnTo>
                  <a:lnTo>
                    <a:pt x="8077130" y="5386388"/>
                  </a:lnTo>
                  <a:close/>
                </a:path>
                <a:path w="9542780" h="6570345">
                  <a:moveTo>
                    <a:pt x="8077130" y="5430866"/>
                  </a:moveTo>
                  <a:lnTo>
                    <a:pt x="8057885" y="5430866"/>
                  </a:lnTo>
                  <a:lnTo>
                    <a:pt x="8049395" y="5437196"/>
                  </a:lnTo>
                  <a:lnTo>
                    <a:pt x="8049395" y="5458390"/>
                  </a:lnTo>
                  <a:lnTo>
                    <a:pt x="8055904" y="5464719"/>
                  </a:lnTo>
                  <a:lnTo>
                    <a:pt x="8074865" y="5464719"/>
                  </a:lnTo>
                  <a:lnTo>
                    <a:pt x="8083356" y="5458390"/>
                  </a:lnTo>
                  <a:lnTo>
                    <a:pt x="8083356" y="5439316"/>
                  </a:lnTo>
                  <a:lnTo>
                    <a:pt x="8077130" y="5430866"/>
                  </a:lnTo>
                  <a:close/>
                </a:path>
                <a:path w="9542780" h="6570345">
                  <a:moveTo>
                    <a:pt x="8077130" y="5475316"/>
                  </a:moveTo>
                  <a:lnTo>
                    <a:pt x="8057885" y="5475316"/>
                  </a:lnTo>
                  <a:lnTo>
                    <a:pt x="8049395" y="5481675"/>
                  </a:lnTo>
                  <a:lnTo>
                    <a:pt x="8049395" y="5502840"/>
                  </a:lnTo>
                  <a:lnTo>
                    <a:pt x="8055904" y="5509199"/>
                  </a:lnTo>
                  <a:lnTo>
                    <a:pt x="8074865" y="5509199"/>
                  </a:lnTo>
                  <a:lnTo>
                    <a:pt x="8083356" y="5500721"/>
                  </a:lnTo>
                  <a:lnTo>
                    <a:pt x="8083356" y="5483795"/>
                  </a:lnTo>
                  <a:lnTo>
                    <a:pt x="8077130" y="5475316"/>
                  </a:lnTo>
                  <a:close/>
                </a:path>
                <a:path w="9542780" h="6570345">
                  <a:moveTo>
                    <a:pt x="8077130" y="5519795"/>
                  </a:moveTo>
                  <a:lnTo>
                    <a:pt x="8057885" y="5519795"/>
                  </a:lnTo>
                  <a:lnTo>
                    <a:pt x="8049395" y="5526125"/>
                  </a:lnTo>
                  <a:lnTo>
                    <a:pt x="8049395" y="5545199"/>
                  </a:lnTo>
                  <a:lnTo>
                    <a:pt x="8055904" y="5553649"/>
                  </a:lnTo>
                  <a:lnTo>
                    <a:pt x="8074865" y="5553649"/>
                  </a:lnTo>
                  <a:lnTo>
                    <a:pt x="8083356" y="5545199"/>
                  </a:lnTo>
                  <a:lnTo>
                    <a:pt x="8083356" y="5528245"/>
                  </a:lnTo>
                  <a:lnTo>
                    <a:pt x="8077130" y="5519795"/>
                  </a:lnTo>
                  <a:close/>
                </a:path>
                <a:path w="9542780" h="6570345">
                  <a:moveTo>
                    <a:pt x="8077130" y="5564245"/>
                  </a:moveTo>
                  <a:lnTo>
                    <a:pt x="8057885" y="5564245"/>
                  </a:lnTo>
                  <a:lnTo>
                    <a:pt x="8049395" y="5570603"/>
                  </a:lnTo>
                  <a:lnTo>
                    <a:pt x="8049395" y="5589649"/>
                  </a:lnTo>
                  <a:lnTo>
                    <a:pt x="8055904" y="5598126"/>
                  </a:lnTo>
                  <a:lnTo>
                    <a:pt x="8074865" y="5598126"/>
                  </a:lnTo>
                  <a:lnTo>
                    <a:pt x="8083356" y="5589649"/>
                  </a:lnTo>
                  <a:lnTo>
                    <a:pt x="8083356" y="5572723"/>
                  </a:lnTo>
                  <a:lnTo>
                    <a:pt x="8077130" y="5564245"/>
                  </a:lnTo>
                  <a:close/>
                </a:path>
                <a:path w="9542780" h="6570345">
                  <a:moveTo>
                    <a:pt x="8077130" y="5608723"/>
                  </a:moveTo>
                  <a:lnTo>
                    <a:pt x="8057885" y="5608723"/>
                  </a:lnTo>
                  <a:lnTo>
                    <a:pt x="8049395" y="5615053"/>
                  </a:lnTo>
                  <a:lnTo>
                    <a:pt x="8049395" y="5634128"/>
                  </a:lnTo>
                  <a:lnTo>
                    <a:pt x="8055904" y="5642578"/>
                  </a:lnTo>
                  <a:lnTo>
                    <a:pt x="8074865" y="5642578"/>
                  </a:lnTo>
                  <a:lnTo>
                    <a:pt x="8083356" y="5634128"/>
                  </a:lnTo>
                  <a:lnTo>
                    <a:pt x="8083356" y="5617173"/>
                  </a:lnTo>
                  <a:lnTo>
                    <a:pt x="8077130" y="5608723"/>
                  </a:lnTo>
                  <a:close/>
                </a:path>
                <a:path w="9542780" h="6570345">
                  <a:moveTo>
                    <a:pt x="8077130" y="5653173"/>
                  </a:moveTo>
                  <a:lnTo>
                    <a:pt x="8057885" y="5653173"/>
                  </a:lnTo>
                  <a:lnTo>
                    <a:pt x="8049395" y="5659532"/>
                  </a:lnTo>
                  <a:lnTo>
                    <a:pt x="8049395" y="5678578"/>
                  </a:lnTo>
                  <a:lnTo>
                    <a:pt x="8055904" y="5687056"/>
                  </a:lnTo>
                  <a:lnTo>
                    <a:pt x="8066375" y="5687056"/>
                  </a:lnTo>
                  <a:lnTo>
                    <a:pt x="8074865" y="5684936"/>
                  </a:lnTo>
                  <a:lnTo>
                    <a:pt x="8083356" y="5678578"/>
                  </a:lnTo>
                  <a:lnTo>
                    <a:pt x="8083356" y="5661652"/>
                  </a:lnTo>
                  <a:lnTo>
                    <a:pt x="8077130" y="5653173"/>
                  </a:lnTo>
                  <a:close/>
                </a:path>
                <a:path w="9542780" h="6570345">
                  <a:moveTo>
                    <a:pt x="8077130" y="5695533"/>
                  </a:moveTo>
                  <a:lnTo>
                    <a:pt x="8057885" y="5695533"/>
                  </a:lnTo>
                  <a:lnTo>
                    <a:pt x="8049395" y="5701863"/>
                  </a:lnTo>
                  <a:lnTo>
                    <a:pt x="8049395" y="5720937"/>
                  </a:lnTo>
                  <a:lnTo>
                    <a:pt x="8055904" y="5729386"/>
                  </a:lnTo>
                  <a:lnTo>
                    <a:pt x="8074865" y="5729386"/>
                  </a:lnTo>
                  <a:lnTo>
                    <a:pt x="8083356" y="5723056"/>
                  </a:lnTo>
                  <a:lnTo>
                    <a:pt x="8083356" y="5703982"/>
                  </a:lnTo>
                  <a:lnTo>
                    <a:pt x="8077130" y="5695533"/>
                  </a:lnTo>
                  <a:close/>
                </a:path>
                <a:path w="9542780" h="6570345">
                  <a:moveTo>
                    <a:pt x="8077130" y="5739983"/>
                  </a:moveTo>
                  <a:lnTo>
                    <a:pt x="8057885" y="5739983"/>
                  </a:lnTo>
                  <a:lnTo>
                    <a:pt x="8049395" y="5746342"/>
                  </a:lnTo>
                  <a:lnTo>
                    <a:pt x="8049395" y="5765388"/>
                  </a:lnTo>
                  <a:lnTo>
                    <a:pt x="8055904" y="5773865"/>
                  </a:lnTo>
                  <a:lnTo>
                    <a:pt x="8074865" y="5773865"/>
                  </a:lnTo>
                  <a:lnTo>
                    <a:pt x="8083356" y="5767506"/>
                  </a:lnTo>
                  <a:lnTo>
                    <a:pt x="8083356" y="5748460"/>
                  </a:lnTo>
                  <a:lnTo>
                    <a:pt x="8077130" y="5739983"/>
                  </a:lnTo>
                  <a:close/>
                </a:path>
                <a:path w="9542780" h="6570345">
                  <a:moveTo>
                    <a:pt x="8077130" y="5784462"/>
                  </a:moveTo>
                  <a:lnTo>
                    <a:pt x="8057885" y="5784462"/>
                  </a:lnTo>
                  <a:lnTo>
                    <a:pt x="8049395" y="5790792"/>
                  </a:lnTo>
                  <a:lnTo>
                    <a:pt x="8049395" y="5809866"/>
                  </a:lnTo>
                  <a:lnTo>
                    <a:pt x="8055904" y="5818315"/>
                  </a:lnTo>
                  <a:lnTo>
                    <a:pt x="8074865" y="5818315"/>
                  </a:lnTo>
                  <a:lnTo>
                    <a:pt x="8083356" y="5809866"/>
                  </a:lnTo>
                  <a:lnTo>
                    <a:pt x="8083356" y="5792911"/>
                  </a:lnTo>
                  <a:lnTo>
                    <a:pt x="8077130" y="5784462"/>
                  </a:lnTo>
                  <a:close/>
                </a:path>
                <a:path w="9542780" h="6570345">
                  <a:moveTo>
                    <a:pt x="8077130" y="5828912"/>
                  </a:moveTo>
                  <a:lnTo>
                    <a:pt x="8057885" y="5828912"/>
                  </a:lnTo>
                  <a:lnTo>
                    <a:pt x="8049395" y="5835270"/>
                  </a:lnTo>
                  <a:lnTo>
                    <a:pt x="8049395" y="5854316"/>
                  </a:lnTo>
                  <a:lnTo>
                    <a:pt x="8055904" y="5862793"/>
                  </a:lnTo>
                  <a:lnTo>
                    <a:pt x="8074865" y="5862793"/>
                  </a:lnTo>
                  <a:lnTo>
                    <a:pt x="8083356" y="5854316"/>
                  </a:lnTo>
                  <a:lnTo>
                    <a:pt x="8083356" y="5837389"/>
                  </a:lnTo>
                  <a:lnTo>
                    <a:pt x="8077130" y="5828912"/>
                  </a:lnTo>
                  <a:close/>
                </a:path>
                <a:path w="9542780" h="6570345">
                  <a:moveTo>
                    <a:pt x="8077130" y="5873362"/>
                  </a:moveTo>
                  <a:lnTo>
                    <a:pt x="8057885" y="5873362"/>
                  </a:lnTo>
                  <a:lnTo>
                    <a:pt x="8049395" y="5879720"/>
                  </a:lnTo>
                  <a:lnTo>
                    <a:pt x="8049395" y="5898795"/>
                  </a:lnTo>
                  <a:lnTo>
                    <a:pt x="8055904" y="5907243"/>
                  </a:lnTo>
                  <a:lnTo>
                    <a:pt x="8074865" y="5907243"/>
                  </a:lnTo>
                  <a:lnTo>
                    <a:pt x="8083356" y="5898795"/>
                  </a:lnTo>
                  <a:lnTo>
                    <a:pt x="8083356" y="5881839"/>
                  </a:lnTo>
                  <a:lnTo>
                    <a:pt x="8077130" y="5873362"/>
                  </a:lnTo>
                  <a:close/>
                </a:path>
                <a:path w="9542780" h="6570345">
                  <a:moveTo>
                    <a:pt x="8077130" y="5917840"/>
                  </a:moveTo>
                  <a:lnTo>
                    <a:pt x="8057885" y="5917840"/>
                  </a:lnTo>
                  <a:lnTo>
                    <a:pt x="8049395" y="5924199"/>
                  </a:lnTo>
                  <a:lnTo>
                    <a:pt x="8049395" y="5943245"/>
                  </a:lnTo>
                  <a:lnTo>
                    <a:pt x="8055904" y="5951722"/>
                  </a:lnTo>
                  <a:lnTo>
                    <a:pt x="8074865" y="5951722"/>
                  </a:lnTo>
                  <a:lnTo>
                    <a:pt x="8083356" y="5943245"/>
                  </a:lnTo>
                  <a:lnTo>
                    <a:pt x="8083356" y="5926319"/>
                  </a:lnTo>
                  <a:lnTo>
                    <a:pt x="8077130" y="5917840"/>
                  </a:lnTo>
                  <a:close/>
                </a:path>
                <a:path w="9542780" h="6570345">
                  <a:moveTo>
                    <a:pt x="8077130" y="5962291"/>
                  </a:moveTo>
                  <a:lnTo>
                    <a:pt x="8057885" y="5962291"/>
                  </a:lnTo>
                  <a:lnTo>
                    <a:pt x="8049395" y="5968649"/>
                  </a:lnTo>
                  <a:lnTo>
                    <a:pt x="8049395" y="5987723"/>
                  </a:lnTo>
                  <a:lnTo>
                    <a:pt x="8055904" y="5996172"/>
                  </a:lnTo>
                  <a:lnTo>
                    <a:pt x="8066375" y="5996172"/>
                  </a:lnTo>
                  <a:lnTo>
                    <a:pt x="8074865" y="5994053"/>
                  </a:lnTo>
                  <a:lnTo>
                    <a:pt x="8083356" y="5987723"/>
                  </a:lnTo>
                  <a:lnTo>
                    <a:pt x="8083356" y="5970769"/>
                  </a:lnTo>
                  <a:lnTo>
                    <a:pt x="8077130" y="5962291"/>
                  </a:lnTo>
                  <a:close/>
                </a:path>
                <a:path w="9542780" h="6570345">
                  <a:moveTo>
                    <a:pt x="8077130" y="6004650"/>
                  </a:moveTo>
                  <a:lnTo>
                    <a:pt x="8057885" y="6004650"/>
                  </a:lnTo>
                  <a:lnTo>
                    <a:pt x="8049395" y="6011009"/>
                  </a:lnTo>
                  <a:lnTo>
                    <a:pt x="8049395" y="6030053"/>
                  </a:lnTo>
                  <a:lnTo>
                    <a:pt x="8055904" y="6038532"/>
                  </a:lnTo>
                  <a:lnTo>
                    <a:pt x="8074865" y="6038532"/>
                  </a:lnTo>
                  <a:lnTo>
                    <a:pt x="8083356" y="6032173"/>
                  </a:lnTo>
                  <a:lnTo>
                    <a:pt x="8083356" y="6013127"/>
                  </a:lnTo>
                  <a:lnTo>
                    <a:pt x="8077130" y="6004650"/>
                  </a:lnTo>
                  <a:close/>
                </a:path>
                <a:path w="9542780" h="6570345">
                  <a:moveTo>
                    <a:pt x="8077130" y="6049100"/>
                  </a:moveTo>
                  <a:lnTo>
                    <a:pt x="8057885" y="6049100"/>
                  </a:lnTo>
                  <a:lnTo>
                    <a:pt x="8049395" y="6055459"/>
                  </a:lnTo>
                  <a:lnTo>
                    <a:pt x="8049395" y="6074533"/>
                  </a:lnTo>
                  <a:lnTo>
                    <a:pt x="8055904" y="6082982"/>
                  </a:lnTo>
                  <a:lnTo>
                    <a:pt x="8074865" y="6082982"/>
                  </a:lnTo>
                  <a:lnTo>
                    <a:pt x="8083356" y="6076623"/>
                  </a:lnTo>
                  <a:lnTo>
                    <a:pt x="8083356" y="6057578"/>
                  </a:lnTo>
                  <a:lnTo>
                    <a:pt x="8077130" y="6049100"/>
                  </a:lnTo>
                  <a:close/>
                </a:path>
                <a:path w="9542780" h="6570345">
                  <a:moveTo>
                    <a:pt x="8077130" y="6093579"/>
                  </a:moveTo>
                  <a:lnTo>
                    <a:pt x="8057885" y="6093579"/>
                  </a:lnTo>
                  <a:lnTo>
                    <a:pt x="8049395" y="6099936"/>
                  </a:lnTo>
                  <a:lnTo>
                    <a:pt x="8049395" y="6118983"/>
                  </a:lnTo>
                  <a:lnTo>
                    <a:pt x="8055904" y="6127460"/>
                  </a:lnTo>
                  <a:lnTo>
                    <a:pt x="8074865" y="6127460"/>
                  </a:lnTo>
                  <a:lnTo>
                    <a:pt x="8083356" y="6118983"/>
                  </a:lnTo>
                  <a:lnTo>
                    <a:pt x="8083356" y="6102056"/>
                  </a:lnTo>
                  <a:lnTo>
                    <a:pt x="8077130" y="6093579"/>
                  </a:lnTo>
                  <a:close/>
                </a:path>
                <a:path w="9542780" h="6570345">
                  <a:moveTo>
                    <a:pt x="8077130" y="6138029"/>
                  </a:moveTo>
                  <a:lnTo>
                    <a:pt x="8057885" y="6138029"/>
                  </a:lnTo>
                  <a:lnTo>
                    <a:pt x="8049395" y="6144386"/>
                  </a:lnTo>
                  <a:lnTo>
                    <a:pt x="8049395" y="6163461"/>
                  </a:lnTo>
                  <a:lnTo>
                    <a:pt x="8055904" y="6171910"/>
                  </a:lnTo>
                  <a:lnTo>
                    <a:pt x="8074865" y="6171910"/>
                  </a:lnTo>
                  <a:lnTo>
                    <a:pt x="8083356" y="6163461"/>
                  </a:lnTo>
                  <a:lnTo>
                    <a:pt x="8083356" y="6146506"/>
                  </a:lnTo>
                  <a:lnTo>
                    <a:pt x="8077130" y="6138029"/>
                  </a:lnTo>
                  <a:close/>
                </a:path>
                <a:path w="9542780" h="6570345">
                  <a:moveTo>
                    <a:pt x="8077130" y="6182507"/>
                  </a:moveTo>
                  <a:lnTo>
                    <a:pt x="8057885" y="6182507"/>
                  </a:lnTo>
                  <a:lnTo>
                    <a:pt x="8049395" y="6188866"/>
                  </a:lnTo>
                  <a:lnTo>
                    <a:pt x="8049395" y="6210030"/>
                  </a:lnTo>
                  <a:lnTo>
                    <a:pt x="8055904" y="6216389"/>
                  </a:lnTo>
                  <a:lnTo>
                    <a:pt x="8074865" y="6216389"/>
                  </a:lnTo>
                  <a:lnTo>
                    <a:pt x="8083356" y="6207912"/>
                  </a:lnTo>
                  <a:lnTo>
                    <a:pt x="8083356" y="6190985"/>
                  </a:lnTo>
                  <a:lnTo>
                    <a:pt x="8077130" y="6182507"/>
                  </a:lnTo>
                  <a:close/>
                </a:path>
                <a:path w="9542780" h="6570345">
                  <a:moveTo>
                    <a:pt x="8077130" y="6226958"/>
                  </a:moveTo>
                  <a:lnTo>
                    <a:pt x="8057885" y="6226958"/>
                  </a:lnTo>
                  <a:lnTo>
                    <a:pt x="8049395" y="6233316"/>
                  </a:lnTo>
                  <a:lnTo>
                    <a:pt x="8049395" y="6254482"/>
                  </a:lnTo>
                  <a:lnTo>
                    <a:pt x="8055904" y="6260839"/>
                  </a:lnTo>
                  <a:lnTo>
                    <a:pt x="8074867" y="6260839"/>
                  </a:lnTo>
                  <a:lnTo>
                    <a:pt x="8083356" y="6252362"/>
                  </a:lnTo>
                  <a:lnTo>
                    <a:pt x="8083356" y="6235435"/>
                  </a:lnTo>
                  <a:lnTo>
                    <a:pt x="8077130" y="6226958"/>
                  </a:lnTo>
                  <a:close/>
                </a:path>
                <a:path w="9542780" h="6570345">
                  <a:moveTo>
                    <a:pt x="8077130" y="6271436"/>
                  </a:moveTo>
                  <a:lnTo>
                    <a:pt x="8057885" y="6271436"/>
                  </a:lnTo>
                  <a:lnTo>
                    <a:pt x="8049395" y="6277794"/>
                  </a:lnTo>
                  <a:lnTo>
                    <a:pt x="8049395" y="6298957"/>
                  </a:lnTo>
                  <a:lnTo>
                    <a:pt x="8055904" y="6305309"/>
                  </a:lnTo>
                  <a:lnTo>
                    <a:pt x="8066375" y="6305309"/>
                  </a:lnTo>
                  <a:lnTo>
                    <a:pt x="8074867" y="6303190"/>
                  </a:lnTo>
                  <a:lnTo>
                    <a:pt x="8083356" y="6296840"/>
                  </a:lnTo>
                  <a:lnTo>
                    <a:pt x="8083356" y="6279913"/>
                  </a:lnTo>
                  <a:lnTo>
                    <a:pt x="8077130" y="6271436"/>
                  </a:lnTo>
                  <a:close/>
                </a:path>
                <a:path w="9542780" h="6570345">
                  <a:moveTo>
                    <a:pt x="8077130" y="6313778"/>
                  </a:moveTo>
                  <a:lnTo>
                    <a:pt x="8057885" y="6313778"/>
                  </a:lnTo>
                  <a:lnTo>
                    <a:pt x="8049395" y="6320130"/>
                  </a:lnTo>
                  <a:lnTo>
                    <a:pt x="8049395" y="6341301"/>
                  </a:lnTo>
                  <a:lnTo>
                    <a:pt x="8055904" y="6347654"/>
                  </a:lnTo>
                  <a:lnTo>
                    <a:pt x="8074867" y="6347654"/>
                  </a:lnTo>
                  <a:lnTo>
                    <a:pt x="8083356" y="6341301"/>
                  </a:lnTo>
                  <a:lnTo>
                    <a:pt x="8083356" y="6322247"/>
                  </a:lnTo>
                  <a:lnTo>
                    <a:pt x="8077130" y="6313778"/>
                  </a:lnTo>
                  <a:close/>
                </a:path>
                <a:path w="9542780" h="6570345">
                  <a:moveTo>
                    <a:pt x="8032697" y="5210649"/>
                  </a:moveTo>
                  <a:lnTo>
                    <a:pt x="8013452" y="5210649"/>
                  </a:lnTo>
                  <a:lnTo>
                    <a:pt x="8004962" y="5217008"/>
                  </a:lnTo>
                  <a:lnTo>
                    <a:pt x="8004962" y="5236055"/>
                  </a:lnTo>
                  <a:lnTo>
                    <a:pt x="8011472" y="5244532"/>
                  </a:lnTo>
                  <a:lnTo>
                    <a:pt x="8030433" y="5244532"/>
                  </a:lnTo>
                  <a:lnTo>
                    <a:pt x="8038923" y="5236055"/>
                  </a:lnTo>
                  <a:lnTo>
                    <a:pt x="8038923" y="5219128"/>
                  </a:lnTo>
                  <a:lnTo>
                    <a:pt x="8032697" y="5210649"/>
                  </a:lnTo>
                  <a:close/>
                </a:path>
                <a:path w="9542780" h="6570345">
                  <a:moveTo>
                    <a:pt x="8032697" y="5255129"/>
                  </a:moveTo>
                  <a:lnTo>
                    <a:pt x="8013453" y="5255129"/>
                  </a:lnTo>
                  <a:lnTo>
                    <a:pt x="8004962" y="5261458"/>
                  </a:lnTo>
                  <a:lnTo>
                    <a:pt x="8004962" y="5282652"/>
                  </a:lnTo>
                  <a:lnTo>
                    <a:pt x="8011472" y="5288982"/>
                  </a:lnTo>
                  <a:lnTo>
                    <a:pt x="8030433" y="5288982"/>
                  </a:lnTo>
                  <a:lnTo>
                    <a:pt x="8038923" y="5280533"/>
                  </a:lnTo>
                  <a:lnTo>
                    <a:pt x="8038923" y="5263578"/>
                  </a:lnTo>
                  <a:lnTo>
                    <a:pt x="8032697" y="5255129"/>
                  </a:lnTo>
                  <a:close/>
                </a:path>
                <a:path w="9542780" h="6570345">
                  <a:moveTo>
                    <a:pt x="8032697" y="5299579"/>
                  </a:moveTo>
                  <a:lnTo>
                    <a:pt x="8013453" y="5299579"/>
                  </a:lnTo>
                  <a:lnTo>
                    <a:pt x="8004962" y="5305936"/>
                  </a:lnTo>
                  <a:lnTo>
                    <a:pt x="8004962" y="5327102"/>
                  </a:lnTo>
                  <a:lnTo>
                    <a:pt x="8011472" y="5333460"/>
                  </a:lnTo>
                  <a:lnTo>
                    <a:pt x="8030433" y="5333460"/>
                  </a:lnTo>
                  <a:lnTo>
                    <a:pt x="8038923" y="5324983"/>
                  </a:lnTo>
                  <a:lnTo>
                    <a:pt x="8038923" y="5308056"/>
                  </a:lnTo>
                  <a:lnTo>
                    <a:pt x="8032697" y="5299579"/>
                  </a:lnTo>
                  <a:close/>
                </a:path>
                <a:path w="9542780" h="6570345">
                  <a:moveTo>
                    <a:pt x="8032697" y="5344057"/>
                  </a:moveTo>
                  <a:lnTo>
                    <a:pt x="8013453" y="5344057"/>
                  </a:lnTo>
                  <a:lnTo>
                    <a:pt x="8004962" y="5350388"/>
                  </a:lnTo>
                  <a:lnTo>
                    <a:pt x="8004962" y="5369462"/>
                  </a:lnTo>
                  <a:lnTo>
                    <a:pt x="8011472" y="5377911"/>
                  </a:lnTo>
                  <a:lnTo>
                    <a:pt x="8021943" y="5377911"/>
                  </a:lnTo>
                  <a:lnTo>
                    <a:pt x="8030433" y="5375791"/>
                  </a:lnTo>
                  <a:lnTo>
                    <a:pt x="8038923" y="5369462"/>
                  </a:lnTo>
                  <a:lnTo>
                    <a:pt x="8038923" y="5352506"/>
                  </a:lnTo>
                  <a:lnTo>
                    <a:pt x="8032697" y="5344057"/>
                  </a:lnTo>
                  <a:close/>
                </a:path>
                <a:path w="9542780" h="6570345">
                  <a:moveTo>
                    <a:pt x="8032697" y="5386388"/>
                  </a:moveTo>
                  <a:lnTo>
                    <a:pt x="8013453" y="5386388"/>
                  </a:lnTo>
                  <a:lnTo>
                    <a:pt x="8004962" y="5392746"/>
                  </a:lnTo>
                  <a:lnTo>
                    <a:pt x="8004962" y="5411792"/>
                  </a:lnTo>
                  <a:lnTo>
                    <a:pt x="8011472" y="5420269"/>
                  </a:lnTo>
                  <a:lnTo>
                    <a:pt x="8030433" y="5420269"/>
                  </a:lnTo>
                  <a:lnTo>
                    <a:pt x="8038923" y="5413912"/>
                  </a:lnTo>
                  <a:lnTo>
                    <a:pt x="8038923" y="5394866"/>
                  </a:lnTo>
                  <a:lnTo>
                    <a:pt x="8032697" y="5386388"/>
                  </a:lnTo>
                  <a:close/>
                </a:path>
                <a:path w="9542780" h="6570345">
                  <a:moveTo>
                    <a:pt x="8032697" y="5430866"/>
                  </a:moveTo>
                  <a:lnTo>
                    <a:pt x="8013453" y="5430866"/>
                  </a:lnTo>
                  <a:lnTo>
                    <a:pt x="8004962" y="5437196"/>
                  </a:lnTo>
                  <a:lnTo>
                    <a:pt x="8004962" y="5458390"/>
                  </a:lnTo>
                  <a:lnTo>
                    <a:pt x="8011472" y="5464719"/>
                  </a:lnTo>
                  <a:lnTo>
                    <a:pt x="8030433" y="5464719"/>
                  </a:lnTo>
                  <a:lnTo>
                    <a:pt x="8038923" y="5458390"/>
                  </a:lnTo>
                  <a:lnTo>
                    <a:pt x="8038923" y="5439316"/>
                  </a:lnTo>
                  <a:lnTo>
                    <a:pt x="8032697" y="5430866"/>
                  </a:lnTo>
                  <a:close/>
                </a:path>
                <a:path w="9542780" h="6570345">
                  <a:moveTo>
                    <a:pt x="8032697" y="5475316"/>
                  </a:moveTo>
                  <a:lnTo>
                    <a:pt x="8013453" y="5475316"/>
                  </a:lnTo>
                  <a:lnTo>
                    <a:pt x="8004962" y="5481675"/>
                  </a:lnTo>
                  <a:lnTo>
                    <a:pt x="8004962" y="5502840"/>
                  </a:lnTo>
                  <a:lnTo>
                    <a:pt x="8011472" y="5509199"/>
                  </a:lnTo>
                  <a:lnTo>
                    <a:pt x="8030433" y="5509199"/>
                  </a:lnTo>
                  <a:lnTo>
                    <a:pt x="8038923" y="5500721"/>
                  </a:lnTo>
                  <a:lnTo>
                    <a:pt x="8038923" y="5483793"/>
                  </a:lnTo>
                  <a:lnTo>
                    <a:pt x="8032697" y="5475316"/>
                  </a:lnTo>
                  <a:close/>
                </a:path>
                <a:path w="9542780" h="6570345">
                  <a:moveTo>
                    <a:pt x="8032697" y="5519795"/>
                  </a:moveTo>
                  <a:lnTo>
                    <a:pt x="8013453" y="5519795"/>
                  </a:lnTo>
                  <a:lnTo>
                    <a:pt x="8004962" y="5526125"/>
                  </a:lnTo>
                  <a:lnTo>
                    <a:pt x="8004962" y="5545199"/>
                  </a:lnTo>
                  <a:lnTo>
                    <a:pt x="8011472" y="5553649"/>
                  </a:lnTo>
                  <a:lnTo>
                    <a:pt x="8030433" y="5553649"/>
                  </a:lnTo>
                  <a:lnTo>
                    <a:pt x="8038923" y="5545199"/>
                  </a:lnTo>
                  <a:lnTo>
                    <a:pt x="8038923" y="5528245"/>
                  </a:lnTo>
                  <a:lnTo>
                    <a:pt x="8032697" y="5519795"/>
                  </a:lnTo>
                  <a:close/>
                </a:path>
                <a:path w="9542780" h="6570345">
                  <a:moveTo>
                    <a:pt x="8032697" y="5564245"/>
                  </a:moveTo>
                  <a:lnTo>
                    <a:pt x="8013453" y="5564245"/>
                  </a:lnTo>
                  <a:lnTo>
                    <a:pt x="8004962" y="5570603"/>
                  </a:lnTo>
                  <a:lnTo>
                    <a:pt x="8004962" y="5589649"/>
                  </a:lnTo>
                  <a:lnTo>
                    <a:pt x="8011472" y="5598126"/>
                  </a:lnTo>
                  <a:lnTo>
                    <a:pt x="8030433" y="5598126"/>
                  </a:lnTo>
                  <a:lnTo>
                    <a:pt x="8038923" y="5589649"/>
                  </a:lnTo>
                  <a:lnTo>
                    <a:pt x="8038923" y="5572723"/>
                  </a:lnTo>
                  <a:lnTo>
                    <a:pt x="8032697" y="5564245"/>
                  </a:lnTo>
                  <a:close/>
                </a:path>
                <a:path w="9542780" h="6570345">
                  <a:moveTo>
                    <a:pt x="8032697" y="5608723"/>
                  </a:moveTo>
                  <a:lnTo>
                    <a:pt x="8013453" y="5608723"/>
                  </a:lnTo>
                  <a:lnTo>
                    <a:pt x="8004962" y="5615053"/>
                  </a:lnTo>
                  <a:lnTo>
                    <a:pt x="8004962" y="5634128"/>
                  </a:lnTo>
                  <a:lnTo>
                    <a:pt x="8011472" y="5642578"/>
                  </a:lnTo>
                  <a:lnTo>
                    <a:pt x="8030433" y="5642578"/>
                  </a:lnTo>
                  <a:lnTo>
                    <a:pt x="8038923" y="5634128"/>
                  </a:lnTo>
                  <a:lnTo>
                    <a:pt x="8038923" y="5617173"/>
                  </a:lnTo>
                  <a:lnTo>
                    <a:pt x="8032697" y="5608723"/>
                  </a:lnTo>
                  <a:close/>
                </a:path>
                <a:path w="9542780" h="6570345">
                  <a:moveTo>
                    <a:pt x="8032697" y="5653173"/>
                  </a:moveTo>
                  <a:lnTo>
                    <a:pt x="8013453" y="5653173"/>
                  </a:lnTo>
                  <a:lnTo>
                    <a:pt x="8004962" y="5659532"/>
                  </a:lnTo>
                  <a:lnTo>
                    <a:pt x="8004962" y="5678578"/>
                  </a:lnTo>
                  <a:lnTo>
                    <a:pt x="8011472" y="5687056"/>
                  </a:lnTo>
                  <a:lnTo>
                    <a:pt x="8021943" y="5687056"/>
                  </a:lnTo>
                  <a:lnTo>
                    <a:pt x="8030433" y="5684936"/>
                  </a:lnTo>
                  <a:lnTo>
                    <a:pt x="8038923" y="5678578"/>
                  </a:lnTo>
                  <a:lnTo>
                    <a:pt x="8038923" y="5661652"/>
                  </a:lnTo>
                  <a:lnTo>
                    <a:pt x="8032697" y="5653173"/>
                  </a:lnTo>
                  <a:close/>
                </a:path>
                <a:path w="9542780" h="6570345">
                  <a:moveTo>
                    <a:pt x="8032697" y="5695533"/>
                  </a:moveTo>
                  <a:lnTo>
                    <a:pt x="8013453" y="5695533"/>
                  </a:lnTo>
                  <a:lnTo>
                    <a:pt x="8004962" y="5701863"/>
                  </a:lnTo>
                  <a:lnTo>
                    <a:pt x="8004962" y="5720937"/>
                  </a:lnTo>
                  <a:lnTo>
                    <a:pt x="8011472" y="5729386"/>
                  </a:lnTo>
                  <a:lnTo>
                    <a:pt x="8030433" y="5729386"/>
                  </a:lnTo>
                  <a:lnTo>
                    <a:pt x="8038923" y="5723056"/>
                  </a:lnTo>
                  <a:lnTo>
                    <a:pt x="8038923" y="5703982"/>
                  </a:lnTo>
                  <a:lnTo>
                    <a:pt x="8032697" y="5695533"/>
                  </a:lnTo>
                  <a:close/>
                </a:path>
                <a:path w="9542780" h="6570345">
                  <a:moveTo>
                    <a:pt x="8032697" y="5739983"/>
                  </a:moveTo>
                  <a:lnTo>
                    <a:pt x="8013453" y="5739983"/>
                  </a:lnTo>
                  <a:lnTo>
                    <a:pt x="8004962" y="5746342"/>
                  </a:lnTo>
                  <a:lnTo>
                    <a:pt x="8004962" y="5765388"/>
                  </a:lnTo>
                  <a:lnTo>
                    <a:pt x="8011472" y="5773865"/>
                  </a:lnTo>
                  <a:lnTo>
                    <a:pt x="8030433" y="5773865"/>
                  </a:lnTo>
                  <a:lnTo>
                    <a:pt x="8038923" y="5767506"/>
                  </a:lnTo>
                  <a:lnTo>
                    <a:pt x="8038923" y="5748460"/>
                  </a:lnTo>
                  <a:lnTo>
                    <a:pt x="8032697" y="5739983"/>
                  </a:lnTo>
                  <a:close/>
                </a:path>
                <a:path w="9542780" h="6570345">
                  <a:moveTo>
                    <a:pt x="8032697" y="5784462"/>
                  </a:moveTo>
                  <a:lnTo>
                    <a:pt x="8013453" y="5784462"/>
                  </a:lnTo>
                  <a:lnTo>
                    <a:pt x="8004962" y="5790792"/>
                  </a:lnTo>
                  <a:lnTo>
                    <a:pt x="8004962" y="5809866"/>
                  </a:lnTo>
                  <a:lnTo>
                    <a:pt x="8011472" y="5818315"/>
                  </a:lnTo>
                  <a:lnTo>
                    <a:pt x="8030433" y="5818315"/>
                  </a:lnTo>
                  <a:lnTo>
                    <a:pt x="8038923" y="5809866"/>
                  </a:lnTo>
                  <a:lnTo>
                    <a:pt x="8038923" y="5792911"/>
                  </a:lnTo>
                  <a:lnTo>
                    <a:pt x="8032697" y="5784462"/>
                  </a:lnTo>
                  <a:close/>
                </a:path>
                <a:path w="9542780" h="6570345">
                  <a:moveTo>
                    <a:pt x="8032697" y="5828912"/>
                  </a:moveTo>
                  <a:lnTo>
                    <a:pt x="8013453" y="5828912"/>
                  </a:lnTo>
                  <a:lnTo>
                    <a:pt x="8004962" y="5835270"/>
                  </a:lnTo>
                  <a:lnTo>
                    <a:pt x="8004962" y="5854316"/>
                  </a:lnTo>
                  <a:lnTo>
                    <a:pt x="8011472" y="5862793"/>
                  </a:lnTo>
                  <a:lnTo>
                    <a:pt x="8030433" y="5862793"/>
                  </a:lnTo>
                  <a:lnTo>
                    <a:pt x="8038923" y="5854316"/>
                  </a:lnTo>
                  <a:lnTo>
                    <a:pt x="8038923" y="5837389"/>
                  </a:lnTo>
                  <a:lnTo>
                    <a:pt x="8032697" y="5828912"/>
                  </a:lnTo>
                  <a:close/>
                </a:path>
                <a:path w="9542780" h="6570345">
                  <a:moveTo>
                    <a:pt x="8032697" y="5873362"/>
                  </a:moveTo>
                  <a:lnTo>
                    <a:pt x="8013453" y="5873362"/>
                  </a:lnTo>
                  <a:lnTo>
                    <a:pt x="8004962" y="5879720"/>
                  </a:lnTo>
                  <a:lnTo>
                    <a:pt x="8004962" y="5898795"/>
                  </a:lnTo>
                  <a:lnTo>
                    <a:pt x="8011472" y="5907243"/>
                  </a:lnTo>
                  <a:lnTo>
                    <a:pt x="8030433" y="5907243"/>
                  </a:lnTo>
                  <a:lnTo>
                    <a:pt x="8038923" y="5898795"/>
                  </a:lnTo>
                  <a:lnTo>
                    <a:pt x="8038923" y="5881839"/>
                  </a:lnTo>
                  <a:lnTo>
                    <a:pt x="8032697" y="5873362"/>
                  </a:lnTo>
                  <a:close/>
                </a:path>
                <a:path w="9542780" h="6570345">
                  <a:moveTo>
                    <a:pt x="8032697" y="5917840"/>
                  </a:moveTo>
                  <a:lnTo>
                    <a:pt x="8013453" y="5917840"/>
                  </a:lnTo>
                  <a:lnTo>
                    <a:pt x="8004962" y="5924199"/>
                  </a:lnTo>
                  <a:lnTo>
                    <a:pt x="8004962" y="5943245"/>
                  </a:lnTo>
                  <a:lnTo>
                    <a:pt x="8011472" y="5951722"/>
                  </a:lnTo>
                  <a:lnTo>
                    <a:pt x="8030433" y="5951722"/>
                  </a:lnTo>
                  <a:lnTo>
                    <a:pt x="8038923" y="5943245"/>
                  </a:lnTo>
                  <a:lnTo>
                    <a:pt x="8038923" y="5926319"/>
                  </a:lnTo>
                  <a:lnTo>
                    <a:pt x="8032697" y="5917840"/>
                  </a:lnTo>
                  <a:close/>
                </a:path>
                <a:path w="9542780" h="6570345">
                  <a:moveTo>
                    <a:pt x="8032697" y="5962291"/>
                  </a:moveTo>
                  <a:lnTo>
                    <a:pt x="8013453" y="5962291"/>
                  </a:lnTo>
                  <a:lnTo>
                    <a:pt x="8004962" y="5968649"/>
                  </a:lnTo>
                  <a:lnTo>
                    <a:pt x="8004962" y="5987723"/>
                  </a:lnTo>
                  <a:lnTo>
                    <a:pt x="8011472" y="5996172"/>
                  </a:lnTo>
                  <a:lnTo>
                    <a:pt x="8021943" y="5996172"/>
                  </a:lnTo>
                  <a:lnTo>
                    <a:pt x="8030433" y="5994053"/>
                  </a:lnTo>
                  <a:lnTo>
                    <a:pt x="8038923" y="5987723"/>
                  </a:lnTo>
                  <a:lnTo>
                    <a:pt x="8038923" y="5970769"/>
                  </a:lnTo>
                  <a:lnTo>
                    <a:pt x="8032697" y="5962291"/>
                  </a:lnTo>
                  <a:close/>
                </a:path>
                <a:path w="9542780" h="6570345">
                  <a:moveTo>
                    <a:pt x="8032697" y="6004650"/>
                  </a:moveTo>
                  <a:lnTo>
                    <a:pt x="8013453" y="6004650"/>
                  </a:lnTo>
                  <a:lnTo>
                    <a:pt x="8004962" y="6011009"/>
                  </a:lnTo>
                  <a:lnTo>
                    <a:pt x="8004962" y="6030053"/>
                  </a:lnTo>
                  <a:lnTo>
                    <a:pt x="8011472" y="6038532"/>
                  </a:lnTo>
                  <a:lnTo>
                    <a:pt x="8030433" y="6038532"/>
                  </a:lnTo>
                  <a:lnTo>
                    <a:pt x="8038923" y="6032173"/>
                  </a:lnTo>
                  <a:lnTo>
                    <a:pt x="8038923" y="6013127"/>
                  </a:lnTo>
                  <a:lnTo>
                    <a:pt x="8032697" y="6004650"/>
                  </a:lnTo>
                  <a:close/>
                </a:path>
                <a:path w="9542780" h="6570345">
                  <a:moveTo>
                    <a:pt x="8032697" y="6049100"/>
                  </a:moveTo>
                  <a:lnTo>
                    <a:pt x="8013453" y="6049100"/>
                  </a:lnTo>
                  <a:lnTo>
                    <a:pt x="8004962" y="6055459"/>
                  </a:lnTo>
                  <a:lnTo>
                    <a:pt x="8004962" y="6074533"/>
                  </a:lnTo>
                  <a:lnTo>
                    <a:pt x="8011472" y="6082982"/>
                  </a:lnTo>
                  <a:lnTo>
                    <a:pt x="8030433" y="6082982"/>
                  </a:lnTo>
                  <a:lnTo>
                    <a:pt x="8038923" y="6076623"/>
                  </a:lnTo>
                  <a:lnTo>
                    <a:pt x="8038923" y="6057578"/>
                  </a:lnTo>
                  <a:lnTo>
                    <a:pt x="8032697" y="6049100"/>
                  </a:lnTo>
                  <a:close/>
                </a:path>
                <a:path w="9542780" h="6570345">
                  <a:moveTo>
                    <a:pt x="8032697" y="6093579"/>
                  </a:moveTo>
                  <a:lnTo>
                    <a:pt x="8013453" y="6093579"/>
                  </a:lnTo>
                  <a:lnTo>
                    <a:pt x="8004962" y="6099936"/>
                  </a:lnTo>
                  <a:lnTo>
                    <a:pt x="8004962" y="6118983"/>
                  </a:lnTo>
                  <a:lnTo>
                    <a:pt x="8011472" y="6127460"/>
                  </a:lnTo>
                  <a:lnTo>
                    <a:pt x="8030433" y="6127460"/>
                  </a:lnTo>
                  <a:lnTo>
                    <a:pt x="8038923" y="6118983"/>
                  </a:lnTo>
                  <a:lnTo>
                    <a:pt x="8038923" y="6102056"/>
                  </a:lnTo>
                  <a:lnTo>
                    <a:pt x="8032697" y="6093579"/>
                  </a:lnTo>
                  <a:close/>
                </a:path>
                <a:path w="9542780" h="6570345">
                  <a:moveTo>
                    <a:pt x="8032697" y="6138029"/>
                  </a:moveTo>
                  <a:lnTo>
                    <a:pt x="8013453" y="6138029"/>
                  </a:lnTo>
                  <a:lnTo>
                    <a:pt x="8004962" y="6144386"/>
                  </a:lnTo>
                  <a:lnTo>
                    <a:pt x="8004962" y="6163461"/>
                  </a:lnTo>
                  <a:lnTo>
                    <a:pt x="8011472" y="6171910"/>
                  </a:lnTo>
                  <a:lnTo>
                    <a:pt x="8030433" y="6171910"/>
                  </a:lnTo>
                  <a:lnTo>
                    <a:pt x="8038923" y="6163461"/>
                  </a:lnTo>
                  <a:lnTo>
                    <a:pt x="8038923" y="6146506"/>
                  </a:lnTo>
                  <a:lnTo>
                    <a:pt x="8032697" y="6138029"/>
                  </a:lnTo>
                  <a:close/>
                </a:path>
                <a:path w="9542780" h="6570345">
                  <a:moveTo>
                    <a:pt x="8032697" y="6182507"/>
                  </a:moveTo>
                  <a:lnTo>
                    <a:pt x="8013453" y="6182507"/>
                  </a:lnTo>
                  <a:lnTo>
                    <a:pt x="8004962" y="6188866"/>
                  </a:lnTo>
                  <a:lnTo>
                    <a:pt x="8004962" y="6210030"/>
                  </a:lnTo>
                  <a:lnTo>
                    <a:pt x="8011472" y="6216389"/>
                  </a:lnTo>
                  <a:lnTo>
                    <a:pt x="8030433" y="6216389"/>
                  </a:lnTo>
                  <a:lnTo>
                    <a:pt x="8038923" y="6207912"/>
                  </a:lnTo>
                  <a:lnTo>
                    <a:pt x="8038923" y="6190985"/>
                  </a:lnTo>
                  <a:lnTo>
                    <a:pt x="8032697" y="6182507"/>
                  </a:lnTo>
                  <a:close/>
                </a:path>
                <a:path w="9542780" h="6570345">
                  <a:moveTo>
                    <a:pt x="8032697" y="6226958"/>
                  </a:moveTo>
                  <a:lnTo>
                    <a:pt x="8013453" y="6226958"/>
                  </a:lnTo>
                  <a:lnTo>
                    <a:pt x="8004962" y="6233316"/>
                  </a:lnTo>
                  <a:lnTo>
                    <a:pt x="8004962" y="6254482"/>
                  </a:lnTo>
                  <a:lnTo>
                    <a:pt x="8011472" y="6260839"/>
                  </a:lnTo>
                  <a:lnTo>
                    <a:pt x="8030433" y="6260839"/>
                  </a:lnTo>
                  <a:lnTo>
                    <a:pt x="8038923" y="6252362"/>
                  </a:lnTo>
                  <a:lnTo>
                    <a:pt x="8038923" y="6235435"/>
                  </a:lnTo>
                  <a:lnTo>
                    <a:pt x="8032697" y="6226958"/>
                  </a:lnTo>
                  <a:close/>
                </a:path>
                <a:path w="9542780" h="6570345">
                  <a:moveTo>
                    <a:pt x="8032697" y="6271436"/>
                  </a:moveTo>
                  <a:lnTo>
                    <a:pt x="8013453" y="6271436"/>
                  </a:lnTo>
                  <a:lnTo>
                    <a:pt x="8004962" y="6277794"/>
                  </a:lnTo>
                  <a:lnTo>
                    <a:pt x="8004962" y="6298957"/>
                  </a:lnTo>
                  <a:lnTo>
                    <a:pt x="8011472" y="6305309"/>
                  </a:lnTo>
                  <a:lnTo>
                    <a:pt x="8021943" y="6305309"/>
                  </a:lnTo>
                  <a:lnTo>
                    <a:pt x="8030433" y="6303190"/>
                  </a:lnTo>
                  <a:lnTo>
                    <a:pt x="8038923" y="6296840"/>
                  </a:lnTo>
                  <a:lnTo>
                    <a:pt x="8038923" y="6279913"/>
                  </a:lnTo>
                  <a:lnTo>
                    <a:pt x="8032697" y="6271436"/>
                  </a:lnTo>
                  <a:close/>
                </a:path>
                <a:path w="9542780" h="6570345">
                  <a:moveTo>
                    <a:pt x="7987982" y="5210649"/>
                  </a:moveTo>
                  <a:lnTo>
                    <a:pt x="7969020" y="5210649"/>
                  </a:lnTo>
                  <a:lnTo>
                    <a:pt x="7960530" y="5217008"/>
                  </a:lnTo>
                  <a:lnTo>
                    <a:pt x="7960530" y="5236055"/>
                  </a:lnTo>
                  <a:lnTo>
                    <a:pt x="7966755" y="5244532"/>
                  </a:lnTo>
                  <a:lnTo>
                    <a:pt x="7986001" y="5244532"/>
                  </a:lnTo>
                  <a:lnTo>
                    <a:pt x="7994491" y="5236055"/>
                  </a:lnTo>
                  <a:lnTo>
                    <a:pt x="7994491" y="5219128"/>
                  </a:lnTo>
                  <a:lnTo>
                    <a:pt x="7987982" y="5210649"/>
                  </a:lnTo>
                  <a:close/>
                </a:path>
                <a:path w="9542780" h="6570345">
                  <a:moveTo>
                    <a:pt x="7987982" y="5255129"/>
                  </a:moveTo>
                  <a:lnTo>
                    <a:pt x="7969020" y="5255129"/>
                  </a:lnTo>
                  <a:lnTo>
                    <a:pt x="7960530" y="5261458"/>
                  </a:lnTo>
                  <a:lnTo>
                    <a:pt x="7960530" y="5282652"/>
                  </a:lnTo>
                  <a:lnTo>
                    <a:pt x="7966755" y="5288982"/>
                  </a:lnTo>
                  <a:lnTo>
                    <a:pt x="7986001" y="5288982"/>
                  </a:lnTo>
                  <a:lnTo>
                    <a:pt x="7994491" y="5280533"/>
                  </a:lnTo>
                  <a:lnTo>
                    <a:pt x="7994491" y="5263578"/>
                  </a:lnTo>
                  <a:lnTo>
                    <a:pt x="7987982" y="5255129"/>
                  </a:lnTo>
                  <a:close/>
                </a:path>
                <a:path w="9542780" h="6570345">
                  <a:moveTo>
                    <a:pt x="7987982" y="5299579"/>
                  </a:moveTo>
                  <a:lnTo>
                    <a:pt x="7969020" y="5299579"/>
                  </a:lnTo>
                  <a:lnTo>
                    <a:pt x="7960530" y="5305936"/>
                  </a:lnTo>
                  <a:lnTo>
                    <a:pt x="7960530" y="5327102"/>
                  </a:lnTo>
                  <a:lnTo>
                    <a:pt x="7966755" y="5333460"/>
                  </a:lnTo>
                  <a:lnTo>
                    <a:pt x="7986001" y="5333460"/>
                  </a:lnTo>
                  <a:lnTo>
                    <a:pt x="7994491" y="5324983"/>
                  </a:lnTo>
                  <a:lnTo>
                    <a:pt x="7994491" y="5308056"/>
                  </a:lnTo>
                  <a:lnTo>
                    <a:pt x="7987982" y="5299579"/>
                  </a:lnTo>
                  <a:close/>
                </a:path>
                <a:path w="9542780" h="6570345">
                  <a:moveTo>
                    <a:pt x="7987982" y="5344057"/>
                  </a:moveTo>
                  <a:lnTo>
                    <a:pt x="7969020" y="5344057"/>
                  </a:lnTo>
                  <a:lnTo>
                    <a:pt x="7960530" y="5350388"/>
                  </a:lnTo>
                  <a:lnTo>
                    <a:pt x="7960530" y="5369462"/>
                  </a:lnTo>
                  <a:lnTo>
                    <a:pt x="7966755" y="5377911"/>
                  </a:lnTo>
                  <a:lnTo>
                    <a:pt x="7977510" y="5377911"/>
                  </a:lnTo>
                  <a:lnTo>
                    <a:pt x="7986001" y="5375791"/>
                  </a:lnTo>
                  <a:lnTo>
                    <a:pt x="7994491" y="5369462"/>
                  </a:lnTo>
                  <a:lnTo>
                    <a:pt x="7994491" y="5352506"/>
                  </a:lnTo>
                  <a:lnTo>
                    <a:pt x="7987982" y="5344057"/>
                  </a:lnTo>
                  <a:close/>
                </a:path>
                <a:path w="9542780" h="6570345">
                  <a:moveTo>
                    <a:pt x="7987982" y="5386388"/>
                  </a:moveTo>
                  <a:lnTo>
                    <a:pt x="7969020" y="5386388"/>
                  </a:lnTo>
                  <a:lnTo>
                    <a:pt x="7960530" y="5392746"/>
                  </a:lnTo>
                  <a:lnTo>
                    <a:pt x="7960530" y="5411792"/>
                  </a:lnTo>
                  <a:lnTo>
                    <a:pt x="7966755" y="5420269"/>
                  </a:lnTo>
                  <a:lnTo>
                    <a:pt x="7986001" y="5420269"/>
                  </a:lnTo>
                  <a:lnTo>
                    <a:pt x="7994491" y="5413912"/>
                  </a:lnTo>
                  <a:lnTo>
                    <a:pt x="7994491" y="5394866"/>
                  </a:lnTo>
                  <a:lnTo>
                    <a:pt x="7987982" y="5386388"/>
                  </a:lnTo>
                  <a:close/>
                </a:path>
                <a:path w="9542780" h="6570345">
                  <a:moveTo>
                    <a:pt x="7987982" y="5430866"/>
                  </a:moveTo>
                  <a:lnTo>
                    <a:pt x="7969020" y="5430866"/>
                  </a:lnTo>
                  <a:lnTo>
                    <a:pt x="7960530" y="5437196"/>
                  </a:lnTo>
                  <a:lnTo>
                    <a:pt x="7960530" y="5458390"/>
                  </a:lnTo>
                  <a:lnTo>
                    <a:pt x="7966755" y="5464719"/>
                  </a:lnTo>
                  <a:lnTo>
                    <a:pt x="7986001" y="5464719"/>
                  </a:lnTo>
                  <a:lnTo>
                    <a:pt x="7994491" y="5458390"/>
                  </a:lnTo>
                  <a:lnTo>
                    <a:pt x="7994491" y="5439316"/>
                  </a:lnTo>
                  <a:lnTo>
                    <a:pt x="7987982" y="5430866"/>
                  </a:lnTo>
                  <a:close/>
                </a:path>
                <a:path w="9542780" h="6570345">
                  <a:moveTo>
                    <a:pt x="7987982" y="5475316"/>
                  </a:moveTo>
                  <a:lnTo>
                    <a:pt x="7969020" y="5475316"/>
                  </a:lnTo>
                  <a:lnTo>
                    <a:pt x="7960530" y="5481675"/>
                  </a:lnTo>
                  <a:lnTo>
                    <a:pt x="7960530" y="5502840"/>
                  </a:lnTo>
                  <a:lnTo>
                    <a:pt x="7966755" y="5509199"/>
                  </a:lnTo>
                  <a:lnTo>
                    <a:pt x="7986001" y="5509199"/>
                  </a:lnTo>
                  <a:lnTo>
                    <a:pt x="7994491" y="5500721"/>
                  </a:lnTo>
                  <a:lnTo>
                    <a:pt x="7994491" y="5483793"/>
                  </a:lnTo>
                  <a:lnTo>
                    <a:pt x="7987982" y="5475316"/>
                  </a:lnTo>
                  <a:close/>
                </a:path>
                <a:path w="9542780" h="6570345">
                  <a:moveTo>
                    <a:pt x="7987982" y="5519795"/>
                  </a:moveTo>
                  <a:lnTo>
                    <a:pt x="7969020" y="5519795"/>
                  </a:lnTo>
                  <a:lnTo>
                    <a:pt x="7960530" y="5526125"/>
                  </a:lnTo>
                  <a:lnTo>
                    <a:pt x="7960530" y="5545199"/>
                  </a:lnTo>
                  <a:lnTo>
                    <a:pt x="7966755" y="5553649"/>
                  </a:lnTo>
                  <a:lnTo>
                    <a:pt x="7986001" y="5553649"/>
                  </a:lnTo>
                  <a:lnTo>
                    <a:pt x="7994491" y="5545199"/>
                  </a:lnTo>
                  <a:lnTo>
                    <a:pt x="7994491" y="5528245"/>
                  </a:lnTo>
                  <a:lnTo>
                    <a:pt x="7987982" y="5519795"/>
                  </a:lnTo>
                  <a:close/>
                </a:path>
                <a:path w="9542780" h="6570345">
                  <a:moveTo>
                    <a:pt x="7987982" y="5564245"/>
                  </a:moveTo>
                  <a:lnTo>
                    <a:pt x="7969020" y="5564245"/>
                  </a:lnTo>
                  <a:lnTo>
                    <a:pt x="7960530" y="5570603"/>
                  </a:lnTo>
                  <a:lnTo>
                    <a:pt x="7960530" y="5589649"/>
                  </a:lnTo>
                  <a:lnTo>
                    <a:pt x="7966755" y="5598126"/>
                  </a:lnTo>
                  <a:lnTo>
                    <a:pt x="7986001" y="5598126"/>
                  </a:lnTo>
                  <a:lnTo>
                    <a:pt x="7994491" y="5589649"/>
                  </a:lnTo>
                  <a:lnTo>
                    <a:pt x="7994491" y="5572723"/>
                  </a:lnTo>
                  <a:lnTo>
                    <a:pt x="7987982" y="5564245"/>
                  </a:lnTo>
                  <a:close/>
                </a:path>
                <a:path w="9542780" h="6570345">
                  <a:moveTo>
                    <a:pt x="7987982" y="5608723"/>
                  </a:moveTo>
                  <a:lnTo>
                    <a:pt x="7969020" y="5608723"/>
                  </a:lnTo>
                  <a:lnTo>
                    <a:pt x="7960530" y="5615053"/>
                  </a:lnTo>
                  <a:lnTo>
                    <a:pt x="7960530" y="5634128"/>
                  </a:lnTo>
                  <a:lnTo>
                    <a:pt x="7966755" y="5642578"/>
                  </a:lnTo>
                  <a:lnTo>
                    <a:pt x="7986001" y="5642578"/>
                  </a:lnTo>
                  <a:lnTo>
                    <a:pt x="7994491" y="5634128"/>
                  </a:lnTo>
                  <a:lnTo>
                    <a:pt x="7994491" y="5617173"/>
                  </a:lnTo>
                  <a:lnTo>
                    <a:pt x="7987982" y="5608723"/>
                  </a:lnTo>
                  <a:close/>
                </a:path>
                <a:path w="9542780" h="6570345">
                  <a:moveTo>
                    <a:pt x="7987982" y="5653173"/>
                  </a:moveTo>
                  <a:lnTo>
                    <a:pt x="7969020" y="5653173"/>
                  </a:lnTo>
                  <a:lnTo>
                    <a:pt x="7960530" y="5659532"/>
                  </a:lnTo>
                  <a:lnTo>
                    <a:pt x="7960530" y="5678578"/>
                  </a:lnTo>
                  <a:lnTo>
                    <a:pt x="7966755" y="5687056"/>
                  </a:lnTo>
                  <a:lnTo>
                    <a:pt x="7977510" y="5687056"/>
                  </a:lnTo>
                  <a:lnTo>
                    <a:pt x="7986001" y="5684936"/>
                  </a:lnTo>
                  <a:lnTo>
                    <a:pt x="7994491" y="5678578"/>
                  </a:lnTo>
                  <a:lnTo>
                    <a:pt x="7994491" y="5661652"/>
                  </a:lnTo>
                  <a:lnTo>
                    <a:pt x="7987982" y="5653173"/>
                  </a:lnTo>
                  <a:close/>
                </a:path>
                <a:path w="9542780" h="6570345">
                  <a:moveTo>
                    <a:pt x="7987982" y="5695533"/>
                  </a:moveTo>
                  <a:lnTo>
                    <a:pt x="7969020" y="5695533"/>
                  </a:lnTo>
                  <a:lnTo>
                    <a:pt x="7960530" y="5701863"/>
                  </a:lnTo>
                  <a:lnTo>
                    <a:pt x="7960530" y="5720937"/>
                  </a:lnTo>
                  <a:lnTo>
                    <a:pt x="7966755" y="5729386"/>
                  </a:lnTo>
                  <a:lnTo>
                    <a:pt x="7986001" y="5729386"/>
                  </a:lnTo>
                  <a:lnTo>
                    <a:pt x="7994491" y="5723056"/>
                  </a:lnTo>
                  <a:lnTo>
                    <a:pt x="7994491" y="5703982"/>
                  </a:lnTo>
                  <a:lnTo>
                    <a:pt x="7987982" y="5695533"/>
                  </a:lnTo>
                  <a:close/>
                </a:path>
                <a:path w="9542780" h="6570345">
                  <a:moveTo>
                    <a:pt x="7987982" y="5739983"/>
                  </a:moveTo>
                  <a:lnTo>
                    <a:pt x="7969020" y="5739983"/>
                  </a:lnTo>
                  <a:lnTo>
                    <a:pt x="7960530" y="5746342"/>
                  </a:lnTo>
                  <a:lnTo>
                    <a:pt x="7960530" y="5765388"/>
                  </a:lnTo>
                  <a:lnTo>
                    <a:pt x="7966755" y="5773865"/>
                  </a:lnTo>
                  <a:lnTo>
                    <a:pt x="7986001" y="5773865"/>
                  </a:lnTo>
                  <a:lnTo>
                    <a:pt x="7994491" y="5767506"/>
                  </a:lnTo>
                  <a:lnTo>
                    <a:pt x="7994491" y="5748460"/>
                  </a:lnTo>
                  <a:lnTo>
                    <a:pt x="7987982" y="5739983"/>
                  </a:lnTo>
                  <a:close/>
                </a:path>
                <a:path w="9542780" h="6570345">
                  <a:moveTo>
                    <a:pt x="7987982" y="5784462"/>
                  </a:moveTo>
                  <a:lnTo>
                    <a:pt x="7969020" y="5784462"/>
                  </a:lnTo>
                  <a:lnTo>
                    <a:pt x="7960530" y="5790792"/>
                  </a:lnTo>
                  <a:lnTo>
                    <a:pt x="7960530" y="5809866"/>
                  </a:lnTo>
                  <a:lnTo>
                    <a:pt x="7966755" y="5818315"/>
                  </a:lnTo>
                  <a:lnTo>
                    <a:pt x="7986001" y="5818315"/>
                  </a:lnTo>
                  <a:lnTo>
                    <a:pt x="7994491" y="5809866"/>
                  </a:lnTo>
                  <a:lnTo>
                    <a:pt x="7994491" y="5792911"/>
                  </a:lnTo>
                  <a:lnTo>
                    <a:pt x="7987982" y="5784462"/>
                  </a:lnTo>
                  <a:close/>
                </a:path>
                <a:path w="9542780" h="6570345">
                  <a:moveTo>
                    <a:pt x="7987982" y="5828912"/>
                  </a:moveTo>
                  <a:lnTo>
                    <a:pt x="7969020" y="5828912"/>
                  </a:lnTo>
                  <a:lnTo>
                    <a:pt x="7960530" y="5835270"/>
                  </a:lnTo>
                  <a:lnTo>
                    <a:pt x="7960530" y="5854316"/>
                  </a:lnTo>
                  <a:lnTo>
                    <a:pt x="7966755" y="5862793"/>
                  </a:lnTo>
                  <a:lnTo>
                    <a:pt x="7986001" y="5862793"/>
                  </a:lnTo>
                  <a:lnTo>
                    <a:pt x="7994491" y="5854316"/>
                  </a:lnTo>
                  <a:lnTo>
                    <a:pt x="7994491" y="5837389"/>
                  </a:lnTo>
                  <a:lnTo>
                    <a:pt x="7987982" y="5828912"/>
                  </a:lnTo>
                  <a:close/>
                </a:path>
                <a:path w="9542780" h="6570345">
                  <a:moveTo>
                    <a:pt x="7987982" y="5873362"/>
                  </a:moveTo>
                  <a:lnTo>
                    <a:pt x="7969020" y="5873362"/>
                  </a:lnTo>
                  <a:lnTo>
                    <a:pt x="7960530" y="5879720"/>
                  </a:lnTo>
                  <a:lnTo>
                    <a:pt x="7960530" y="5898795"/>
                  </a:lnTo>
                  <a:lnTo>
                    <a:pt x="7966755" y="5907243"/>
                  </a:lnTo>
                  <a:lnTo>
                    <a:pt x="7986001" y="5907243"/>
                  </a:lnTo>
                  <a:lnTo>
                    <a:pt x="7994491" y="5898795"/>
                  </a:lnTo>
                  <a:lnTo>
                    <a:pt x="7994491" y="5881839"/>
                  </a:lnTo>
                  <a:lnTo>
                    <a:pt x="7987982" y="5873362"/>
                  </a:lnTo>
                  <a:close/>
                </a:path>
                <a:path w="9542780" h="6570345">
                  <a:moveTo>
                    <a:pt x="7987982" y="5917840"/>
                  </a:moveTo>
                  <a:lnTo>
                    <a:pt x="7969020" y="5917840"/>
                  </a:lnTo>
                  <a:lnTo>
                    <a:pt x="7960530" y="5924199"/>
                  </a:lnTo>
                  <a:lnTo>
                    <a:pt x="7960530" y="5943245"/>
                  </a:lnTo>
                  <a:lnTo>
                    <a:pt x="7966755" y="5951722"/>
                  </a:lnTo>
                  <a:lnTo>
                    <a:pt x="7986001" y="5951722"/>
                  </a:lnTo>
                  <a:lnTo>
                    <a:pt x="7994491" y="5943245"/>
                  </a:lnTo>
                  <a:lnTo>
                    <a:pt x="7994491" y="5926319"/>
                  </a:lnTo>
                  <a:lnTo>
                    <a:pt x="7987982" y="5917840"/>
                  </a:lnTo>
                  <a:close/>
                </a:path>
                <a:path w="9542780" h="6570345">
                  <a:moveTo>
                    <a:pt x="7987982" y="5962291"/>
                  </a:moveTo>
                  <a:lnTo>
                    <a:pt x="7969020" y="5962291"/>
                  </a:lnTo>
                  <a:lnTo>
                    <a:pt x="7960530" y="5968649"/>
                  </a:lnTo>
                  <a:lnTo>
                    <a:pt x="7960530" y="5987723"/>
                  </a:lnTo>
                  <a:lnTo>
                    <a:pt x="7966755" y="5996172"/>
                  </a:lnTo>
                  <a:lnTo>
                    <a:pt x="7977510" y="5996172"/>
                  </a:lnTo>
                  <a:lnTo>
                    <a:pt x="7986001" y="5994053"/>
                  </a:lnTo>
                  <a:lnTo>
                    <a:pt x="7994491" y="5987723"/>
                  </a:lnTo>
                  <a:lnTo>
                    <a:pt x="7994491" y="5970769"/>
                  </a:lnTo>
                  <a:lnTo>
                    <a:pt x="7987982" y="5962291"/>
                  </a:lnTo>
                  <a:close/>
                </a:path>
                <a:path w="9542780" h="6570345">
                  <a:moveTo>
                    <a:pt x="7987982" y="6004650"/>
                  </a:moveTo>
                  <a:lnTo>
                    <a:pt x="7969020" y="6004650"/>
                  </a:lnTo>
                  <a:lnTo>
                    <a:pt x="7960530" y="6011009"/>
                  </a:lnTo>
                  <a:lnTo>
                    <a:pt x="7960530" y="6030053"/>
                  </a:lnTo>
                  <a:lnTo>
                    <a:pt x="7966755" y="6038532"/>
                  </a:lnTo>
                  <a:lnTo>
                    <a:pt x="7986001" y="6038532"/>
                  </a:lnTo>
                  <a:lnTo>
                    <a:pt x="7994491" y="6032173"/>
                  </a:lnTo>
                  <a:lnTo>
                    <a:pt x="7994491" y="6013127"/>
                  </a:lnTo>
                  <a:lnTo>
                    <a:pt x="7987982" y="6004650"/>
                  </a:lnTo>
                  <a:close/>
                </a:path>
                <a:path w="9542780" h="6570345">
                  <a:moveTo>
                    <a:pt x="7987982" y="6049100"/>
                  </a:moveTo>
                  <a:lnTo>
                    <a:pt x="7969020" y="6049100"/>
                  </a:lnTo>
                  <a:lnTo>
                    <a:pt x="7960530" y="6055459"/>
                  </a:lnTo>
                  <a:lnTo>
                    <a:pt x="7960530" y="6074533"/>
                  </a:lnTo>
                  <a:lnTo>
                    <a:pt x="7966755" y="6082982"/>
                  </a:lnTo>
                  <a:lnTo>
                    <a:pt x="7986001" y="6082982"/>
                  </a:lnTo>
                  <a:lnTo>
                    <a:pt x="7994491" y="6076623"/>
                  </a:lnTo>
                  <a:lnTo>
                    <a:pt x="7994491" y="6057578"/>
                  </a:lnTo>
                  <a:lnTo>
                    <a:pt x="7987982" y="6049100"/>
                  </a:lnTo>
                  <a:close/>
                </a:path>
                <a:path w="9542780" h="6570345">
                  <a:moveTo>
                    <a:pt x="7987982" y="6093579"/>
                  </a:moveTo>
                  <a:lnTo>
                    <a:pt x="7969020" y="6093579"/>
                  </a:lnTo>
                  <a:lnTo>
                    <a:pt x="7960530" y="6099936"/>
                  </a:lnTo>
                  <a:lnTo>
                    <a:pt x="7960530" y="6118983"/>
                  </a:lnTo>
                  <a:lnTo>
                    <a:pt x="7966755" y="6127460"/>
                  </a:lnTo>
                  <a:lnTo>
                    <a:pt x="7986001" y="6127460"/>
                  </a:lnTo>
                  <a:lnTo>
                    <a:pt x="7994491" y="6118983"/>
                  </a:lnTo>
                  <a:lnTo>
                    <a:pt x="7994491" y="6102056"/>
                  </a:lnTo>
                  <a:lnTo>
                    <a:pt x="7987982" y="6093579"/>
                  </a:lnTo>
                  <a:close/>
                </a:path>
                <a:path w="9542780" h="6570345">
                  <a:moveTo>
                    <a:pt x="7987982" y="6138029"/>
                  </a:moveTo>
                  <a:lnTo>
                    <a:pt x="7969020" y="6138029"/>
                  </a:lnTo>
                  <a:lnTo>
                    <a:pt x="7960530" y="6144386"/>
                  </a:lnTo>
                  <a:lnTo>
                    <a:pt x="7960530" y="6163461"/>
                  </a:lnTo>
                  <a:lnTo>
                    <a:pt x="7966755" y="6171910"/>
                  </a:lnTo>
                  <a:lnTo>
                    <a:pt x="7986001" y="6171910"/>
                  </a:lnTo>
                  <a:lnTo>
                    <a:pt x="7994491" y="6163461"/>
                  </a:lnTo>
                  <a:lnTo>
                    <a:pt x="7994491" y="6146506"/>
                  </a:lnTo>
                  <a:lnTo>
                    <a:pt x="7987982" y="6138029"/>
                  </a:lnTo>
                  <a:close/>
                </a:path>
                <a:path w="9542780" h="6570345">
                  <a:moveTo>
                    <a:pt x="7987982" y="6182507"/>
                  </a:moveTo>
                  <a:lnTo>
                    <a:pt x="7969020" y="6182507"/>
                  </a:lnTo>
                  <a:lnTo>
                    <a:pt x="7960530" y="6188866"/>
                  </a:lnTo>
                  <a:lnTo>
                    <a:pt x="7960530" y="6210030"/>
                  </a:lnTo>
                  <a:lnTo>
                    <a:pt x="7966755" y="6216389"/>
                  </a:lnTo>
                  <a:lnTo>
                    <a:pt x="7986001" y="6216389"/>
                  </a:lnTo>
                  <a:lnTo>
                    <a:pt x="7994491" y="6207912"/>
                  </a:lnTo>
                  <a:lnTo>
                    <a:pt x="7994491" y="6190985"/>
                  </a:lnTo>
                  <a:lnTo>
                    <a:pt x="7987982" y="6182507"/>
                  </a:lnTo>
                  <a:close/>
                </a:path>
                <a:path w="9542780" h="6570345">
                  <a:moveTo>
                    <a:pt x="7987982" y="6226958"/>
                  </a:moveTo>
                  <a:lnTo>
                    <a:pt x="7969020" y="6226958"/>
                  </a:lnTo>
                  <a:lnTo>
                    <a:pt x="7960530" y="6233316"/>
                  </a:lnTo>
                  <a:lnTo>
                    <a:pt x="7960530" y="6254482"/>
                  </a:lnTo>
                  <a:lnTo>
                    <a:pt x="7966755" y="6260839"/>
                  </a:lnTo>
                  <a:lnTo>
                    <a:pt x="7986001" y="6260839"/>
                  </a:lnTo>
                  <a:lnTo>
                    <a:pt x="7994491" y="6252362"/>
                  </a:lnTo>
                  <a:lnTo>
                    <a:pt x="7994491" y="6235435"/>
                  </a:lnTo>
                  <a:lnTo>
                    <a:pt x="7987982" y="6226958"/>
                  </a:lnTo>
                  <a:close/>
                </a:path>
                <a:path w="9542780" h="6570345">
                  <a:moveTo>
                    <a:pt x="7987982" y="6271436"/>
                  </a:moveTo>
                  <a:lnTo>
                    <a:pt x="7969020" y="6271436"/>
                  </a:lnTo>
                  <a:lnTo>
                    <a:pt x="7960530" y="6277794"/>
                  </a:lnTo>
                  <a:lnTo>
                    <a:pt x="7960530" y="6298957"/>
                  </a:lnTo>
                  <a:lnTo>
                    <a:pt x="7966755" y="6305309"/>
                  </a:lnTo>
                  <a:lnTo>
                    <a:pt x="7977510" y="6305309"/>
                  </a:lnTo>
                  <a:lnTo>
                    <a:pt x="7986001" y="6303190"/>
                  </a:lnTo>
                  <a:lnTo>
                    <a:pt x="7994491" y="6296840"/>
                  </a:lnTo>
                  <a:lnTo>
                    <a:pt x="7994491" y="6279913"/>
                  </a:lnTo>
                  <a:lnTo>
                    <a:pt x="7987982" y="6271436"/>
                  </a:lnTo>
                  <a:close/>
                </a:path>
                <a:path w="9542780" h="6570345">
                  <a:moveTo>
                    <a:pt x="7943549" y="5210649"/>
                  </a:moveTo>
                  <a:lnTo>
                    <a:pt x="7924304" y="5210649"/>
                  </a:lnTo>
                  <a:lnTo>
                    <a:pt x="7915814" y="5217008"/>
                  </a:lnTo>
                  <a:lnTo>
                    <a:pt x="7915814" y="5236055"/>
                  </a:lnTo>
                  <a:lnTo>
                    <a:pt x="7922323" y="5244532"/>
                  </a:lnTo>
                  <a:lnTo>
                    <a:pt x="7943549" y="5244532"/>
                  </a:lnTo>
                  <a:lnTo>
                    <a:pt x="7949775" y="5236055"/>
                  </a:lnTo>
                  <a:lnTo>
                    <a:pt x="7949775" y="5219128"/>
                  </a:lnTo>
                  <a:lnTo>
                    <a:pt x="7943549" y="5210649"/>
                  </a:lnTo>
                  <a:close/>
                </a:path>
                <a:path w="9542780" h="6570345">
                  <a:moveTo>
                    <a:pt x="7943549" y="5255129"/>
                  </a:moveTo>
                  <a:lnTo>
                    <a:pt x="7924304" y="5255129"/>
                  </a:lnTo>
                  <a:lnTo>
                    <a:pt x="7915814" y="5261458"/>
                  </a:lnTo>
                  <a:lnTo>
                    <a:pt x="7915814" y="5282652"/>
                  </a:lnTo>
                  <a:lnTo>
                    <a:pt x="7922323" y="5288982"/>
                  </a:lnTo>
                  <a:lnTo>
                    <a:pt x="7943549" y="5288982"/>
                  </a:lnTo>
                  <a:lnTo>
                    <a:pt x="7949775" y="5280533"/>
                  </a:lnTo>
                  <a:lnTo>
                    <a:pt x="7949775" y="5263578"/>
                  </a:lnTo>
                  <a:lnTo>
                    <a:pt x="7943549" y="5255129"/>
                  </a:lnTo>
                  <a:close/>
                </a:path>
                <a:path w="9542780" h="6570345">
                  <a:moveTo>
                    <a:pt x="7943549" y="5299579"/>
                  </a:moveTo>
                  <a:lnTo>
                    <a:pt x="7924304" y="5299579"/>
                  </a:lnTo>
                  <a:lnTo>
                    <a:pt x="7915814" y="5305936"/>
                  </a:lnTo>
                  <a:lnTo>
                    <a:pt x="7915814" y="5327102"/>
                  </a:lnTo>
                  <a:lnTo>
                    <a:pt x="7922323" y="5333460"/>
                  </a:lnTo>
                  <a:lnTo>
                    <a:pt x="7943549" y="5333460"/>
                  </a:lnTo>
                  <a:lnTo>
                    <a:pt x="7949775" y="5324983"/>
                  </a:lnTo>
                  <a:lnTo>
                    <a:pt x="7949775" y="5308056"/>
                  </a:lnTo>
                  <a:lnTo>
                    <a:pt x="7943549" y="5299579"/>
                  </a:lnTo>
                  <a:close/>
                </a:path>
                <a:path w="9542780" h="6570345">
                  <a:moveTo>
                    <a:pt x="7943549" y="5344057"/>
                  </a:moveTo>
                  <a:lnTo>
                    <a:pt x="7924304" y="5344057"/>
                  </a:lnTo>
                  <a:lnTo>
                    <a:pt x="7915814" y="5350388"/>
                  </a:lnTo>
                  <a:lnTo>
                    <a:pt x="7915814" y="5369462"/>
                  </a:lnTo>
                  <a:lnTo>
                    <a:pt x="7922323" y="5377911"/>
                  </a:lnTo>
                  <a:lnTo>
                    <a:pt x="7932794" y="5377911"/>
                  </a:lnTo>
                  <a:lnTo>
                    <a:pt x="7943549" y="5375791"/>
                  </a:lnTo>
                  <a:lnTo>
                    <a:pt x="7949775" y="5369462"/>
                  </a:lnTo>
                  <a:lnTo>
                    <a:pt x="7949775" y="5352506"/>
                  </a:lnTo>
                  <a:lnTo>
                    <a:pt x="7943549" y="5344057"/>
                  </a:lnTo>
                  <a:close/>
                </a:path>
                <a:path w="9542780" h="6570345">
                  <a:moveTo>
                    <a:pt x="7943549" y="5386388"/>
                  </a:moveTo>
                  <a:lnTo>
                    <a:pt x="7924304" y="5386388"/>
                  </a:lnTo>
                  <a:lnTo>
                    <a:pt x="7915814" y="5392746"/>
                  </a:lnTo>
                  <a:lnTo>
                    <a:pt x="7915814" y="5411792"/>
                  </a:lnTo>
                  <a:lnTo>
                    <a:pt x="7922323" y="5420269"/>
                  </a:lnTo>
                  <a:lnTo>
                    <a:pt x="7943549" y="5420269"/>
                  </a:lnTo>
                  <a:lnTo>
                    <a:pt x="7949775" y="5413912"/>
                  </a:lnTo>
                  <a:lnTo>
                    <a:pt x="7949775" y="5394866"/>
                  </a:lnTo>
                  <a:lnTo>
                    <a:pt x="7943549" y="5386388"/>
                  </a:lnTo>
                  <a:close/>
                </a:path>
                <a:path w="9542780" h="6570345">
                  <a:moveTo>
                    <a:pt x="7943549" y="5430866"/>
                  </a:moveTo>
                  <a:lnTo>
                    <a:pt x="7924304" y="5430866"/>
                  </a:lnTo>
                  <a:lnTo>
                    <a:pt x="7915814" y="5437196"/>
                  </a:lnTo>
                  <a:lnTo>
                    <a:pt x="7915814" y="5458390"/>
                  </a:lnTo>
                  <a:lnTo>
                    <a:pt x="7922323" y="5464719"/>
                  </a:lnTo>
                  <a:lnTo>
                    <a:pt x="7943549" y="5464719"/>
                  </a:lnTo>
                  <a:lnTo>
                    <a:pt x="7949775" y="5458390"/>
                  </a:lnTo>
                  <a:lnTo>
                    <a:pt x="7949775" y="5439316"/>
                  </a:lnTo>
                  <a:lnTo>
                    <a:pt x="7943549" y="5430866"/>
                  </a:lnTo>
                  <a:close/>
                </a:path>
                <a:path w="9542780" h="6570345">
                  <a:moveTo>
                    <a:pt x="7943549" y="5475316"/>
                  </a:moveTo>
                  <a:lnTo>
                    <a:pt x="7924304" y="5475316"/>
                  </a:lnTo>
                  <a:lnTo>
                    <a:pt x="7915814" y="5481675"/>
                  </a:lnTo>
                  <a:lnTo>
                    <a:pt x="7915814" y="5502840"/>
                  </a:lnTo>
                  <a:lnTo>
                    <a:pt x="7922323" y="5509199"/>
                  </a:lnTo>
                  <a:lnTo>
                    <a:pt x="7943549" y="5509199"/>
                  </a:lnTo>
                  <a:lnTo>
                    <a:pt x="7949775" y="5500721"/>
                  </a:lnTo>
                  <a:lnTo>
                    <a:pt x="7949775" y="5483793"/>
                  </a:lnTo>
                  <a:lnTo>
                    <a:pt x="7943549" y="5475316"/>
                  </a:lnTo>
                  <a:close/>
                </a:path>
                <a:path w="9542780" h="6570345">
                  <a:moveTo>
                    <a:pt x="7943549" y="5519795"/>
                  </a:moveTo>
                  <a:lnTo>
                    <a:pt x="7924304" y="5519795"/>
                  </a:lnTo>
                  <a:lnTo>
                    <a:pt x="7915814" y="5526125"/>
                  </a:lnTo>
                  <a:lnTo>
                    <a:pt x="7915814" y="5545199"/>
                  </a:lnTo>
                  <a:lnTo>
                    <a:pt x="7922323" y="5553649"/>
                  </a:lnTo>
                  <a:lnTo>
                    <a:pt x="7943549" y="5553649"/>
                  </a:lnTo>
                  <a:lnTo>
                    <a:pt x="7949775" y="5545199"/>
                  </a:lnTo>
                  <a:lnTo>
                    <a:pt x="7949775" y="5528245"/>
                  </a:lnTo>
                  <a:lnTo>
                    <a:pt x="7943549" y="5519795"/>
                  </a:lnTo>
                  <a:close/>
                </a:path>
                <a:path w="9542780" h="6570345">
                  <a:moveTo>
                    <a:pt x="7943549" y="5564245"/>
                  </a:moveTo>
                  <a:lnTo>
                    <a:pt x="7924304" y="5564245"/>
                  </a:lnTo>
                  <a:lnTo>
                    <a:pt x="7915814" y="5570603"/>
                  </a:lnTo>
                  <a:lnTo>
                    <a:pt x="7915814" y="5589649"/>
                  </a:lnTo>
                  <a:lnTo>
                    <a:pt x="7922323" y="5598126"/>
                  </a:lnTo>
                  <a:lnTo>
                    <a:pt x="7943549" y="5598126"/>
                  </a:lnTo>
                  <a:lnTo>
                    <a:pt x="7949775" y="5589649"/>
                  </a:lnTo>
                  <a:lnTo>
                    <a:pt x="7949775" y="5572723"/>
                  </a:lnTo>
                  <a:lnTo>
                    <a:pt x="7943549" y="5564245"/>
                  </a:lnTo>
                  <a:close/>
                </a:path>
                <a:path w="9542780" h="6570345">
                  <a:moveTo>
                    <a:pt x="7943549" y="5608723"/>
                  </a:moveTo>
                  <a:lnTo>
                    <a:pt x="7924304" y="5608723"/>
                  </a:lnTo>
                  <a:lnTo>
                    <a:pt x="7915814" y="5615053"/>
                  </a:lnTo>
                  <a:lnTo>
                    <a:pt x="7915814" y="5634128"/>
                  </a:lnTo>
                  <a:lnTo>
                    <a:pt x="7922323" y="5642578"/>
                  </a:lnTo>
                  <a:lnTo>
                    <a:pt x="7943549" y="5642578"/>
                  </a:lnTo>
                  <a:lnTo>
                    <a:pt x="7949775" y="5634128"/>
                  </a:lnTo>
                  <a:lnTo>
                    <a:pt x="7949775" y="5617173"/>
                  </a:lnTo>
                  <a:lnTo>
                    <a:pt x="7943549" y="5608723"/>
                  </a:lnTo>
                  <a:close/>
                </a:path>
                <a:path w="9542780" h="6570345">
                  <a:moveTo>
                    <a:pt x="7943549" y="5653173"/>
                  </a:moveTo>
                  <a:lnTo>
                    <a:pt x="7924304" y="5653173"/>
                  </a:lnTo>
                  <a:lnTo>
                    <a:pt x="7915814" y="5659532"/>
                  </a:lnTo>
                  <a:lnTo>
                    <a:pt x="7915814" y="5678578"/>
                  </a:lnTo>
                  <a:lnTo>
                    <a:pt x="7922323" y="5687056"/>
                  </a:lnTo>
                  <a:lnTo>
                    <a:pt x="7932794" y="5687056"/>
                  </a:lnTo>
                  <a:lnTo>
                    <a:pt x="7943549" y="5684936"/>
                  </a:lnTo>
                  <a:lnTo>
                    <a:pt x="7949775" y="5678578"/>
                  </a:lnTo>
                  <a:lnTo>
                    <a:pt x="7949775" y="5661652"/>
                  </a:lnTo>
                  <a:lnTo>
                    <a:pt x="7943549" y="5653173"/>
                  </a:lnTo>
                  <a:close/>
                </a:path>
                <a:path w="9542780" h="6570345">
                  <a:moveTo>
                    <a:pt x="7943549" y="5695533"/>
                  </a:moveTo>
                  <a:lnTo>
                    <a:pt x="7924304" y="5695533"/>
                  </a:lnTo>
                  <a:lnTo>
                    <a:pt x="7915814" y="5701863"/>
                  </a:lnTo>
                  <a:lnTo>
                    <a:pt x="7915814" y="5720937"/>
                  </a:lnTo>
                  <a:lnTo>
                    <a:pt x="7922323" y="5729386"/>
                  </a:lnTo>
                  <a:lnTo>
                    <a:pt x="7943549" y="5729386"/>
                  </a:lnTo>
                  <a:lnTo>
                    <a:pt x="7949775" y="5723056"/>
                  </a:lnTo>
                  <a:lnTo>
                    <a:pt x="7949775" y="5703982"/>
                  </a:lnTo>
                  <a:lnTo>
                    <a:pt x="7943549" y="5695533"/>
                  </a:lnTo>
                  <a:close/>
                </a:path>
                <a:path w="9542780" h="6570345">
                  <a:moveTo>
                    <a:pt x="7943549" y="5739983"/>
                  </a:moveTo>
                  <a:lnTo>
                    <a:pt x="7924304" y="5739983"/>
                  </a:lnTo>
                  <a:lnTo>
                    <a:pt x="7915814" y="5746342"/>
                  </a:lnTo>
                  <a:lnTo>
                    <a:pt x="7915814" y="5765388"/>
                  </a:lnTo>
                  <a:lnTo>
                    <a:pt x="7922323" y="5773865"/>
                  </a:lnTo>
                  <a:lnTo>
                    <a:pt x="7943549" y="5773865"/>
                  </a:lnTo>
                  <a:lnTo>
                    <a:pt x="7949775" y="5767506"/>
                  </a:lnTo>
                  <a:lnTo>
                    <a:pt x="7949775" y="5748460"/>
                  </a:lnTo>
                  <a:lnTo>
                    <a:pt x="7943549" y="5739983"/>
                  </a:lnTo>
                  <a:close/>
                </a:path>
                <a:path w="9542780" h="6570345">
                  <a:moveTo>
                    <a:pt x="7943549" y="5784462"/>
                  </a:moveTo>
                  <a:lnTo>
                    <a:pt x="7924304" y="5784462"/>
                  </a:lnTo>
                  <a:lnTo>
                    <a:pt x="7915814" y="5790792"/>
                  </a:lnTo>
                  <a:lnTo>
                    <a:pt x="7915814" y="5809866"/>
                  </a:lnTo>
                  <a:lnTo>
                    <a:pt x="7922323" y="5818315"/>
                  </a:lnTo>
                  <a:lnTo>
                    <a:pt x="7943549" y="5818315"/>
                  </a:lnTo>
                  <a:lnTo>
                    <a:pt x="7949775" y="5809866"/>
                  </a:lnTo>
                  <a:lnTo>
                    <a:pt x="7949775" y="5792911"/>
                  </a:lnTo>
                  <a:lnTo>
                    <a:pt x="7943549" y="5784462"/>
                  </a:lnTo>
                  <a:close/>
                </a:path>
                <a:path w="9542780" h="6570345">
                  <a:moveTo>
                    <a:pt x="7943549" y="5828912"/>
                  </a:moveTo>
                  <a:lnTo>
                    <a:pt x="7924304" y="5828912"/>
                  </a:lnTo>
                  <a:lnTo>
                    <a:pt x="7915814" y="5835270"/>
                  </a:lnTo>
                  <a:lnTo>
                    <a:pt x="7915814" y="5854316"/>
                  </a:lnTo>
                  <a:lnTo>
                    <a:pt x="7922323" y="5862793"/>
                  </a:lnTo>
                  <a:lnTo>
                    <a:pt x="7943549" y="5862793"/>
                  </a:lnTo>
                  <a:lnTo>
                    <a:pt x="7949775" y="5854316"/>
                  </a:lnTo>
                  <a:lnTo>
                    <a:pt x="7949775" y="5837389"/>
                  </a:lnTo>
                  <a:lnTo>
                    <a:pt x="7943549" y="5828912"/>
                  </a:lnTo>
                  <a:close/>
                </a:path>
                <a:path w="9542780" h="6570345">
                  <a:moveTo>
                    <a:pt x="7943549" y="5873362"/>
                  </a:moveTo>
                  <a:lnTo>
                    <a:pt x="7924304" y="5873362"/>
                  </a:lnTo>
                  <a:lnTo>
                    <a:pt x="7915814" y="5879720"/>
                  </a:lnTo>
                  <a:lnTo>
                    <a:pt x="7915814" y="5898795"/>
                  </a:lnTo>
                  <a:lnTo>
                    <a:pt x="7922323" y="5907243"/>
                  </a:lnTo>
                  <a:lnTo>
                    <a:pt x="7943549" y="5907243"/>
                  </a:lnTo>
                  <a:lnTo>
                    <a:pt x="7949775" y="5898795"/>
                  </a:lnTo>
                  <a:lnTo>
                    <a:pt x="7949775" y="5881839"/>
                  </a:lnTo>
                  <a:lnTo>
                    <a:pt x="7943549" y="5873362"/>
                  </a:lnTo>
                  <a:close/>
                </a:path>
                <a:path w="9542780" h="6570345">
                  <a:moveTo>
                    <a:pt x="7943549" y="5917840"/>
                  </a:moveTo>
                  <a:lnTo>
                    <a:pt x="7924304" y="5917840"/>
                  </a:lnTo>
                  <a:lnTo>
                    <a:pt x="7915814" y="5924199"/>
                  </a:lnTo>
                  <a:lnTo>
                    <a:pt x="7915814" y="5943245"/>
                  </a:lnTo>
                  <a:lnTo>
                    <a:pt x="7922323" y="5951722"/>
                  </a:lnTo>
                  <a:lnTo>
                    <a:pt x="7943549" y="5951722"/>
                  </a:lnTo>
                  <a:lnTo>
                    <a:pt x="7949775" y="5943245"/>
                  </a:lnTo>
                  <a:lnTo>
                    <a:pt x="7949775" y="5926319"/>
                  </a:lnTo>
                  <a:lnTo>
                    <a:pt x="7943549" y="5917840"/>
                  </a:lnTo>
                  <a:close/>
                </a:path>
                <a:path w="9542780" h="6570345">
                  <a:moveTo>
                    <a:pt x="7943549" y="5962291"/>
                  </a:moveTo>
                  <a:lnTo>
                    <a:pt x="7924304" y="5962291"/>
                  </a:lnTo>
                  <a:lnTo>
                    <a:pt x="7915814" y="5968649"/>
                  </a:lnTo>
                  <a:lnTo>
                    <a:pt x="7915814" y="5987723"/>
                  </a:lnTo>
                  <a:lnTo>
                    <a:pt x="7922323" y="5996172"/>
                  </a:lnTo>
                  <a:lnTo>
                    <a:pt x="7932794" y="5996172"/>
                  </a:lnTo>
                  <a:lnTo>
                    <a:pt x="7943549" y="5994053"/>
                  </a:lnTo>
                  <a:lnTo>
                    <a:pt x="7949775" y="5987723"/>
                  </a:lnTo>
                  <a:lnTo>
                    <a:pt x="7949775" y="5970769"/>
                  </a:lnTo>
                  <a:lnTo>
                    <a:pt x="7943549" y="5962291"/>
                  </a:lnTo>
                  <a:close/>
                </a:path>
                <a:path w="9542780" h="6570345">
                  <a:moveTo>
                    <a:pt x="7943549" y="6004650"/>
                  </a:moveTo>
                  <a:lnTo>
                    <a:pt x="7924304" y="6004650"/>
                  </a:lnTo>
                  <a:lnTo>
                    <a:pt x="7915814" y="6011009"/>
                  </a:lnTo>
                  <a:lnTo>
                    <a:pt x="7915814" y="6030053"/>
                  </a:lnTo>
                  <a:lnTo>
                    <a:pt x="7922323" y="6038532"/>
                  </a:lnTo>
                  <a:lnTo>
                    <a:pt x="7943549" y="6038532"/>
                  </a:lnTo>
                  <a:lnTo>
                    <a:pt x="7949775" y="6032173"/>
                  </a:lnTo>
                  <a:lnTo>
                    <a:pt x="7949775" y="6013127"/>
                  </a:lnTo>
                  <a:lnTo>
                    <a:pt x="7943549" y="6004650"/>
                  </a:lnTo>
                  <a:close/>
                </a:path>
                <a:path w="9542780" h="6570345">
                  <a:moveTo>
                    <a:pt x="7943549" y="6049100"/>
                  </a:moveTo>
                  <a:lnTo>
                    <a:pt x="7924304" y="6049100"/>
                  </a:lnTo>
                  <a:lnTo>
                    <a:pt x="7915814" y="6055459"/>
                  </a:lnTo>
                  <a:lnTo>
                    <a:pt x="7915814" y="6074533"/>
                  </a:lnTo>
                  <a:lnTo>
                    <a:pt x="7922323" y="6082982"/>
                  </a:lnTo>
                  <a:lnTo>
                    <a:pt x="7943549" y="6082982"/>
                  </a:lnTo>
                  <a:lnTo>
                    <a:pt x="7949775" y="6076623"/>
                  </a:lnTo>
                  <a:lnTo>
                    <a:pt x="7949775" y="6057578"/>
                  </a:lnTo>
                  <a:lnTo>
                    <a:pt x="7943549" y="6049100"/>
                  </a:lnTo>
                  <a:close/>
                </a:path>
                <a:path w="9542780" h="6570345">
                  <a:moveTo>
                    <a:pt x="7943549" y="6093579"/>
                  </a:moveTo>
                  <a:lnTo>
                    <a:pt x="7924304" y="6093579"/>
                  </a:lnTo>
                  <a:lnTo>
                    <a:pt x="7915814" y="6099936"/>
                  </a:lnTo>
                  <a:lnTo>
                    <a:pt x="7915814" y="6118983"/>
                  </a:lnTo>
                  <a:lnTo>
                    <a:pt x="7922323" y="6127460"/>
                  </a:lnTo>
                  <a:lnTo>
                    <a:pt x="7943549" y="6127460"/>
                  </a:lnTo>
                  <a:lnTo>
                    <a:pt x="7949775" y="6118983"/>
                  </a:lnTo>
                  <a:lnTo>
                    <a:pt x="7949775" y="6102056"/>
                  </a:lnTo>
                  <a:lnTo>
                    <a:pt x="7943549" y="6093579"/>
                  </a:lnTo>
                  <a:close/>
                </a:path>
                <a:path w="9542780" h="6570345">
                  <a:moveTo>
                    <a:pt x="7943549" y="6138029"/>
                  </a:moveTo>
                  <a:lnTo>
                    <a:pt x="7924304" y="6138029"/>
                  </a:lnTo>
                  <a:lnTo>
                    <a:pt x="7915814" y="6144386"/>
                  </a:lnTo>
                  <a:lnTo>
                    <a:pt x="7915814" y="6163461"/>
                  </a:lnTo>
                  <a:lnTo>
                    <a:pt x="7922323" y="6171910"/>
                  </a:lnTo>
                  <a:lnTo>
                    <a:pt x="7943549" y="6171910"/>
                  </a:lnTo>
                  <a:lnTo>
                    <a:pt x="7949775" y="6163461"/>
                  </a:lnTo>
                  <a:lnTo>
                    <a:pt x="7949775" y="6146506"/>
                  </a:lnTo>
                  <a:lnTo>
                    <a:pt x="7943549" y="6138029"/>
                  </a:lnTo>
                  <a:close/>
                </a:path>
                <a:path w="9542780" h="6570345">
                  <a:moveTo>
                    <a:pt x="7943549" y="6182507"/>
                  </a:moveTo>
                  <a:lnTo>
                    <a:pt x="7924304" y="6182507"/>
                  </a:lnTo>
                  <a:lnTo>
                    <a:pt x="7915814" y="6188866"/>
                  </a:lnTo>
                  <a:lnTo>
                    <a:pt x="7915814" y="6210030"/>
                  </a:lnTo>
                  <a:lnTo>
                    <a:pt x="7922323" y="6216389"/>
                  </a:lnTo>
                  <a:lnTo>
                    <a:pt x="7943549" y="6216389"/>
                  </a:lnTo>
                  <a:lnTo>
                    <a:pt x="7949775" y="6207912"/>
                  </a:lnTo>
                  <a:lnTo>
                    <a:pt x="7949775" y="6190985"/>
                  </a:lnTo>
                  <a:lnTo>
                    <a:pt x="7943549" y="6182507"/>
                  </a:lnTo>
                  <a:close/>
                </a:path>
                <a:path w="9542780" h="6570345">
                  <a:moveTo>
                    <a:pt x="7898833" y="5166199"/>
                  </a:moveTo>
                  <a:lnTo>
                    <a:pt x="7879872" y="5166199"/>
                  </a:lnTo>
                  <a:lnTo>
                    <a:pt x="7871381" y="5172529"/>
                  </a:lnTo>
                  <a:lnTo>
                    <a:pt x="7871381" y="5191603"/>
                  </a:lnTo>
                  <a:lnTo>
                    <a:pt x="7877891" y="5200082"/>
                  </a:lnTo>
                  <a:lnTo>
                    <a:pt x="7898833" y="5200082"/>
                  </a:lnTo>
                  <a:lnTo>
                    <a:pt x="7905342" y="5191603"/>
                  </a:lnTo>
                  <a:lnTo>
                    <a:pt x="7905342" y="5174649"/>
                  </a:lnTo>
                  <a:lnTo>
                    <a:pt x="7898833" y="5166199"/>
                  </a:lnTo>
                  <a:close/>
                </a:path>
                <a:path w="9542780" h="6570345">
                  <a:moveTo>
                    <a:pt x="7898833" y="5210649"/>
                  </a:moveTo>
                  <a:lnTo>
                    <a:pt x="7879872" y="5210649"/>
                  </a:lnTo>
                  <a:lnTo>
                    <a:pt x="7871381" y="5217008"/>
                  </a:lnTo>
                  <a:lnTo>
                    <a:pt x="7871381" y="5236055"/>
                  </a:lnTo>
                  <a:lnTo>
                    <a:pt x="7877891" y="5244532"/>
                  </a:lnTo>
                  <a:lnTo>
                    <a:pt x="7898833" y="5244532"/>
                  </a:lnTo>
                  <a:lnTo>
                    <a:pt x="7905342" y="5236055"/>
                  </a:lnTo>
                  <a:lnTo>
                    <a:pt x="7905342" y="5219128"/>
                  </a:lnTo>
                  <a:lnTo>
                    <a:pt x="7898833" y="5210649"/>
                  </a:lnTo>
                  <a:close/>
                </a:path>
                <a:path w="9542780" h="6570345">
                  <a:moveTo>
                    <a:pt x="7898833" y="5255129"/>
                  </a:moveTo>
                  <a:lnTo>
                    <a:pt x="7879872" y="5255129"/>
                  </a:lnTo>
                  <a:lnTo>
                    <a:pt x="7871381" y="5261458"/>
                  </a:lnTo>
                  <a:lnTo>
                    <a:pt x="7871381" y="5282652"/>
                  </a:lnTo>
                  <a:lnTo>
                    <a:pt x="7877891" y="5288982"/>
                  </a:lnTo>
                  <a:lnTo>
                    <a:pt x="7898833" y="5288982"/>
                  </a:lnTo>
                  <a:lnTo>
                    <a:pt x="7905342" y="5280533"/>
                  </a:lnTo>
                  <a:lnTo>
                    <a:pt x="7905342" y="5263578"/>
                  </a:lnTo>
                  <a:lnTo>
                    <a:pt x="7898833" y="5255129"/>
                  </a:lnTo>
                  <a:close/>
                </a:path>
                <a:path w="9542780" h="6570345">
                  <a:moveTo>
                    <a:pt x="7898833" y="5299579"/>
                  </a:moveTo>
                  <a:lnTo>
                    <a:pt x="7879872" y="5299579"/>
                  </a:lnTo>
                  <a:lnTo>
                    <a:pt x="7871381" y="5305936"/>
                  </a:lnTo>
                  <a:lnTo>
                    <a:pt x="7871381" y="5327102"/>
                  </a:lnTo>
                  <a:lnTo>
                    <a:pt x="7877891" y="5333460"/>
                  </a:lnTo>
                  <a:lnTo>
                    <a:pt x="7898833" y="5333460"/>
                  </a:lnTo>
                  <a:lnTo>
                    <a:pt x="7905342" y="5324983"/>
                  </a:lnTo>
                  <a:lnTo>
                    <a:pt x="7905342" y="5308056"/>
                  </a:lnTo>
                  <a:lnTo>
                    <a:pt x="7898833" y="5299579"/>
                  </a:lnTo>
                  <a:close/>
                </a:path>
                <a:path w="9542780" h="6570345">
                  <a:moveTo>
                    <a:pt x="7898833" y="5344057"/>
                  </a:moveTo>
                  <a:lnTo>
                    <a:pt x="7879872" y="5344057"/>
                  </a:lnTo>
                  <a:lnTo>
                    <a:pt x="7871381" y="5350386"/>
                  </a:lnTo>
                  <a:lnTo>
                    <a:pt x="7871381" y="5369462"/>
                  </a:lnTo>
                  <a:lnTo>
                    <a:pt x="7877891" y="5377911"/>
                  </a:lnTo>
                  <a:lnTo>
                    <a:pt x="7888362" y="5377911"/>
                  </a:lnTo>
                  <a:lnTo>
                    <a:pt x="7898833" y="5375791"/>
                  </a:lnTo>
                  <a:lnTo>
                    <a:pt x="7905342" y="5369462"/>
                  </a:lnTo>
                  <a:lnTo>
                    <a:pt x="7905342" y="5352506"/>
                  </a:lnTo>
                  <a:lnTo>
                    <a:pt x="7898833" y="5344057"/>
                  </a:lnTo>
                  <a:close/>
                </a:path>
                <a:path w="9542780" h="6570345">
                  <a:moveTo>
                    <a:pt x="7898833" y="5386388"/>
                  </a:moveTo>
                  <a:lnTo>
                    <a:pt x="7879872" y="5386388"/>
                  </a:lnTo>
                  <a:lnTo>
                    <a:pt x="7871381" y="5392746"/>
                  </a:lnTo>
                  <a:lnTo>
                    <a:pt x="7871381" y="5411792"/>
                  </a:lnTo>
                  <a:lnTo>
                    <a:pt x="7877891" y="5420269"/>
                  </a:lnTo>
                  <a:lnTo>
                    <a:pt x="7898833" y="5420269"/>
                  </a:lnTo>
                  <a:lnTo>
                    <a:pt x="7905342" y="5413912"/>
                  </a:lnTo>
                  <a:lnTo>
                    <a:pt x="7905342" y="5394866"/>
                  </a:lnTo>
                  <a:lnTo>
                    <a:pt x="7898833" y="5386388"/>
                  </a:lnTo>
                  <a:close/>
                </a:path>
                <a:path w="9542780" h="6570345">
                  <a:moveTo>
                    <a:pt x="7898833" y="5430866"/>
                  </a:moveTo>
                  <a:lnTo>
                    <a:pt x="7879872" y="5430866"/>
                  </a:lnTo>
                  <a:lnTo>
                    <a:pt x="7871381" y="5437196"/>
                  </a:lnTo>
                  <a:lnTo>
                    <a:pt x="7871381" y="5458390"/>
                  </a:lnTo>
                  <a:lnTo>
                    <a:pt x="7877891" y="5464719"/>
                  </a:lnTo>
                  <a:lnTo>
                    <a:pt x="7898833" y="5464719"/>
                  </a:lnTo>
                  <a:lnTo>
                    <a:pt x="7905342" y="5458390"/>
                  </a:lnTo>
                  <a:lnTo>
                    <a:pt x="7905342" y="5439316"/>
                  </a:lnTo>
                  <a:lnTo>
                    <a:pt x="7898833" y="5430866"/>
                  </a:lnTo>
                  <a:close/>
                </a:path>
                <a:path w="9542780" h="6570345">
                  <a:moveTo>
                    <a:pt x="7898833" y="5475316"/>
                  </a:moveTo>
                  <a:lnTo>
                    <a:pt x="7879872" y="5475316"/>
                  </a:lnTo>
                  <a:lnTo>
                    <a:pt x="7871381" y="5481675"/>
                  </a:lnTo>
                  <a:lnTo>
                    <a:pt x="7871381" y="5502840"/>
                  </a:lnTo>
                  <a:lnTo>
                    <a:pt x="7877891" y="5509199"/>
                  </a:lnTo>
                  <a:lnTo>
                    <a:pt x="7898833" y="5509199"/>
                  </a:lnTo>
                  <a:lnTo>
                    <a:pt x="7905342" y="5500721"/>
                  </a:lnTo>
                  <a:lnTo>
                    <a:pt x="7905342" y="5483793"/>
                  </a:lnTo>
                  <a:lnTo>
                    <a:pt x="7898833" y="5475316"/>
                  </a:lnTo>
                  <a:close/>
                </a:path>
                <a:path w="9542780" h="6570345">
                  <a:moveTo>
                    <a:pt x="7898833" y="5519795"/>
                  </a:moveTo>
                  <a:lnTo>
                    <a:pt x="7879872" y="5519795"/>
                  </a:lnTo>
                  <a:lnTo>
                    <a:pt x="7871381" y="5526125"/>
                  </a:lnTo>
                  <a:lnTo>
                    <a:pt x="7871381" y="5545199"/>
                  </a:lnTo>
                  <a:lnTo>
                    <a:pt x="7877891" y="5553649"/>
                  </a:lnTo>
                  <a:lnTo>
                    <a:pt x="7898833" y="5553649"/>
                  </a:lnTo>
                  <a:lnTo>
                    <a:pt x="7905342" y="5545199"/>
                  </a:lnTo>
                  <a:lnTo>
                    <a:pt x="7905342" y="5528245"/>
                  </a:lnTo>
                  <a:lnTo>
                    <a:pt x="7898833" y="5519795"/>
                  </a:lnTo>
                  <a:close/>
                </a:path>
                <a:path w="9542780" h="6570345">
                  <a:moveTo>
                    <a:pt x="7898833" y="5564245"/>
                  </a:moveTo>
                  <a:lnTo>
                    <a:pt x="7879872" y="5564245"/>
                  </a:lnTo>
                  <a:lnTo>
                    <a:pt x="7871381" y="5570603"/>
                  </a:lnTo>
                  <a:lnTo>
                    <a:pt x="7871381" y="5589649"/>
                  </a:lnTo>
                  <a:lnTo>
                    <a:pt x="7877891" y="5598126"/>
                  </a:lnTo>
                  <a:lnTo>
                    <a:pt x="7898833" y="5598126"/>
                  </a:lnTo>
                  <a:lnTo>
                    <a:pt x="7905342" y="5589649"/>
                  </a:lnTo>
                  <a:lnTo>
                    <a:pt x="7905342" y="5572723"/>
                  </a:lnTo>
                  <a:lnTo>
                    <a:pt x="7898833" y="5564245"/>
                  </a:lnTo>
                  <a:close/>
                </a:path>
                <a:path w="9542780" h="6570345">
                  <a:moveTo>
                    <a:pt x="7898833" y="5608723"/>
                  </a:moveTo>
                  <a:lnTo>
                    <a:pt x="7879872" y="5608723"/>
                  </a:lnTo>
                  <a:lnTo>
                    <a:pt x="7871381" y="5615053"/>
                  </a:lnTo>
                  <a:lnTo>
                    <a:pt x="7871381" y="5634128"/>
                  </a:lnTo>
                  <a:lnTo>
                    <a:pt x="7877892" y="5642578"/>
                  </a:lnTo>
                  <a:lnTo>
                    <a:pt x="7898833" y="5642578"/>
                  </a:lnTo>
                  <a:lnTo>
                    <a:pt x="7905342" y="5634128"/>
                  </a:lnTo>
                  <a:lnTo>
                    <a:pt x="7905342" y="5617173"/>
                  </a:lnTo>
                  <a:lnTo>
                    <a:pt x="7898833" y="5608723"/>
                  </a:lnTo>
                  <a:close/>
                </a:path>
                <a:path w="9542780" h="6570345">
                  <a:moveTo>
                    <a:pt x="7898833" y="5653173"/>
                  </a:moveTo>
                  <a:lnTo>
                    <a:pt x="7879872" y="5653173"/>
                  </a:lnTo>
                  <a:lnTo>
                    <a:pt x="7871381" y="5659532"/>
                  </a:lnTo>
                  <a:lnTo>
                    <a:pt x="7871381" y="5678578"/>
                  </a:lnTo>
                  <a:lnTo>
                    <a:pt x="7877891" y="5687056"/>
                  </a:lnTo>
                  <a:lnTo>
                    <a:pt x="7888362" y="5687056"/>
                  </a:lnTo>
                  <a:lnTo>
                    <a:pt x="7898833" y="5684936"/>
                  </a:lnTo>
                  <a:lnTo>
                    <a:pt x="7905342" y="5678578"/>
                  </a:lnTo>
                  <a:lnTo>
                    <a:pt x="7905342" y="5661652"/>
                  </a:lnTo>
                  <a:lnTo>
                    <a:pt x="7898833" y="5653173"/>
                  </a:lnTo>
                  <a:close/>
                </a:path>
                <a:path w="9542780" h="6570345">
                  <a:moveTo>
                    <a:pt x="7898833" y="5695533"/>
                  </a:moveTo>
                  <a:lnTo>
                    <a:pt x="7879872" y="5695533"/>
                  </a:lnTo>
                  <a:lnTo>
                    <a:pt x="7871381" y="5701863"/>
                  </a:lnTo>
                  <a:lnTo>
                    <a:pt x="7871381" y="5720937"/>
                  </a:lnTo>
                  <a:lnTo>
                    <a:pt x="7877891" y="5729386"/>
                  </a:lnTo>
                  <a:lnTo>
                    <a:pt x="7898833" y="5729386"/>
                  </a:lnTo>
                  <a:lnTo>
                    <a:pt x="7905342" y="5723056"/>
                  </a:lnTo>
                  <a:lnTo>
                    <a:pt x="7905342" y="5703982"/>
                  </a:lnTo>
                  <a:lnTo>
                    <a:pt x="7898833" y="5695533"/>
                  </a:lnTo>
                  <a:close/>
                </a:path>
                <a:path w="9542780" h="6570345">
                  <a:moveTo>
                    <a:pt x="7898833" y="5739983"/>
                  </a:moveTo>
                  <a:lnTo>
                    <a:pt x="7879872" y="5739983"/>
                  </a:lnTo>
                  <a:lnTo>
                    <a:pt x="7871381" y="5746342"/>
                  </a:lnTo>
                  <a:lnTo>
                    <a:pt x="7871381" y="5765388"/>
                  </a:lnTo>
                  <a:lnTo>
                    <a:pt x="7877891" y="5773865"/>
                  </a:lnTo>
                  <a:lnTo>
                    <a:pt x="7898833" y="5773865"/>
                  </a:lnTo>
                  <a:lnTo>
                    <a:pt x="7905342" y="5767506"/>
                  </a:lnTo>
                  <a:lnTo>
                    <a:pt x="7905342" y="5748460"/>
                  </a:lnTo>
                  <a:lnTo>
                    <a:pt x="7898833" y="5739983"/>
                  </a:lnTo>
                  <a:close/>
                </a:path>
                <a:path w="9542780" h="6570345">
                  <a:moveTo>
                    <a:pt x="7898833" y="5784462"/>
                  </a:moveTo>
                  <a:lnTo>
                    <a:pt x="7879872" y="5784462"/>
                  </a:lnTo>
                  <a:lnTo>
                    <a:pt x="7871381" y="5790792"/>
                  </a:lnTo>
                  <a:lnTo>
                    <a:pt x="7871381" y="5809866"/>
                  </a:lnTo>
                  <a:lnTo>
                    <a:pt x="7877891" y="5818315"/>
                  </a:lnTo>
                  <a:lnTo>
                    <a:pt x="7898833" y="5818315"/>
                  </a:lnTo>
                  <a:lnTo>
                    <a:pt x="7905342" y="5809866"/>
                  </a:lnTo>
                  <a:lnTo>
                    <a:pt x="7905342" y="5792911"/>
                  </a:lnTo>
                  <a:lnTo>
                    <a:pt x="7898833" y="5784462"/>
                  </a:lnTo>
                  <a:close/>
                </a:path>
                <a:path w="9542780" h="6570345">
                  <a:moveTo>
                    <a:pt x="7898833" y="5828912"/>
                  </a:moveTo>
                  <a:lnTo>
                    <a:pt x="7879872" y="5828912"/>
                  </a:lnTo>
                  <a:lnTo>
                    <a:pt x="7871381" y="5835270"/>
                  </a:lnTo>
                  <a:lnTo>
                    <a:pt x="7871381" y="5854316"/>
                  </a:lnTo>
                  <a:lnTo>
                    <a:pt x="7877891" y="5862793"/>
                  </a:lnTo>
                  <a:lnTo>
                    <a:pt x="7898833" y="5862793"/>
                  </a:lnTo>
                  <a:lnTo>
                    <a:pt x="7905342" y="5854316"/>
                  </a:lnTo>
                  <a:lnTo>
                    <a:pt x="7905342" y="5837389"/>
                  </a:lnTo>
                  <a:lnTo>
                    <a:pt x="7898833" y="5828912"/>
                  </a:lnTo>
                  <a:close/>
                </a:path>
                <a:path w="9542780" h="6570345">
                  <a:moveTo>
                    <a:pt x="7898833" y="5873362"/>
                  </a:moveTo>
                  <a:lnTo>
                    <a:pt x="7879872" y="5873362"/>
                  </a:lnTo>
                  <a:lnTo>
                    <a:pt x="7871381" y="5879720"/>
                  </a:lnTo>
                  <a:lnTo>
                    <a:pt x="7871381" y="5898795"/>
                  </a:lnTo>
                  <a:lnTo>
                    <a:pt x="7877891" y="5907243"/>
                  </a:lnTo>
                  <a:lnTo>
                    <a:pt x="7898833" y="5907243"/>
                  </a:lnTo>
                  <a:lnTo>
                    <a:pt x="7905342" y="5898795"/>
                  </a:lnTo>
                  <a:lnTo>
                    <a:pt x="7905342" y="5881839"/>
                  </a:lnTo>
                  <a:lnTo>
                    <a:pt x="7898833" y="5873362"/>
                  </a:lnTo>
                  <a:close/>
                </a:path>
                <a:path w="9542780" h="6570345">
                  <a:moveTo>
                    <a:pt x="7898833" y="5917840"/>
                  </a:moveTo>
                  <a:lnTo>
                    <a:pt x="7879872" y="5917840"/>
                  </a:lnTo>
                  <a:lnTo>
                    <a:pt x="7871381" y="5924199"/>
                  </a:lnTo>
                  <a:lnTo>
                    <a:pt x="7871381" y="5943245"/>
                  </a:lnTo>
                  <a:lnTo>
                    <a:pt x="7877891" y="5951722"/>
                  </a:lnTo>
                  <a:lnTo>
                    <a:pt x="7898833" y="5951722"/>
                  </a:lnTo>
                  <a:lnTo>
                    <a:pt x="7905342" y="5943245"/>
                  </a:lnTo>
                  <a:lnTo>
                    <a:pt x="7905342" y="5926319"/>
                  </a:lnTo>
                  <a:lnTo>
                    <a:pt x="7898833" y="5917840"/>
                  </a:lnTo>
                  <a:close/>
                </a:path>
                <a:path w="9542780" h="6570345">
                  <a:moveTo>
                    <a:pt x="7898833" y="5962291"/>
                  </a:moveTo>
                  <a:lnTo>
                    <a:pt x="7879872" y="5962291"/>
                  </a:lnTo>
                  <a:lnTo>
                    <a:pt x="7871381" y="5968649"/>
                  </a:lnTo>
                  <a:lnTo>
                    <a:pt x="7871381" y="5987723"/>
                  </a:lnTo>
                  <a:lnTo>
                    <a:pt x="7877891" y="5996172"/>
                  </a:lnTo>
                  <a:lnTo>
                    <a:pt x="7888362" y="5996172"/>
                  </a:lnTo>
                  <a:lnTo>
                    <a:pt x="7898833" y="5994053"/>
                  </a:lnTo>
                  <a:lnTo>
                    <a:pt x="7905342" y="5987723"/>
                  </a:lnTo>
                  <a:lnTo>
                    <a:pt x="7905342" y="5970769"/>
                  </a:lnTo>
                  <a:lnTo>
                    <a:pt x="7898833" y="5962291"/>
                  </a:lnTo>
                  <a:close/>
                </a:path>
                <a:path w="9542780" h="6570345">
                  <a:moveTo>
                    <a:pt x="7898833" y="6004650"/>
                  </a:moveTo>
                  <a:lnTo>
                    <a:pt x="7879872" y="6004650"/>
                  </a:lnTo>
                  <a:lnTo>
                    <a:pt x="7871381" y="6011009"/>
                  </a:lnTo>
                  <a:lnTo>
                    <a:pt x="7871381" y="6030053"/>
                  </a:lnTo>
                  <a:lnTo>
                    <a:pt x="7877891" y="6038532"/>
                  </a:lnTo>
                  <a:lnTo>
                    <a:pt x="7898833" y="6038532"/>
                  </a:lnTo>
                  <a:lnTo>
                    <a:pt x="7905342" y="6032173"/>
                  </a:lnTo>
                  <a:lnTo>
                    <a:pt x="7905342" y="6013127"/>
                  </a:lnTo>
                  <a:lnTo>
                    <a:pt x="7898833" y="6004650"/>
                  </a:lnTo>
                  <a:close/>
                </a:path>
                <a:path w="9542780" h="6570345">
                  <a:moveTo>
                    <a:pt x="7898833" y="6049100"/>
                  </a:moveTo>
                  <a:lnTo>
                    <a:pt x="7879872" y="6049100"/>
                  </a:lnTo>
                  <a:lnTo>
                    <a:pt x="7871381" y="6055459"/>
                  </a:lnTo>
                  <a:lnTo>
                    <a:pt x="7871381" y="6074533"/>
                  </a:lnTo>
                  <a:lnTo>
                    <a:pt x="7877891" y="6082982"/>
                  </a:lnTo>
                  <a:lnTo>
                    <a:pt x="7898833" y="6082982"/>
                  </a:lnTo>
                  <a:lnTo>
                    <a:pt x="7905342" y="6076623"/>
                  </a:lnTo>
                  <a:lnTo>
                    <a:pt x="7905342" y="6057578"/>
                  </a:lnTo>
                  <a:lnTo>
                    <a:pt x="7898833" y="6049100"/>
                  </a:lnTo>
                  <a:close/>
                </a:path>
                <a:path w="9542780" h="6570345">
                  <a:moveTo>
                    <a:pt x="7898833" y="6093579"/>
                  </a:moveTo>
                  <a:lnTo>
                    <a:pt x="7879872" y="6093579"/>
                  </a:lnTo>
                  <a:lnTo>
                    <a:pt x="7871381" y="6099936"/>
                  </a:lnTo>
                  <a:lnTo>
                    <a:pt x="7871381" y="6118983"/>
                  </a:lnTo>
                  <a:lnTo>
                    <a:pt x="7877891" y="6127460"/>
                  </a:lnTo>
                  <a:lnTo>
                    <a:pt x="7898833" y="6127460"/>
                  </a:lnTo>
                  <a:lnTo>
                    <a:pt x="7905342" y="6118983"/>
                  </a:lnTo>
                  <a:lnTo>
                    <a:pt x="7905342" y="6102056"/>
                  </a:lnTo>
                  <a:lnTo>
                    <a:pt x="7898833" y="6093579"/>
                  </a:lnTo>
                  <a:close/>
                </a:path>
                <a:path w="9542780" h="6570345">
                  <a:moveTo>
                    <a:pt x="7898833" y="6138029"/>
                  </a:moveTo>
                  <a:lnTo>
                    <a:pt x="7879872" y="6138029"/>
                  </a:lnTo>
                  <a:lnTo>
                    <a:pt x="7871381" y="6144386"/>
                  </a:lnTo>
                  <a:lnTo>
                    <a:pt x="7871381" y="6163461"/>
                  </a:lnTo>
                  <a:lnTo>
                    <a:pt x="7877891" y="6171910"/>
                  </a:lnTo>
                  <a:lnTo>
                    <a:pt x="7898833" y="6171910"/>
                  </a:lnTo>
                  <a:lnTo>
                    <a:pt x="7905342" y="6163461"/>
                  </a:lnTo>
                  <a:lnTo>
                    <a:pt x="7905342" y="6146506"/>
                  </a:lnTo>
                  <a:lnTo>
                    <a:pt x="7898833" y="6138029"/>
                  </a:lnTo>
                  <a:close/>
                </a:path>
                <a:path w="9542780" h="6570345">
                  <a:moveTo>
                    <a:pt x="7854401" y="5166199"/>
                  </a:moveTo>
                  <a:lnTo>
                    <a:pt x="7835438" y="5166199"/>
                  </a:lnTo>
                  <a:lnTo>
                    <a:pt x="7826949" y="5172529"/>
                  </a:lnTo>
                  <a:lnTo>
                    <a:pt x="7826949" y="5191603"/>
                  </a:lnTo>
                  <a:lnTo>
                    <a:pt x="7833174" y="5200082"/>
                  </a:lnTo>
                  <a:lnTo>
                    <a:pt x="7854401" y="5200082"/>
                  </a:lnTo>
                  <a:lnTo>
                    <a:pt x="7860910" y="5191603"/>
                  </a:lnTo>
                  <a:lnTo>
                    <a:pt x="7860910" y="5174649"/>
                  </a:lnTo>
                  <a:lnTo>
                    <a:pt x="7854401" y="5166199"/>
                  </a:lnTo>
                  <a:close/>
                </a:path>
                <a:path w="9542780" h="6570345">
                  <a:moveTo>
                    <a:pt x="7854401" y="5210649"/>
                  </a:moveTo>
                  <a:lnTo>
                    <a:pt x="7835438" y="5210649"/>
                  </a:lnTo>
                  <a:lnTo>
                    <a:pt x="7826949" y="5217008"/>
                  </a:lnTo>
                  <a:lnTo>
                    <a:pt x="7826949" y="5236055"/>
                  </a:lnTo>
                  <a:lnTo>
                    <a:pt x="7833174" y="5244532"/>
                  </a:lnTo>
                  <a:lnTo>
                    <a:pt x="7854401" y="5244532"/>
                  </a:lnTo>
                  <a:lnTo>
                    <a:pt x="7860910" y="5236055"/>
                  </a:lnTo>
                  <a:lnTo>
                    <a:pt x="7860910" y="5219128"/>
                  </a:lnTo>
                  <a:lnTo>
                    <a:pt x="7854401" y="5210649"/>
                  </a:lnTo>
                  <a:close/>
                </a:path>
                <a:path w="9542780" h="6570345">
                  <a:moveTo>
                    <a:pt x="7854401" y="5255129"/>
                  </a:moveTo>
                  <a:lnTo>
                    <a:pt x="7835438" y="5255129"/>
                  </a:lnTo>
                  <a:lnTo>
                    <a:pt x="7826949" y="5261458"/>
                  </a:lnTo>
                  <a:lnTo>
                    <a:pt x="7826949" y="5282652"/>
                  </a:lnTo>
                  <a:lnTo>
                    <a:pt x="7833174" y="5288982"/>
                  </a:lnTo>
                  <a:lnTo>
                    <a:pt x="7854401" y="5288982"/>
                  </a:lnTo>
                  <a:lnTo>
                    <a:pt x="7860910" y="5280533"/>
                  </a:lnTo>
                  <a:lnTo>
                    <a:pt x="7860910" y="5263578"/>
                  </a:lnTo>
                  <a:lnTo>
                    <a:pt x="7854401" y="5255129"/>
                  </a:lnTo>
                  <a:close/>
                </a:path>
                <a:path w="9542780" h="6570345">
                  <a:moveTo>
                    <a:pt x="7854401" y="5299579"/>
                  </a:moveTo>
                  <a:lnTo>
                    <a:pt x="7835438" y="5299579"/>
                  </a:lnTo>
                  <a:lnTo>
                    <a:pt x="7826949" y="5305936"/>
                  </a:lnTo>
                  <a:lnTo>
                    <a:pt x="7826949" y="5327102"/>
                  </a:lnTo>
                  <a:lnTo>
                    <a:pt x="7833174" y="5333460"/>
                  </a:lnTo>
                  <a:lnTo>
                    <a:pt x="7854401" y="5333460"/>
                  </a:lnTo>
                  <a:lnTo>
                    <a:pt x="7860910" y="5324983"/>
                  </a:lnTo>
                  <a:lnTo>
                    <a:pt x="7860910" y="5308056"/>
                  </a:lnTo>
                  <a:lnTo>
                    <a:pt x="7854401" y="5299579"/>
                  </a:lnTo>
                  <a:close/>
                </a:path>
                <a:path w="9542780" h="6570345">
                  <a:moveTo>
                    <a:pt x="7854401" y="5344057"/>
                  </a:moveTo>
                  <a:lnTo>
                    <a:pt x="7835438" y="5344057"/>
                  </a:lnTo>
                  <a:lnTo>
                    <a:pt x="7826949" y="5350386"/>
                  </a:lnTo>
                  <a:lnTo>
                    <a:pt x="7826949" y="5369462"/>
                  </a:lnTo>
                  <a:lnTo>
                    <a:pt x="7833174" y="5377911"/>
                  </a:lnTo>
                  <a:lnTo>
                    <a:pt x="7843928" y="5377911"/>
                  </a:lnTo>
                  <a:lnTo>
                    <a:pt x="7854401" y="5375791"/>
                  </a:lnTo>
                  <a:lnTo>
                    <a:pt x="7860910" y="5369462"/>
                  </a:lnTo>
                  <a:lnTo>
                    <a:pt x="7860910" y="5352506"/>
                  </a:lnTo>
                  <a:lnTo>
                    <a:pt x="7854401" y="5344057"/>
                  </a:lnTo>
                  <a:close/>
                </a:path>
                <a:path w="9542780" h="6570345">
                  <a:moveTo>
                    <a:pt x="7854401" y="5386388"/>
                  </a:moveTo>
                  <a:lnTo>
                    <a:pt x="7835438" y="5386388"/>
                  </a:lnTo>
                  <a:lnTo>
                    <a:pt x="7826949" y="5392746"/>
                  </a:lnTo>
                  <a:lnTo>
                    <a:pt x="7826949" y="5411792"/>
                  </a:lnTo>
                  <a:lnTo>
                    <a:pt x="7833174" y="5420269"/>
                  </a:lnTo>
                  <a:lnTo>
                    <a:pt x="7854401" y="5420269"/>
                  </a:lnTo>
                  <a:lnTo>
                    <a:pt x="7860910" y="5413912"/>
                  </a:lnTo>
                  <a:lnTo>
                    <a:pt x="7860910" y="5394866"/>
                  </a:lnTo>
                  <a:lnTo>
                    <a:pt x="7854401" y="5386388"/>
                  </a:lnTo>
                  <a:close/>
                </a:path>
                <a:path w="9542780" h="6570345">
                  <a:moveTo>
                    <a:pt x="7854401" y="5430866"/>
                  </a:moveTo>
                  <a:lnTo>
                    <a:pt x="7835438" y="5430866"/>
                  </a:lnTo>
                  <a:lnTo>
                    <a:pt x="7826949" y="5437196"/>
                  </a:lnTo>
                  <a:lnTo>
                    <a:pt x="7826949" y="5458390"/>
                  </a:lnTo>
                  <a:lnTo>
                    <a:pt x="7833174" y="5464719"/>
                  </a:lnTo>
                  <a:lnTo>
                    <a:pt x="7854401" y="5464719"/>
                  </a:lnTo>
                  <a:lnTo>
                    <a:pt x="7860910" y="5458390"/>
                  </a:lnTo>
                  <a:lnTo>
                    <a:pt x="7860910" y="5439316"/>
                  </a:lnTo>
                  <a:lnTo>
                    <a:pt x="7854401" y="5430866"/>
                  </a:lnTo>
                  <a:close/>
                </a:path>
                <a:path w="9542780" h="6570345">
                  <a:moveTo>
                    <a:pt x="7854401" y="5475316"/>
                  </a:moveTo>
                  <a:lnTo>
                    <a:pt x="7835438" y="5475316"/>
                  </a:lnTo>
                  <a:lnTo>
                    <a:pt x="7826949" y="5481675"/>
                  </a:lnTo>
                  <a:lnTo>
                    <a:pt x="7826949" y="5502840"/>
                  </a:lnTo>
                  <a:lnTo>
                    <a:pt x="7833174" y="5509199"/>
                  </a:lnTo>
                  <a:lnTo>
                    <a:pt x="7854401" y="5509199"/>
                  </a:lnTo>
                  <a:lnTo>
                    <a:pt x="7860910" y="5500721"/>
                  </a:lnTo>
                  <a:lnTo>
                    <a:pt x="7860910" y="5483793"/>
                  </a:lnTo>
                  <a:lnTo>
                    <a:pt x="7854401" y="5475316"/>
                  </a:lnTo>
                  <a:close/>
                </a:path>
                <a:path w="9542780" h="6570345">
                  <a:moveTo>
                    <a:pt x="7854401" y="5519795"/>
                  </a:moveTo>
                  <a:lnTo>
                    <a:pt x="7835438" y="5519795"/>
                  </a:lnTo>
                  <a:lnTo>
                    <a:pt x="7826949" y="5526125"/>
                  </a:lnTo>
                  <a:lnTo>
                    <a:pt x="7826949" y="5545199"/>
                  </a:lnTo>
                  <a:lnTo>
                    <a:pt x="7833174" y="5553649"/>
                  </a:lnTo>
                  <a:lnTo>
                    <a:pt x="7854401" y="5553649"/>
                  </a:lnTo>
                  <a:lnTo>
                    <a:pt x="7860910" y="5545199"/>
                  </a:lnTo>
                  <a:lnTo>
                    <a:pt x="7860910" y="5528245"/>
                  </a:lnTo>
                  <a:lnTo>
                    <a:pt x="7854401" y="5519795"/>
                  </a:lnTo>
                  <a:close/>
                </a:path>
                <a:path w="9542780" h="6570345">
                  <a:moveTo>
                    <a:pt x="7854401" y="5564245"/>
                  </a:moveTo>
                  <a:lnTo>
                    <a:pt x="7835438" y="5564245"/>
                  </a:lnTo>
                  <a:lnTo>
                    <a:pt x="7826949" y="5570603"/>
                  </a:lnTo>
                  <a:lnTo>
                    <a:pt x="7826949" y="5589649"/>
                  </a:lnTo>
                  <a:lnTo>
                    <a:pt x="7833174" y="5598126"/>
                  </a:lnTo>
                  <a:lnTo>
                    <a:pt x="7854401" y="5598126"/>
                  </a:lnTo>
                  <a:lnTo>
                    <a:pt x="7860910" y="5589649"/>
                  </a:lnTo>
                  <a:lnTo>
                    <a:pt x="7860910" y="5572723"/>
                  </a:lnTo>
                  <a:lnTo>
                    <a:pt x="7854401" y="5564245"/>
                  </a:lnTo>
                  <a:close/>
                </a:path>
                <a:path w="9542780" h="6570345">
                  <a:moveTo>
                    <a:pt x="7854401" y="5608723"/>
                  </a:moveTo>
                  <a:lnTo>
                    <a:pt x="7835438" y="5608723"/>
                  </a:lnTo>
                  <a:lnTo>
                    <a:pt x="7826949" y="5615053"/>
                  </a:lnTo>
                  <a:lnTo>
                    <a:pt x="7826949" y="5634128"/>
                  </a:lnTo>
                  <a:lnTo>
                    <a:pt x="7833174" y="5642576"/>
                  </a:lnTo>
                  <a:lnTo>
                    <a:pt x="7854401" y="5642576"/>
                  </a:lnTo>
                  <a:lnTo>
                    <a:pt x="7860910" y="5634128"/>
                  </a:lnTo>
                  <a:lnTo>
                    <a:pt x="7860910" y="5617173"/>
                  </a:lnTo>
                  <a:lnTo>
                    <a:pt x="7854401" y="5608723"/>
                  </a:lnTo>
                  <a:close/>
                </a:path>
                <a:path w="9542780" h="6570345">
                  <a:moveTo>
                    <a:pt x="7854401" y="5653173"/>
                  </a:moveTo>
                  <a:lnTo>
                    <a:pt x="7835438" y="5653173"/>
                  </a:lnTo>
                  <a:lnTo>
                    <a:pt x="7826949" y="5659532"/>
                  </a:lnTo>
                  <a:lnTo>
                    <a:pt x="7826949" y="5678578"/>
                  </a:lnTo>
                  <a:lnTo>
                    <a:pt x="7833174" y="5687056"/>
                  </a:lnTo>
                  <a:lnTo>
                    <a:pt x="7843928" y="5687056"/>
                  </a:lnTo>
                  <a:lnTo>
                    <a:pt x="7854401" y="5684936"/>
                  </a:lnTo>
                  <a:lnTo>
                    <a:pt x="7860910" y="5678578"/>
                  </a:lnTo>
                  <a:lnTo>
                    <a:pt x="7860910" y="5661652"/>
                  </a:lnTo>
                  <a:lnTo>
                    <a:pt x="7854401" y="5653173"/>
                  </a:lnTo>
                  <a:close/>
                </a:path>
                <a:path w="9542780" h="6570345">
                  <a:moveTo>
                    <a:pt x="7854401" y="5695533"/>
                  </a:moveTo>
                  <a:lnTo>
                    <a:pt x="7835438" y="5695533"/>
                  </a:lnTo>
                  <a:lnTo>
                    <a:pt x="7826949" y="5701863"/>
                  </a:lnTo>
                  <a:lnTo>
                    <a:pt x="7826949" y="5720937"/>
                  </a:lnTo>
                  <a:lnTo>
                    <a:pt x="7833174" y="5729386"/>
                  </a:lnTo>
                  <a:lnTo>
                    <a:pt x="7854401" y="5729386"/>
                  </a:lnTo>
                  <a:lnTo>
                    <a:pt x="7860910" y="5723056"/>
                  </a:lnTo>
                  <a:lnTo>
                    <a:pt x="7860910" y="5703982"/>
                  </a:lnTo>
                  <a:lnTo>
                    <a:pt x="7854401" y="5695533"/>
                  </a:lnTo>
                  <a:close/>
                </a:path>
                <a:path w="9542780" h="6570345">
                  <a:moveTo>
                    <a:pt x="7854401" y="5739983"/>
                  </a:moveTo>
                  <a:lnTo>
                    <a:pt x="7835438" y="5739983"/>
                  </a:lnTo>
                  <a:lnTo>
                    <a:pt x="7826949" y="5746342"/>
                  </a:lnTo>
                  <a:lnTo>
                    <a:pt x="7826949" y="5765388"/>
                  </a:lnTo>
                  <a:lnTo>
                    <a:pt x="7833174" y="5773865"/>
                  </a:lnTo>
                  <a:lnTo>
                    <a:pt x="7854401" y="5773865"/>
                  </a:lnTo>
                  <a:lnTo>
                    <a:pt x="7860910" y="5767506"/>
                  </a:lnTo>
                  <a:lnTo>
                    <a:pt x="7860910" y="5748460"/>
                  </a:lnTo>
                  <a:lnTo>
                    <a:pt x="7854401" y="5739983"/>
                  </a:lnTo>
                  <a:close/>
                </a:path>
                <a:path w="9542780" h="6570345">
                  <a:moveTo>
                    <a:pt x="7854401" y="5784462"/>
                  </a:moveTo>
                  <a:lnTo>
                    <a:pt x="7835438" y="5784462"/>
                  </a:lnTo>
                  <a:lnTo>
                    <a:pt x="7826949" y="5790792"/>
                  </a:lnTo>
                  <a:lnTo>
                    <a:pt x="7826949" y="5809866"/>
                  </a:lnTo>
                  <a:lnTo>
                    <a:pt x="7833174" y="5818315"/>
                  </a:lnTo>
                  <a:lnTo>
                    <a:pt x="7854401" y="5818315"/>
                  </a:lnTo>
                  <a:lnTo>
                    <a:pt x="7860910" y="5809866"/>
                  </a:lnTo>
                  <a:lnTo>
                    <a:pt x="7860910" y="5792911"/>
                  </a:lnTo>
                  <a:lnTo>
                    <a:pt x="7854401" y="5784462"/>
                  </a:lnTo>
                  <a:close/>
                </a:path>
                <a:path w="9542780" h="6570345">
                  <a:moveTo>
                    <a:pt x="7854401" y="5828912"/>
                  </a:moveTo>
                  <a:lnTo>
                    <a:pt x="7835438" y="5828912"/>
                  </a:lnTo>
                  <a:lnTo>
                    <a:pt x="7826949" y="5835270"/>
                  </a:lnTo>
                  <a:lnTo>
                    <a:pt x="7826949" y="5854316"/>
                  </a:lnTo>
                  <a:lnTo>
                    <a:pt x="7833174" y="5862793"/>
                  </a:lnTo>
                  <a:lnTo>
                    <a:pt x="7854401" y="5862793"/>
                  </a:lnTo>
                  <a:lnTo>
                    <a:pt x="7860910" y="5854316"/>
                  </a:lnTo>
                  <a:lnTo>
                    <a:pt x="7860910" y="5837389"/>
                  </a:lnTo>
                  <a:lnTo>
                    <a:pt x="7854401" y="5828912"/>
                  </a:lnTo>
                  <a:close/>
                </a:path>
                <a:path w="9542780" h="6570345">
                  <a:moveTo>
                    <a:pt x="7854401" y="5873362"/>
                  </a:moveTo>
                  <a:lnTo>
                    <a:pt x="7835438" y="5873362"/>
                  </a:lnTo>
                  <a:lnTo>
                    <a:pt x="7826949" y="5879720"/>
                  </a:lnTo>
                  <a:lnTo>
                    <a:pt x="7826949" y="5898795"/>
                  </a:lnTo>
                  <a:lnTo>
                    <a:pt x="7833174" y="5907243"/>
                  </a:lnTo>
                  <a:lnTo>
                    <a:pt x="7854401" y="5907243"/>
                  </a:lnTo>
                  <a:lnTo>
                    <a:pt x="7860910" y="5898795"/>
                  </a:lnTo>
                  <a:lnTo>
                    <a:pt x="7860910" y="5881839"/>
                  </a:lnTo>
                  <a:lnTo>
                    <a:pt x="7854401" y="5873362"/>
                  </a:lnTo>
                  <a:close/>
                </a:path>
                <a:path w="9542780" h="6570345">
                  <a:moveTo>
                    <a:pt x="7854401" y="5917840"/>
                  </a:moveTo>
                  <a:lnTo>
                    <a:pt x="7835438" y="5917840"/>
                  </a:lnTo>
                  <a:lnTo>
                    <a:pt x="7826949" y="5924199"/>
                  </a:lnTo>
                  <a:lnTo>
                    <a:pt x="7826949" y="5943245"/>
                  </a:lnTo>
                  <a:lnTo>
                    <a:pt x="7833174" y="5951722"/>
                  </a:lnTo>
                  <a:lnTo>
                    <a:pt x="7854401" y="5951722"/>
                  </a:lnTo>
                  <a:lnTo>
                    <a:pt x="7860910" y="5943245"/>
                  </a:lnTo>
                  <a:lnTo>
                    <a:pt x="7860910" y="5926319"/>
                  </a:lnTo>
                  <a:lnTo>
                    <a:pt x="7854401" y="5917840"/>
                  </a:lnTo>
                  <a:close/>
                </a:path>
                <a:path w="9542780" h="6570345">
                  <a:moveTo>
                    <a:pt x="7854401" y="5962291"/>
                  </a:moveTo>
                  <a:lnTo>
                    <a:pt x="7835438" y="5962291"/>
                  </a:lnTo>
                  <a:lnTo>
                    <a:pt x="7826949" y="5968649"/>
                  </a:lnTo>
                  <a:lnTo>
                    <a:pt x="7826949" y="5987723"/>
                  </a:lnTo>
                  <a:lnTo>
                    <a:pt x="7833174" y="5996172"/>
                  </a:lnTo>
                  <a:lnTo>
                    <a:pt x="7843928" y="5996172"/>
                  </a:lnTo>
                  <a:lnTo>
                    <a:pt x="7854401" y="5994053"/>
                  </a:lnTo>
                  <a:lnTo>
                    <a:pt x="7860910" y="5987723"/>
                  </a:lnTo>
                  <a:lnTo>
                    <a:pt x="7860910" y="5970769"/>
                  </a:lnTo>
                  <a:lnTo>
                    <a:pt x="7854401" y="5962291"/>
                  </a:lnTo>
                  <a:close/>
                </a:path>
                <a:path w="9542780" h="6570345">
                  <a:moveTo>
                    <a:pt x="7854401" y="6004650"/>
                  </a:moveTo>
                  <a:lnTo>
                    <a:pt x="7835438" y="6004650"/>
                  </a:lnTo>
                  <a:lnTo>
                    <a:pt x="7826949" y="6011009"/>
                  </a:lnTo>
                  <a:lnTo>
                    <a:pt x="7826949" y="6030053"/>
                  </a:lnTo>
                  <a:lnTo>
                    <a:pt x="7833174" y="6038532"/>
                  </a:lnTo>
                  <a:lnTo>
                    <a:pt x="7854401" y="6038532"/>
                  </a:lnTo>
                  <a:lnTo>
                    <a:pt x="7860910" y="6032173"/>
                  </a:lnTo>
                  <a:lnTo>
                    <a:pt x="7860910" y="6013127"/>
                  </a:lnTo>
                  <a:lnTo>
                    <a:pt x="7854401" y="6004650"/>
                  </a:lnTo>
                  <a:close/>
                </a:path>
                <a:path w="9542780" h="6570345">
                  <a:moveTo>
                    <a:pt x="7854401" y="6049100"/>
                  </a:moveTo>
                  <a:lnTo>
                    <a:pt x="7835438" y="6049100"/>
                  </a:lnTo>
                  <a:lnTo>
                    <a:pt x="7826949" y="6055459"/>
                  </a:lnTo>
                  <a:lnTo>
                    <a:pt x="7826949" y="6074533"/>
                  </a:lnTo>
                  <a:lnTo>
                    <a:pt x="7833174" y="6082982"/>
                  </a:lnTo>
                  <a:lnTo>
                    <a:pt x="7854401" y="6082982"/>
                  </a:lnTo>
                  <a:lnTo>
                    <a:pt x="7860910" y="6076623"/>
                  </a:lnTo>
                  <a:lnTo>
                    <a:pt x="7860910" y="6057578"/>
                  </a:lnTo>
                  <a:lnTo>
                    <a:pt x="7854401" y="6049100"/>
                  </a:lnTo>
                  <a:close/>
                </a:path>
                <a:path w="9542780" h="6570345">
                  <a:moveTo>
                    <a:pt x="7854401" y="6093579"/>
                  </a:moveTo>
                  <a:lnTo>
                    <a:pt x="7835438" y="6093579"/>
                  </a:lnTo>
                  <a:lnTo>
                    <a:pt x="7826949" y="6099936"/>
                  </a:lnTo>
                  <a:lnTo>
                    <a:pt x="7826949" y="6118983"/>
                  </a:lnTo>
                  <a:lnTo>
                    <a:pt x="7833174" y="6127460"/>
                  </a:lnTo>
                  <a:lnTo>
                    <a:pt x="7854401" y="6127460"/>
                  </a:lnTo>
                  <a:lnTo>
                    <a:pt x="7860910" y="6118983"/>
                  </a:lnTo>
                  <a:lnTo>
                    <a:pt x="7860910" y="6102056"/>
                  </a:lnTo>
                  <a:lnTo>
                    <a:pt x="7854401" y="6093579"/>
                  </a:lnTo>
                  <a:close/>
                </a:path>
                <a:path w="9542780" h="6570345">
                  <a:moveTo>
                    <a:pt x="7854401" y="6138029"/>
                  </a:moveTo>
                  <a:lnTo>
                    <a:pt x="7835438" y="6138029"/>
                  </a:lnTo>
                  <a:lnTo>
                    <a:pt x="7826949" y="6144386"/>
                  </a:lnTo>
                  <a:lnTo>
                    <a:pt x="7826949" y="6163461"/>
                  </a:lnTo>
                  <a:lnTo>
                    <a:pt x="7833174" y="6171910"/>
                  </a:lnTo>
                  <a:lnTo>
                    <a:pt x="7854401" y="6171910"/>
                  </a:lnTo>
                  <a:lnTo>
                    <a:pt x="7860910" y="6163461"/>
                  </a:lnTo>
                  <a:lnTo>
                    <a:pt x="7860910" y="6146506"/>
                  </a:lnTo>
                  <a:lnTo>
                    <a:pt x="7854401" y="6138029"/>
                  </a:lnTo>
                  <a:close/>
                </a:path>
                <a:path w="9542780" h="6570345">
                  <a:moveTo>
                    <a:pt x="7811949" y="5121722"/>
                  </a:moveTo>
                  <a:lnTo>
                    <a:pt x="7792987" y="5121722"/>
                  </a:lnTo>
                  <a:lnTo>
                    <a:pt x="7784496" y="5128079"/>
                  </a:lnTo>
                  <a:lnTo>
                    <a:pt x="7784496" y="5147125"/>
                  </a:lnTo>
                  <a:lnTo>
                    <a:pt x="7790723" y="5155603"/>
                  </a:lnTo>
                  <a:lnTo>
                    <a:pt x="7809967" y="5155603"/>
                  </a:lnTo>
                  <a:lnTo>
                    <a:pt x="7818459" y="5149245"/>
                  </a:lnTo>
                  <a:lnTo>
                    <a:pt x="7818459" y="5130199"/>
                  </a:lnTo>
                  <a:lnTo>
                    <a:pt x="7811949" y="5121722"/>
                  </a:lnTo>
                  <a:close/>
                </a:path>
                <a:path w="9542780" h="6570345">
                  <a:moveTo>
                    <a:pt x="7811949" y="5166199"/>
                  </a:moveTo>
                  <a:lnTo>
                    <a:pt x="7792987" y="5166199"/>
                  </a:lnTo>
                  <a:lnTo>
                    <a:pt x="7784496" y="5172529"/>
                  </a:lnTo>
                  <a:lnTo>
                    <a:pt x="7784496" y="5191603"/>
                  </a:lnTo>
                  <a:lnTo>
                    <a:pt x="7790723" y="5200082"/>
                  </a:lnTo>
                  <a:lnTo>
                    <a:pt x="7809967" y="5200082"/>
                  </a:lnTo>
                  <a:lnTo>
                    <a:pt x="7818459" y="5191603"/>
                  </a:lnTo>
                  <a:lnTo>
                    <a:pt x="7818459" y="5174649"/>
                  </a:lnTo>
                  <a:lnTo>
                    <a:pt x="7811949" y="5166199"/>
                  </a:lnTo>
                  <a:close/>
                </a:path>
                <a:path w="9542780" h="6570345">
                  <a:moveTo>
                    <a:pt x="7811949" y="5210649"/>
                  </a:moveTo>
                  <a:lnTo>
                    <a:pt x="7792987" y="5210649"/>
                  </a:lnTo>
                  <a:lnTo>
                    <a:pt x="7784496" y="5217008"/>
                  </a:lnTo>
                  <a:lnTo>
                    <a:pt x="7784496" y="5236055"/>
                  </a:lnTo>
                  <a:lnTo>
                    <a:pt x="7790723" y="5244532"/>
                  </a:lnTo>
                  <a:lnTo>
                    <a:pt x="7809967" y="5244532"/>
                  </a:lnTo>
                  <a:lnTo>
                    <a:pt x="7818459" y="5236055"/>
                  </a:lnTo>
                  <a:lnTo>
                    <a:pt x="7818459" y="5219128"/>
                  </a:lnTo>
                  <a:lnTo>
                    <a:pt x="7811949" y="5210649"/>
                  </a:lnTo>
                  <a:close/>
                </a:path>
                <a:path w="9542780" h="6570345">
                  <a:moveTo>
                    <a:pt x="7811949" y="5255129"/>
                  </a:moveTo>
                  <a:lnTo>
                    <a:pt x="7792987" y="5255129"/>
                  </a:lnTo>
                  <a:lnTo>
                    <a:pt x="7784496" y="5261458"/>
                  </a:lnTo>
                  <a:lnTo>
                    <a:pt x="7784496" y="5282652"/>
                  </a:lnTo>
                  <a:lnTo>
                    <a:pt x="7790723" y="5288982"/>
                  </a:lnTo>
                  <a:lnTo>
                    <a:pt x="7809967" y="5288982"/>
                  </a:lnTo>
                  <a:lnTo>
                    <a:pt x="7818459" y="5280533"/>
                  </a:lnTo>
                  <a:lnTo>
                    <a:pt x="7818459" y="5263578"/>
                  </a:lnTo>
                  <a:lnTo>
                    <a:pt x="7811949" y="5255129"/>
                  </a:lnTo>
                  <a:close/>
                </a:path>
                <a:path w="9542780" h="6570345">
                  <a:moveTo>
                    <a:pt x="7811949" y="5299579"/>
                  </a:moveTo>
                  <a:lnTo>
                    <a:pt x="7792987" y="5299579"/>
                  </a:lnTo>
                  <a:lnTo>
                    <a:pt x="7784496" y="5305936"/>
                  </a:lnTo>
                  <a:lnTo>
                    <a:pt x="7784496" y="5327102"/>
                  </a:lnTo>
                  <a:lnTo>
                    <a:pt x="7790723" y="5333460"/>
                  </a:lnTo>
                  <a:lnTo>
                    <a:pt x="7809967" y="5333460"/>
                  </a:lnTo>
                  <a:lnTo>
                    <a:pt x="7818459" y="5324983"/>
                  </a:lnTo>
                  <a:lnTo>
                    <a:pt x="7818459" y="5308056"/>
                  </a:lnTo>
                  <a:lnTo>
                    <a:pt x="7811949" y="5299579"/>
                  </a:lnTo>
                  <a:close/>
                </a:path>
                <a:path w="9542780" h="6570345">
                  <a:moveTo>
                    <a:pt x="7811949" y="5344057"/>
                  </a:moveTo>
                  <a:lnTo>
                    <a:pt x="7792987" y="5344057"/>
                  </a:lnTo>
                  <a:lnTo>
                    <a:pt x="7784496" y="5350386"/>
                  </a:lnTo>
                  <a:lnTo>
                    <a:pt x="7784496" y="5369462"/>
                  </a:lnTo>
                  <a:lnTo>
                    <a:pt x="7790723" y="5377911"/>
                  </a:lnTo>
                  <a:lnTo>
                    <a:pt x="7801477" y="5377911"/>
                  </a:lnTo>
                  <a:lnTo>
                    <a:pt x="7809967" y="5375791"/>
                  </a:lnTo>
                  <a:lnTo>
                    <a:pt x="7818459" y="5369462"/>
                  </a:lnTo>
                  <a:lnTo>
                    <a:pt x="7818459" y="5352506"/>
                  </a:lnTo>
                  <a:lnTo>
                    <a:pt x="7811949" y="5344057"/>
                  </a:lnTo>
                  <a:close/>
                </a:path>
                <a:path w="9542780" h="6570345">
                  <a:moveTo>
                    <a:pt x="7811949" y="5386388"/>
                  </a:moveTo>
                  <a:lnTo>
                    <a:pt x="7792987" y="5386388"/>
                  </a:lnTo>
                  <a:lnTo>
                    <a:pt x="7784496" y="5392746"/>
                  </a:lnTo>
                  <a:lnTo>
                    <a:pt x="7784496" y="5411792"/>
                  </a:lnTo>
                  <a:lnTo>
                    <a:pt x="7790723" y="5420269"/>
                  </a:lnTo>
                  <a:lnTo>
                    <a:pt x="7809967" y="5420269"/>
                  </a:lnTo>
                  <a:lnTo>
                    <a:pt x="7818459" y="5413912"/>
                  </a:lnTo>
                  <a:lnTo>
                    <a:pt x="7818459" y="5394866"/>
                  </a:lnTo>
                  <a:lnTo>
                    <a:pt x="7811949" y="5386388"/>
                  </a:lnTo>
                  <a:close/>
                </a:path>
                <a:path w="9542780" h="6570345">
                  <a:moveTo>
                    <a:pt x="7811949" y="5430866"/>
                  </a:moveTo>
                  <a:lnTo>
                    <a:pt x="7792987" y="5430866"/>
                  </a:lnTo>
                  <a:lnTo>
                    <a:pt x="7784496" y="5437196"/>
                  </a:lnTo>
                  <a:lnTo>
                    <a:pt x="7784496" y="5458390"/>
                  </a:lnTo>
                  <a:lnTo>
                    <a:pt x="7790723" y="5464719"/>
                  </a:lnTo>
                  <a:lnTo>
                    <a:pt x="7809967" y="5464719"/>
                  </a:lnTo>
                  <a:lnTo>
                    <a:pt x="7818459" y="5458390"/>
                  </a:lnTo>
                  <a:lnTo>
                    <a:pt x="7818459" y="5439316"/>
                  </a:lnTo>
                  <a:lnTo>
                    <a:pt x="7811949" y="5430866"/>
                  </a:lnTo>
                  <a:close/>
                </a:path>
                <a:path w="9542780" h="6570345">
                  <a:moveTo>
                    <a:pt x="7811949" y="5475316"/>
                  </a:moveTo>
                  <a:lnTo>
                    <a:pt x="7792987" y="5475316"/>
                  </a:lnTo>
                  <a:lnTo>
                    <a:pt x="7784496" y="5481675"/>
                  </a:lnTo>
                  <a:lnTo>
                    <a:pt x="7784496" y="5502840"/>
                  </a:lnTo>
                  <a:lnTo>
                    <a:pt x="7790723" y="5509199"/>
                  </a:lnTo>
                  <a:lnTo>
                    <a:pt x="7809967" y="5509199"/>
                  </a:lnTo>
                  <a:lnTo>
                    <a:pt x="7818459" y="5500721"/>
                  </a:lnTo>
                  <a:lnTo>
                    <a:pt x="7818459" y="5483793"/>
                  </a:lnTo>
                  <a:lnTo>
                    <a:pt x="7811949" y="5475316"/>
                  </a:lnTo>
                  <a:close/>
                </a:path>
                <a:path w="9542780" h="6570345">
                  <a:moveTo>
                    <a:pt x="7811949" y="5519795"/>
                  </a:moveTo>
                  <a:lnTo>
                    <a:pt x="7792987" y="5519795"/>
                  </a:lnTo>
                  <a:lnTo>
                    <a:pt x="7784496" y="5526125"/>
                  </a:lnTo>
                  <a:lnTo>
                    <a:pt x="7784496" y="5545199"/>
                  </a:lnTo>
                  <a:lnTo>
                    <a:pt x="7790723" y="5553649"/>
                  </a:lnTo>
                  <a:lnTo>
                    <a:pt x="7809967" y="5553649"/>
                  </a:lnTo>
                  <a:lnTo>
                    <a:pt x="7818459" y="5545199"/>
                  </a:lnTo>
                  <a:lnTo>
                    <a:pt x="7818459" y="5528245"/>
                  </a:lnTo>
                  <a:lnTo>
                    <a:pt x="7811949" y="5519795"/>
                  </a:lnTo>
                  <a:close/>
                </a:path>
                <a:path w="9542780" h="6570345">
                  <a:moveTo>
                    <a:pt x="7811949" y="5564245"/>
                  </a:moveTo>
                  <a:lnTo>
                    <a:pt x="7792987" y="5564245"/>
                  </a:lnTo>
                  <a:lnTo>
                    <a:pt x="7784496" y="5570603"/>
                  </a:lnTo>
                  <a:lnTo>
                    <a:pt x="7784496" y="5589649"/>
                  </a:lnTo>
                  <a:lnTo>
                    <a:pt x="7790723" y="5598126"/>
                  </a:lnTo>
                  <a:lnTo>
                    <a:pt x="7809967" y="5598126"/>
                  </a:lnTo>
                  <a:lnTo>
                    <a:pt x="7818459" y="5589649"/>
                  </a:lnTo>
                  <a:lnTo>
                    <a:pt x="7818459" y="5572723"/>
                  </a:lnTo>
                  <a:lnTo>
                    <a:pt x="7811949" y="5564245"/>
                  </a:lnTo>
                  <a:close/>
                </a:path>
                <a:path w="9542780" h="6570345">
                  <a:moveTo>
                    <a:pt x="7811949" y="5608723"/>
                  </a:moveTo>
                  <a:lnTo>
                    <a:pt x="7792987" y="5608723"/>
                  </a:lnTo>
                  <a:lnTo>
                    <a:pt x="7784496" y="5615053"/>
                  </a:lnTo>
                  <a:lnTo>
                    <a:pt x="7784496" y="5634128"/>
                  </a:lnTo>
                  <a:lnTo>
                    <a:pt x="7790723" y="5642576"/>
                  </a:lnTo>
                  <a:lnTo>
                    <a:pt x="7809967" y="5642576"/>
                  </a:lnTo>
                  <a:lnTo>
                    <a:pt x="7818459" y="5634128"/>
                  </a:lnTo>
                  <a:lnTo>
                    <a:pt x="7818459" y="5617173"/>
                  </a:lnTo>
                  <a:lnTo>
                    <a:pt x="7811949" y="5608723"/>
                  </a:lnTo>
                  <a:close/>
                </a:path>
                <a:path w="9542780" h="6570345">
                  <a:moveTo>
                    <a:pt x="7811949" y="5653173"/>
                  </a:moveTo>
                  <a:lnTo>
                    <a:pt x="7792987" y="5653173"/>
                  </a:lnTo>
                  <a:lnTo>
                    <a:pt x="7784496" y="5659532"/>
                  </a:lnTo>
                  <a:lnTo>
                    <a:pt x="7784496" y="5678578"/>
                  </a:lnTo>
                  <a:lnTo>
                    <a:pt x="7790723" y="5687056"/>
                  </a:lnTo>
                  <a:lnTo>
                    <a:pt x="7801477" y="5687056"/>
                  </a:lnTo>
                  <a:lnTo>
                    <a:pt x="7809967" y="5684936"/>
                  </a:lnTo>
                  <a:lnTo>
                    <a:pt x="7818459" y="5678578"/>
                  </a:lnTo>
                  <a:lnTo>
                    <a:pt x="7818459" y="5661652"/>
                  </a:lnTo>
                  <a:lnTo>
                    <a:pt x="7811949" y="5653173"/>
                  </a:lnTo>
                  <a:close/>
                </a:path>
                <a:path w="9542780" h="6570345">
                  <a:moveTo>
                    <a:pt x="7811949" y="5695533"/>
                  </a:moveTo>
                  <a:lnTo>
                    <a:pt x="7792987" y="5695533"/>
                  </a:lnTo>
                  <a:lnTo>
                    <a:pt x="7784496" y="5701863"/>
                  </a:lnTo>
                  <a:lnTo>
                    <a:pt x="7784496" y="5720937"/>
                  </a:lnTo>
                  <a:lnTo>
                    <a:pt x="7790723" y="5729386"/>
                  </a:lnTo>
                  <a:lnTo>
                    <a:pt x="7809967" y="5729386"/>
                  </a:lnTo>
                  <a:lnTo>
                    <a:pt x="7818459" y="5723056"/>
                  </a:lnTo>
                  <a:lnTo>
                    <a:pt x="7818459" y="5703982"/>
                  </a:lnTo>
                  <a:lnTo>
                    <a:pt x="7811949" y="5695533"/>
                  </a:lnTo>
                  <a:close/>
                </a:path>
                <a:path w="9542780" h="6570345">
                  <a:moveTo>
                    <a:pt x="7811949" y="5739983"/>
                  </a:moveTo>
                  <a:lnTo>
                    <a:pt x="7792987" y="5739983"/>
                  </a:lnTo>
                  <a:lnTo>
                    <a:pt x="7784496" y="5746342"/>
                  </a:lnTo>
                  <a:lnTo>
                    <a:pt x="7784496" y="5765388"/>
                  </a:lnTo>
                  <a:lnTo>
                    <a:pt x="7790723" y="5773865"/>
                  </a:lnTo>
                  <a:lnTo>
                    <a:pt x="7809967" y="5773865"/>
                  </a:lnTo>
                  <a:lnTo>
                    <a:pt x="7818459" y="5767506"/>
                  </a:lnTo>
                  <a:lnTo>
                    <a:pt x="7818459" y="5748460"/>
                  </a:lnTo>
                  <a:lnTo>
                    <a:pt x="7811949" y="5739983"/>
                  </a:lnTo>
                  <a:close/>
                </a:path>
                <a:path w="9542780" h="6570345">
                  <a:moveTo>
                    <a:pt x="7811949" y="5784462"/>
                  </a:moveTo>
                  <a:lnTo>
                    <a:pt x="7792987" y="5784462"/>
                  </a:lnTo>
                  <a:lnTo>
                    <a:pt x="7784496" y="5790792"/>
                  </a:lnTo>
                  <a:lnTo>
                    <a:pt x="7784496" y="5809866"/>
                  </a:lnTo>
                  <a:lnTo>
                    <a:pt x="7790723" y="5818315"/>
                  </a:lnTo>
                  <a:lnTo>
                    <a:pt x="7809967" y="5818315"/>
                  </a:lnTo>
                  <a:lnTo>
                    <a:pt x="7818459" y="5809866"/>
                  </a:lnTo>
                  <a:lnTo>
                    <a:pt x="7818459" y="5792911"/>
                  </a:lnTo>
                  <a:lnTo>
                    <a:pt x="7811949" y="5784462"/>
                  </a:lnTo>
                  <a:close/>
                </a:path>
                <a:path w="9542780" h="6570345">
                  <a:moveTo>
                    <a:pt x="7811949" y="5828912"/>
                  </a:moveTo>
                  <a:lnTo>
                    <a:pt x="7792987" y="5828912"/>
                  </a:lnTo>
                  <a:lnTo>
                    <a:pt x="7784496" y="5835270"/>
                  </a:lnTo>
                  <a:lnTo>
                    <a:pt x="7784496" y="5854316"/>
                  </a:lnTo>
                  <a:lnTo>
                    <a:pt x="7790723" y="5862793"/>
                  </a:lnTo>
                  <a:lnTo>
                    <a:pt x="7809967" y="5862793"/>
                  </a:lnTo>
                  <a:lnTo>
                    <a:pt x="7818459" y="5854316"/>
                  </a:lnTo>
                  <a:lnTo>
                    <a:pt x="7818459" y="5837389"/>
                  </a:lnTo>
                  <a:lnTo>
                    <a:pt x="7811949" y="5828912"/>
                  </a:lnTo>
                  <a:close/>
                </a:path>
                <a:path w="9542780" h="6570345">
                  <a:moveTo>
                    <a:pt x="7811949" y="5873362"/>
                  </a:moveTo>
                  <a:lnTo>
                    <a:pt x="7792987" y="5873362"/>
                  </a:lnTo>
                  <a:lnTo>
                    <a:pt x="7784496" y="5879720"/>
                  </a:lnTo>
                  <a:lnTo>
                    <a:pt x="7784496" y="5898795"/>
                  </a:lnTo>
                  <a:lnTo>
                    <a:pt x="7790723" y="5907243"/>
                  </a:lnTo>
                  <a:lnTo>
                    <a:pt x="7809967" y="5907243"/>
                  </a:lnTo>
                  <a:lnTo>
                    <a:pt x="7818459" y="5898795"/>
                  </a:lnTo>
                  <a:lnTo>
                    <a:pt x="7818459" y="5881839"/>
                  </a:lnTo>
                  <a:lnTo>
                    <a:pt x="7811949" y="5873362"/>
                  </a:lnTo>
                  <a:close/>
                </a:path>
                <a:path w="9542780" h="6570345">
                  <a:moveTo>
                    <a:pt x="7811949" y="5917840"/>
                  </a:moveTo>
                  <a:lnTo>
                    <a:pt x="7792987" y="5917840"/>
                  </a:lnTo>
                  <a:lnTo>
                    <a:pt x="7784496" y="5924199"/>
                  </a:lnTo>
                  <a:lnTo>
                    <a:pt x="7784496" y="5943245"/>
                  </a:lnTo>
                  <a:lnTo>
                    <a:pt x="7790723" y="5951722"/>
                  </a:lnTo>
                  <a:lnTo>
                    <a:pt x="7809967" y="5951722"/>
                  </a:lnTo>
                  <a:lnTo>
                    <a:pt x="7818459" y="5943245"/>
                  </a:lnTo>
                  <a:lnTo>
                    <a:pt x="7818459" y="5926319"/>
                  </a:lnTo>
                  <a:lnTo>
                    <a:pt x="7811949" y="5917840"/>
                  </a:lnTo>
                  <a:close/>
                </a:path>
                <a:path w="9542780" h="6570345">
                  <a:moveTo>
                    <a:pt x="7811949" y="5962291"/>
                  </a:moveTo>
                  <a:lnTo>
                    <a:pt x="7792987" y="5962291"/>
                  </a:lnTo>
                  <a:lnTo>
                    <a:pt x="7784496" y="5968649"/>
                  </a:lnTo>
                  <a:lnTo>
                    <a:pt x="7784496" y="5987723"/>
                  </a:lnTo>
                  <a:lnTo>
                    <a:pt x="7790723" y="5996172"/>
                  </a:lnTo>
                  <a:lnTo>
                    <a:pt x="7801477" y="5996172"/>
                  </a:lnTo>
                  <a:lnTo>
                    <a:pt x="7809967" y="5994053"/>
                  </a:lnTo>
                  <a:lnTo>
                    <a:pt x="7818459" y="5987723"/>
                  </a:lnTo>
                  <a:lnTo>
                    <a:pt x="7818459" y="5970769"/>
                  </a:lnTo>
                  <a:lnTo>
                    <a:pt x="7811949" y="5962291"/>
                  </a:lnTo>
                  <a:close/>
                </a:path>
                <a:path w="9542780" h="6570345">
                  <a:moveTo>
                    <a:pt x="7811949" y="6004650"/>
                  </a:moveTo>
                  <a:lnTo>
                    <a:pt x="7792987" y="6004650"/>
                  </a:lnTo>
                  <a:lnTo>
                    <a:pt x="7784496" y="6011009"/>
                  </a:lnTo>
                  <a:lnTo>
                    <a:pt x="7784496" y="6030053"/>
                  </a:lnTo>
                  <a:lnTo>
                    <a:pt x="7790723" y="6038532"/>
                  </a:lnTo>
                  <a:lnTo>
                    <a:pt x="7809967" y="6038532"/>
                  </a:lnTo>
                  <a:lnTo>
                    <a:pt x="7818459" y="6032173"/>
                  </a:lnTo>
                  <a:lnTo>
                    <a:pt x="7818459" y="6013127"/>
                  </a:lnTo>
                  <a:lnTo>
                    <a:pt x="7811949" y="6004650"/>
                  </a:lnTo>
                  <a:close/>
                </a:path>
                <a:path w="9542780" h="6570345">
                  <a:moveTo>
                    <a:pt x="7811949" y="6049100"/>
                  </a:moveTo>
                  <a:lnTo>
                    <a:pt x="7792987" y="6049100"/>
                  </a:lnTo>
                  <a:lnTo>
                    <a:pt x="7784496" y="6055459"/>
                  </a:lnTo>
                  <a:lnTo>
                    <a:pt x="7784496" y="6074533"/>
                  </a:lnTo>
                  <a:lnTo>
                    <a:pt x="7790723" y="6082982"/>
                  </a:lnTo>
                  <a:lnTo>
                    <a:pt x="7809967" y="6082982"/>
                  </a:lnTo>
                  <a:lnTo>
                    <a:pt x="7818459" y="6076623"/>
                  </a:lnTo>
                  <a:lnTo>
                    <a:pt x="7818459" y="6057578"/>
                  </a:lnTo>
                  <a:lnTo>
                    <a:pt x="7811949" y="6049100"/>
                  </a:lnTo>
                  <a:close/>
                </a:path>
                <a:path w="9542780" h="6570345">
                  <a:moveTo>
                    <a:pt x="7811949" y="6093579"/>
                  </a:moveTo>
                  <a:lnTo>
                    <a:pt x="7792987" y="6093579"/>
                  </a:lnTo>
                  <a:lnTo>
                    <a:pt x="7784496" y="6099936"/>
                  </a:lnTo>
                  <a:lnTo>
                    <a:pt x="7784496" y="6118983"/>
                  </a:lnTo>
                  <a:lnTo>
                    <a:pt x="7790723" y="6127460"/>
                  </a:lnTo>
                  <a:lnTo>
                    <a:pt x="7809967" y="6127460"/>
                  </a:lnTo>
                  <a:lnTo>
                    <a:pt x="7818459" y="6118983"/>
                  </a:lnTo>
                  <a:lnTo>
                    <a:pt x="7818459" y="6102056"/>
                  </a:lnTo>
                  <a:lnTo>
                    <a:pt x="7811949" y="6093579"/>
                  </a:lnTo>
                  <a:close/>
                </a:path>
                <a:path w="9542780" h="6570345">
                  <a:moveTo>
                    <a:pt x="7811949" y="6138029"/>
                  </a:moveTo>
                  <a:lnTo>
                    <a:pt x="7792987" y="6138029"/>
                  </a:lnTo>
                  <a:lnTo>
                    <a:pt x="7784496" y="6144386"/>
                  </a:lnTo>
                  <a:lnTo>
                    <a:pt x="7784496" y="6163461"/>
                  </a:lnTo>
                  <a:lnTo>
                    <a:pt x="7790723" y="6171910"/>
                  </a:lnTo>
                  <a:lnTo>
                    <a:pt x="7809967" y="6171910"/>
                  </a:lnTo>
                  <a:lnTo>
                    <a:pt x="7818459" y="6163461"/>
                  </a:lnTo>
                  <a:lnTo>
                    <a:pt x="7818459" y="6146506"/>
                  </a:lnTo>
                  <a:lnTo>
                    <a:pt x="7811949" y="6138029"/>
                  </a:lnTo>
                  <a:close/>
                </a:path>
                <a:path w="9542780" h="6570345">
                  <a:moveTo>
                    <a:pt x="7767516" y="5077272"/>
                  </a:moveTo>
                  <a:lnTo>
                    <a:pt x="7748271" y="5077272"/>
                  </a:lnTo>
                  <a:lnTo>
                    <a:pt x="7740064" y="5083629"/>
                  </a:lnTo>
                  <a:lnTo>
                    <a:pt x="7740064" y="5102675"/>
                  </a:lnTo>
                  <a:lnTo>
                    <a:pt x="7746291" y="5111153"/>
                  </a:lnTo>
                  <a:lnTo>
                    <a:pt x="7765252" y="5111153"/>
                  </a:lnTo>
                  <a:lnTo>
                    <a:pt x="7773742" y="5104795"/>
                  </a:lnTo>
                  <a:lnTo>
                    <a:pt x="7773742" y="5085721"/>
                  </a:lnTo>
                  <a:lnTo>
                    <a:pt x="7767516" y="5077272"/>
                  </a:lnTo>
                  <a:close/>
                </a:path>
                <a:path w="9542780" h="6570345">
                  <a:moveTo>
                    <a:pt x="7767516" y="5121722"/>
                  </a:moveTo>
                  <a:lnTo>
                    <a:pt x="7748271" y="5121722"/>
                  </a:lnTo>
                  <a:lnTo>
                    <a:pt x="7740064" y="5128079"/>
                  </a:lnTo>
                  <a:lnTo>
                    <a:pt x="7740064" y="5147125"/>
                  </a:lnTo>
                  <a:lnTo>
                    <a:pt x="7746291" y="5155603"/>
                  </a:lnTo>
                  <a:lnTo>
                    <a:pt x="7765252" y="5155603"/>
                  </a:lnTo>
                  <a:lnTo>
                    <a:pt x="7773742" y="5149245"/>
                  </a:lnTo>
                  <a:lnTo>
                    <a:pt x="7773742" y="5130199"/>
                  </a:lnTo>
                  <a:lnTo>
                    <a:pt x="7767516" y="5121722"/>
                  </a:lnTo>
                  <a:close/>
                </a:path>
                <a:path w="9542780" h="6570345">
                  <a:moveTo>
                    <a:pt x="7767516" y="5166199"/>
                  </a:moveTo>
                  <a:lnTo>
                    <a:pt x="7748271" y="5166199"/>
                  </a:lnTo>
                  <a:lnTo>
                    <a:pt x="7740064" y="5172529"/>
                  </a:lnTo>
                  <a:lnTo>
                    <a:pt x="7740064" y="5191603"/>
                  </a:lnTo>
                  <a:lnTo>
                    <a:pt x="7746291" y="5200082"/>
                  </a:lnTo>
                  <a:lnTo>
                    <a:pt x="7765252" y="5200082"/>
                  </a:lnTo>
                  <a:lnTo>
                    <a:pt x="7773742" y="5191603"/>
                  </a:lnTo>
                  <a:lnTo>
                    <a:pt x="7773742" y="5174649"/>
                  </a:lnTo>
                  <a:lnTo>
                    <a:pt x="7767516" y="5166199"/>
                  </a:lnTo>
                  <a:close/>
                </a:path>
                <a:path w="9542780" h="6570345">
                  <a:moveTo>
                    <a:pt x="7767516" y="5210649"/>
                  </a:moveTo>
                  <a:lnTo>
                    <a:pt x="7748271" y="5210649"/>
                  </a:lnTo>
                  <a:lnTo>
                    <a:pt x="7740064" y="5217008"/>
                  </a:lnTo>
                  <a:lnTo>
                    <a:pt x="7740064" y="5236055"/>
                  </a:lnTo>
                  <a:lnTo>
                    <a:pt x="7746291" y="5244532"/>
                  </a:lnTo>
                  <a:lnTo>
                    <a:pt x="7765252" y="5244532"/>
                  </a:lnTo>
                  <a:lnTo>
                    <a:pt x="7773742" y="5236055"/>
                  </a:lnTo>
                  <a:lnTo>
                    <a:pt x="7773742" y="5219128"/>
                  </a:lnTo>
                  <a:lnTo>
                    <a:pt x="7767516" y="5210649"/>
                  </a:lnTo>
                  <a:close/>
                </a:path>
                <a:path w="9542780" h="6570345">
                  <a:moveTo>
                    <a:pt x="7767516" y="5255129"/>
                  </a:moveTo>
                  <a:lnTo>
                    <a:pt x="7748271" y="5255129"/>
                  </a:lnTo>
                  <a:lnTo>
                    <a:pt x="7740064" y="5261458"/>
                  </a:lnTo>
                  <a:lnTo>
                    <a:pt x="7740064" y="5282652"/>
                  </a:lnTo>
                  <a:lnTo>
                    <a:pt x="7746291" y="5288982"/>
                  </a:lnTo>
                  <a:lnTo>
                    <a:pt x="7765252" y="5288982"/>
                  </a:lnTo>
                  <a:lnTo>
                    <a:pt x="7773742" y="5280533"/>
                  </a:lnTo>
                  <a:lnTo>
                    <a:pt x="7773742" y="5263578"/>
                  </a:lnTo>
                  <a:lnTo>
                    <a:pt x="7767516" y="5255129"/>
                  </a:lnTo>
                  <a:close/>
                </a:path>
                <a:path w="9542780" h="6570345">
                  <a:moveTo>
                    <a:pt x="7767516" y="5299579"/>
                  </a:moveTo>
                  <a:lnTo>
                    <a:pt x="7748271" y="5299579"/>
                  </a:lnTo>
                  <a:lnTo>
                    <a:pt x="7740064" y="5305936"/>
                  </a:lnTo>
                  <a:lnTo>
                    <a:pt x="7740064" y="5327102"/>
                  </a:lnTo>
                  <a:lnTo>
                    <a:pt x="7746291" y="5333460"/>
                  </a:lnTo>
                  <a:lnTo>
                    <a:pt x="7765252" y="5333460"/>
                  </a:lnTo>
                  <a:lnTo>
                    <a:pt x="7773742" y="5324983"/>
                  </a:lnTo>
                  <a:lnTo>
                    <a:pt x="7773742" y="5308056"/>
                  </a:lnTo>
                  <a:lnTo>
                    <a:pt x="7767516" y="5299579"/>
                  </a:lnTo>
                  <a:close/>
                </a:path>
                <a:path w="9542780" h="6570345">
                  <a:moveTo>
                    <a:pt x="7767516" y="5344057"/>
                  </a:moveTo>
                  <a:lnTo>
                    <a:pt x="7748271" y="5344057"/>
                  </a:lnTo>
                  <a:lnTo>
                    <a:pt x="7740064" y="5350386"/>
                  </a:lnTo>
                  <a:lnTo>
                    <a:pt x="7740064" y="5369462"/>
                  </a:lnTo>
                  <a:lnTo>
                    <a:pt x="7746291" y="5377911"/>
                  </a:lnTo>
                  <a:lnTo>
                    <a:pt x="7756762" y="5377911"/>
                  </a:lnTo>
                  <a:lnTo>
                    <a:pt x="7765252" y="5375791"/>
                  </a:lnTo>
                  <a:lnTo>
                    <a:pt x="7773742" y="5369462"/>
                  </a:lnTo>
                  <a:lnTo>
                    <a:pt x="7773742" y="5352506"/>
                  </a:lnTo>
                  <a:lnTo>
                    <a:pt x="7767516" y="5344057"/>
                  </a:lnTo>
                  <a:close/>
                </a:path>
                <a:path w="9542780" h="6570345">
                  <a:moveTo>
                    <a:pt x="7767516" y="5386388"/>
                  </a:moveTo>
                  <a:lnTo>
                    <a:pt x="7748271" y="5386388"/>
                  </a:lnTo>
                  <a:lnTo>
                    <a:pt x="7740064" y="5392746"/>
                  </a:lnTo>
                  <a:lnTo>
                    <a:pt x="7740064" y="5411792"/>
                  </a:lnTo>
                  <a:lnTo>
                    <a:pt x="7746291" y="5420269"/>
                  </a:lnTo>
                  <a:lnTo>
                    <a:pt x="7765252" y="5420269"/>
                  </a:lnTo>
                  <a:lnTo>
                    <a:pt x="7773742" y="5413912"/>
                  </a:lnTo>
                  <a:lnTo>
                    <a:pt x="7773742" y="5394866"/>
                  </a:lnTo>
                  <a:lnTo>
                    <a:pt x="7767516" y="5386388"/>
                  </a:lnTo>
                  <a:close/>
                </a:path>
                <a:path w="9542780" h="6570345">
                  <a:moveTo>
                    <a:pt x="7767516" y="5430866"/>
                  </a:moveTo>
                  <a:lnTo>
                    <a:pt x="7748271" y="5430866"/>
                  </a:lnTo>
                  <a:lnTo>
                    <a:pt x="7740064" y="5437196"/>
                  </a:lnTo>
                  <a:lnTo>
                    <a:pt x="7740064" y="5458390"/>
                  </a:lnTo>
                  <a:lnTo>
                    <a:pt x="7746291" y="5464719"/>
                  </a:lnTo>
                  <a:lnTo>
                    <a:pt x="7765252" y="5464719"/>
                  </a:lnTo>
                  <a:lnTo>
                    <a:pt x="7773742" y="5458390"/>
                  </a:lnTo>
                  <a:lnTo>
                    <a:pt x="7773742" y="5439316"/>
                  </a:lnTo>
                  <a:lnTo>
                    <a:pt x="7767516" y="5430866"/>
                  </a:lnTo>
                  <a:close/>
                </a:path>
                <a:path w="9542780" h="6570345">
                  <a:moveTo>
                    <a:pt x="7767516" y="5475316"/>
                  </a:moveTo>
                  <a:lnTo>
                    <a:pt x="7748271" y="5475316"/>
                  </a:lnTo>
                  <a:lnTo>
                    <a:pt x="7740064" y="5481675"/>
                  </a:lnTo>
                  <a:lnTo>
                    <a:pt x="7740064" y="5502840"/>
                  </a:lnTo>
                  <a:lnTo>
                    <a:pt x="7746291" y="5509199"/>
                  </a:lnTo>
                  <a:lnTo>
                    <a:pt x="7765252" y="5509199"/>
                  </a:lnTo>
                  <a:lnTo>
                    <a:pt x="7773742" y="5500721"/>
                  </a:lnTo>
                  <a:lnTo>
                    <a:pt x="7773742" y="5483793"/>
                  </a:lnTo>
                  <a:lnTo>
                    <a:pt x="7767516" y="5475316"/>
                  </a:lnTo>
                  <a:close/>
                </a:path>
                <a:path w="9542780" h="6570345">
                  <a:moveTo>
                    <a:pt x="7767516" y="5519795"/>
                  </a:moveTo>
                  <a:lnTo>
                    <a:pt x="7748271" y="5519795"/>
                  </a:lnTo>
                  <a:lnTo>
                    <a:pt x="7740064" y="5526125"/>
                  </a:lnTo>
                  <a:lnTo>
                    <a:pt x="7740064" y="5545199"/>
                  </a:lnTo>
                  <a:lnTo>
                    <a:pt x="7746291" y="5553649"/>
                  </a:lnTo>
                  <a:lnTo>
                    <a:pt x="7765252" y="5553649"/>
                  </a:lnTo>
                  <a:lnTo>
                    <a:pt x="7773742" y="5545199"/>
                  </a:lnTo>
                  <a:lnTo>
                    <a:pt x="7773742" y="5528245"/>
                  </a:lnTo>
                  <a:lnTo>
                    <a:pt x="7767516" y="5519795"/>
                  </a:lnTo>
                  <a:close/>
                </a:path>
                <a:path w="9542780" h="6570345">
                  <a:moveTo>
                    <a:pt x="7767516" y="5564245"/>
                  </a:moveTo>
                  <a:lnTo>
                    <a:pt x="7748271" y="5564245"/>
                  </a:lnTo>
                  <a:lnTo>
                    <a:pt x="7740064" y="5570603"/>
                  </a:lnTo>
                  <a:lnTo>
                    <a:pt x="7740064" y="5589649"/>
                  </a:lnTo>
                  <a:lnTo>
                    <a:pt x="7746291" y="5598126"/>
                  </a:lnTo>
                  <a:lnTo>
                    <a:pt x="7765252" y="5598126"/>
                  </a:lnTo>
                  <a:lnTo>
                    <a:pt x="7773742" y="5589649"/>
                  </a:lnTo>
                  <a:lnTo>
                    <a:pt x="7773742" y="5572723"/>
                  </a:lnTo>
                  <a:lnTo>
                    <a:pt x="7767516" y="5564245"/>
                  </a:lnTo>
                  <a:close/>
                </a:path>
                <a:path w="9542780" h="6570345">
                  <a:moveTo>
                    <a:pt x="7767516" y="5608723"/>
                  </a:moveTo>
                  <a:lnTo>
                    <a:pt x="7748271" y="5608723"/>
                  </a:lnTo>
                  <a:lnTo>
                    <a:pt x="7740064" y="5615053"/>
                  </a:lnTo>
                  <a:lnTo>
                    <a:pt x="7740064" y="5634128"/>
                  </a:lnTo>
                  <a:lnTo>
                    <a:pt x="7746291" y="5642576"/>
                  </a:lnTo>
                  <a:lnTo>
                    <a:pt x="7765252" y="5642576"/>
                  </a:lnTo>
                  <a:lnTo>
                    <a:pt x="7773742" y="5634128"/>
                  </a:lnTo>
                  <a:lnTo>
                    <a:pt x="7773742" y="5617173"/>
                  </a:lnTo>
                  <a:lnTo>
                    <a:pt x="7767516" y="5608723"/>
                  </a:lnTo>
                  <a:close/>
                </a:path>
                <a:path w="9542780" h="6570345">
                  <a:moveTo>
                    <a:pt x="7767516" y="5653173"/>
                  </a:moveTo>
                  <a:lnTo>
                    <a:pt x="7748271" y="5653173"/>
                  </a:lnTo>
                  <a:lnTo>
                    <a:pt x="7740064" y="5659532"/>
                  </a:lnTo>
                  <a:lnTo>
                    <a:pt x="7740064" y="5678578"/>
                  </a:lnTo>
                  <a:lnTo>
                    <a:pt x="7746291" y="5687056"/>
                  </a:lnTo>
                  <a:lnTo>
                    <a:pt x="7756762" y="5687056"/>
                  </a:lnTo>
                  <a:lnTo>
                    <a:pt x="7765252" y="5684936"/>
                  </a:lnTo>
                  <a:lnTo>
                    <a:pt x="7773742" y="5678578"/>
                  </a:lnTo>
                  <a:lnTo>
                    <a:pt x="7773742" y="5661652"/>
                  </a:lnTo>
                  <a:lnTo>
                    <a:pt x="7767516" y="5653173"/>
                  </a:lnTo>
                  <a:close/>
                </a:path>
                <a:path w="9542780" h="6570345">
                  <a:moveTo>
                    <a:pt x="7767516" y="5695533"/>
                  </a:moveTo>
                  <a:lnTo>
                    <a:pt x="7748272" y="5695533"/>
                  </a:lnTo>
                  <a:lnTo>
                    <a:pt x="7740064" y="5701863"/>
                  </a:lnTo>
                  <a:lnTo>
                    <a:pt x="7740064" y="5720937"/>
                  </a:lnTo>
                  <a:lnTo>
                    <a:pt x="7746291" y="5729386"/>
                  </a:lnTo>
                  <a:lnTo>
                    <a:pt x="7765252" y="5729386"/>
                  </a:lnTo>
                  <a:lnTo>
                    <a:pt x="7773742" y="5723056"/>
                  </a:lnTo>
                  <a:lnTo>
                    <a:pt x="7773742" y="5703982"/>
                  </a:lnTo>
                  <a:lnTo>
                    <a:pt x="7767516" y="5695533"/>
                  </a:lnTo>
                  <a:close/>
                </a:path>
                <a:path w="9542780" h="6570345">
                  <a:moveTo>
                    <a:pt x="7767516" y="5739983"/>
                  </a:moveTo>
                  <a:lnTo>
                    <a:pt x="7748272" y="5739983"/>
                  </a:lnTo>
                  <a:lnTo>
                    <a:pt x="7740064" y="5746342"/>
                  </a:lnTo>
                  <a:lnTo>
                    <a:pt x="7740064" y="5765388"/>
                  </a:lnTo>
                  <a:lnTo>
                    <a:pt x="7746291" y="5773865"/>
                  </a:lnTo>
                  <a:lnTo>
                    <a:pt x="7765252" y="5773865"/>
                  </a:lnTo>
                  <a:lnTo>
                    <a:pt x="7773742" y="5767506"/>
                  </a:lnTo>
                  <a:lnTo>
                    <a:pt x="7773742" y="5748460"/>
                  </a:lnTo>
                  <a:lnTo>
                    <a:pt x="7767516" y="5739983"/>
                  </a:lnTo>
                  <a:close/>
                </a:path>
                <a:path w="9542780" h="6570345">
                  <a:moveTo>
                    <a:pt x="7767516" y="5784462"/>
                  </a:moveTo>
                  <a:lnTo>
                    <a:pt x="7748272" y="5784462"/>
                  </a:lnTo>
                  <a:lnTo>
                    <a:pt x="7740064" y="5790792"/>
                  </a:lnTo>
                  <a:lnTo>
                    <a:pt x="7740064" y="5809866"/>
                  </a:lnTo>
                  <a:lnTo>
                    <a:pt x="7746291" y="5818315"/>
                  </a:lnTo>
                  <a:lnTo>
                    <a:pt x="7765252" y="5818315"/>
                  </a:lnTo>
                  <a:lnTo>
                    <a:pt x="7773742" y="5809866"/>
                  </a:lnTo>
                  <a:lnTo>
                    <a:pt x="7773742" y="5792911"/>
                  </a:lnTo>
                  <a:lnTo>
                    <a:pt x="7767516" y="5784462"/>
                  </a:lnTo>
                  <a:close/>
                </a:path>
                <a:path w="9542780" h="6570345">
                  <a:moveTo>
                    <a:pt x="7767516" y="5828912"/>
                  </a:moveTo>
                  <a:lnTo>
                    <a:pt x="7748272" y="5828912"/>
                  </a:lnTo>
                  <a:lnTo>
                    <a:pt x="7740064" y="5835270"/>
                  </a:lnTo>
                  <a:lnTo>
                    <a:pt x="7740064" y="5854316"/>
                  </a:lnTo>
                  <a:lnTo>
                    <a:pt x="7746291" y="5862793"/>
                  </a:lnTo>
                  <a:lnTo>
                    <a:pt x="7765252" y="5862793"/>
                  </a:lnTo>
                  <a:lnTo>
                    <a:pt x="7773742" y="5854316"/>
                  </a:lnTo>
                  <a:lnTo>
                    <a:pt x="7773742" y="5837389"/>
                  </a:lnTo>
                  <a:lnTo>
                    <a:pt x="7767516" y="5828912"/>
                  </a:lnTo>
                  <a:close/>
                </a:path>
                <a:path w="9542780" h="6570345">
                  <a:moveTo>
                    <a:pt x="7767516" y="5873362"/>
                  </a:moveTo>
                  <a:lnTo>
                    <a:pt x="7748272" y="5873362"/>
                  </a:lnTo>
                  <a:lnTo>
                    <a:pt x="7740064" y="5879720"/>
                  </a:lnTo>
                  <a:lnTo>
                    <a:pt x="7740064" y="5898795"/>
                  </a:lnTo>
                  <a:lnTo>
                    <a:pt x="7746291" y="5907243"/>
                  </a:lnTo>
                  <a:lnTo>
                    <a:pt x="7765252" y="5907243"/>
                  </a:lnTo>
                  <a:lnTo>
                    <a:pt x="7773742" y="5898795"/>
                  </a:lnTo>
                  <a:lnTo>
                    <a:pt x="7773742" y="5881839"/>
                  </a:lnTo>
                  <a:lnTo>
                    <a:pt x="7767516" y="5873362"/>
                  </a:lnTo>
                  <a:close/>
                </a:path>
                <a:path w="9542780" h="6570345">
                  <a:moveTo>
                    <a:pt x="7767516" y="5917840"/>
                  </a:moveTo>
                  <a:lnTo>
                    <a:pt x="7748272" y="5917840"/>
                  </a:lnTo>
                  <a:lnTo>
                    <a:pt x="7740064" y="5924199"/>
                  </a:lnTo>
                  <a:lnTo>
                    <a:pt x="7740064" y="5943245"/>
                  </a:lnTo>
                  <a:lnTo>
                    <a:pt x="7746291" y="5951722"/>
                  </a:lnTo>
                  <a:lnTo>
                    <a:pt x="7765252" y="5951722"/>
                  </a:lnTo>
                  <a:lnTo>
                    <a:pt x="7773742" y="5943245"/>
                  </a:lnTo>
                  <a:lnTo>
                    <a:pt x="7773742" y="5926319"/>
                  </a:lnTo>
                  <a:lnTo>
                    <a:pt x="7767516" y="5917840"/>
                  </a:lnTo>
                  <a:close/>
                </a:path>
                <a:path w="9542780" h="6570345">
                  <a:moveTo>
                    <a:pt x="7767516" y="5962291"/>
                  </a:moveTo>
                  <a:lnTo>
                    <a:pt x="7748272" y="5962291"/>
                  </a:lnTo>
                  <a:lnTo>
                    <a:pt x="7740064" y="5968649"/>
                  </a:lnTo>
                  <a:lnTo>
                    <a:pt x="7740064" y="5987723"/>
                  </a:lnTo>
                  <a:lnTo>
                    <a:pt x="7746291" y="5996172"/>
                  </a:lnTo>
                  <a:lnTo>
                    <a:pt x="7756762" y="5996172"/>
                  </a:lnTo>
                  <a:lnTo>
                    <a:pt x="7765252" y="5994053"/>
                  </a:lnTo>
                  <a:lnTo>
                    <a:pt x="7773742" y="5987723"/>
                  </a:lnTo>
                  <a:lnTo>
                    <a:pt x="7773742" y="5970769"/>
                  </a:lnTo>
                  <a:lnTo>
                    <a:pt x="7767516" y="5962291"/>
                  </a:lnTo>
                  <a:close/>
                </a:path>
                <a:path w="9542780" h="6570345">
                  <a:moveTo>
                    <a:pt x="7767516" y="6004650"/>
                  </a:moveTo>
                  <a:lnTo>
                    <a:pt x="7748272" y="6004650"/>
                  </a:lnTo>
                  <a:lnTo>
                    <a:pt x="7740064" y="6011009"/>
                  </a:lnTo>
                  <a:lnTo>
                    <a:pt x="7740064" y="6030053"/>
                  </a:lnTo>
                  <a:lnTo>
                    <a:pt x="7746291" y="6038532"/>
                  </a:lnTo>
                  <a:lnTo>
                    <a:pt x="7765252" y="6038532"/>
                  </a:lnTo>
                  <a:lnTo>
                    <a:pt x="7773742" y="6032173"/>
                  </a:lnTo>
                  <a:lnTo>
                    <a:pt x="7773742" y="6013127"/>
                  </a:lnTo>
                  <a:lnTo>
                    <a:pt x="7767516" y="6004650"/>
                  </a:lnTo>
                  <a:close/>
                </a:path>
                <a:path w="9542780" h="6570345">
                  <a:moveTo>
                    <a:pt x="7767516" y="6049100"/>
                  </a:moveTo>
                  <a:lnTo>
                    <a:pt x="7748272" y="6049100"/>
                  </a:lnTo>
                  <a:lnTo>
                    <a:pt x="7740064" y="6055459"/>
                  </a:lnTo>
                  <a:lnTo>
                    <a:pt x="7740064" y="6074533"/>
                  </a:lnTo>
                  <a:lnTo>
                    <a:pt x="7746291" y="6082982"/>
                  </a:lnTo>
                  <a:lnTo>
                    <a:pt x="7765252" y="6082982"/>
                  </a:lnTo>
                  <a:lnTo>
                    <a:pt x="7773742" y="6076623"/>
                  </a:lnTo>
                  <a:lnTo>
                    <a:pt x="7773742" y="6057578"/>
                  </a:lnTo>
                  <a:lnTo>
                    <a:pt x="7767516" y="6049100"/>
                  </a:lnTo>
                  <a:close/>
                </a:path>
                <a:path w="9542780" h="6570345">
                  <a:moveTo>
                    <a:pt x="7767516" y="6093579"/>
                  </a:moveTo>
                  <a:lnTo>
                    <a:pt x="7748272" y="6093579"/>
                  </a:lnTo>
                  <a:lnTo>
                    <a:pt x="7740064" y="6099936"/>
                  </a:lnTo>
                  <a:lnTo>
                    <a:pt x="7740064" y="6118983"/>
                  </a:lnTo>
                  <a:lnTo>
                    <a:pt x="7746291" y="6127460"/>
                  </a:lnTo>
                  <a:lnTo>
                    <a:pt x="7765252" y="6127460"/>
                  </a:lnTo>
                  <a:lnTo>
                    <a:pt x="7773742" y="6118983"/>
                  </a:lnTo>
                  <a:lnTo>
                    <a:pt x="7773742" y="6102056"/>
                  </a:lnTo>
                  <a:lnTo>
                    <a:pt x="7767516" y="6093579"/>
                  </a:lnTo>
                  <a:close/>
                </a:path>
                <a:path w="9542780" h="6570345">
                  <a:moveTo>
                    <a:pt x="7767516" y="6138029"/>
                  </a:moveTo>
                  <a:lnTo>
                    <a:pt x="7748272" y="6138029"/>
                  </a:lnTo>
                  <a:lnTo>
                    <a:pt x="7740064" y="6144386"/>
                  </a:lnTo>
                  <a:lnTo>
                    <a:pt x="7740064" y="6163461"/>
                  </a:lnTo>
                  <a:lnTo>
                    <a:pt x="7746291" y="6171910"/>
                  </a:lnTo>
                  <a:lnTo>
                    <a:pt x="7765252" y="6171910"/>
                  </a:lnTo>
                  <a:lnTo>
                    <a:pt x="7773742" y="6163461"/>
                  </a:lnTo>
                  <a:lnTo>
                    <a:pt x="7773742" y="6146506"/>
                  </a:lnTo>
                  <a:lnTo>
                    <a:pt x="7767516" y="6138029"/>
                  </a:lnTo>
                  <a:close/>
                </a:path>
                <a:path w="9542780" h="6570345">
                  <a:moveTo>
                    <a:pt x="7723083" y="5077272"/>
                  </a:moveTo>
                  <a:lnTo>
                    <a:pt x="7701857" y="5077272"/>
                  </a:lnTo>
                  <a:lnTo>
                    <a:pt x="7695349" y="5083629"/>
                  </a:lnTo>
                  <a:lnTo>
                    <a:pt x="7695349" y="5102675"/>
                  </a:lnTo>
                  <a:lnTo>
                    <a:pt x="7701857" y="5111153"/>
                  </a:lnTo>
                  <a:lnTo>
                    <a:pt x="7723083" y="5111153"/>
                  </a:lnTo>
                  <a:lnTo>
                    <a:pt x="7729310" y="5104795"/>
                  </a:lnTo>
                  <a:lnTo>
                    <a:pt x="7729310" y="5085721"/>
                  </a:lnTo>
                  <a:lnTo>
                    <a:pt x="7723083" y="5077272"/>
                  </a:lnTo>
                  <a:close/>
                </a:path>
                <a:path w="9542780" h="6570345">
                  <a:moveTo>
                    <a:pt x="7723083" y="5121722"/>
                  </a:moveTo>
                  <a:lnTo>
                    <a:pt x="7701857" y="5121722"/>
                  </a:lnTo>
                  <a:lnTo>
                    <a:pt x="7695349" y="5128079"/>
                  </a:lnTo>
                  <a:lnTo>
                    <a:pt x="7695349" y="5147125"/>
                  </a:lnTo>
                  <a:lnTo>
                    <a:pt x="7701857" y="5155603"/>
                  </a:lnTo>
                  <a:lnTo>
                    <a:pt x="7723083" y="5155603"/>
                  </a:lnTo>
                  <a:lnTo>
                    <a:pt x="7729310" y="5149245"/>
                  </a:lnTo>
                  <a:lnTo>
                    <a:pt x="7729310" y="5130199"/>
                  </a:lnTo>
                  <a:lnTo>
                    <a:pt x="7723083" y="5121722"/>
                  </a:lnTo>
                  <a:close/>
                </a:path>
                <a:path w="9542780" h="6570345">
                  <a:moveTo>
                    <a:pt x="7723083" y="5166199"/>
                  </a:moveTo>
                  <a:lnTo>
                    <a:pt x="7701857" y="5166199"/>
                  </a:lnTo>
                  <a:lnTo>
                    <a:pt x="7695349" y="5172529"/>
                  </a:lnTo>
                  <a:lnTo>
                    <a:pt x="7695349" y="5191603"/>
                  </a:lnTo>
                  <a:lnTo>
                    <a:pt x="7701857" y="5200082"/>
                  </a:lnTo>
                  <a:lnTo>
                    <a:pt x="7723083" y="5200082"/>
                  </a:lnTo>
                  <a:lnTo>
                    <a:pt x="7729310" y="5191603"/>
                  </a:lnTo>
                  <a:lnTo>
                    <a:pt x="7729310" y="5174649"/>
                  </a:lnTo>
                  <a:lnTo>
                    <a:pt x="7723083" y="5166199"/>
                  </a:lnTo>
                  <a:close/>
                </a:path>
                <a:path w="9542780" h="6570345">
                  <a:moveTo>
                    <a:pt x="7723083" y="5210649"/>
                  </a:moveTo>
                  <a:lnTo>
                    <a:pt x="7701857" y="5210649"/>
                  </a:lnTo>
                  <a:lnTo>
                    <a:pt x="7695349" y="5217008"/>
                  </a:lnTo>
                  <a:lnTo>
                    <a:pt x="7695349" y="5236055"/>
                  </a:lnTo>
                  <a:lnTo>
                    <a:pt x="7701857" y="5244532"/>
                  </a:lnTo>
                  <a:lnTo>
                    <a:pt x="7723083" y="5244532"/>
                  </a:lnTo>
                  <a:lnTo>
                    <a:pt x="7729310" y="5236055"/>
                  </a:lnTo>
                  <a:lnTo>
                    <a:pt x="7729310" y="5219128"/>
                  </a:lnTo>
                  <a:lnTo>
                    <a:pt x="7723083" y="5210649"/>
                  </a:lnTo>
                  <a:close/>
                </a:path>
                <a:path w="9542780" h="6570345">
                  <a:moveTo>
                    <a:pt x="7723083" y="5255129"/>
                  </a:moveTo>
                  <a:lnTo>
                    <a:pt x="7701857" y="5255129"/>
                  </a:lnTo>
                  <a:lnTo>
                    <a:pt x="7695349" y="5261458"/>
                  </a:lnTo>
                  <a:lnTo>
                    <a:pt x="7695349" y="5282652"/>
                  </a:lnTo>
                  <a:lnTo>
                    <a:pt x="7701857" y="5288982"/>
                  </a:lnTo>
                  <a:lnTo>
                    <a:pt x="7723083" y="5288982"/>
                  </a:lnTo>
                  <a:lnTo>
                    <a:pt x="7729310" y="5280533"/>
                  </a:lnTo>
                  <a:lnTo>
                    <a:pt x="7729310" y="5263578"/>
                  </a:lnTo>
                  <a:lnTo>
                    <a:pt x="7723083" y="5255129"/>
                  </a:lnTo>
                  <a:close/>
                </a:path>
                <a:path w="9542780" h="6570345">
                  <a:moveTo>
                    <a:pt x="7723083" y="5299579"/>
                  </a:moveTo>
                  <a:lnTo>
                    <a:pt x="7701857" y="5299579"/>
                  </a:lnTo>
                  <a:lnTo>
                    <a:pt x="7695349" y="5305936"/>
                  </a:lnTo>
                  <a:lnTo>
                    <a:pt x="7695349" y="5327102"/>
                  </a:lnTo>
                  <a:lnTo>
                    <a:pt x="7701857" y="5333460"/>
                  </a:lnTo>
                  <a:lnTo>
                    <a:pt x="7723083" y="5333460"/>
                  </a:lnTo>
                  <a:lnTo>
                    <a:pt x="7729310" y="5324983"/>
                  </a:lnTo>
                  <a:lnTo>
                    <a:pt x="7729310" y="5308056"/>
                  </a:lnTo>
                  <a:lnTo>
                    <a:pt x="7723083" y="5299579"/>
                  </a:lnTo>
                  <a:close/>
                </a:path>
                <a:path w="9542780" h="6570345">
                  <a:moveTo>
                    <a:pt x="7723083" y="5344057"/>
                  </a:moveTo>
                  <a:lnTo>
                    <a:pt x="7701857" y="5344057"/>
                  </a:lnTo>
                  <a:lnTo>
                    <a:pt x="7695349" y="5350386"/>
                  </a:lnTo>
                  <a:lnTo>
                    <a:pt x="7695349" y="5369462"/>
                  </a:lnTo>
                  <a:lnTo>
                    <a:pt x="7701857" y="5377911"/>
                  </a:lnTo>
                  <a:lnTo>
                    <a:pt x="7723083" y="5377911"/>
                  </a:lnTo>
                  <a:lnTo>
                    <a:pt x="7729310" y="5369462"/>
                  </a:lnTo>
                  <a:lnTo>
                    <a:pt x="7729310" y="5352506"/>
                  </a:lnTo>
                  <a:lnTo>
                    <a:pt x="7723083" y="5344057"/>
                  </a:lnTo>
                  <a:close/>
                </a:path>
                <a:path w="9542780" h="6570345">
                  <a:moveTo>
                    <a:pt x="7723083" y="5386388"/>
                  </a:moveTo>
                  <a:lnTo>
                    <a:pt x="7701857" y="5386388"/>
                  </a:lnTo>
                  <a:lnTo>
                    <a:pt x="7695349" y="5392746"/>
                  </a:lnTo>
                  <a:lnTo>
                    <a:pt x="7695349" y="5411792"/>
                  </a:lnTo>
                  <a:lnTo>
                    <a:pt x="7701857" y="5420269"/>
                  </a:lnTo>
                  <a:lnTo>
                    <a:pt x="7723083" y="5420269"/>
                  </a:lnTo>
                  <a:lnTo>
                    <a:pt x="7729310" y="5413912"/>
                  </a:lnTo>
                  <a:lnTo>
                    <a:pt x="7729310" y="5394866"/>
                  </a:lnTo>
                  <a:lnTo>
                    <a:pt x="7723083" y="5386388"/>
                  </a:lnTo>
                  <a:close/>
                </a:path>
                <a:path w="9542780" h="6570345">
                  <a:moveTo>
                    <a:pt x="7723083" y="5430866"/>
                  </a:moveTo>
                  <a:lnTo>
                    <a:pt x="7701857" y="5430866"/>
                  </a:lnTo>
                  <a:lnTo>
                    <a:pt x="7695349" y="5437196"/>
                  </a:lnTo>
                  <a:lnTo>
                    <a:pt x="7695349" y="5458390"/>
                  </a:lnTo>
                  <a:lnTo>
                    <a:pt x="7701857" y="5464719"/>
                  </a:lnTo>
                  <a:lnTo>
                    <a:pt x="7723083" y="5464719"/>
                  </a:lnTo>
                  <a:lnTo>
                    <a:pt x="7729310" y="5458390"/>
                  </a:lnTo>
                  <a:lnTo>
                    <a:pt x="7729310" y="5439316"/>
                  </a:lnTo>
                  <a:lnTo>
                    <a:pt x="7723083" y="5430866"/>
                  </a:lnTo>
                  <a:close/>
                </a:path>
                <a:path w="9542780" h="6570345">
                  <a:moveTo>
                    <a:pt x="7723083" y="5475316"/>
                  </a:moveTo>
                  <a:lnTo>
                    <a:pt x="7701857" y="5475316"/>
                  </a:lnTo>
                  <a:lnTo>
                    <a:pt x="7695349" y="5481675"/>
                  </a:lnTo>
                  <a:lnTo>
                    <a:pt x="7695349" y="5502840"/>
                  </a:lnTo>
                  <a:lnTo>
                    <a:pt x="7701857" y="5509199"/>
                  </a:lnTo>
                  <a:lnTo>
                    <a:pt x="7723083" y="5509199"/>
                  </a:lnTo>
                  <a:lnTo>
                    <a:pt x="7729310" y="5500721"/>
                  </a:lnTo>
                  <a:lnTo>
                    <a:pt x="7729310" y="5483793"/>
                  </a:lnTo>
                  <a:lnTo>
                    <a:pt x="7723083" y="5475316"/>
                  </a:lnTo>
                  <a:close/>
                </a:path>
                <a:path w="9542780" h="6570345">
                  <a:moveTo>
                    <a:pt x="7723083" y="5519795"/>
                  </a:moveTo>
                  <a:lnTo>
                    <a:pt x="7701857" y="5519795"/>
                  </a:lnTo>
                  <a:lnTo>
                    <a:pt x="7695349" y="5526125"/>
                  </a:lnTo>
                  <a:lnTo>
                    <a:pt x="7695349" y="5545199"/>
                  </a:lnTo>
                  <a:lnTo>
                    <a:pt x="7701857" y="5553649"/>
                  </a:lnTo>
                  <a:lnTo>
                    <a:pt x="7723083" y="5553649"/>
                  </a:lnTo>
                  <a:lnTo>
                    <a:pt x="7729310" y="5545199"/>
                  </a:lnTo>
                  <a:lnTo>
                    <a:pt x="7729310" y="5528245"/>
                  </a:lnTo>
                  <a:lnTo>
                    <a:pt x="7723083" y="5519795"/>
                  </a:lnTo>
                  <a:close/>
                </a:path>
                <a:path w="9542780" h="6570345">
                  <a:moveTo>
                    <a:pt x="7723083" y="5564245"/>
                  </a:moveTo>
                  <a:lnTo>
                    <a:pt x="7701857" y="5564245"/>
                  </a:lnTo>
                  <a:lnTo>
                    <a:pt x="7695349" y="5570603"/>
                  </a:lnTo>
                  <a:lnTo>
                    <a:pt x="7695349" y="5589649"/>
                  </a:lnTo>
                  <a:lnTo>
                    <a:pt x="7701857" y="5598126"/>
                  </a:lnTo>
                  <a:lnTo>
                    <a:pt x="7723083" y="5598126"/>
                  </a:lnTo>
                  <a:lnTo>
                    <a:pt x="7729310" y="5589649"/>
                  </a:lnTo>
                  <a:lnTo>
                    <a:pt x="7729310" y="5572723"/>
                  </a:lnTo>
                  <a:lnTo>
                    <a:pt x="7723083" y="5564245"/>
                  </a:lnTo>
                  <a:close/>
                </a:path>
                <a:path w="9542780" h="6570345">
                  <a:moveTo>
                    <a:pt x="7723083" y="5608723"/>
                  </a:moveTo>
                  <a:lnTo>
                    <a:pt x="7701857" y="5608723"/>
                  </a:lnTo>
                  <a:lnTo>
                    <a:pt x="7695349" y="5615053"/>
                  </a:lnTo>
                  <a:lnTo>
                    <a:pt x="7695349" y="5634128"/>
                  </a:lnTo>
                  <a:lnTo>
                    <a:pt x="7701857" y="5642576"/>
                  </a:lnTo>
                  <a:lnTo>
                    <a:pt x="7723083" y="5642576"/>
                  </a:lnTo>
                  <a:lnTo>
                    <a:pt x="7729310" y="5634128"/>
                  </a:lnTo>
                  <a:lnTo>
                    <a:pt x="7729310" y="5617173"/>
                  </a:lnTo>
                  <a:lnTo>
                    <a:pt x="7723083" y="5608723"/>
                  </a:lnTo>
                  <a:close/>
                </a:path>
                <a:path w="9542780" h="6570345">
                  <a:moveTo>
                    <a:pt x="7723083" y="5653173"/>
                  </a:moveTo>
                  <a:lnTo>
                    <a:pt x="7701857" y="5653173"/>
                  </a:lnTo>
                  <a:lnTo>
                    <a:pt x="7695349" y="5659532"/>
                  </a:lnTo>
                  <a:lnTo>
                    <a:pt x="7695349" y="5678578"/>
                  </a:lnTo>
                  <a:lnTo>
                    <a:pt x="7701857" y="5687056"/>
                  </a:lnTo>
                  <a:lnTo>
                    <a:pt x="7723083" y="5687056"/>
                  </a:lnTo>
                  <a:lnTo>
                    <a:pt x="7729310" y="5678578"/>
                  </a:lnTo>
                  <a:lnTo>
                    <a:pt x="7729310" y="5661652"/>
                  </a:lnTo>
                  <a:lnTo>
                    <a:pt x="7723083" y="5653173"/>
                  </a:lnTo>
                  <a:close/>
                </a:path>
                <a:path w="9542780" h="6570345">
                  <a:moveTo>
                    <a:pt x="7723083" y="5695533"/>
                  </a:moveTo>
                  <a:lnTo>
                    <a:pt x="7701857" y="5695533"/>
                  </a:lnTo>
                  <a:lnTo>
                    <a:pt x="7695349" y="5701863"/>
                  </a:lnTo>
                  <a:lnTo>
                    <a:pt x="7695349" y="5720937"/>
                  </a:lnTo>
                  <a:lnTo>
                    <a:pt x="7701857" y="5729386"/>
                  </a:lnTo>
                  <a:lnTo>
                    <a:pt x="7723083" y="5729386"/>
                  </a:lnTo>
                  <a:lnTo>
                    <a:pt x="7729310" y="5723056"/>
                  </a:lnTo>
                  <a:lnTo>
                    <a:pt x="7729310" y="5703982"/>
                  </a:lnTo>
                  <a:lnTo>
                    <a:pt x="7723083" y="5695533"/>
                  </a:lnTo>
                  <a:close/>
                </a:path>
                <a:path w="9542780" h="6570345">
                  <a:moveTo>
                    <a:pt x="7723083" y="5739983"/>
                  </a:moveTo>
                  <a:lnTo>
                    <a:pt x="7701857" y="5739983"/>
                  </a:lnTo>
                  <a:lnTo>
                    <a:pt x="7695349" y="5746342"/>
                  </a:lnTo>
                  <a:lnTo>
                    <a:pt x="7695349" y="5765388"/>
                  </a:lnTo>
                  <a:lnTo>
                    <a:pt x="7701857" y="5773865"/>
                  </a:lnTo>
                  <a:lnTo>
                    <a:pt x="7723083" y="5773865"/>
                  </a:lnTo>
                  <a:lnTo>
                    <a:pt x="7729310" y="5767506"/>
                  </a:lnTo>
                  <a:lnTo>
                    <a:pt x="7729310" y="5748460"/>
                  </a:lnTo>
                  <a:lnTo>
                    <a:pt x="7723083" y="5739983"/>
                  </a:lnTo>
                  <a:close/>
                </a:path>
                <a:path w="9542780" h="6570345">
                  <a:moveTo>
                    <a:pt x="7723083" y="5784462"/>
                  </a:moveTo>
                  <a:lnTo>
                    <a:pt x="7701857" y="5784462"/>
                  </a:lnTo>
                  <a:lnTo>
                    <a:pt x="7695349" y="5790792"/>
                  </a:lnTo>
                  <a:lnTo>
                    <a:pt x="7695349" y="5809866"/>
                  </a:lnTo>
                  <a:lnTo>
                    <a:pt x="7701857" y="5818315"/>
                  </a:lnTo>
                  <a:lnTo>
                    <a:pt x="7723083" y="5818315"/>
                  </a:lnTo>
                  <a:lnTo>
                    <a:pt x="7729310" y="5809866"/>
                  </a:lnTo>
                  <a:lnTo>
                    <a:pt x="7729310" y="5792911"/>
                  </a:lnTo>
                  <a:lnTo>
                    <a:pt x="7723083" y="5784462"/>
                  </a:lnTo>
                  <a:close/>
                </a:path>
                <a:path w="9542780" h="6570345">
                  <a:moveTo>
                    <a:pt x="7723083" y="5828912"/>
                  </a:moveTo>
                  <a:lnTo>
                    <a:pt x="7701857" y="5828912"/>
                  </a:lnTo>
                  <a:lnTo>
                    <a:pt x="7695349" y="5835270"/>
                  </a:lnTo>
                  <a:lnTo>
                    <a:pt x="7695349" y="5854316"/>
                  </a:lnTo>
                  <a:lnTo>
                    <a:pt x="7701857" y="5862793"/>
                  </a:lnTo>
                  <a:lnTo>
                    <a:pt x="7723083" y="5862793"/>
                  </a:lnTo>
                  <a:lnTo>
                    <a:pt x="7729310" y="5854316"/>
                  </a:lnTo>
                  <a:lnTo>
                    <a:pt x="7729310" y="5837389"/>
                  </a:lnTo>
                  <a:lnTo>
                    <a:pt x="7723083" y="5828912"/>
                  </a:lnTo>
                  <a:close/>
                </a:path>
                <a:path w="9542780" h="6570345">
                  <a:moveTo>
                    <a:pt x="7723083" y="5873362"/>
                  </a:moveTo>
                  <a:lnTo>
                    <a:pt x="7701857" y="5873362"/>
                  </a:lnTo>
                  <a:lnTo>
                    <a:pt x="7695349" y="5879720"/>
                  </a:lnTo>
                  <a:lnTo>
                    <a:pt x="7695349" y="5898795"/>
                  </a:lnTo>
                  <a:lnTo>
                    <a:pt x="7701857" y="5907243"/>
                  </a:lnTo>
                  <a:lnTo>
                    <a:pt x="7723083" y="5907243"/>
                  </a:lnTo>
                  <a:lnTo>
                    <a:pt x="7729310" y="5898795"/>
                  </a:lnTo>
                  <a:lnTo>
                    <a:pt x="7729310" y="5881839"/>
                  </a:lnTo>
                  <a:lnTo>
                    <a:pt x="7723083" y="5873362"/>
                  </a:lnTo>
                  <a:close/>
                </a:path>
                <a:path w="9542780" h="6570345">
                  <a:moveTo>
                    <a:pt x="7723083" y="5917840"/>
                  </a:moveTo>
                  <a:lnTo>
                    <a:pt x="7701857" y="5917840"/>
                  </a:lnTo>
                  <a:lnTo>
                    <a:pt x="7695349" y="5924199"/>
                  </a:lnTo>
                  <a:lnTo>
                    <a:pt x="7695349" y="5943245"/>
                  </a:lnTo>
                  <a:lnTo>
                    <a:pt x="7701857" y="5951722"/>
                  </a:lnTo>
                  <a:lnTo>
                    <a:pt x="7723083" y="5951722"/>
                  </a:lnTo>
                  <a:lnTo>
                    <a:pt x="7729310" y="5943245"/>
                  </a:lnTo>
                  <a:lnTo>
                    <a:pt x="7729310" y="5926319"/>
                  </a:lnTo>
                  <a:lnTo>
                    <a:pt x="7723083" y="5917840"/>
                  </a:lnTo>
                  <a:close/>
                </a:path>
                <a:path w="9542780" h="6570345">
                  <a:moveTo>
                    <a:pt x="7723083" y="5962291"/>
                  </a:moveTo>
                  <a:lnTo>
                    <a:pt x="7701857" y="5962291"/>
                  </a:lnTo>
                  <a:lnTo>
                    <a:pt x="7695349" y="5968649"/>
                  </a:lnTo>
                  <a:lnTo>
                    <a:pt x="7695349" y="5987723"/>
                  </a:lnTo>
                  <a:lnTo>
                    <a:pt x="7701857" y="5996172"/>
                  </a:lnTo>
                  <a:lnTo>
                    <a:pt x="7723083" y="5996172"/>
                  </a:lnTo>
                  <a:lnTo>
                    <a:pt x="7729310" y="5987723"/>
                  </a:lnTo>
                  <a:lnTo>
                    <a:pt x="7729310" y="5970769"/>
                  </a:lnTo>
                  <a:lnTo>
                    <a:pt x="7723083" y="5962291"/>
                  </a:lnTo>
                  <a:close/>
                </a:path>
                <a:path w="9542780" h="6570345">
                  <a:moveTo>
                    <a:pt x="7723083" y="6004650"/>
                  </a:moveTo>
                  <a:lnTo>
                    <a:pt x="7701857" y="6004650"/>
                  </a:lnTo>
                  <a:lnTo>
                    <a:pt x="7695349" y="6011009"/>
                  </a:lnTo>
                  <a:lnTo>
                    <a:pt x="7695349" y="6030053"/>
                  </a:lnTo>
                  <a:lnTo>
                    <a:pt x="7701857" y="6038532"/>
                  </a:lnTo>
                  <a:lnTo>
                    <a:pt x="7723083" y="6038532"/>
                  </a:lnTo>
                  <a:lnTo>
                    <a:pt x="7729310" y="6032173"/>
                  </a:lnTo>
                  <a:lnTo>
                    <a:pt x="7729310" y="6013127"/>
                  </a:lnTo>
                  <a:lnTo>
                    <a:pt x="7723083" y="6004650"/>
                  </a:lnTo>
                  <a:close/>
                </a:path>
                <a:path w="9542780" h="6570345">
                  <a:moveTo>
                    <a:pt x="7723083" y="6049100"/>
                  </a:moveTo>
                  <a:lnTo>
                    <a:pt x="7701857" y="6049100"/>
                  </a:lnTo>
                  <a:lnTo>
                    <a:pt x="7695349" y="6055459"/>
                  </a:lnTo>
                  <a:lnTo>
                    <a:pt x="7695349" y="6074533"/>
                  </a:lnTo>
                  <a:lnTo>
                    <a:pt x="7701857" y="6082982"/>
                  </a:lnTo>
                  <a:lnTo>
                    <a:pt x="7723083" y="6082982"/>
                  </a:lnTo>
                  <a:lnTo>
                    <a:pt x="7729310" y="6076623"/>
                  </a:lnTo>
                  <a:lnTo>
                    <a:pt x="7729310" y="6057578"/>
                  </a:lnTo>
                  <a:lnTo>
                    <a:pt x="7723083" y="6049100"/>
                  </a:lnTo>
                  <a:close/>
                </a:path>
                <a:path w="9542780" h="6570345">
                  <a:moveTo>
                    <a:pt x="7723083" y="6093579"/>
                  </a:moveTo>
                  <a:lnTo>
                    <a:pt x="7701857" y="6093579"/>
                  </a:lnTo>
                  <a:lnTo>
                    <a:pt x="7695349" y="6099936"/>
                  </a:lnTo>
                  <a:lnTo>
                    <a:pt x="7695349" y="6118983"/>
                  </a:lnTo>
                  <a:lnTo>
                    <a:pt x="7701857" y="6127460"/>
                  </a:lnTo>
                  <a:lnTo>
                    <a:pt x="7723083" y="6127460"/>
                  </a:lnTo>
                  <a:lnTo>
                    <a:pt x="7729310" y="6118983"/>
                  </a:lnTo>
                  <a:lnTo>
                    <a:pt x="7729310" y="6102056"/>
                  </a:lnTo>
                  <a:lnTo>
                    <a:pt x="7723083" y="6093579"/>
                  </a:lnTo>
                  <a:close/>
                </a:path>
                <a:path w="9542780" h="6570345">
                  <a:moveTo>
                    <a:pt x="7723083" y="6138029"/>
                  </a:moveTo>
                  <a:lnTo>
                    <a:pt x="7701857" y="6138029"/>
                  </a:lnTo>
                  <a:lnTo>
                    <a:pt x="7695349" y="6144386"/>
                  </a:lnTo>
                  <a:lnTo>
                    <a:pt x="7695349" y="6163461"/>
                  </a:lnTo>
                  <a:lnTo>
                    <a:pt x="7701857" y="6171910"/>
                  </a:lnTo>
                  <a:lnTo>
                    <a:pt x="7723083" y="6171910"/>
                  </a:lnTo>
                  <a:lnTo>
                    <a:pt x="7729310" y="6163461"/>
                  </a:lnTo>
                  <a:lnTo>
                    <a:pt x="7729310" y="6146506"/>
                  </a:lnTo>
                  <a:lnTo>
                    <a:pt x="7723083" y="6138029"/>
                  </a:lnTo>
                  <a:close/>
                </a:path>
                <a:path w="9542780" h="6570345">
                  <a:moveTo>
                    <a:pt x="7678367" y="5034912"/>
                  </a:moveTo>
                  <a:lnTo>
                    <a:pt x="7657142" y="5034912"/>
                  </a:lnTo>
                  <a:lnTo>
                    <a:pt x="7650915" y="5041270"/>
                  </a:lnTo>
                  <a:lnTo>
                    <a:pt x="7650915" y="5060316"/>
                  </a:lnTo>
                  <a:lnTo>
                    <a:pt x="7657142" y="5068793"/>
                  </a:lnTo>
                  <a:lnTo>
                    <a:pt x="7678367" y="5068793"/>
                  </a:lnTo>
                  <a:lnTo>
                    <a:pt x="7684877" y="5060316"/>
                  </a:lnTo>
                  <a:lnTo>
                    <a:pt x="7684877" y="5043389"/>
                  </a:lnTo>
                  <a:lnTo>
                    <a:pt x="7678367" y="5034912"/>
                  </a:lnTo>
                  <a:close/>
                </a:path>
                <a:path w="9542780" h="6570345">
                  <a:moveTo>
                    <a:pt x="7678367" y="5077272"/>
                  </a:moveTo>
                  <a:lnTo>
                    <a:pt x="7657142" y="5077272"/>
                  </a:lnTo>
                  <a:lnTo>
                    <a:pt x="7650915" y="5083629"/>
                  </a:lnTo>
                  <a:lnTo>
                    <a:pt x="7650915" y="5102675"/>
                  </a:lnTo>
                  <a:lnTo>
                    <a:pt x="7657142" y="5111153"/>
                  </a:lnTo>
                  <a:lnTo>
                    <a:pt x="7678367" y="5111153"/>
                  </a:lnTo>
                  <a:lnTo>
                    <a:pt x="7684877" y="5104795"/>
                  </a:lnTo>
                  <a:lnTo>
                    <a:pt x="7684877" y="5085721"/>
                  </a:lnTo>
                  <a:lnTo>
                    <a:pt x="7678367" y="5077272"/>
                  </a:lnTo>
                  <a:close/>
                </a:path>
                <a:path w="9542780" h="6570345">
                  <a:moveTo>
                    <a:pt x="7678367" y="5121722"/>
                  </a:moveTo>
                  <a:lnTo>
                    <a:pt x="7657142" y="5121722"/>
                  </a:lnTo>
                  <a:lnTo>
                    <a:pt x="7650915" y="5128079"/>
                  </a:lnTo>
                  <a:lnTo>
                    <a:pt x="7650915" y="5147125"/>
                  </a:lnTo>
                  <a:lnTo>
                    <a:pt x="7657142" y="5155603"/>
                  </a:lnTo>
                  <a:lnTo>
                    <a:pt x="7678367" y="5155603"/>
                  </a:lnTo>
                  <a:lnTo>
                    <a:pt x="7684877" y="5149245"/>
                  </a:lnTo>
                  <a:lnTo>
                    <a:pt x="7684877" y="5130199"/>
                  </a:lnTo>
                  <a:lnTo>
                    <a:pt x="7678367" y="5121722"/>
                  </a:lnTo>
                  <a:close/>
                </a:path>
                <a:path w="9542780" h="6570345">
                  <a:moveTo>
                    <a:pt x="7678367" y="5166199"/>
                  </a:moveTo>
                  <a:lnTo>
                    <a:pt x="7657142" y="5166199"/>
                  </a:lnTo>
                  <a:lnTo>
                    <a:pt x="7650915" y="5172529"/>
                  </a:lnTo>
                  <a:lnTo>
                    <a:pt x="7650915" y="5191603"/>
                  </a:lnTo>
                  <a:lnTo>
                    <a:pt x="7657142" y="5200082"/>
                  </a:lnTo>
                  <a:lnTo>
                    <a:pt x="7678367" y="5200082"/>
                  </a:lnTo>
                  <a:lnTo>
                    <a:pt x="7684877" y="5191603"/>
                  </a:lnTo>
                  <a:lnTo>
                    <a:pt x="7684877" y="5174649"/>
                  </a:lnTo>
                  <a:lnTo>
                    <a:pt x="7678367" y="5166199"/>
                  </a:lnTo>
                  <a:close/>
                </a:path>
                <a:path w="9542780" h="6570345">
                  <a:moveTo>
                    <a:pt x="7678367" y="5210649"/>
                  </a:moveTo>
                  <a:lnTo>
                    <a:pt x="7657142" y="5210649"/>
                  </a:lnTo>
                  <a:lnTo>
                    <a:pt x="7650915" y="5217008"/>
                  </a:lnTo>
                  <a:lnTo>
                    <a:pt x="7650915" y="5236055"/>
                  </a:lnTo>
                  <a:lnTo>
                    <a:pt x="7657142" y="5244532"/>
                  </a:lnTo>
                  <a:lnTo>
                    <a:pt x="7678367" y="5244532"/>
                  </a:lnTo>
                  <a:lnTo>
                    <a:pt x="7684877" y="5236055"/>
                  </a:lnTo>
                  <a:lnTo>
                    <a:pt x="7684877" y="5219128"/>
                  </a:lnTo>
                  <a:lnTo>
                    <a:pt x="7678367" y="5210649"/>
                  </a:lnTo>
                  <a:close/>
                </a:path>
                <a:path w="9542780" h="6570345">
                  <a:moveTo>
                    <a:pt x="7678367" y="5255129"/>
                  </a:moveTo>
                  <a:lnTo>
                    <a:pt x="7657142" y="5255129"/>
                  </a:lnTo>
                  <a:lnTo>
                    <a:pt x="7650915" y="5261458"/>
                  </a:lnTo>
                  <a:lnTo>
                    <a:pt x="7650915" y="5282652"/>
                  </a:lnTo>
                  <a:lnTo>
                    <a:pt x="7657142" y="5288982"/>
                  </a:lnTo>
                  <a:lnTo>
                    <a:pt x="7678367" y="5288982"/>
                  </a:lnTo>
                  <a:lnTo>
                    <a:pt x="7684877" y="5280533"/>
                  </a:lnTo>
                  <a:lnTo>
                    <a:pt x="7684877" y="5263578"/>
                  </a:lnTo>
                  <a:lnTo>
                    <a:pt x="7678367" y="5255129"/>
                  </a:lnTo>
                  <a:close/>
                </a:path>
                <a:path w="9542780" h="6570345">
                  <a:moveTo>
                    <a:pt x="7678367" y="5299579"/>
                  </a:moveTo>
                  <a:lnTo>
                    <a:pt x="7657142" y="5299579"/>
                  </a:lnTo>
                  <a:lnTo>
                    <a:pt x="7650915" y="5305936"/>
                  </a:lnTo>
                  <a:lnTo>
                    <a:pt x="7650915" y="5327102"/>
                  </a:lnTo>
                  <a:lnTo>
                    <a:pt x="7657142" y="5333460"/>
                  </a:lnTo>
                  <a:lnTo>
                    <a:pt x="7678367" y="5333460"/>
                  </a:lnTo>
                  <a:lnTo>
                    <a:pt x="7684877" y="5324983"/>
                  </a:lnTo>
                  <a:lnTo>
                    <a:pt x="7684877" y="5308056"/>
                  </a:lnTo>
                  <a:lnTo>
                    <a:pt x="7678367" y="5299579"/>
                  </a:lnTo>
                  <a:close/>
                </a:path>
                <a:path w="9542780" h="6570345">
                  <a:moveTo>
                    <a:pt x="7678367" y="5344057"/>
                  </a:moveTo>
                  <a:lnTo>
                    <a:pt x="7657142" y="5344057"/>
                  </a:lnTo>
                  <a:lnTo>
                    <a:pt x="7650915" y="5350386"/>
                  </a:lnTo>
                  <a:lnTo>
                    <a:pt x="7650915" y="5369462"/>
                  </a:lnTo>
                  <a:lnTo>
                    <a:pt x="7657142" y="5377911"/>
                  </a:lnTo>
                  <a:lnTo>
                    <a:pt x="7678367" y="5377911"/>
                  </a:lnTo>
                  <a:lnTo>
                    <a:pt x="7684877" y="5369462"/>
                  </a:lnTo>
                  <a:lnTo>
                    <a:pt x="7684877" y="5352506"/>
                  </a:lnTo>
                  <a:lnTo>
                    <a:pt x="7678367" y="5344057"/>
                  </a:lnTo>
                  <a:close/>
                </a:path>
                <a:path w="9542780" h="6570345">
                  <a:moveTo>
                    <a:pt x="7678367" y="5386388"/>
                  </a:moveTo>
                  <a:lnTo>
                    <a:pt x="7657142" y="5386388"/>
                  </a:lnTo>
                  <a:lnTo>
                    <a:pt x="7650915" y="5392746"/>
                  </a:lnTo>
                  <a:lnTo>
                    <a:pt x="7650915" y="5411792"/>
                  </a:lnTo>
                  <a:lnTo>
                    <a:pt x="7657142" y="5420269"/>
                  </a:lnTo>
                  <a:lnTo>
                    <a:pt x="7678367" y="5420269"/>
                  </a:lnTo>
                  <a:lnTo>
                    <a:pt x="7684877" y="5413912"/>
                  </a:lnTo>
                  <a:lnTo>
                    <a:pt x="7684877" y="5394866"/>
                  </a:lnTo>
                  <a:lnTo>
                    <a:pt x="7678367" y="5386388"/>
                  </a:lnTo>
                  <a:close/>
                </a:path>
                <a:path w="9542780" h="6570345">
                  <a:moveTo>
                    <a:pt x="7678367" y="5430866"/>
                  </a:moveTo>
                  <a:lnTo>
                    <a:pt x="7657142" y="5430866"/>
                  </a:lnTo>
                  <a:lnTo>
                    <a:pt x="7650915" y="5437196"/>
                  </a:lnTo>
                  <a:lnTo>
                    <a:pt x="7650915" y="5458390"/>
                  </a:lnTo>
                  <a:lnTo>
                    <a:pt x="7657142" y="5464719"/>
                  </a:lnTo>
                  <a:lnTo>
                    <a:pt x="7678367" y="5464719"/>
                  </a:lnTo>
                  <a:lnTo>
                    <a:pt x="7684877" y="5458390"/>
                  </a:lnTo>
                  <a:lnTo>
                    <a:pt x="7684877" y="5439316"/>
                  </a:lnTo>
                  <a:lnTo>
                    <a:pt x="7678367" y="5430866"/>
                  </a:lnTo>
                  <a:close/>
                </a:path>
                <a:path w="9542780" h="6570345">
                  <a:moveTo>
                    <a:pt x="7678367" y="5475316"/>
                  </a:moveTo>
                  <a:lnTo>
                    <a:pt x="7657142" y="5475316"/>
                  </a:lnTo>
                  <a:lnTo>
                    <a:pt x="7650915" y="5481675"/>
                  </a:lnTo>
                  <a:lnTo>
                    <a:pt x="7650915" y="5502840"/>
                  </a:lnTo>
                  <a:lnTo>
                    <a:pt x="7657142" y="5509199"/>
                  </a:lnTo>
                  <a:lnTo>
                    <a:pt x="7678367" y="5509199"/>
                  </a:lnTo>
                  <a:lnTo>
                    <a:pt x="7684877" y="5500721"/>
                  </a:lnTo>
                  <a:lnTo>
                    <a:pt x="7684877" y="5483793"/>
                  </a:lnTo>
                  <a:lnTo>
                    <a:pt x="7678367" y="5475316"/>
                  </a:lnTo>
                  <a:close/>
                </a:path>
                <a:path w="9542780" h="6570345">
                  <a:moveTo>
                    <a:pt x="7678367" y="5519795"/>
                  </a:moveTo>
                  <a:lnTo>
                    <a:pt x="7657142" y="5519795"/>
                  </a:lnTo>
                  <a:lnTo>
                    <a:pt x="7650915" y="5526125"/>
                  </a:lnTo>
                  <a:lnTo>
                    <a:pt x="7650915" y="5545199"/>
                  </a:lnTo>
                  <a:lnTo>
                    <a:pt x="7657142" y="5553649"/>
                  </a:lnTo>
                  <a:lnTo>
                    <a:pt x="7678367" y="5553649"/>
                  </a:lnTo>
                  <a:lnTo>
                    <a:pt x="7684877" y="5545199"/>
                  </a:lnTo>
                  <a:lnTo>
                    <a:pt x="7684877" y="5528245"/>
                  </a:lnTo>
                  <a:lnTo>
                    <a:pt x="7678367" y="5519795"/>
                  </a:lnTo>
                  <a:close/>
                </a:path>
                <a:path w="9542780" h="6570345">
                  <a:moveTo>
                    <a:pt x="7678367" y="5564245"/>
                  </a:moveTo>
                  <a:lnTo>
                    <a:pt x="7657142" y="5564245"/>
                  </a:lnTo>
                  <a:lnTo>
                    <a:pt x="7650915" y="5570603"/>
                  </a:lnTo>
                  <a:lnTo>
                    <a:pt x="7650915" y="5589649"/>
                  </a:lnTo>
                  <a:lnTo>
                    <a:pt x="7657142" y="5598126"/>
                  </a:lnTo>
                  <a:lnTo>
                    <a:pt x="7678367" y="5598126"/>
                  </a:lnTo>
                  <a:lnTo>
                    <a:pt x="7684877" y="5589649"/>
                  </a:lnTo>
                  <a:lnTo>
                    <a:pt x="7684877" y="5572723"/>
                  </a:lnTo>
                  <a:lnTo>
                    <a:pt x="7678367" y="5564245"/>
                  </a:lnTo>
                  <a:close/>
                </a:path>
                <a:path w="9542780" h="6570345">
                  <a:moveTo>
                    <a:pt x="7678367" y="5608723"/>
                  </a:moveTo>
                  <a:lnTo>
                    <a:pt x="7657142" y="5608723"/>
                  </a:lnTo>
                  <a:lnTo>
                    <a:pt x="7650915" y="5615053"/>
                  </a:lnTo>
                  <a:lnTo>
                    <a:pt x="7650915" y="5634128"/>
                  </a:lnTo>
                  <a:lnTo>
                    <a:pt x="7657142" y="5642576"/>
                  </a:lnTo>
                  <a:lnTo>
                    <a:pt x="7678367" y="5642576"/>
                  </a:lnTo>
                  <a:lnTo>
                    <a:pt x="7684877" y="5634128"/>
                  </a:lnTo>
                  <a:lnTo>
                    <a:pt x="7684877" y="5617173"/>
                  </a:lnTo>
                  <a:lnTo>
                    <a:pt x="7678367" y="5608723"/>
                  </a:lnTo>
                  <a:close/>
                </a:path>
                <a:path w="9542780" h="6570345">
                  <a:moveTo>
                    <a:pt x="7678367" y="5653173"/>
                  </a:moveTo>
                  <a:lnTo>
                    <a:pt x="7657142" y="5653173"/>
                  </a:lnTo>
                  <a:lnTo>
                    <a:pt x="7650915" y="5659532"/>
                  </a:lnTo>
                  <a:lnTo>
                    <a:pt x="7650915" y="5678578"/>
                  </a:lnTo>
                  <a:lnTo>
                    <a:pt x="7657142" y="5687056"/>
                  </a:lnTo>
                  <a:lnTo>
                    <a:pt x="7678367" y="5687056"/>
                  </a:lnTo>
                  <a:lnTo>
                    <a:pt x="7684877" y="5678578"/>
                  </a:lnTo>
                  <a:lnTo>
                    <a:pt x="7684877" y="5661652"/>
                  </a:lnTo>
                  <a:lnTo>
                    <a:pt x="7678367" y="5653173"/>
                  </a:lnTo>
                  <a:close/>
                </a:path>
                <a:path w="9542780" h="6570345">
                  <a:moveTo>
                    <a:pt x="7678367" y="5695533"/>
                  </a:moveTo>
                  <a:lnTo>
                    <a:pt x="7657142" y="5695533"/>
                  </a:lnTo>
                  <a:lnTo>
                    <a:pt x="7650915" y="5701863"/>
                  </a:lnTo>
                  <a:lnTo>
                    <a:pt x="7650915" y="5720937"/>
                  </a:lnTo>
                  <a:lnTo>
                    <a:pt x="7657142" y="5729386"/>
                  </a:lnTo>
                  <a:lnTo>
                    <a:pt x="7678367" y="5729386"/>
                  </a:lnTo>
                  <a:lnTo>
                    <a:pt x="7684877" y="5723056"/>
                  </a:lnTo>
                  <a:lnTo>
                    <a:pt x="7684877" y="5703982"/>
                  </a:lnTo>
                  <a:lnTo>
                    <a:pt x="7678367" y="5695533"/>
                  </a:lnTo>
                  <a:close/>
                </a:path>
                <a:path w="9542780" h="6570345">
                  <a:moveTo>
                    <a:pt x="7678367" y="5739983"/>
                  </a:moveTo>
                  <a:lnTo>
                    <a:pt x="7657142" y="5739983"/>
                  </a:lnTo>
                  <a:lnTo>
                    <a:pt x="7650915" y="5746342"/>
                  </a:lnTo>
                  <a:lnTo>
                    <a:pt x="7650915" y="5765388"/>
                  </a:lnTo>
                  <a:lnTo>
                    <a:pt x="7657142" y="5773865"/>
                  </a:lnTo>
                  <a:lnTo>
                    <a:pt x="7678367" y="5773865"/>
                  </a:lnTo>
                  <a:lnTo>
                    <a:pt x="7684877" y="5767506"/>
                  </a:lnTo>
                  <a:lnTo>
                    <a:pt x="7684877" y="5748460"/>
                  </a:lnTo>
                  <a:lnTo>
                    <a:pt x="7678367" y="5739983"/>
                  </a:lnTo>
                  <a:close/>
                </a:path>
                <a:path w="9542780" h="6570345">
                  <a:moveTo>
                    <a:pt x="7678367" y="5784462"/>
                  </a:moveTo>
                  <a:lnTo>
                    <a:pt x="7657142" y="5784462"/>
                  </a:lnTo>
                  <a:lnTo>
                    <a:pt x="7650915" y="5790792"/>
                  </a:lnTo>
                  <a:lnTo>
                    <a:pt x="7650915" y="5809866"/>
                  </a:lnTo>
                  <a:lnTo>
                    <a:pt x="7657142" y="5818315"/>
                  </a:lnTo>
                  <a:lnTo>
                    <a:pt x="7678367" y="5818315"/>
                  </a:lnTo>
                  <a:lnTo>
                    <a:pt x="7684877" y="5809866"/>
                  </a:lnTo>
                  <a:lnTo>
                    <a:pt x="7684877" y="5792911"/>
                  </a:lnTo>
                  <a:lnTo>
                    <a:pt x="7678367" y="5784462"/>
                  </a:lnTo>
                  <a:close/>
                </a:path>
                <a:path w="9542780" h="6570345">
                  <a:moveTo>
                    <a:pt x="7678367" y="5828912"/>
                  </a:moveTo>
                  <a:lnTo>
                    <a:pt x="7657142" y="5828912"/>
                  </a:lnTo>
                  <a:lnTo>
                    <a:pt x="7650915" y="5835270"/>
                  </a:lnTo>
                  <a:lnTo>
                    <a:pt x="7650915" y="5854316"/>
                  </a:lnTo>
                  <a:lnTo>
                    <a:pt x="7657142" y="5862793"/>
                  </a:lnTo>
                  <a:lnTo>
                    <a:pt x="7678367" y="5862793"/>
                  </a:lnTo>
                  <a:lnTo>
                    <a:pt x="7684877" y="5854316"/>
                  </a:lnTo>
                  <a:lnTo>
                    <a:pt x="7684877" y="5837389"/>
                  </a:lnTo>
                  <a:lnTo>
                    <a:pt x="7678367" y="5828912"/>
                  </a:lnTo>
                  <a:close/>
                </a:path>
                <a:path w="9542780" h="6570345">
                  <a:moveTo>
                    <a:pt x="7678367" y="5873362"/>
                  </a:moveTo>
                  <a:lnTo>
                    <a:pt x="7657142" y="5873362"/>
                  </a:lnTo>
                  <a:lnTo>
                    <a:pt x="7650915" y="5879720"/>
                  </a:lnTo>
                  <a:lnTo>
                    <a:pt x="7650916" y="5898795"/>
                  </a:lnTo>
                  <a:lnTo>
                    <a:pt x="7657142" y="5907243"/>
                  </a:lnTo>
                  <a:lnTo>
                    <a:pt x="7678367" y="5907243"/>
                  </a:lnTo>
                  <a:lnTo>
                    <a:pt x="7684877" y="5898795"/>
                  </a:lnTo>
                  <a:lnTo>
                    <a:pt x="7684877" y="5881839"/>
                  </a:lnTo>
                  <a:lnTo>
                    <a:pt x="7678367" y="5873362"/>
                  </a:lnTo>
                  <a:close/>
                </a:path>
                <a:path w="9542780" h="6570345">
                  <a:moveTo>
                    <a:pt x="7678367" y="6049100"/>
                  </a:moveTo>
                  <a:lnTo>
                    <a:pt x="7657142" y="6049100"/>
                  </a:lnTo>
                  <a:lnTo>
                    <a:pt x="7650915" y="6055459"/>
                  </a:lnTo>
                  <a:lnTo>
                    <a:pt x="7650915" y="6074533"/>
                  </a:lnTo>
                  <a:lnTo>
                    <a:pt x="7657142" y="6082982"/>
                  </a:lnTo>
                  <a:lnTo>
                    <a:pt x="7678367" y="6082982"/>
                  </a:lnTo>
                  <a:lnTo>
                    <a:pt x="7684877" y="6076623"/>
                  </a:lnTo>
                  <a:lnTo>
                    <a:pt x="7684877" y="6057578"/>
                  </a:lnTo>
                  <a:lnTo>
                    <a:pt x="7678367" y="6049100"/>
                  </a:lnTo>
                  <a:close/>
                </a:path>
                <a:path w="9542780" h="6570345">
                  <a:moveTo>
                    <a:pt x="7678367" y="6093579"/>
                  </a:moveTo>
                  <a:lnTo>
                    <a:pt x="7657142" y="6093579"/>
                  </a:lnTo>
                  <a:lnTo>
                    <a:pt x="7650915" y="6099936"/>
                  </a:lnTo>
                  <a:lnTo>
                    <a:pt x="7650915" y="6118983"/>
                  </a:lnTo>
                  <a:lnTo>
                    <a:pt x="7657142" y="6127460"/>
                  </a:lnTo>
                  <a:lnTo>
                    <a:pt x="7678367" y="6127460"/>
                  </a:lnTo>
                  <a:lnTo>
                    <a:pt x="7684877" y="6118983"/>
                  </a:lnTo>
                  <a:lnTo>
                    <a:pt x="7684877" y="6102056"/>
                  </a:lnTo>
                  <a:lnTo>
                    <a:pt x="7678367" y="6093579"/>
                  </a:lnTo>
                  <a:close/>
                </a:path>
                <a:path w="9542780" h="6570345">
                  <a:moveTo>
                    <a:pt x="7633935" y="5034912"/>
                  </a:moveTo>
                  <a:lnTo>
                    <a:pt x="7612710" y="5034912"/>
                  </a:lnTo>
                  <a:lnTo>
                    <a:pt x="7606200" y="5041270"/>
                  </a:lnTo>
                  <a:lnTo>
                    <a:pt x="7606200" y="5060316"/>
                  </a:lnTo>
                  <a:lnTo>
                    <a:pt x="7612710" y="5068793"/>
                  </a:lnTo>
                  <a:lnTo>
                    <a:pt x="7633935" y="5068793"/>
                  </a:lnTo>
                  <a:lnTo>
                    <a:pt x="7640161" y="5060316"/>
                  </a:lnTo>
                  <a:lnTo>
                    <a:pt x="7640161" y="5043389"/>
                  </a:lnTo>
                  <a:lnTo>
                    <a:pt x="7633935" y="5034912"/>
                  </a:lnTo>
                  <a:close/>
                </a:path>
                <a:path w="9542780" h="6570345">
                  <a:moveTo>
                    <a:pt x="7633935" y="5077272"/>
                  </a:moveTo>
                  <a:lnTo>
                    <a:pt x="7612710" y="5077272"/>
                  </a:lnTo>
                  <a:lnTo>
                    <a:pt x="7606200" y="5083629"/>
                  </a:lnTo>
                  <a:lnTo>
                    <a:pt x="7606200" y="5102675"/>
                  </a:lnTo>
                  <a:lnTo>
                    <a:pt x="7612710" y="5111153"/>
                  </a:lnTo>
                  <a:lnTo>
                    <a:pt x="7633935" y="5111153"/>
                  </a:lnTo>
                  <a:lnTo>
                    <a:pt x="7640161" y="5104795"/>
                  </a:lnTo>
                  <a:lnTo>
                    <a:pt x="7640161" y="5085721"/>
                  </a:lnTo>
                  <a:lnTo>
                    <a:pt x="7633935" y="5077272"/>
                  </a:lnTo>
                  <a:close/>
                </a:path>
                <a:path w="9542780" h="6570345">
                  <a:moveTo>
                    <a:pt x="7633935" y="5121722"/>
                  </a:moveTo>
                  <a:lnTo>
                    <a:pt x="7612710" y="5121722"/>
                  </a:lnTo>
                  <a:lnTo>
                    <a:pt x="7606200" y="5128079"/>
                  </a:lnTo>
                  <a:lnTo>
                    <a:pt x="7606200" y="5147125"/>
                  </a:lnTo>
                  <a:lnTo>
                    <a:pt x="7612710" y="5155603"/>
                  </a:lnTo>
                  <a:lnTo>
                    <a:pt x="7633935" y="5155603"/>
                  </a:lnTo>
                  <a:lnTo>
                    <a:pt x="7640161" y="5149245"/>
                  </a:lnTo>
                  <a:lnTo>
                    <a:pt x="7640161" y="5130199"/>
                  </a:lnTo>
                  <a:lnTo>
                    <a:pt x="7633935" y="5121722"/>
                  </a:lnTo>
                  <a:close/>
                </a:path>
                <a:path w="9542780" h="6570345">
                  <a:moveTo>
                    <a:pt x="7633935" y="5166199"/>
                  </a:moveTo>
                  <a:lnTo>
                    <a:pt x="7612710" y="5166199"/>
                  </a:lnTo>
                  <a:lnTo>
                    <a:pt x="7606200" y="5172529"/>
                  </a:lnTo>
                  <a:lnTo>
                    <a:pt x="7606200" y="5191603"/>
                  </a:lnTo>
                  <a:lnTo>
                    <a:pt x="7612710" y="5200082"/>
                  </a:lnTo>
                  <a:lnTo>
                    <a:pt x="7633935" y="5200082"/>
                  </a:lnTo>
                  <a:lnTo>
                    <a:pt x="7640161" y="5191603"/>
                  </a:lnTo>
                  <a:lnTo>
                    <a:pt x="7640161" y="5174649"/>
                  </a:lnTo>
                  <a:lnTo>
                    <a:pt x="7633935" y="5166199"/>
                  </a:lnTo>
                  <a:close/>
                </a:path>
                <a:path w="9542780" h="6570345">
                  <a:moveTo>
                    <a:pt x="7633935" y="5210649"/>
                  </a:moveTo>
                  <a:lnTo>
                    <a:pt x="7612710" y="5210649"/>
                  </a:lnTo>
                  <a:lnTo>
                    <a:pt x="7606200" y="5217008"/>
                  </a:lnTo>
                  <a:lnTo>
                    <a:pt x="7606200" y="5236055"/>
                  </a:lnTo>
                  <a:lnTo>
                    <a:pt x="7612710" y="5244532"/>
                  </a:lnTo>
                  <a:lnTo>
                    <a:pt x="7633935" y="5244532"/>
                  </a:lnTo>
                  <a:lnTo>
                    <a:pt x="7640161" y="5236055"/>
                  </a:lnTo>
                  <a:lnTo>
                    <a:pt x="7640161" y="5219128"/>
                  </a:lnTo>
                  <a:lnTo>
                    <a:pt x="7633935" y="5210649"/>
                  </a:lnTo>
                  <a:close/>
                </a:path>
                <a:path w="9542780" h="6570345">
                  <a:moveTo>
                    <a:pt x="7633935" y="5255129"/>
                  </a:moveTo>
                  <a:lnTo>
                    <a:pt x="7612710" y="5255129"/>
                  </a:lnTo>
                  <a:lnTo>
                    <a:pt x="7606200" y="5261458"/>
                  </a:lnTo>
                  <a:lnTo>
                    <a:pt x="7606200" y="5282652"/>
                  </a:lnTo>
                  <a:lnTo>
                    <a:pt x="7612710" y="5288982"/>
                  </a:lnTo>
                  <a:lnTo>
                    <a:pt x="7633935" y="5288982"/>
                  </a:lnTo>
                  <a:lnTo>
                    <a:pt x="7640161" y="5280533"/>
                  </a:lnTo>
                  <a:lnTo>
                    <a:pt x="7640161" y="5263578"/>
                  </a:lnTo>
                  <a:lnTo>
                    <a:pt x="7633935" y="5255129"/>
                  </a:lnTo>
                  <a:close/>
                </a:path>
                <a:path w="9542780" h="6570345">
                  <a:moveTo>
                    <a:pt x="7633935" y="5299579"/>
                  </a:moveTo>
                  <a:lnTo>
                    <a:pt x="7612710" y="5299579"/>
                  </a:lnTo>
                  <a:lnTo>
                    <a:pt x="7606200" y="5305936"/>
                  </a:lnTo>
                  <a:lnTo>
                    <a:pt x="7606200" y="5327102"/>
                  </a:lnTo>
                  <a:lnTo>
                    <a:pt x="7612710" y="5333460"/>
                  </a:lnTo>
                  <a:lnTo>
                    <a:pt x="7633935" y="5333460"/>
                  </a:lnTo>
                  <a:lnTo>
                    <a:pt x="7640161" y="5324983"/>
                  </a:lnTo>
                  <a:lnTo>
                    <a:pt x="7640161" y="5308056"/>
                  </a:lnTo>
                  <a:lnTo>
                    <a:pt x="7633935" y="5299579"/>
                  </a:lnTo>
                  <a:close/>
                </a:path>
                <a:path w="9542780" h="6570345">
                  <a:moveTo>
                    <a:pt x="7633935" y="5344057"/>
                  </a:moveTo>
                  <a:lnTo>
                    <a:pt x="7612710" y="5344057"/>
                  </a:lnTo>
                  <a:lnTo>
                    <a:pt x="7606200" y="5350386"/>
                  </a:lnTo>
                  <a:lnTo>
                    <a:pt x="7606200" y="5369462"/>
                  </a:lnTo>
                  <a:lnTo>
                    <a:pt x="7612710" y="5377911"/>
                  </a:lnTo>
                  <a:lnTo>
                    <a:pt x="7633935" y="5377911"/>
                  </a:lnTo>
                  <a:lnTo>
                    <a:pt x="7640161" y="5369462"/>
                  </a:lnTo>
                  <a:lnTo>
                    <a:pt x="7640161" y="5352506"/>
                  </a:lnTo>
                  <a:lnTo>
                    <a:pt x="7633935" y="5344057"/>
                  </a:lnTo>
                  <a:close/>
                </a:path>
                <a:path w="9542780" h="6570345">
                  <a:moveTo>
                    <a:pt x="7633935" y="5386388"/>
                  </a:moveTo>
                  <a:lnTo>
                    <a:pt x="7612710" y="5386388"/>
                  </a:lnTo>
                  <a:lnTo>
                    <a:pt x="7606200" y="5392746"/>
                  </a:lnTo>
                  <a:lnTo>
                    <a:pt x="7606200" y="5411792"/>
                  </a:lnTo>
                  <a:lnTo>
                    <a:pt x="7612710" y="5420269"/>
                  </a:lnTo>
                  <a:lnTo>
                    <a:pt x="7633935" y="5420269"/>
                  </a:lnTo>
                  <a:lnTo>
                    <a:pt x="7640161" y="5413912"/>
                  </a:lnTo>
                  <a:lnTo>
                    <a:pt x="7640161" y="5394866"/>
                  </a:lnTo>
                  <a:lnTo>
                    <a:pt x="7633935" y="5386388"/>
                  </a:lnTo>
                  <a:close/>
                </a:path>
                <a:path w="9542780" h="6570345">
                  <a:moveTo>
                    <a:pt x="7633935" y="5430866"/>
                  </a:moveTo>
                  <a:lnTo>
                    <a:pt x="7612710" y="5430866"/>
                  </a:lnTo>
                  <a:lnTo>
                    <a:pt x="7606200" y="5437196"/>
                  </a:lnTo>
                  <a:lnTo>
                    <a:pt x="7606200" y="5458390"/>
                  </a:lnTo>
                  <a:lnTo>
                    <a:pt x="7612710" y="5464719"/>
                  </a:lnTo>
                  <a:lnTo>
                    <a:pt x="7633935" y="5464719"/>
                  </a:lnTo>
                  <a:lnTo>
                    <a:pt x="7640161" y="5458390"/>
                  </a:lnTo>
                  <a:lnTo>
                    <a:pt x="7640161" y="5439316"/>
                  </a:lnTo>
                  <a:lnTo>
                    <a:pt x="7633935" y="5430866"/>
                  </a:lnTo>
                  <a:close/>
                </a:path>
                <a:path w="9542780" h="6570345">
                  <a:moveTo>
                    <a:pt x="7633935" y="5475316"/>
                  </a:moveTo>
                  <a:lnTo>
                    <a:pt x="7612710" y="5475316"/>
                  </a:lnTo>
                  <a:lnTo>
                    <a:pt x="7606200" y="5481675"/>
                  </a:lnTo>
                  <a:lnTo>
                    <a:pt x="7606200" y="5502840"/>
                  </a:lnTo>
                  <a:lnTo>
                    <a:pt x="7612710" y="5509199"/>
                  </a:lnTo>
                  <a:lnTo>
                    <a:pt x="7633935" y="5509199"/>
                  </a:lnTo>
                  <a:lnTo>
                    <a:pt x="7640161" y="5500721"/>
                  </a:lnTo>
                  <a:lnTo>
                    <a:pt x="7640161" y="5483793"/>
                  </a:lnTo>
                  <a:lnTo>
                    <a:pt x="7633935" y="5475316"/>
                  </a:lnTo>
                  <a:close/>
                </a:path>
                <a:path w="9542780" h="6570345">
                  <a:moveTo>
                    <a:pt x="7633935" y="5519795"/>
                  </a:moveTo>
                  <a:lnTo>
                    <a:pt x="7612710" y="5519795"/>
                  </a:lnTo>
                  <a:lnTo>
                    <a:pt x="7606200" y="5526125"/>
                  </a:lnTo>
                  <a:lnTo>
                    <a:pt x="7606200" y="5545199"/>
                  </a:lnTo>
                  <a:lnTo>
                    <a:pt x="7612710" y="5553649"/>
                  </a:lnTo>
                  <a:lnTo>
                    <a:pt x="7633935" y="5553649"/>
                  </a:lnTo>
                  <a:lnTo>
                    <a:pt x="7640161" y="5545199"/>
                  </a:lnTo>
                  <a:lnTo>
                    <a:pt x="7640161" y="5528245"/>
                  </a:lnTo>
                  <a:lnTo>
                    <a:pt x="7633935" y="5519795"/>
                  </a:lnTo>
                  <a:close/>
                </a:path>
                <a:path w="9542780" h="6570345">
                  <a:moveTo>
                    <a:pt x="7633935" y="5564245"/>
                  </a:moveTo>
                  <a:lnTo>
                    <a:pt x="7612710" y="5564245"/>
                  </a:lnTo>
                  <a:lnTo>
                    <a:pt x="7606200" y="5570603"/>
                  </a:lnTo>
                  <a:lnTo>
                    <a:pt x="7606200" y="5589649"/>
                  </a:lnTo>
                  <a:lnTo>
                    <a:pt x="7612710" y="5598126"/>
                  </a:lnTo>
                  <a:lnTo>
                    <a:pt x="7633935" y="5598126"/>
                  </a:lnTo>
                  <a:lnTo>
                    <a:pt x="7640161" y="5589649"/>
                  </a:lnTo>
                  <a:lnTo>
                    <a:pt x="7640161" y="5572723"/>
                  </a:lnTo>
                  <a:lnTo>
                    <a:pt x="7633935" y="5564245"/>
                  </a:lnTo>
                  <a:close/>
                </a:path>
                <a:path w="9542780" h="6570345">
                  <a:moveTo>
                    <a:pt x="7633935" y="5608723"/>
                  </a:moveTo>
                  <a:lnTo>
                    <a:pt x="7612710" y="5608723"/>
                  </a:lnTo>
                  <a:lnTo>
                    <a:pt x="7606200" y="5615053"/>
                  </a:lnTo>
                  <a:lnTo>
                    <a:pt x="7606200" y="5634128"/>
                  </a:lnTo>
                  <a:lnTo>
                    <a:pt x="7612710" y="5642576"/>
                  </a:lnTo>
                  <a:lnTo>
                    <a:pt x="7633935" y="5642576"/>
                  </a:lnTo>
                  <a:lnTo>
                    <a:pt x="7640161" y="5634128"/>
                  </a:lnTo>
                  <a:lnTo>
                    <a:pt x="7640161" y="5617173"/>
                  </a:lnTo>
                  <a:lnTo>
                    <a:pt x="7633935" y="5608723"/>
                  </a:lnTo>
                  <a:close/>
                </a:path>
                <a:path w="9542780" h="6570345">
                  <a:moveTo>
                    <a:pt x="7633935" y="5653173"/>
                  </a:moveTo>
                  <a:lnTo>
                    <a:pt x="7612710" y="5653173"/>
                  </a:lnTo>
                  <a:lnTo>
                    <a:pt x="7606200" y="5659532"/>
                  </a:lnTo>
                  <a:lnTo>
                    <a:pt x="7606200" y="5678578"/>
                  </a:lnTo>
                  <a:lnTo>
                    <a:pt x="7612710" y="5687056"/>
                  </a:lnTo>
                  <a:lnTo>
                    <a:pt x="7633935" y="5687056"/>
                  </a:lnTo>
                  <a:lnTo>
                    <a:pt x="7640161" y="5678578"/>
                  </a:lnTo>
                  <a:lnTo>
                    <a:pt x="7640161" y="5661652"/>
                  </a:lnTo>
                  <a:lnTo>
                    <a:pt x="7633935" y="5653173"/>
                  </a:lnTo>
                  <a:close/>
                </a:path>
                <a:path w="9542780" h="6570345">
                  <a:moveTo>
                    <a:pt x="7633935" y="5695533"/>
                  </a:moveTo>
                  <a:lnTo>
                    <a:pt x="7612710" y="5695533"/>
                  </a:lnTo>
                  <a:lnTo>
                    <a:pt x="7606200" y="5701863"/>
                  </a:lnTo>
                  <a:lnTo>
                    <a:pt x="7606200" y="5720937"/>
                  </a:lnTo>
                  <a:lnTo>
                    <a:pt x="7612710" y="5729386"/>
                  </a:lnTo>
                  <a:lnTo>
                    <a:pt x="7633935" y="5729386"/>
                  </a:lnTo>
                  <a:lnTo>
                    <a:pt x="7640161" y="5723056"/>
                  </a:lnTo>
                  <a:lnTo>
                    <a:pt x="7640161" y="5703982"/>
                  </a:lnTo>
                  <a:lnTo>
                    <a:pt x="7633935" y="5695533"/>
                  </a:lnTo>
                  <a:close/>
                </a:path>
                <a:path w="9542780" h="6570345">
                  <a:moveTo>
                    <a:pt x="7633935" y="5739983"/>
                  </a:moveTo>
                  <a:lnTo>
                    <a:pt x="7612710" y="5739983"/>
                  </a:lnTo>
                  <a:lnTo>
                    <a:pt x="7606200" y="5746342"/>
                  </a:lnTo>
                  <a:lnTo>
                    <a:pt x="7606200" y="5765388"/>
                  </a:lnTo>
                  <a:lnTo>
                    <a:pt x="7612710" y="5773865"/>
                  </a:lnTo>
                  <a:lnTo>
                    <a:pt x="7633935" y="5773865"/>
                  </a:lnTo>
                  <a:lnTo>
                    <a:pt x="7640161" y="5767506"/>
                  </a:lnTo>
                  <a:lnTo>
                    <a:pt x="7640161" y="5748460"/>
                  </a:lnTo>
                  <a:lnTo>
                    <a:pt x="7633935" y="5739983"/>
                  </a:lnTo>
                  <a:close/>
                </a:path>
                <a:path w="9542780" h="6570345">
                  <a:moveTo>
                    <a:pt x="7633935" y="5784462"/>
                  </a:moveTo>
                  <a:lnTo>
                    <a:pt x="7612710" y="5784462"/>
                  </a:lnTo>
                  <a:lnTo>
                    <a:pt x="7606200" y="5790792"/>
                  </a:lnTo>
                  <a:lnTo>
                    <a:pt x="7606200" y="5809866"/>
                  </a:lnTo>
                  <a:lnTo>
                    <a:pt x="7612710" y="5818315"/>
                  </a:lnTo>
                  <a:lnTo>
                    <a:pt x="7633935" y="5818315"/>
                  </a:lnTo>
                  <a:lnTo>
                    <a:pt x="7640161" y="5809866"/>
                  </a:lnTo>
                  <a:lnTo>
                    <a:pt x="7640161" y="5792911"/>
                  </a:lnTo>
                  <a:lnTo>
                    <a:pt x="7633935" y="5784462"/>
                  </a:lnTo>
                  <a:close/>
                </a:path>
                <a:path w="9542780" h="6570345">
                  <a:moveTo>
                    <a:pt x="7589502" y="5034912"/>
                  </a:moveTo>
                  <a:lnTo>
                    <a:pt x="7568276" y="5034912"/>
                  </a:lnTo>
                  <a:lnTo>
                    <a:pt x="7561767" y="5041270"/>
                  </a:lnTo>
                  <a:lnTo>
                    <a:pt x="7561767" y="5060316"/>
                  </a:lnTo>
                  <a:lnTo>
                    <a:pt x="7568276" y="5068793"/>
                  </a:lnTo>
                  <a:lnTo>
                    <a:pt x="7589502" y="5068793"/>
                  </a:lnTo>
                  <a:lnTo>
                    <a:pt x="7595729" y="5060316"/>
                  </a:lnTo>
                  <a:lnTo>
                    <a:pt x="7595729" y="5043389"/>
                  </a:lnTo>
                  <a:lnTo>
                    <a:pt x="7589502" y="5034912"/>
                  </a:lnTo>
                  <a:close/>
                </a:path>
                <a:path w="9542780" h="6570345">
                  <a:moveTo>
                    <a:pt x="7589502" y="5077272"/>
                  </a:moveTo>
                  <a:lnTo>
                    <a:pt x="7568276" y="5077272"/>
                  </a:lnTo>
                  <a:lnTo>
                    <a:pt x="7561767" y="5083629"/>
                  </a:lnTo>
                  <a:lnTo>
                    <a:pt x="7561767" y="5102675"/>
                  </a:lnTo>
                  <a:lnTo>
                    <a:pt x="7568276" y="5111153"/>
                  </a:lnTo>
                  <a:lnTo>
                    <a:pt x="7589502" y="5111153"/>
                  </a:lnTo>
                  <a:lnTo>
                    <a:pt x="7595729" y="5104795"/>
                  </a:lnTo>
                  <a:lnTo>
                    <a:pt x="7595729" y="5085721"/>
                  </a:lnTo>
                  <a:lnTo>
                    <a:pt x="7589502" y="5077272"/>
                  </a:lnTo>
                  <a:close/>
                </a:path>
                <a:path w="9542780" h="6570345">
                  <a:moveTo>
                    <a:pt x="7589502" y="5121722"/>
                  </a:moveTo>
                  <a:lnTo>
                    <a:pt x="7568276" y="5121722"/>
                  </a:lnTo>
                  <a:lnTo>
                    <a:pt x="7561767" y="5128079"/>
                  </a:lnTo>
                  <a:lnTo>
                    <a:pt x="7561767" y="5147125"/>
                  </a:lnTo>
                  <a:lnTo>
                    <a:pt x="7568276" y="5155603"/>
                  </a:lnTo>
                  <a:lnTo>
                    <a:pt x="7589502" y="5155603"/>
                  </a:lnTo>
                  <a:lnTo>
                    <a:pt x="7595729" y="5149245"/>
                  </a:lnTo>
                  <a:lnTo>
                    <a:pt x="7595729" y="5130199"/>
                  </a:lnTo>
                  <a:lnTo>
                    <a:pt x="7589502" y="5121722"/>
                  </a:lnTo>
                  <a:close/>
                </a:path>
                <a:path w="9542780" h="6570345">
                  <a:moveTo>
                    <a:pt x="7589502" y="5166199"/>
                  </a:moveTo>
                  <a:lnTo>
                    <a:pt x="7568276" y="5166199"/>
                  </a:lnTo>
                  <a:lnTo>
                    <a:pt x="7561767" y="5172529"/>
                  </a:lnTo>
                  <a:lnTo>
                    <a:pt x="7561767" y="5191603"/>
                  </a:lnTo>
                  <a:lnTo>
                    <a:pt x="7568276" y="5200082"/>
                  </a:lnTo>
                  <a:lnTo>
                    <a:pt x="7589502" y="5200082"/>
                  </a:lnTo>
                  <a:lnTo>
                    <a:pt x="7595729" y="5191603"/>
                  </a:lnTo>
                  <a:lnTo>
                    <a:pt x="7595729" y="5174649"/>
                  </a:lnTo>
                  <a:lnTo>
                    <a:pt x="7589502" y="5166199"/>
                  </a:lnTo>
                  <a:close/>
                </a:path>
                <a:path w="9542780" h="6570345">
                  <a:moveTo>
                    <a:pt x="7589502" y="5210649"/>
                  </a:moveTo>
                  <a:lnTo>
                    <a:pt x="7568276" y="5210649"/>
                  </a:lnTo>
                  <a:lnTo>
                    <a:pt x="7561767" y="5217008"/>
                  </a:lnTo>
                  <a:lnTo>
                    <a:pt x="7561767" y="5236055"/>
                  </a:lnTo>
                  <a:lnTo>
                    <a:pt x="7568276" y="5244532"/>
                  </a:lnTo>
                  <a:lnTo>
                    <a:pt x="7589502" y="5244532"/>
                  </a:lnTo>
                  <a:lnTo>
                    <a:pt x="7595729" y="5236055"/>
                  </a:lnTo>
                  <a:lnTo>
                    <a:pt x="7595729" y="5219128"/>
                  </a:lnTo>
                  <a:lnTo>
                    <a:pt x="7589502" y="5210649"/>
                  </a:lnTo>
                  <a:close/>
                </a:path>
                <a:path w="9542780" h="6570345">
                  <a:moveTo>
                    <a:pt x="7589502" y="5255129"/>
                  </a:moveTo>
                  <a:lnTo>
                    <a:pt x="7568276" y="5255129"/>
                  </a:lnTo>
                  <a:lnTo>
                    <a:pt x="7561767" y="5261458"/>
                  </a:lnTo>
                  <a:lnTo>
                    <a:pt x="7561767" y="5282652"/>
                  </a:lnTo>
                  <a:lnTo>
                    <a:pt x="7568276" y="5288982"/>
                  </a:lnTo>
                  <a:lnTo>
                    <a:pt x="7589502" y="5288982"/>
                  </a:lnTo>
                  <a:lnTo>
                    <a:pt x="7595729" y="5280533"/>
                  </a:lnTo>
                  <a:lnTo>
                    <a:pt x="7595729" y="5263578"/>
                  </a:lnTo>
                  <a:lnTo>
                    <a:pt x="7589502" y="5255129"/>
                  </a:lnTo>
                  <a:close/>
                </a:path>
                <a:path w="9542780" h="6570345">
                  <a:moveTo>
                    <a:pt x="7589502" y="5299579"/>
                  </a:moveTo>
                  <a:lnTo>
                    <a:pt x="7568276" y="5299579"/>
                  </a:lnTo>
                  <a:lnTo>
                    <a:pt x="7561767" y="5305936"/>
                  </a:lnTo>
                  <a:lnTo>
                    <a:pt x="7561767" y="5327102"/>
                  </a:lnTo>
                  <a:lnTo>
                    <a:pt x="7568276" y="5333460"/>
                  </a:lnTo>
                  <a:lnTo>
                    <a:pt x="7589502" y="5333460"/>
                  </a:lnTo>
                  <a:lnTo>
                    <a:pt x="7595729" y="5324983"/>
                  </a:lnTo>
                  <a:lnTo>
                    <a:pt x="7595729" y="5308056"/>
                  </a:lnTo>
                  <a:lnTo>
                    <a:pt x="7589502" y="5299579"/>
                  </a:lnTo>
                  <a:close/>
                </a:path>
                <a:path w="9542780" h="6570345">
                  <a:moveTo>
                    <a:pt x="7589502" y="5344057"/>
                  </a:moveTo>
                  <a:lnTo>
                    <a:pt x="7568276" y="5344057"/>
                  </a:lnTo>
                  <a:lnTo>
                    <a:pt x="7561767" y="5350386"/>
                  </a:lnTo>
                  <a:lnTo>
                    <a:pt x="7561767" y="5369462"/>
                  </a:lnTo>
                  <a:lnTo>
                    <a:pt x="7568276" y="5377911"/>
                  </a:lnTo>
                  <a:lnTo>
                    <a:pt x="7589502" y="5377911"/>
                  </a:lnTo>
                  <a:lnTo>
                    <a:pt x="7595729" y="5369462"/>
                  </a:lnTo>
                  <a:lnTo>
                    <a:pt x="7595729" y="5352506"/>
                  </a:lnTo>
                  <a:lnTo>
                    <a:pt x="7589502" y="5344057"/>
                  </a:lnTo>
                  <a:close/>
                </a:path>
                <a:path w="9542780" h="6570345">
                  <a:moveTo>
                    <a:pt x="7589502" y="5386388"/>
                  </a:moveTo>
                  <a:lnTo>
                    <a:pt x="7568276" y="5386388"/>
                  </a:lnTo>
                  <a:lnTo>
                    <a:pt x="7561767" y="5392746"/>
                  </a:lnTo>
                  <a:lnTo>
                    <a:pt x="7561767" y="5411792"/>
                  </a:lnTo>
                  <a:lnTo>
                    <a:pt x="7568276" y="5420269"/>
                  </a:lnTo>
                  <a:lnTo>
                    <a:pt x="7589502" y="5420269"/>
                  </a:lnTo>
                  <a:lnTo>
                    <a:pt x="7595729" y="5413912"/>
                  </a:lnTo>
                  <a:lnTo>
                    <a:pt x="7595729" y="5394866"/>
                  </a:lnTo>
                  <a:lnTo>
                    <a:pt x="7589502" y="5386388"/>
                  </a:lnTo>
                  <a:close/>
                </a:path>
                <a:path w="9542780" h="6570345">
                  <a:moveTo>
                    <a:pt x="7589502" y="5430866"/>
                  </a:moveTo>
                  <a:lnTo>
                    <a:pt x="7568276" y="5430866"/>
                  </a:lnTo>
                  <a:lnTo>
                    <a:pt x="7561767" y="5437196"/>
                  </a:lnTo>
                  <a:lnTo>
                    <a:pt x="7561767" y="5458390"/>
                  </a:lnTo>
                  <a:lnTo>
                    <a:pt x="7568276" y="5464719"/>
                  </a:lnTo>
                  <a:lnTo>
                    <a:pt x="7589502" y="5464719"/>
                  </a:lnTo>
                  <a:lnTo>
                    <a:pt x="7595729" y="5458390"/>
                  </a:lnTo>
                  <a:lnTo>
                    <a:pt x="7595729" y="5439316"/>
                  </a:lnTo>
                  <a:lnTo>
                    <a:pt x="7589502" y="5430866"/>
                  </a:lnTo>
                  <a:close/>
                </a:path>
                <a:path w="9542780" h="6570345">
                  <a:moveTo>
                    <a:pt x="7589502" y="5475316"/>
                  </a:moveTo>
                  <a:lnTo>
                    <a:pt x="7568276" y="5475316"/>
                  </a:lnTo>
                  <a:lnTo>
                    <a:pt x="7561767" y="5481675"/>
                  </a:lnTo>
                  <a:lnTo>
                    <a:pt x="7561767" y="5502840"/>
                  </a:lnTo>
                  <a:lnTo>
                    <a:pt x="7568276" y="5509199"/>
                  </a:lnTo>
                  <a:lnTo>
                    <a:pt x="7589502" y="5509199"/>
                  </a:lnTo>
                  <a:lnTo>
                    <a:pt x="7595729" y="5500721"/>
                  </a:lnTo>
                  <a:lnTo>
                    <a:pt x="7595729" y="5483793"/>
                  </a:lnTo>
                  <a:lnTo>
                    <a:pt x="7589502" y="5475316"/>
                  </a:lnTo>
                  <a:close/>
                </a:path>
                <a:path w="9542780" h="6570345">
                  <a:moveTo>
                    <a:pt x="7589502" y="5519795"/>
                  </a:moveTo>
                  <a:lnTo>
                    <a:pt x="7568276" y="5519795"/>
                  </a:lnTo>
                  <a:lnTo>
                    <a:pt x="7561767" y="5526125"/>
                  </a:lnTo>
                  <a:lnTo>
                    <a:pt x="7561767" y="5545199"/>
                  </a:lnTo>
                  <a:lnTo>
                    <a:pt x="7568276" y="5553649"/>
                  </a:lnTo>
                  <a:lnTo>
                    <a:pt x="7589502" y="5553649"/>
                  </a:lnTo>
                  <a:lnTo>
                    <a:pt x="7595729" y="5545199"/>
                  </a:lnTo>
                  <a:lnTo>
                    <a:pt x="7595729" y="5528245"/>
                  </a:lnTo>
                  <a:lnTo>
                    <a:pt x="7589502" y="5519795"/>
                  </a:lnTo>
                  <a:close/>
                </a:path>
                <a:path w="9542780" h="6570345">
                  <a:moveTo>
                    <a:pt x="7589502" y="5564245"/>
                  </a:moveTo>
                  <a:lnTo>
                    <a:pt x="7568276" y="5564245"/>
                  </a:lnTo>
                  <a:lnTo>
                    <a:pt x="7561767" y="5570603"/>
                  </a:lnTo>
                  <a:lnTo>
                    <a:pt x="7561767" y="5589649"/>
                  </a:lnTo>
                  <a:lnTo>
                    <a:pt x="7568276" y="5598126"/>
                  </a:lnTo>
                  <a:lnTo>
                    <a:pt x="7589502" y="5598126"/>
                  </a:lnTo>
                  <a:lnTo>
                    <a:pt x="7595729" y="5589649"/>
                  </a:lnTo>
                  <a:lnTo>
                    <a:pt x="7595729" y="5572723"/>
                  </a:lnTo>
                  <a:lnTo>
                    <a:pt x="7589502" y="5564245"/>
                  </a:lnTo>
                  <a:close/>
                </a:path>
                <a:path w="9542780" h="6570345">
                  <a:moveTo>
                    <a:pt x="7589502" y="5608723"/>
                  </a:moveTo>
                  <a:lnTo>
                    <a:pt x="7568276" y="5608723"/>
                  </a:lnTo>
                  <a:lnTo>
                    <a:pt x="7561767" y="5615053"/>
                  </a:lnTo>
                  <a:lnTo>
                    <a:pt x="7561767" y="5634128"/>
                  </a:lnTo>
                  <a:lnTo>
                    <a:pt x="7568276" y="5642576"/>
                  </a:lnTo>
                  <a:lnTo>
                    <a:pt x="7589503" y="5642576"/>
                  </a:lnTo>
                  <a:lnTo>
                    <a:pt x="7595729" y="5634128"/>
                  </a:lnTo>
                  <a:lnTo>
                    <a:pt x="7595729" y="5617173"/>
                  </a:lnTo>
                  <a:lnTo>
                    <a:pt x="7589502" y="5608723"/>
                  </a:lnTo>
                  <a:close/>
                </a:path>
                <a:path w="9542780" h="6570345">
                  <a:moveTo>
                    <a:pt x="7589503" y="5653173"/>
                  </a:moveTo>
                  <a:lnTo>
                    <a:pt x="7568276" y="5653173"/>
                  </a:lnTo>
                  <a:lnTo>
                    <a:pt x="7561767" y="5659532"/>
                  </a:lnTo>
                  <a:lnTo>
                    <a:pt x="7561767" y="5678578"/>
                  </a:lnTo>
                  <a:lnTo>
                    <a:pt x="7568276" y="5687056"/>
                  </a:lnTo>
                  <a:lnTo>
                    <a:pt x="7589503" y="5687056"/>
                  </a:lnTo>
                  <a:lnTo>
                    <a:pt x="7595729" y="5678578"/>
                  </a:lnTo>
                  <a:lnTo>
                    <a:pt x="7595729" y="5661652"/>
                  </a:lnTo>
                  <a:lnTo>
                    <a:pt x="7589503" y="5653173"/>
                  </a:lnTo>
                  <a:close/>
                </a:path>
                <a:path w="9542780" h="6570345">
                  <a:moveTo>
                    <a:pt x="7589503" y="5695533"/>
                  </a:moveTo>
                  <a:lnTo>
                    <a:pt x="7568276" y="5695533"/>
                  </a:lnTo>
                  <a:lnTo>
                    <a:pt x="7561767" y="5701863"/>
                  </a:lnTo>
                  <a:lnTo>
                    <a:pt x="7561767" y="5720937"/>
                  </a:lnTo>
                  <a:lnTo>
                    <a:pt x="7568276" y="5729386"/>
                  </a:lnTo>
                  <a:lnTo>
                    <a:pt x="7589503" y="5729386"/>
                  </a:lnTo>
                  <a:lnTo>
                    <a:pt x="7595729" y="5723056"/>
                  </a:lnTo>
                  <a:lnTo>
                    <a:pt x="7595729" y="5703982"/>
                  </a:lnTo>
                  <a:lnTo>
                    <a:pt x="7589503" y="5695533"/>
                  </a:lnTo>
                  <a:close/>
                </a:path>
                <a:path w="9542780" h="6570345">
                  <a:moveTo>
                    <a:pt x="7544786" y="5034912"/>
                  </a:moveTo>
                  <a:lnTo>
                    <a:pt x="7523561" y="5034912"/>
                  </a:lnTo>
                  <a:lnTo>
                    <a:pt x="7517334" y="5041270"/>
                  </a:lnTo>
                  <a:lnTo>
                    <a:pt x="7517334" y="5060316"/>
                  </a:lnTo>
                  <a:lnTo>
                    <a:pt x="7523561" y="5068793"/>
                  </a:lnTo>
                  <a:lnTo>
                    <a:pt x="7544786" y="5068793"/>
                  </a:lnTo>
                  <a:lnTo>
                    <a:pt x="7551296" y="5060316"/>
                  </a:lnTo>
                  <a:lnTo>
                    <a:pt x="7551296" y="5043389"/>
                  </a:lnTo>
                  <a:lnTo>
                    <a:pt x="7544786" y="5034912"/>
                  </a:lnTo>
                  <a:close/>
                </a:path>
                <a:path w="9542780" h="6570345">
                  <a:moveTo>
                    <a:pt x="7544786" y="5077272"/>
                  </a:moveTo>
                  <a:lnTo>
                    <a:pt x="7523561" y="5077272"/>
                  </a:lnTo>
                  <a:lnTo>
                    <a:pt x="7517334" y="5083629"/>
                  </a:lnTo>
                  <a:lnTo>
                    <a:pt x="7517334" y="5102675"/>
                  </a:lnTo>
                  <a:lnTo>
                    <a:pt x="7523561" y="5111153"/>
                  </a:lnTo>
                  <a:lnTo>
                    <a:pt x="7544786" y="5111153"/>
                  </a:lnTo>
                  <a:lnTo>
                    <a:pt x="7551296" y="5104795"/>
                  </a:lnTo>
                  <a:lnTo>
                    <a:pt x="7551296" y="5085721"/>
                  </a:lnTo>
                  <a:lnTo>
                    <a:pt x="7544786" y="5077272"/>
                  </a:lnTo>
                  <a:close/>
                </a:path>
                <a:path w="9542780" h="6570345">
                  <a:moveTo>
                    <a:pt x="7544786" y="5121722"/>
                  </a:moveTo>
                  <a:lnTo>
                    <a:pt x="7523561" y="5121722"/>
                  </a:lnTo>
                  <a:lnTo>
                    <a:pt x="7517334" y="5128079"/>
                  </a:lnTo>
                  <a:lnTo>
                    <a:pt x="7517334" y="5147125"/>
                  </a:lnTo>
                  <a:lnTo>
                    <a:pt x="7523561" y="5155603"/>
                  </a:lnTo>
                  <a:lnTo>
                    <a:pt x="7544786" y="5155603"/>
                  </a:lnTo>
                  <a:lnTo>
                    <a:pt x="7551296" y="5149245"/>
                  </a:lnTo>
                  <a:lnTo>
                    <a:pt x="7551296" y="5130199"/>
                  </a:lnTo>
                  <a:lnTo>
                    <a:pt x="7544786" y="5121722"/>
                  </a:lnTo>
                  <a:close/>
                </a:path>
                <a:path w="9542780" h="6570345">
                  <a:moveTo>
                    <a:pt x="7544786" y="5166199"/>
                  </a:moveTo>
                  <a:lnTo>
                    <a:pt x="7523561" y="5166199"/>
                  </a:lnTo>
                  <a:lnTo>
                    <a:pt x="7517334" y="5172529"/>
                  </a:lnTo>
                  <a:lnTo>
                    <a:pt x="7517334" y="5191603"/>
                  </a:lnTo>
                  <a:lnTo>
                    <a:pt x="7523561" y="5200082"/>
                  </a:lnTo>
                  <a:lnTo>
                    <a:pt x="7544786" y="5200082"/>
                  </a:lnTo>
                  <a:lnTo>
                    <a:pt x="7551296" y="5191603"/>
                  </a:lnTo>
                  <a:lnTo>
                    <a:pt x="7551296" y="5174649"/>
                  </a:lnTo>
                  <a:lnTo>
                    <a:pt x="7544786" y="5166199"/>
                  </a:lnTo>
                  <a:close/>
                </a:path>
                <a:path w="9542780" h="6570345">
                  <a:moveTo>
                    <a:pt x="7544786" y="5210649"/>
                  </a:moveTo>
                  <a:lnTo>
                    <a:pt x="7523561" y="5210649"/>
                  </a:lnTo>
                  <a:lnTo>
                    <a:pt x="7517334" y="5217008"/>
                  </a:lnTo>
                  <a:lnTo>
                    <a:pt x="7517334" y="5236055"/>
                  </a:lnTo>
                  <a:lnTo>
                    <a:pt x="7523561" y="5244532"/>
                  </a:lnTo>
                  <a:lnTo>
                    <a:pt x="7544786" y="5244532"/>
                  </a:lnTo>
                  <a:lnTo>
                    <a:pt x="7551296" y="5236055"/>
                  </a:lnTo>
                  <a:lnTo>
                    <a:pt x="7551296" y="5219128"/>
                  </a:lnTo>
                  <a:lnTo>
                    <a:pt x="7544786" y="5210649"/>
                  </a:lnTo>
                  <a:close/>
                </a:path>
                <a:path w="9542780" h="6570345">
                  <a:moveTo>
                    <a:pt x="7544786" y="5255129"/>
                  </a:moveTo>
                  <a:lnTo>
                    <a:pt x="7523561" y="5255129"/>
                  </a:lnTo>
                  <a:lnTo>
                    <a:pt x="7517334" y="5261458"/>
                  </a:lnTo>
                  <a:lnTo>
                    <a:pt x="7517334" y="5282652"/>
                  </a:lnTo>
                  <a:lnTo>
                    <a:pt x="7523561" y="5288982"/>
                  </a:lnTo>
                  <a:lnTo>
                    <a:pt x="7544786" y="5288982"/>
                  </a:lnTo>
                  <a:lnTo>
                    <a:pt x="7551296" y="5280533"/>
                  </a:lnTo>
                  <a:lnTo>
                    <a:pt x="7551296" y="5263578"/>
                  </a:lnTo>
                  <a:lnTo>
                    <a:pt x="7544786" y="5255129"/>
                  </a:lnTo>
                  <a:close/>
                </a:path>
                <a:path w="9542780" h="6570345">
                  <a:moveTo>
                    <a:pt x="7544786" y="5299579"/>
                  </a:moveTo>
                  <a:lnTo>
                    <a:pt x="7523561" y="5299579"/>
                  </a:lnTo>
                  <a:lnTo>
                    <a:pt x="7517334" y="5305936"/>
                  </a:lnTo>
                  <a:lnTo>
                    <a:pt x="7517334" y="5327102"/>
                  </a:lnTo>
                  <a:lnTo>
                    <a:pt x="7523561" y="5333460"/>
                  </a:lnTo>
                  <a:lnTo>
                    <a:pt x="7544786" y="5333460"/>
                  </a:lnTo>
                  <a:lnTo>
                    <a:pt x="7551296" y="5324983"/>
                  </a:lnTo>
                  <a:lnTo>
                    <a:pt x="7551296" y="5308056"/>
                  </a:lnTo>
                  <a:lnTo>
                    <a:pt x="7544786" y="5299579"/>
                  </a:lnTo>
                  <a:close/>
                </a:path>
                <a:path w="9542780" h="6570345">
                  <a:moveTo>
                    <a:pt x="7544786" y="5344057"/>
                  </a:moveTo>
                  <a:lnTo>
                    <a:pt x="7523561" y="5344057"/>
                  </a:lnTo>
                  <a:lnTo>
                    <a:pt x="7517334" y="5350386"/>
                  </a:lnTo>
                  <a:lnTo>
                    <a:pt x="7517334" y="5369462"/>
                  </a:lnTo>
                  <a:lnTo>
                    <a:pt x="7523561" y="5377911"/>
                  </a:lnTo>
                  <a:lnTo>
                    <a:pt x="7544786" y="5377911"/>
                  </a:lnTo>
                  <a:lnTo>
                    <a:pt x="7551296" y="5369462"/>
                  </a:lnTo>
                  <a:lnTo>
                    <a:pt x="7551296" y="5352506"/>
                  </a:lnTo>
                  <a:lnTo>
                    <a:pt x="7544786" y="5344057"/>
                  </a:lnTo>
                  <a:close/>
                </a:path>
                <a:path w="9542780" h="6570345">
                  <a:moveTo>
                    <a:pt x="7544786" y="5386388"/>
                  </a:moveTo>
                  <a:lnTo>
                    <a:pt x="7523561" y="5386388"/>
                  </a:lnTo>
                  <a:lnTo>
                    <a:pt x="7517334" y="5392746"/>
                  </a:lnTo>
                  <a:lnTo>
                    <a:pt x="7517334" y="5411792"/>
                  </a:lnTo>
                  <a:lnTo>
                    <a:pt x="7523561" y="5420269"/>
                  </a:lnTo>
                  <a:lnTo>
                    <a:pt x="7544786" y="5420269"/>
                  </a:lnTo>
                  <a:lnTo>
                    <a:pt x="7551296" y="5413912"/>
                  </a:lnTo>
                  <a:lnTo>
                    <a:pt x="7551296" y="5394866"/>
                  </a:lnTo>
                  <a:lnTo>
                    <a:pt x="7544786" y="5386388"/>
                  </a:lnTo>
                  <a:close/>
                </a:path>
                <a:path w="9542780" h="6570345">
                  <a:moveTo>
                    <a:pt x="7544786" y="5430866"/>
                  </a:moveTo>
                  <a:lnTo>
                    <a:pt x="7523561" y="5430866"/>
                  </a:lnTo>
                  <a:lnTo>
                    <a:pt x="7517334" y="5437196"/>
                  </a:lnTo>
                  <a:lnTo>
                    <a:pt x="7517334" y="5458390"/>
                  </a:lnTo>
                  <a:lnTo>
                    <a:pt x="7523561" y="5464719"/>
                  </a:lnTo>
                  <a:lnTo>
                    <a:pt x="7544786" y="5464719"/>
                  </a:lnTo>
                  <a:lnTo>
                    <a:pt x="7551296" y="5458390"/>
                  </a:lnTo>
                  <a:lnTo>
                    <a:pt x="7551296" y="5439316"/>
                  </a:lnTo>
                  <a:lnTo>
                    <a:pt x="7544786" y="5430866"/>
                  </a:lnTo>
                  <a:close/>
                </a:path>
                <a:path w="9542780" h="6570345">
                  <a:moveTo>
                    <a:pt x="7544786" y="5475316"/>
                  </a:moveTo>
                  <a:lnTo>
                    <a:pt x="7523561" y="5475316"/>
                  </a:lnTo>
                  <a:lnTo>
                    <a:pt x="7517334" y="5481675"/>
                  </a:lnTo>
                  <a:lnTo>
                    <a:pt x="7517334" y="5502840"/>
                  </a:lnTo>
                  <a:lnTo>
                    <a:pt x="7523561" y="5509199"/>
                  </a:lnTo>
                  <a:lnTo>
                    <a:pt x="7544786" y="5509199"/>
                  </a:lnTo>
                  <a:lnTo>
                    <a:pt x="7551296" y="5500721"/>
                  </a:lnTo>
                  <a:lnTo>
                    <a:pt x="7551296" y="5483793"/>
                  </a:lnTo>
                  <a:lnTo>
                    <a:pt x="7544786" y="5475316"/>
                  </a:lnTo>
                  <a:close/>
                </a:path>
                <a:path w="9542780" h="6570345">
                  <a:moveTo>
                    <a:pt x="7544786" y="5519795"/>
                  </a:moveTo>
                  <a:lnTo>
                    <a:pt x="7523561" y="5519795"/>
                  </a:lnTo>
                  <a:lnTo>
                    <a:pt x="7517334" y="5526125"/>
                  </a:lnTo>
                  <a:lnTo>
                    <a:pt x="7517334" y="5545199"/>
                  </a:lnTo>
                  <a:lnTo>
                    <a:pt x="7523561" y="5553649"/>
                  </a:lnTo>
                  <a:lnTo>
                    <a:pt x="7544786" y="5553649"/>
                  </a:lnTo>
                  <a:lnTo>
                    <a:pt x="7551296" y="5545199"/>
                  </a:lnTo>
                  <a:lnTo>
                    <a:pt x="7551296" y="5528245"/>
                  </a:lnTo>
                  <a:lnTo>
                    <a:pt x="7544786" y="5519795"/>
                  </a:lnTo>
                  <a:close/>
                </a:path>
                <a:path w="9542780" h="6570345">
                  <a:moveTo>
                    <a:pt x="7544786" y="5564245"/>
                  </a:moveTo>
                  <a:lnTo>
                    <a:pt x="7523561" y="5564245"/>
                  </a:lnTo>
                  <a:lnTo>
                    <a:pt x="7517334" y="5570603"/>
                  </a:lnTo>
                  <a:lnTo>
                    <a:pt x="7517335" y="5589649"/>
                  </a:lnTo>
                  <a:lnTo>
                    <a:pt x="7523561" y="5598126"/>
                  </a:lnTo>
                  <a:lnTo>
                    <a:pt x="7544786" y="5598126"/>
                  </a:lnTo>
                  <a:lnTo>
                    <a:pt x="7551296" y="5589649"/>
                  </a:lnTo>
                  <a:lnTo>
                    <a:pt x="7551296" y="5572723"/>
                  </a:lnTo>
                  <a:lnTo>
                    <a:pt x="7544786" y="5564245"/>
                  </a:lnTo>
                  <a:close/>
                </a:path>
                <a:path w="9542780" h="6570345">
                  <a:moveTo>
                    <a:pt x="7544786" y="5608723"/>
                  </a:moveTo>
                  <a:lnTo>
                    <a:pt x="7523561" y="5608723"/>
                  </a:lnTo>
                  <a:lnTo>
                    <a:pt x="7517335" y="5615053"/>
                  </a:lnTo>
                  <a:lnTo>
                    <a:pt x="7517335" y="5634128"/>
                  </a:lnTo>
                  <a:lnTo>
                    <a:pt x="7523561" y="5642576"/>
                  </a:lnTo>
                  <a:lnTo>
                    <a:pt x="7544786" y="5642576"/>
                  </a:lnTo>
                  <a:lnTo>
                    <a:pt x="7551296" y="5634128"/>
                  </a:lnTo>
                  <a:lnTo>
                    <a:pt x="7551296" y="5617173"/>
                  </a:lnTo>
                  <a:lnTo>
                    <a:pt x="7544786" y="5608723"/>
                  </a:lnTo>
                  <a:close/>
                </a:path>
                <a:path w="9542780" h="6570345">
                  <a:moveTo>
                    <a:pt x="7544786" y="5653173"/>
                  </a:moveTo>
                  <a:lnTo>
                    <a:pt x="7523561" y="5653173"/>
                  </a:lnTo>
                  <a:lnTo>
                    <a:pt x="7517335" y="5659532"/>
                  </a:lnTo>
                  <a:lnTo>
                    <a:pt x="7517335" y="5678578"/>
                  </a:lnTo>
                  <a:lnTo>
                    <a:pt x="7523561" y="5687056"/>
                  </a:lnTo>
                  <a:lnTo>
                    <a:pt x="7544786" y="5687056"/>
                  </a:lnTo>
                  <a:lnTo>
                    <a:pt x="7551296" y="5678578"/>
                  </a:lnTo>
                  <a:lnTo>
                    <a:pt x="7551296" y="5661652"/>
                  </a:lnTo>
                  <a:lnTo>
                    <a:pt x="7544786" y="5653173"/>
                  </a:lnTo>
                  <a:close/>
                </a:path>
                <a:path w="9542780" h="6570345">
                  <a:moveTo>
                    <a:pt x="7502335" y="5034912"/>
                  </a:moveTo>
                  <a:lnTo>
                    <a:pt x="7481110" y="5034912"/>
                  </a:lnTo>
                  <a:lnTo>
                    <a:pt x="7474883" y="5041270"/>
                  </a:lnTo>
                  <a:lnTo>
                    <a:pt x="7474883" y="5060316"/>
                  </a:lnTo>
                  <a:lnTo>
                    <a:pt x="7481110" y="5068793"/>
                  </a:lnTo>
                  <a:lnTo>
                    <a:pt x="7502335" y="5068793"/>
                  </a:lnTo>
                  <a:lnTo>
                    <a:pt x="7508844" y="5060316"/>
                  </a:lnTo>
                  <a:lnTo>
                    <a:pt x="7508844" y="5043389"/>
                  </a:lnTo>
                  <a:lnTo>
                    <a:pt x="7502335" y="5034912"/>
                  </a:lnTo>
                  <a:close/>
                </a:path>
                <a:path w="9542780" h="6570345">
                  <a:moveTo>
                    <a:pt x="7502335" y="5077272"/>
                  </a:moveTo>
                  <a:lnTo>
                    <a:pt x="7481110" y="5077272"/>
                  </a:lnTo>
                  <a:lnTo>
                    <a:pt x="7474883" y="5083629"/>
                  </a:lnTo>
                  <a:lnTo>
                    <a:pt x="7474883" y="5102675"/>
                  </a:lnTo>
                  <a:lnTo>
                    <a:pt x="7481110" y="5111153"/>
                  </a:lnTo>
                  <a:lnTo>
                    <a:pt x="7502335" y="5111153"/>
                  </a:lnTo>
                  <a:lnTo>
                    <a:pt x="7508844" y="5104795"/>
                  </a:lnTo>
                  <a:lnTo>
                    <a:pt x="7508844" y="5085721"/>
                  </a:lnTo>
                  <a:lnTo>
                    <a:pt x="7502335" y="5077272"/>
                  </a:lnTo>
                  <a:close/>
                </a:path>
                <a:path w="9542780" h="6570345">
                  <a:moveTo>
                    <a:pt x="7502335" y="5121722"/>
                  </a:moveTo>
                  <a:lnTo>
                    <a:pt x="7481110" y="5121722"/>
                  </a:lnTo>
                  <a:lnTo>
                    <a:pt x="7474883" y="5128079"/>
                  </a:lnTo>
                  <a:lnTo>
                    <a:pt x="7474883" y="5147125"/>
                  </a:lnTo>
                  <a:lnTo>
                    <a:pt x="7481110" y="5155603"/>
                  </a:lnTo>
                  <a:lnTo>
                    <a:pt x="7502335" y="5155603"/>
                  </a:lnTo>
                  <a:lnTo>
                    <a:pt x="7508844" y="5149245"/>
                  </a:lnTo>
                  <a:lnTo>
                    <a:pt x="7508844" y="5130199"/>
                  </a:lnTo>
                  <a:lnTo>
                    <a:pt x="7502335" y="5121722"/>
                  </a:lnTo>
                  <a:close/>
                </a:path>
                <a:path w="9542780" h="6570345">
                  <a:moveTo>
                    <a:pt x="7502335" y="5166199"/>
                  </a:moveTo>
                  <a:lnTo>
                    <a:pt x="7481110" y="5166199"/>
                  </a:lnTo>
                  <a:lnTo>
                    <a:pt x="7474883" y="5172529"/>
                  </a:lnTo>
                  <a:lnTo>
                    <a:pt x="7474883" y="5191603"/>
                  </a:lnTo>
                  <a:lnTo>
                    <a:pt x="7481110" y="5200082"/>
                  </a:lnTo>
                  <a:lnTo>
                    <a:pt x="7502335" y="5200082"/>
                  </a:lnTo>
                  <a:lnTo>
                    <a:pt x="7508844" y="5191603"/>
                  </a:lnTo>
                  <a:lnTo>
                    <a:pt x="7508844" y="5174649"/>
                  </a:lnTo>
                  <a:lnTo>
                    <a:pt x="7502335" y="5166199"/>
                  </a:lnTo>
                  <a:close/>
                </a:path>
                <a:path w="9542780" h="6570345">
                  <a:moveTo>
                    <a:pt x="7502335" y="5210649"/>
                  </a:moveTo>
                  <a:lnTo>
                    <a:pt x="7481110" y="5210649"/>
                  </a:lnTo>
                  <a:lnTo>
                    <a:pt x="7474883" y="5217008"/>
                  </a:lnTo>
                  <a:lnTo>
                    <a:pt x="7474883" y="5236055"/>
                  </a:lnTo>
                  <a:lnTo>
                    <a:pt x="7481110" y="5244532"/>
                  </a:lnTo>
                  <a:lnTo>
                    <a:pt x="7502335" y="5244532"/>
                  </a:lnTo>
                  <a:lnTo>
                    <a:pt x="7508844" y="5236055"/>
                  </a:lnTo>
                  <a:lnTo>
                    <a:pt x="7508844" y="5219128"/>
                  </a:lnTo>
                  <a:lnTo>
                    <a:pt x="7502335" y="5210649"/>
                  </a:lnTo>
                  <a:close/>
                </a:path>
                <a:path w="9542780" h="6570345">
                  <a:moveTo>
                    <a:pt x="7502335" y="5255129"/>
                  </a:moveTo>
                  <a:lnTo>
                    <a:pt x="7481110" y="5255129"/>
                  </a:lnTo>
                  <a:lnTo>
                    <a:pt x="7474883" y="5261458"/>
                  </a:lnTo>
                  <a:lnTo>
                    <a:pt x="7474883" y="5282652"/>
                  </a:lnTo>
                  <a:lnTo>
                    <a:pt x="7481110" y="5288982"/>
                  </a:lnTo>
                  <a:lnTo>
                    <a:pt x="7502335" y="5288982"/>
                  </a:lnTo>
                  <a:lnTo>
                    <a:pt x="7508844" y="5280533"/>
                  </a:lnTo>
                  <a:lnTo>
                    <a:pt x="7508844" y="5263578"/>
                  </a:lnTo>
                  <a:lnTo>
                    <a:pt x="7502335" y="5255129"/>
                  </a:lnTo>
                  <a:close/>
                </a:path>
                <a:path w="9542780" h="6570345">
                  <a:moveTo>
                    <a:pt x="7502335" y="5299579"/>
                  </a:moveTo>
                  <a:lnTo>
                    <a:pt x="7481110" y="5299579"/>
                  </a:lnTo>
                  <a:lnTo>
                    <a:pt x="7474883" y="5305936"/>
                  </a:lnTo>
                  <a:lnTo>
                    <a:pt x="7474883" y="5327102"/>
                  </a:lnTo>
                  <a:lnTo>
                    <a:pt x="7481110" y="5333460"/>
                  </a:lnTo>
                  <a:lnTo>
                    <a:pt x="7502335" y="5333460"/>
                  </a:lnTo>
                  <a:lnTo>
                    <a:pt x="7508844" y="5324983"/>
                  </a:lnTo>
                  <a:lnTo>
                    <a:pt x="7508844" y="5308056"/>
                  </a:lnTo>
                  <a:lnTo>
                    <a:pt x="7502335" y="5299579"/>
                  </a:lnTo>
                  <a:close/>
                </a:path>
                <a:path w="9542780" h="6570345">
                  <a:moveTo>
                    <a:pt x="7502335" y="5344057"/>
                  </a:moveTo>
                  <a:lnTo>
                    <a:pt x="7481110" y="5344057"/>
                  </a:lnTo>
                  <a:lnTo>
                    <a:pt x="7474883" y="5350386"/>
                  </a:lnTo>
                  <a:lnTo>
                    <a:pt x="7474883" y="5369462"/>
                  </a:lnTo>
                  <a:lnTo>
                    <a:pt x="7481110" y="5377911"/>
                  </a:lnTo>
                  <a:lnTo>
                    <a:pt x="7502335" y="5377911"/>
                  </a:lnTo>
                  <a:lnTo>
                    <a:pt x="7508844" y="5369462"/>
                  </a:lnTo>
                  <a:lnTo>
                    <a:pt x="7508844" y="5352506"/>
                  </a:lnTo>
                  <a:lnTo>
                    <a:pt x="7502335" y="5344057"/>
                  </a:lnTo>
                  <a:close/>
                </a:path>
                <a:path w="9542780" h="6570345">
                  <a:moveTo>
                    <a:pt x="7502335" y="5386388"/>
                  </a:moveTo>
                  <a:lnTo>
                    <a:pt x="7481110" y="5386388"/>
                  </a:lnTo>
                  <a:lnTo>
                    <a:pt x="7474883" y="5392746"/>
                  </a:lnTo>
                  <a:lnTo>
                    <a:pt x="7474883" y="5411792"/>
                  </a:lnTo>
                  <a:lnTo>
                    <a:pt x="7481110" y="5420269"/>
                  </a:lnTo>
                  <a:lnTo>
                    <a:pt x="7502335" y="5420269"/>
                  </a:lnTo>
                  <a:lnTo>
                    <a:pt x="7508844" y="5413912"/>
                  </a:lnTo>
                  <a:lnTo>
                    <a:pt x="7508844" y="5394866"/>
                  </a:lnTo>
                  <a:lnTo>
                    <a:pt x="7502335" y="5386388"/>
                  </a:lnTo>
                  <a:close/>
                </a:path>
                <a:path w="9542780" h="6570345">
                  <a:moveTo>
                    <a:pt x="7502335" y="5430866"/>
                  </a:moveTo>
                  <a:lnTo>
                    <a:pt x="7481110" y="5430866"/>
                  </a:lnTo>
                  <a:lnTo>
                    <a:pt x="7474883" y="5437196"/>
                  </a:lnTo>
                  <a:lnTo>
                    <a:pt x="7474883" y="5458390"/>
                  </a:lnTo>
                  <a:lnTo>
                    <a:pt x="7481110" y="5464719"/>
                  </a:lnTo>
                  <a:lnTo>
                    <a:pt x="7502335" y="5464719"/>
                  </a:lnTo>
                  <a:lnTo>
                    <a:pt x="7508844" y="5458390"/>
                  </a:lnTo>
                  <a:lnTo>
                    <a:pt x="7508844" y="5439316"/>
                  </a:lnTo>
                  <a:lnTo>
                    <a:pt x="7502335" y="5430866"/>
                  </a:lnTo>
                  <a:close/>
                </a:path>
                <a:path w="9542780" h="6570345">
                  <a:moveTo>
                    <a:pt x="7502335" y="5475316"/>
                  </a:moveTo>
                  <a:lnTo>
                    <a:pt x="7481110" y="5475316"/>
                  </a:lnTo>
                  <a:lnTo>
                    <a:pt x="7474883" y="5481675"/>
                  </a:lnTo>
                  <a:lnTo>
                    <a:pt x="7474883" y="5502840"/>
                  </a:lnTo>
                  <a:lnTo>
                    <a:pt x="7481110" y="5509199"/>
                  </a:lnTo>
                  <a:lnTo>
                    <a:pt x="7502335" y="5509199"/>
                  </a:lnTo>
                  <a:lnTo>
                    <a:pt x="7508844" y="5500721"/>
                  </a:lnTo>
                  <a:lnTo>
                    <a:pt x="7508844" y="5483793"/>
                  </a:lnTo>
                  <a:lnTo>
                    <a:pt x="7502335" y="5475316"/>
                  </a:lnTo>
                  <a:close/>
                </a:path>
                <a:path w="9542780" h="6570345">
                  <a:moveTo>
                    <a:pt x="7502335" y="5519795"/>
                  </a:moveTo>
                  <a:lnTo>
                    <a:pt x="7481110" y="5519795"/>
                  </a:lnTo>
                  <a:lnTo>
                    <a:pt x="7474883" y="5526125"/>
                  </a:lnTo>
                  <a:lnTo>
                    <a:pt x="7474883" y="5545199"/>
                  </a:lnTo>
                  <a:lnTo>
                    <a:pt x="7481110" y="5553649"/>
                  </a:lnTo>
                  <a:lnTo>
                    <a:pt x="7502335" y="5553649"/>
                  </a:lnTo>
                  <a:lnTo>
                    <a:pt x="7508844" y="5545199"/>
                  </a:lnTo>
                  <a:lnTo>
                    <a:pt x="7508844" y="5528245"/>
                  </a:lnTo>
                  <a:lnTo>
                    <a:pt x="7502335" y="5519795"/>
                  </a:lnTo>
                  <a:close/>
                </a:path>
                <a:path w="9542780" h="6570345">
                  <a:moveTo>
                    <a:pt x="7502335" y="5564245"/>
                  </a:moveTo>
                  <a:lnTo>
                    <a:pt x="7481110" y="5564245"/>
                  </a:lnTo>
                  <a:lnTo>
                    <a:pt x="7474883" y="5570603"/>
                  </a:lnTo>
                  <a:lnTo>
                    <a:pt x="7474883" y="5589649"/>
                  </a:lnTo>
                  <a:lnTo>
                    <a:pt x="7481110" y="5598126"/>
                  </a:lnTo>
                  <a:lnTo>
                    <a:pt x="7502335" y="5598126"/>
                  </a:lnTo>
                  <a:lnTo>
                    <a:pt x="7508844" y="5589649"/>
                  </a:lnTo>
                  <a:lnTo>
                    <a:pt x="7508844" y="5572723"/>
                  </a:lnTo>
                  <a:lnTo>
                    <a:pt x="7502335" y="5564245"/>
                  </a:lnTo>
                  <a:close/>
                </a:path>
                <a:path w="9542780" h="6570345">
                  <a:moveTo>
                    <a:pt x="7502335" y="5608723"/>
                  </a:moveTo>
                  <a:lnTo>
                    <a:pt x="7481110" y="5608723"/>
                  </a:lnTo>
                  <a:lnTo>
                    <a:pt x="7474883" y="5615053"/>
                  </a:lnTo>
                  <a:lnTo>
                    <a:pt x="7474883" y="5634128"/>
                  </a:lnTo>
                  <a:lnTo>
                    <a:pt x="7481110" y="5642576"/>
                  </a:lnTo>
                  <a:lnTo>
                    <a:pt x="7502335" y="5642576"/>
                  </a:lnTo>
                  <a:lnTo>
                    <a:pt x="7508844" y="5634128"/>
                  </a:lnTo>
                  <a:lnTo>
                    <a:pt x="7508844" y="5617173"/>
                  </a:lnTo>
                  <a:lnTo>
                    <a:pt x="7502335" y="5608723"/>
                  </a:lnTo>
                  <a:close/>
                </a:path>
                <a:path w="9542780" h="6570345">
                  <a:moveTo>
                    <a:pt x="7502335" y="5653173"/>
                  </a:moveTo>
                  <a:lnTo>
                    <a:pt x="7481110" y="5653173"/>
                  </a:lnTo>
                  <a:lnTo>
                    <a:pt x="7474883" y="5659532"/>
                  </a:lnTo>
                  <a:lnTo>
                    <a:pt x="7474883" y="5678578"/>
                  </a:lnTo>
                  <a:lnTo>
                    <a:pt x="7481110" y="5687056"/>
                  </a:lnTo>
                  <a:lnTo>
                    <a:pt x="7502335" y="5687056"/>
                  </a:lnTo>
                  <a:lnTo>
                    <a:pt x="7508844" y="5678578"/>
                  </a:lnTo>
                  <a:lnTo>
                    <a:pt x="7508844" y="5661652"/>
                  </a:lnTo>
                  <a:lnTo>
                    <a:pt x="7502335" y="5653173"/>
                  </a:lnTo>
                  <a:close/>
                </a:path>
                <a:path w="9542780" h="6570345">
                  <a:moveTo>
                    <a:pt x="7457902" y="5077272"/>
                  </a:moveTo>
                  <a:lnTo>
                    <a:pt x="7436676" y="5077272"/>
                  </a:lnTo>
                  <a:lnTo>
                    <a:pt x="7430451" y="5083629"/>
                  </a:lnTo>
                  <a:lnTo>
                    <a:pt x="7430451" y="5102675"/>
                  </a:lnTo>
                  <a:lnTo>
                    <a:pt x="7436676" y="5111153"/>
                  </a:lnTo>
                  <a:lnTo>
                    <a:pt x="7457902" y="5111153"/>
                  </a:lnTo>
                  <a:lnTo>
                    <a:pt x="7464129" y="5104795"/>
                  </a:lnTo>
                  <a:lnTo>
                    <a:pt x="7464129" y="5085721"/>
                  </a:lnTo>
                  <a:lnTo>
                    <a:pt x="7457902" y="5077272"/>
                  </a:lnTo>
                  <a:close/>
                </a:path>
                <a:path w="9542780" h="6570345">
                  <a:moveTo>
                    <a:pt x="7457902" y="5121722"/>
                  </a:moveTo>
                  <a:lnTo>
                    <a:pt x="7436676" y="5121722"/>
                  </a:lnTo>
                  <a:lnTo>
                    <a:pt x="7430451" y="5128079"/>
                  </a:lnTo>
                  <a:lnTo>
                    <a:pt x="7430451" y="5147125"/>
                  </a:lnTo>
                  <a:lnTo>
                    <a:pt x="7436676" y="5155603"/>
                  </a:lnTo>
                  <a:lnTo>
                    <a:pt x="7457902" y="5155603"/>
                  </a:lnTo>
                  <a:lnTo>
                    <a:pt x="7464129" y="5149245"/>
                  </a:lnTo>
                  <a:lnTo>
                    <a:pt x="7464129" y="5130199"/>
                  </a:lnTo>
                  <a:lnTo>
                    <a:pt x="7457902" y="5121722"/>
                  </a:lnTo>
                  <a:close/>
                </a:path>
                <a:path w="9542780" h="6570345">
                  <a:moveTo>
                    <a:pt x="7457902" y="5166199"/>
                  </a:moveTo>
                  <a:lnTo>
                    <a:pt x="7436676" y="5166199"/>
                  </a:lnTo>
                  <a:lnTo>
                    <a:pt x="7430451" y="5172529"/>
                  </a:lnTo>
                  <a:lnTo>
                    <a:pt x="7430451" y="5191603"/>
                  </a:lnTo>
                  <a:lnTo>
                    <a:pt x="7436676" y="5200082"/>
                  </a:lnTo>
                  <a:lnTo>
                    <a:pt x="7457902" y="5200082"/>
                  </a:lnTo>
                  <a:lnTo>
                    <a:pt x="7464129" y="5191603"/>
                  </a:lnTo>
                  <a:lnTo>
                    <a:pt x="7464129" y="5174649"/>
                  </a:lnTo>
                  <a:lnTo>
                    <a:pt x="7457902" y="5166199"/>
                  </a:lnTo>
                  <a:close/>
                </a:path>
                <a:path w="9542780" h="6570345">
                  <a:moveTo>
                    <a:pt x="7457902" y="5210649"/>
                  </a:moveTo>
                  <a:lnTo>
                    <a:pt x="7436676" y="5210649"/>
                  </a:lnTo>
                  <a:lnTo>
                    <a:pt x="7430451" y="5217008"/>
                  </a:lnTo>
                  <a:lnTo>
                    <a:pt x="7430451" y="5236055"/>
                  </a:lnTo>
                  <a:lnTo>
                    <a:pt x="7436676" y="5244532"/>
                  </a:lnTo>
                  <a:lnTo>
                    <a:pt x="7457902" y="5244532"/>
                  </a:lnTo>
                  <a:lnTo>
                    <a:pt x="7464129" y="5236055"/>
                  </a:lnTo>
                  <a:lnTo>
                    <a:pt x="7464129" y="5219128"/>
                  </a:lnTo>
                  <a:lnTo>
                    <a:pt x="7457902" y="5210649"/>
                  </a:lnTo>
                  <a:close/>
                </a:path>
                <a:path w="9542780" h="6570345">
                  <a:moveTo>
                    <a:pt x="7457902" y="5255129"/>
                  </a:moveTo>
                  <a:lnTo>
                    <a:pt x="7436676" y="5255129"/>
                  </a:lnTo>
                  <a:lnTo>
                    <a:pt x="7430451" y="5261458"/>
                  </a:lnTo>
                  <a:lnTo>
                    <a:pt x="7430451" y="5282652"/>
                  </a:lnTo>
                  <a:lnTo>
                    <a:pt x="7436676" y="5288982"/>
                  </a:lnTo>
                  <a:lnTo>
                    <a:pt x="7457902" y="5288982"/>
                  </a:lnTo>
                  <a:lnTo>
                    <a:pt x="7464129" y="5280533"/>
                  </a:lnTo>
                  <a:lnTo>
                    <a:pt x="7464129" y="5263578"/>
                  </a:lnTo>
                  <a:lnTo>
                    <a:pt x="7457902" y="5255129"/>
                  </a:lnTo>
                  <a:close/>
                </a:path>
                <a:path w="9542780" h="6570345">
                  <a:moveTo>
                    <a:pt x="7457902" y="5299579"/>
                  </a:moveTo>
                  <a:lnTo>
                    <a:pt x="7436676" y="5299579"/>
                  </a:lnTo>
                  <a:lnTo>
                    <a:pt x="7430451" y="5305936"/>
                  </a:lnTo>
                  <a:lnTo>
                    <a:pt x="7430451" y="5327102"/>
                  </a:lnTo>
                  <a:lnTo>
                    <a:pt x="7436676" y="5333460"/>
                  </a:lnTo>
                  <a:lnTo>
                    <a:pt x="7457902" y="5333460"/>
                  </a:lnTo>
                  <a:lnTo>
                    <a:pt x="7464129" y="5324983"/>
                  </a:lnTo>
                  <a:lnTo>
                    <a:pt x="7464129" y="5308056"/>
                  </a:lnTo>
                  <a:lnTo>
                    <a:pt x="7457902" y="5299579"/>
                  </a:lnTo>
                  <a:close/>
                </a:path>
                <a:path w="9542780" h="6570345">
                  <a:moveTo>
                    <a:pt x="7457902" y="5344057"/>
                  </a:moveTo>
                  <a:lnTo>
                    <a:pt x="7436676" y="5344057"/>
                  </a:lnTo>
                  <a:lnTo>
                    <a:pt x="7430451" y="5350386"/>
                  </a:lnTo>
                  <a:lnTo>
                    <a:pt x="7430451" y="5369462"/>
                  </a:lnTo>
                  <a:lnTo>
                    <a:pt x="7436676" y="5377911"/>
                  </a:lnTo>
                  <a:lnTo>
                    <a:pt x="7457902" y="5377911"/>
                  </a:lnTo>
                  <a:lnTo>
                    <a:pt x="7464129" y="5369462"/>
                  </a:lnTo>
                  <a:lnTo>
                    <a:pt x="7464129" y="5352506"/>
                  </a:lnTo>
                  <a:lnTo>
                    <a:pt x="7457902" y="5344057"/>
                  </a:lnTo>
                  <a:close/>
                </a:path>
                <a:path w="9542780" h="6570345">
                  <a:moveTo>
                    <a:pt x="7457902" y="5386388"/>
                  </a:moveTo>
                  <a:lnTo>
                    <a:pt x="7436676" y="5386388"/>
                  </a:lnTo>
                  <a:lnTo>
                    <a:pt x="7430451" y="5392746"/>
                  </a:lnTo>
                  <a:lnTo>
                    <a:pt x="7430451" y="5411792"/>
                  </a:lnTo>
                  <a:lnTo>
                    <a:pt x="7436676" y="5420269"/>
                  </a:lnTo>
                  <a:lnTo>
                    <a:pt x="7457902" y="5420269"/>
                  </a:lnTo>
                  <a:lnTo>
                    <a:pt x="7464129" y="5413912"/>
                  </a:lnTo>
                  <a:lnTo>
                    <a:pt x="7464129" y="5394866"/>
                  </a:lnTo>
                  <a:lnTo>
                    <a:pt x="7457902" y="5386388"/>
                  </a:lnTo>
                  <a:close/>
                </a:path>
                <a:path w="9542780" h="6570345">
                  <a:moveTo>
                    <a:pt x="7457902" y="5430866"/>
                  </a:moveTo>
                  <a:lnTo>
                    <a:pt x="7436676" y="5430866"/>
                  </a:lnTo>
                  <a:lnTo>
                    <a:pt x="7430451" y="5437196"/>
                  </a:lnTo>
                  <a:lnTo>
                    <a:pt x="7430451" y="5458390"/>
                  </a:lnTo>
                  <a:lnTo>
                    <a:pt x="7436676" y="5464719"/>
                  </a:lnTo>
                  <a:lnTo>
                    <a:pt x="7457902" y="5464719"/>
                  </a:lnTo>
                  <a:lnTo>
                    <a:pt x="7464129" y="5458390"/>
                  </a:lnTo>
                  <a:lnTo>
                    <a:pt x="7464129" y="5439316"/>
                  </a:lnTo>
                  <a:lnTo>
                    <a:pt x="7457902" y="5430866"/>
                  </a:lnTo>
                  <a:close/>
                </a:path>
                <a:path w="9542780" h="6570345">
                  <a:moveTo>
                    <a:pt x="7457902" y="5475316"/>
                  </a:moveTo>
                  <a:lnTo>
                    <a:pt x="7436676" y="5475316"/>
                  </a:lnTo>
                  <a:lnTo>
                    <a:pt x="7430451" y="5481675"/>
                  </a:lnTo>
                  <a:lnTo>
                    <a:pt x="7430451" y="5502840"/>
                  </a:lnTo>
                  <a:lnTo>
                    <a:pt x="7436676" y="5509199"/>
                  </a:lnTo>
                  <a:lnTo>
                    <a:pt x="7457902" y="5509199"/>
                  </a:lnTo>
                  <a:lnTo>
                    <a:pt x="7464129" y="5500721"/>
                  </a:lnTo>
                  <a:lnTo>
                    <a:pt x="7464129" y="5483793"/>
                  </a:lnTo>
                  <a:lnTo>
                    <a:pt x="7457902" y="5475316"/>
                  </a:lnTo>
                  <a:close/>
                </a:path>
                <a:path w="9542780" h="6570345">
                  <a:moveTo>
                    <a:pt x="7457902" y="5519795"/>
                  </a:moveTo>
                  <a:lnTo>
                    <a:pt x="7436676" y="5519795"/>
                  </a:lnTo>
                  <a:lnTo>
                    <a:pt x="7430451" y="5526125"/>
                  </a:lnTo>
                  <a:lnTo>
                    <a:pt x="7430451" y="5545199"/>
                  </a:lnTo>
                  <a:lnTo>
                    <a:pt x="7436676" y="5553649"/>
                  </a:lnTo>
                  <a:lnTo>
                    <a:pt x="7457902" y="5553649"/>
                  </a:lnTo>
                  <a:lnTo>
                    <a:pt x="7464129" y="5545199"/>
                  </a:lnTo>
                  <a:lnTo>
                    <a:pt x="7464129" y="5528245"/>
                  </a:lnTo>
                  <a:lnTo>
                    <a:pt x="7457902" y="5519795"/>
                  </a:lnTo>
                  <a:close/>
                </a:path>
                <a:path w="9542780" h="6570345">
                  <a:moveTo>
                    <a:pt x="7457902" y="5564245"/>
                  </a:moveTo>
                  <a:lnTo>
                    <a:pt x="7436676" y="5564245"/>
                  </a:lnTo>
                  <a:lnTo>
                    <a:pt x="7430451" y="5570603"/>
                  </a:lnTo>
                  <a:lnTo>
                    <a:pt x="7430451" y="5589649"/>
                  </a:lnTo>
                  <a:lnTo>
                    <a:pt x="7436676" y="5598126"/>
                  </a:lnTo>
                  <a:lnTo>
                    <a:pt x="7457902" y="5598126"/>
                  </a:lnTo>
                  <a:lnTo>
                    <a:pt x="7464129" y="5589649"/>
                  </a:lnTo>
                  <a:lnTo>
                    <a:pt x="7464129" y="5572723"/>
                  </a:lnTo>
                  <a:lnTo>
                    <a:pt x="7457902" y="5564245"/>
                  </a:lnTo>
                  <a:close/>
                </a:path>
                <a:path w="9542780" h="6570345">
                  <a:moveTo>
                    <a:pt x="7457902" y="5608723"/>
                  </a:moveTo>
                  <a:lnTo>
                    <a:pt x="7436676" y="5608723"/>
                  </a:lnTo>
                  <a:lnTo>
                    <a:pt x="7430451" y="5615053"/>
                  </a:lnTo>
                  <a:lnTo>
                    <a:pt x="7430451" y="5634128"/>
                  </a:lnTo>
                  <a:lnTo>
                    <a:pt x="7436676" y="5642576"/>
                  </a:lnTo>
                  <a:lnTo>
                    <a:pt x="7457902" y="5642576"/>
                  </a:lnTo>
                  <a:lnTo>
                    <a:pt x="7464129" y="5634128"/>
                  </a:lnTo>
                  <a:lnTo>
                    <a:pt x="7464129" y="5617173"/>
                  </a:lnTo>
                  <a:lnTo>
                    <a:pt x="7457902" y="5608723"/>
                  </a:lnTo>
                  <a:close/>
                </a:path>
                <a:path w="9542780" h="6570345">
                  <a:moveTo>
                    <a:pt x="7413470" y="5166199"/>
                  </a:moveTo>
                  <a:lnTo>
                    <a:pt x="7392244" y="5166199"/>
                  </a:lnTo>
                  <a:lnTo>
                    <a:pt x="7385734" y="5172529"/>
                  </a:lnTo>
                  <a:lnTo>
                    <a:pt x="7385734" y="5191603"/>
                  </a:lnTo>
                  <a:lnTo>
                    <a:pt x="7392244" y="5200082"/>
                  </a:lnTo>
                  <a:lnTo>
                    <a:pt x="7413470" y="5200082"/>
                  </a:lnTo>
                  <a:lnTo>
                    <a:pt x="7419696" y="5191603"/>
                  </a:lnTo>
                  <a:lnTo>
                    <a:pt x="7419696" y="5174649"/>
                  </a:lnTo>
                  <a:lnTo>
                    <a:pt x="7413470" y="5166199"/>
                  </a:lnTo>
                  <a:close/>
                </a:path>
                <a:path w="9542780" h="6570345">
                  <a:moveTo>
                    <a:pt x="7413470" y="5210649"/>
                  </a:moveTo>
                  <a:lnTo>
                    <a:pt x="7392244" y="5210649"/>
                  </a:lnTo>
                  <a:lnTo>
                    <a:pt x="7385734" y="5217008"/>
                  </a:lnTo>
                  <a:lnTo>
                    <a:pt x="7385734" y="5236055"/>
                  </a:lnTo>
                  <a:lnTo>
                    <a:pt x="7392244" y="5244532"/>
                  </a:lnTo>
                  <a:lnTo>
                    <a:pt x="7413470" y="5244532"/>
                  </a:lnTo>
                  <a:lnTo>
                    <a:pt x="7419696" y="5236055"/>
                  </a:lnTo>
                  <a:lnTo>
                    <a:pt x="7419696" y="5219128"/>
                  </a:lnTo>
                  <a:lnTo>
                    <a:pt x="7413470" y="5210649"/>
                  </a:lnTo>
                  <a:close/>
                </a:path>
                <a:path w="9542780" h="6570345">
                  <a:moveTo>
                    <a:pt x="7413470" y="5255129"/>
                  </a:moveTo>
                  <a:lnTo>
                    <a:pt x="7392244" y="5255129"/>
                  </a:lnTo>
                  <a:lnTo>
                    <a:pt x="7385734" y="5261458"/>
                  </a:lnTo>
                  <a:lnTo>
                    <a:pt x="7385734" y="5282652"/>
                  </a:lnTo>
                  <a:lnTo>
                    <a:pt x="7392244" y="5288982"/>
                  </a:lnTo>
                  <a:lnTo>
                    <a:pt x="7413470" y="5288982"/>
                  </a:lnTo>
                  <a:lnTo>
                    <a:pt x="7419696" y="5280533"/>
                  </a:lnTo>
                  <a:lnTo>
                    <a:pt x="7419696" y="5263578"/>
                  </a:lnTo>
                  <a:lnTo>
                    <a:pt x="7413470" y="5255129"/>
                  </a:lnTo>
                  <a:close/>
                </a:path>
                <a:path w="9542780" h="6570345">
                  <a:moveTo>
                    <a:pt x="7413470" y="5299579"/>
                  </a:moveTo>
                  <a:lnTo>
                    <a:pt x="7392244" y="5299579"/>
                  </a:lnTo>
                  <a:lnTo>
                    <a:pt x="7385734" y="5305936"/>
                  </a:lnTo>
                  <a:lnTo>
                    <a:pt x="7385734" y="5327102"/>
                  </a:lnTo>
                  <a:lnTo>
                    <a:pt x="7392244" y="5333460"/>
                  </a:lnTo>
                  <a:lnTo>
                    <a:pt x="7413470" y="5333460"/>
                  </a:lnTo>
                  <a:lnTo>
                    <a:pt x="7419696" y="5324983"/>
                  </a:lnTo>
                  <a:lnTo>
                    <a:pt x="7419696" y="5308056"/>
                  </a:lnTo>
                  <a:lnTo>
                    <a:pt x="7413470" y="5299579"/>
                  </a:lnTo>
                  <a:close/>
                </a:path>
                <a:path w="9542780" h="6570345">
                  <a:moveTo>
                    <a:pt x="7413470" y="5344057"/>
                  </a:moveTo>
                  <a:lnTo>
                    <a:pt x="7392244" y="5344057"/>
                  </a:lnTo>
                  <a:lnTo>
                    <a:pt x="7385734" y="5350386"/>
                  </a:lnTo>
                  <a:lnTo>
                    <a:pt x="7385734" y="5369462"/>
                  </a:lnTo>
                  <a:lnTo>
                    <a:pt x="7392244" y="5377911"/>
                  </a:lnTo>
                  <a:lnTo>
                    <a:pt x="7413470" y="5377911"/>
                  </a:lnTo>
                  <a:lnTo>
                    <a:pt x="7419696" y="5369462"/>
                  </a:lnTo>
                  <a:lnTo>
                    <a:pt x="7419696" y="5352506"/>
                  </a:lnTo>
                  <a:lnTo>
                    <a:pt x="7413470" y="5344057"/>
                  </a:lnTo>
                  <a:close/>
                </a:path>
                <a:path w="9542780" h="6570345">
                  <a:moveTo>
                    <a:pt x="7413470" y="5386388"/>
                  </a:moveTo>
                  <a:lnTo>
                    <a:pt x="7392244" y="5386388"/>
                  </a:lnTo>
                  <a:lnTo>
                    <a:pt x="7385734" y="5392746"/>
                  </a:lnTo>
                  <a:lnTo>
                    <a:pt x="7385734" y="5411792"/>
                  </a:lnTo>
                  <a:lnTo>
                    <a:pt x="7392244" y="5420269"/>
                  </a:lnTo>
                  <a:lnTo>
                    <a:pt x="7413470" y="5420269"/>
                  </a:lnTo>
                  <a:lnTo>
                    <a:pt x="7419696" y="5413912"/>
                  </a:lnTo>
                  <a:lnTo>
                    <a:pt x="7419696" y="5394866"/>
                  </a:lnTo>
                  <a:lnTo>
                    <a:pt x="7413470" y="5386388"/>
                  </a:lnTo>
                  <a:close/>
                </a:path>
                <a:path w="9542780" h="6570345">
                  <a:moveTo>
                    <a:pt x="7413470" y="5430866"/>
                  </a:moveTo>
                  <a:lnTo>
                    <a:pt x="7392244" y="5430866"/>
                  </a:lnTo>
                  <a:lnTo>
                    <a:pt x="7385734" y="5437196"/>
                  </a:lnTo>
                  <a:lnTo>
                    <a:pt x="7385734" y="5458390"/>
                  </a:lnTo>
                  <a:lnTo>
                    <a:pt x="7392244" y="5464719"/>
                  </a:lnTo>
                  <a:lnTo>
                    <a:pt x="7413470" y="5464719"/>
                  </a:lnTo>
                  <a:lnTo>
                    <a:pt x="7419696" y="5458390"/>
                  </a:lnTo>
                  <a:lnTo>
                    <a:pt x="7419696" y="5439316"/>
                  </a:lnTo>
                  <a:lnTo>
                    <a:pt x="7413470" y="5430866"/>
                  </a:lnTo>
                  <a:close/>
                </a:path>
                <a:path w="9542780" h="6570345">
                  <a:moveTo>
                    <a:pt x="7413470" y="5475316"/>
                  </a:moveTo>
                  <a:lnTo>
                    <a:pt x="7392244" y="5475316"/>
                  </a:lnTo>
                  <a:lnTo>
                    <a:pt x="7385734" y="5481675"/>
                  </a:lnTo>
                  <a:lnTo>
                    <a:pt x="7385734" y="5502840"/>
                  </a:lnTo>
                  <a:lnTo>
                    <a:pt x="7392244" y="5509199"/>
                  </a:lnTo>
                  <a:lnTo>
                    <a:pt x="7413470" y="5509199"/>
                  </a:lnTo>
                  <a:lnTo>
                    <a:pt x="7419696" y="5500721"/>
                  </a:lnTo>
                  <a:lnTo>
                    <a:pt x="7419696" y="5483793"/>
                  </a:lnTo>
                  <a:lnTo>
                    <a:pt x="7413470" y="5475316"/>
                  </a:lnTo>
                  <a:close/>
                </a:path>
                <a:path w="9542780" h="6570345">
                  <a:moveTo>
                    <a:pt x="7413470" y="5519795"/>
                  </a:moveTo>
                  <a:lnTo>
                    <a:pt x="7392244" y="5519795"/>
                  </a:lnTo>
                  <a:lnTo>
                    <a:pt x="7385734" y="5526125"/>
                  </a:lnTo>
                  <a:lnTo>
                    <a:pt x="7385734" y="5545199"/>
                  </a:lnTo>
                  <a:lnTo>
                    <a:pt x="7392244" y="5553649"/>
                  </a:lnTo>
                  <a:lnTo>
                    <a:pt x="7413470" y="5553649"/>
                  </a:lnTo>
                  <a:lnTo>
                    <a:pt x="7419696" y="5545199"/>
                  </a:lnTo>
                  <a:lnTo>
                    <a:pt x="7419696" y="5528245"/>
                  </a:lnTo>
                  <a:lnTo>
                    <a:pt x="7413470" y="5519795"/>
                  </a:lnTo>
                  <a:close/>
                </a:path>
                <a:path w="9542780" h="6570345">
                  <a:moveTo>
                    <a:pt x="7413470" y="5564245"/>
                  </a:moveTo>
                  <a:lnTo>
                    <a:pt x="7392244" y="5564245"/>
                  </a:lnTo>
                  <a:lnTo>
                    <a:pt x="7385734" y="5570603"/>
                  </a:lnTo>
                  <a:lnTo>
                    <a:pt x="7385734" y="5589649"/>
                  </a:lnTo>
                  <a:lnTo>
                    <a:pt x="7392244" y="5598126"/>
                  </a:lnTo>
                  <a:lnTo>
                    <a:pt x="7413470" y="5598126"/>
                  </a:lnTo>
                  <a:lnTo>
                    <a:pt x="7419696" y="5589649"/>
                  </a:lnTo>
                  <a:lnTo>
                    <a:pt x="7419696" y="5572723"/>
                  </a:lnTo>
                  <a:lnTo>
                    <a:pt x="7413470" y="5564245"/>
                  </a:lnTo>
                  <a:close/>
                </a:path>
                <a:path w="9542780" h="6570345">
                  <a:moveTo>
                    <a:pt x="7413470" y="5608723"/>
                  </a:moveTo>
                  <a:lnTo>
                    <a:pt x="7392244" y="5608723"/>
                  </a:lnTo>
                  <a:lnTo>
                    <a:pt x="7385734" y="5615053"/>
                  </a:lnTo>
                  <a:lnTo>
                    <a:pt x="7385734" y="5634128"/>
                  </a:lnTo>
                  <a:lnTo>
                    <a:pt x="7392244" y="5642576"/>
                  </a:lnTo>
                  <a:lnTo>
                    <a:pt x="7413470" y="5642576"/>
                  </a:lnTo>
                  <a:lnTo>
                    <a:pt x="7419696" y="5634128"/>
                  </a:lnTo>
                  <a:lnTo>
                    <a:pt x="7419696" y="5617173"/>
                  </a:lnTo>
                  <a:lnTo>
                    <a:pt x="7413470" y="5608723"/>
                  </a:lnTo>
                  <a:close/>
                </a:path>
                <a:path w="9542780" h="6570345">
                  <a:moveTo>
                    <a:pt x="7368754" y="5166199"/>
                  </a:moveTo>
                  <a:lnTo>
                    <a:pt x="7347529" y="5166199"/>
                  </a:lnTo>
                  <a:lnTo>
                    <a:pt x="7341302" y="5172529"/>
                  </a:lnTo>
                  <a:lnTo>
                    <a:pt x="7341302" y="5191603"/>
                  </a:lnTo>
                  <a:lnTo>
                    <a:pt x="7347529" y="5200082"/>
                  </a:lnTo>
                  <a:lnTo>
                    <a:pt x="7368754" y="5200082"/>
                  </a:lnTo>
                  <a:lnTo>
                    <a:pt x="7375263" y="5191603"/>
                  </a:lnTo>
                  <a:lnTo>
                    <a:pt x="7375263" y="5174649"/>
                  </a:lnTo>
                  <a:lnTo>
                    <a:pt x="7368754" y="5166199"/>
                  </a:lnTo>
                  <a:close/>
                </a:path>
                <a:path w="9542780" h="6570345">
                  <a:moveTo>
                    <a:pt x="7368754" y="5210649"/>
                  </a:moveTo>
                  <a:lnTo>
                    <a:pt x="7347529" y="5210649"/>
                  </a:lnTo>
                  <a:lnTo>
                    <a:pt x="7341302" y="5217008"/>
                  </a:lnTo>
                  <a:lnTo>
                    <a:pt x="7341302" y="5236055"/>
                  </a:lnTo>
                  <a:lnTo>
                    <a:pt x="7347529" y="5244532"/>
                  </a:lnTo>
                  <a:lnTo>
                    <a:pt x="7368754" y="5244532"/>
                  </a:lnTo>
                  <a:lnTo>
                    <a:pt x="7375263" y="5236055"/>
                  </a:lnTo>
                  <a:lnTo>
                    <a:pt x="7375263" y="5219128"/>
                  </a:lnTo>
                  <a:lnTo>
                    <a:pt x="7368754" y="5210649"/>
                  </a:lnTo>
                  <a:close/>
                </a:path>
                <a:path w="9542780" h="6570345">
                  <a:moveTo>
                    <a:pt x="7368754" y="5255129"/>
                  </a:moveTo>
                  <a:lnTo>
                    <a:pt x="7347529" y="5255129"/>
                  </a:lnTo>
                  <a:lnTo>
                    <a:pt x="7341302" y="5261458"/>
                  </a:lnTo>
                  <a:lnTo>
                    <a:pt x="7341302" y="5282652"/>
                  </a:lnTo>
                  <a:lnTo>
                    <a:pt x="7347529" y="5288982"/>
                  </a:lnTo>
                  <a:lnTo>
                    <a:pt x="7368754" y="5288982"/>
                  </a:lnTo>
                  <a:lnTo>
                    <a:pt x="7375263" y="5280533"/>
                  </a:lnTo>
                  <a:lnTo>
                    <a:pt x="7375263" y="5263578"/>
                  </a:lnTo>
                  <a:lnTo>
                    <a:pt x="7368754" y="5255129"/>
                  </a:lnTo>
                  <a:close/>
                </a:path>
                <a:path w="9542780" h="6570345">
                  <a:moveTo>
                    <a:pt x="7368754" y="5299579"/>
                  </a:moveTo>
                  <a:lnTo>
                    <a:pt x="7347529" y="5299579"/>
                  </a:lnTo>
                  <a:lnTo>
                    <a:pt x="7341302" y="5305936"/>
                  </a:lnTo>
                  <a:lnTo>
                    <a:pt x="7341302" y="5327102"/>
                  </a:lnTo>
                  <a:lnTo>
                    <a:pt x="7347529" y="5333460"/>
                  </a:lnTo>
                  <a:lnTo>
                    <a:pt x="7368754" y="5333460"/>
                  </a:lnTo>
                  <a:lnTo>
                    <a:pt x="7375263" y="5324983"/>
                  </a:lnTo>
                  <a:lnTo>
                    <a:pt x="7375263" y="5308056"/>
                  </a:lnTo>
                  <a:lnTo>
                    <a:pt x="7368754" y="5299579"/>
                  </a:lnTo>
                  <a:close/>
                </a:path>
                <a:path w="9542780" h="6570345">
                  <a:moveTo>
                    <a:pt x="7368754" y="5344057"/>
                  </a:moveTo>
                  <a:lnTo>
                    <a:pt x="7347529" y="5344057"/>
                  </a:lnTo>
                  <a:lnTo>
                    <a:pt x="7341302" y="5350386"/>
                  </a:lnTo>
                  <a:lnTo>
                    <a:pt x="7341302" y="5369462"/>
                  </a:lnTo>
                  <a:lnTo>
                    <a:pt x="7347529" y="5377911"/>
                  </a:lnTo>
                  <a:lnTo>
                    <a:pt x="7368754" y="5377911"/>
                  </a:lnTo>
                  <a:lnTo>
                    <a:pt x="7375263" y="5369462"/>
                  </a:lnTo>
                  <a:lnTo>
                    <a:pt x="7375263" y="5352506"/>
                  </a:lnTo>
                  <a:lnTo>
                    <a:pt x="7368754" y="5344057"/>
                  </a:lnTo>
                  <a:close/>
                </a:path>
                <a:path w="9542780" h="6570345">
                  <a:moveTo>
                    <a:pt x="7368754" y="5386388"/>
                  </a:moveTo>
                  <a:lnTo>
                    <a:pt x="7347529" y="5386388"/>
                  </a:lnTo>
                  <a:lnTo>
                    <a:pt x="7341302" y="5392746"/>
                  </a:lnTo>
                  <a:lnTo>
                    <a:pt x="7341302" y="5411792"/>
                  </a:lnTo>
                  <a:lnTo>
                    <a:pt x="7347529" y="5420269"/>
                  </a:lnTo>
                  <a:lnTo>
                    <a:pt x="7368754" y="5420269"/>
                  </a:lnTo>
                  <a:lnTo>
                    <a:pt x="7375263" y="5413912"/>
                  </a:lnTo>
                  <a:lnTo>
                    <a:pt x="7375263" y="5394866"/>
                  </a:lnTo>
                  <a:lnTo>
                    <a:pt x="7368754" y="5386388"/>
                  </a:lnTo>
                  <a:close/>
                </a:path>
                <a:path w="9542780" h="6570345">
                  <a:moveTo>
                    <a:pt x="7368754" y="5430866"/>
                  </a:moveTo>
                  <a:lnTo>
                    <a:pt x="7347529" y="5430866"/>
                  </a:lnTo>
                  <a:lnTo>
                    <a:pt x="7341302" y="5437196"/>
                  </a:lnTo>
                  <a:lnTo>
                    <a:pt x="7341302" y="5458390"/>
                  </a:lnTo>
                  <a:lnTo>
                    <a:pt x="7347529" y="5464719"/>
                  </a:lnTo>
                  <a:lnTo>
                    <a:pt x="7368754" y="5464719"/>
                  </a:lnTo>
                  <a:lnTo>
                    <a:pt x="7375263" y="5458390"/>
                  </a:lnTo>
                  <a:lnTo>
                    <a:pt x="7375263" y="5439316"/>
                  </a:lnTo>
                  <a:lnTo>
                    <a:pt x="7368754" y="5430866"/>
                  </a:lnTo>
                  <a:close/>
                </a:path>
                <a:path w="9542780" h="6570345">
                  <a:moveTo>
                    <a:pt x="7368754" y="5475316"/>
                  </a:moveTo>
                  <a:lnTo>
                    <a:pt x="7347529" y="5475316"/>
                  </a:lnTo>
                  <a:lnTo>
                    <a:pt x="7341302" y="5481675"/>
                  </a:lnTo>
                  <a:lnTo>
                    <a:pt x="7341302" y="5502840"/>
                  </a:lnTo>
                  <a:lnTo>
                    <a:pt x="7347529" y="5509199"/>
                  </a:lnTo>
                  <a:lnTo>
                    <a:pt x="7368754" y="5509199"/>
                  </a:lnTo>
                  <a:lnTo>
                    <a:pt x="7375263" y="5500721"/>
                  </a:lnTo>
                  <a:lnTo>
                    <a:pt x="7375263" y="5483793"/>
                  </a:lnTo>
                  <a:lnTo>
                    <a:pt x="7368754" y="5475316"/>
                  </a:lnTo>
                  <a:close/>
                </a:path>
                <a:path w="9542780" h="6570345">
                  <a:moveTo>
                    <a:pt x="7368754" y="5519795"/>
                  </a:moveTo>
                  <a:lnTo>
                    <a:pt x="7347529" y="5519795"/>
                  </a:lnTo>
                  <a:lnTo>
                    <a:pt x="7341302" y="5526125"/>
                  </a:lnTo>
                  <a:lnTo>
                    <a:pt x="7341302" y="5545199"/>
                  </a:lnTo>
                  <a:lnTo>
                    <a:pt x="7347529" y="5553649"/>
                  </a:lnTo>
                  <a:lnTo>
                    <a:pt x="7368754" y="5553649"/>
                  </a:lnTo>
                  <a:lnTo>
                    <a:pt x="7375263" y="5545199"/>
                  </a:lnTo>
                  <a:lnTo>
                    <a:pt x="7375263" y="5528245"/>
                  </a:lnTo>
                  <a:lnTo>
                    <a:pt x="7368754" y="5519795"/>
                  </a:lnTo>
                  <a:close/>
                </a:path>
                <a:path w="9542780" h="6570345">
                  <a:moveTo>
                    <a:pt x="7368754" y="5564245"/>
                  </a:moveTo>
                  <a:lnTo>
                    <a:pt x="7347529" y="5564245"/>
                  </a:lnTo>
                  <a:lnTo>
                    <a:pt x="7341302" y="5570603"/>
                  </a:lnTo>
                  <a:lnTo>
                    <a:pt x="7341302" y="5589649"/>
                  </a:lnTo>
                  <a:lnTo>
                    <a:pt x="7347529" y="5598126"/>
                  </a:lnTo>
                  <a:lnTo>
                    <a:pt x="7368754" y="5598126"/>
                  </a:lnTo>
                  <a:lnTo>
                    <a:pt x="7375263" y="5589649"/>
                  </a:lnTo>
                  <a:lnTo>
                    <a:pt x="7375263" y="5572723"/>
                  </a:lnTo>
                  <a:lnTo>
                    <a:pt x="7368754" y="5564245"/>
                  </a:lnTo>
                  <a:close/>
                </a:path>
                <a:path w="9542780" h="6570345">
                  <a:moveTo>
                    <a:pt x="7368754" y="5608723"/>
                  </a:moveTo>
                  <a:lnTo>
                    <a:pt x="7347529" y="5608723"/>
                  </a:lnTo>
                  <a:lnTo>
                    <a:pt x="7341302" y="5615053"/>
                  </a:lnTo>
                  <a:lnTo>
                    <a:pt x="7341302" y="5634128"/>
                  </a:lnTo>
                  <a:lnTo>
                    <a:pt x="7347529" y="5642576"/>
                  </a:lnTo>
                  <a:lnTo>
                    <a:pt x="7368754" y="5642576"/>
                  </a:lnTo>
                  <a:lnTo>
                    <a:pt x="7375263" y="5634128"/>
                  </a:lnTo>
                  <a:lnTo>
                    <a:pt x="7375263" y="5617173"/>
                  </a:lnTo>
                  <a:lnTo>
                    <a:pt x="7368754" y="5608723"/>
                  </a:lnTo>
                  <a:close/>
                </a:path>
                <a:path w="9542780" h="6570345">
                  <a:moveTo>
                    <a:pt x="7324321" y="5034912"/>
                  </a:moveTo>
                  <a:lnTo>
                    <a:pt x="7303095" y="5034912"/>
                  </a:lnTo>
                  <a:lnTo>
                    <a:pt x="7296870" y="5041270"/>
                  </a:lnTo>
                  <a:lnTo>
                    <a:pt x="7296870" y="5060316"/>
                  </a:lnTo>
                  <a:lnTo>
                    <a:pt x="7303095" y="5068793"/>
                  </a:lnTo>
                  <a:lnTo>
                    <a:pt x="7324321" y="5068793"/>
                  </a:lnTo>
                  <a:lnTo>
                    <a:pt x="7330547" y="5060316"/>
                  </a:lnTo>
                  <a:lnTo>
                    <a:pt x="7330547" y="5043389"/>
                  </a:lnTo>
                  <a:lnTo>
                    <a:pt x="7324321" y="5034912"/>
                  </a:lnTo>
                  <a:close/>
                </a:path>
                <a:path w="9542780" h="6570345">
                  <a:moveTo>
                    <a:pt x="7324321" y="5166199"/>
                  </a:moveTo>
                  <a:lnTo>
                    <a:pt x="7303095" y="5166199"/>
                  </a:lnTo>
                  <a:lnTo>
                    <a:pt x="7296870" y="5172529"/>
                  </a:lnTo>
                  <a:lnTo>
                    <a:pt x="7296870" y="5191603"/>
                  </a:lnTo>
                  <a:lnTo>
                    <a:pt x="7303095" y="5200082"/>
                  </a:lnTo>
                  <a:lnTo>
                    <a:pt x="7324321" y="5200082"/>
                  </a:lnTo>
                  <a:lnTo>
                    <a:pt x="7330547" y="5191603"/>
                  </a:lnTo>
                  <a:lnTo>
                    <a:pt x="7330547" y="5174649"/>
                  </a:lnTo>
                  <a:lnTo>
                    <a:pt x="7324321" y="5166199"/>
                  </a:lnTo>
                  <a:close/>
                </a:path>
                <a:path w="9542780" h="6570345">
                  <a:moveTo>
                    <a:pt x="7324321" y="5210649"/>
                  </a:moveTo>
                  <a:lnTo>
                    <a:pt x="7303095" y="5210649"/>
                  </a:lnTo>
                  <a:lnTo>
                    <a:pt x="7296870" y="5217008"/>
                  </a:lnTo>
                  <a:lnTo>
                    <a:pt x="7296870" y="5236055"/>
                  </a:lnTo>
                  <a:lnTo>
                    <a:pt x="7303095" y="5244532"/>
                  </a:lnTo>
                  <a:lnTo>
                    <a:pt x="7324321" y="5244532"/>
                  </a:lnTo>
                  <a:lnTo>
                    <a:pt x="7330547" y="5236055"/>
                  </a:lnTo>
                  <a:lnTo>
                    <a:pt x="7330547" y="5219128"/>
                  </a:lnTo>
                  <a:lnTo>
                    <a:pt x="7324321" y="5210649"/>
                  </a:lnTo>
                  <a:close/>
                </a:path>
                <a:path w="9542780" h="6570345">
                  <a:moveTo>
                    <a:pt x="7324321" y="5255129"/>
                  </a:moveTo>
                  <a:lnTo>
                    <a:pt x="7303095" y="5255129"/>
                  </a:lnTo>
                  <a:lnTo>
                    <a:pt x="7296870" y="5261458"/>
                  </a:lnTo>
                  <a:lnTo>
                    <a:pt x="7296870" y="5282652"/>
                  </a:lnTo>
                  <a:lnTo>
                    <a:pt x="7303095" y="5288982"/>
                  </a:lnTo>
                  <a:lnTo>
                    <a:pt x="7324321" y="5288982"/>
                  </a:lnTo>
                  <a:lnTo>
                    <a:pt x="7330547" y="5280533"/>
                  </a:lnTo>
                  <a:lnTo>
                    <a:pt x="7330547" y="5263578"/>
                  </a:lnTo>
                  <a:lnTo>
                    <a:pt x="7324321" y="5255129"/>
                  </a:lnTo>
                  <a:close/>
                </a:path>
                <a:path w="9542780" h="6570345">
                  <a:moveTo>
                    <a:pt x="7324321" y="5299579"/>
                  </a:moveTo>
                  <a:lnTo>
                    <a:pt x="7303095" y="5299579"/>
                  </a:lnTo>
                  <a:lnTo>
                    <a:pt x="7296870" y="5305936"/>
                  </a:lnTo>
                  <a:lnTo>
                    <a:pt x="7296870" y="5327102"/>
                  </a:lnTo>
                  <a:lnTo>
                    <a:pt x="7303095" y="5333460"/>
                  </a:lnTo>
                  <a:lnTo>
                    <a:pt x="7324321" y="5333460"/>
                  </a:lnTo>
                  <a:lnTo>
                    <a:pt x="7330547" y="5324983"/>
                  </a:lnTo>
                  <a:lnTo>
                    <a:pt x="7330547" y="5308056"/>
                  </a:lnTo>
                  <a:lnTo>
                    <a:pt x="7324321" y="5299579"/>
                  </a:lnTo>
                  <a:close/>
                </a:path>
                <a:path w="9542780" h="6570345">
                  <a:moveTo>
                    <a:pt x="7324321" y="5344057"/>
                  </a:moveTo>
                  <a:lnTo>
                    <a:pt x="7303095" y="5344057"/>
                  </a:lnTo>
                  <a:lnTo>
                    <a:pt x="7296870" y="5350386"/>
                  </a:lnTo>
                  <a:lnTo>
                    <a:pt x="7296870" y="5369462"/>
                  </a:lnTo>
                  <a:lnTo>
                    <a:pt x="7303095" y="5377911"/>
                  </a:lnTo>
                  <a:lnTo>
                    <a:pt x="7324321" y="5377911"/>
                  </a:lnTo>
                  <a:lnTo>
                    <a:pt x="7330547" y="5369462"/>
                  </a:lnTo>
                  <a:lnTo>
                    <a:pt x="7330547" y="5352506"/>
                  </a:lnTo>
                  <a:lnTo>
                    <a:pt x="7324321" y="5344057"/>
                  </a:lnTo>
                  <a:close/>
                </a:path>
                <a:path w="9542780" h="6570345">
                  <a:moveTo>
                    <a:pt x="7324321" y="5386388"/>
                  </a:moveTo>
                  <a:lnTo>
                    <a:pt x="7303095" y="5386388"/>
                  </a:lnTo>
                  <a:lnTo>
                    <a:pt x="7296870" y="5392746"/>
                  </a:lnTo>
                  <a:lnTo>
                    <a:pt x="7296870" y="5411792"/>
                  </a:lnTo>
                  <a:lnTo>
                    <a:pt x="7303095" y="5420269"/>
                  </a:lnTo>
                  <a:lnTo>
                    <a:pt x="7324321" y="5420269"/>
                  </a:lnTo>
                  <a:lnTo>
                    <a:pt x="7330547" y="5413912"/>
                  </a:lnTo>
                  <a:lnTo>
                    <a:pt x="7330547" y="5394866"/>
                  </a:lnTo>
                  <a:lnTo>
                    <a:pt x="7324321" y="5386388"/>
                  </a:lnTo>
                  <a:close/>
                </a:path>
                <a:path w="9542780" h="6570345">
                  <a:moveTo>
                    <a:pt x="7324321" y="5430866"/>
                  </a:moveTo>
                  <a:lnTo>
                    <a:pt x="7303095" y="5430866"/>
                  </a:lnTo>
                  <a:lnTo>
                    <a:pt x="7296870" y="5437196"/>
                  </a:lnTo>
                  <a:lnTo>
                    <a:pt x="7296870" y="5458390"/>
                  </a:lnTo>
                  <a:lnTo>
                    <a:pt x="7303095" y="5464719"/>
                  </a:lnTo>
                  <a:lnTo>
                    <a:pt x="7324321" y="5464719"/>
                  </a:lnTo>
                  <a:lnTo>
                    <a:pt x="7330547" y="5458390"/>
                  </a:lnTo>
                  <a:lnTo>
                    <a:pt x="7330547" y="5439316"/>
                  </a:lnTo>
                  <a:lnTo>
                    <a:pt x="7324321" y="5430866"/>
                  </a:lnTo>
                  <a:close/>
                </a:path>
                <a:path w="9542780" h="6570345">
                  <a:moveTo>
                    <a:pt x="7324321" y="5475316"/>
                  </a:moveTo>
                  <a:lnTo>
                    <a:pt x="7303095" y="5475316"/>
                  </a:lnTo>
                  <a:lnTo>
                    <a:pt x="7296870" y="5481675"/>
                  </a:lnTo>
                  <a:lnTo>
                    <a:pt x="7296870" y="5502840"/>
                  </a:lnTo>
                  <a:lnTo>
                    <a:pt x="7303095" y="5509199"/>
                  </a:lnTo>
                  <a:lnTo>
                    <a:pt x="7324321" y="5509199"/>
                  </a:lnTo>
                  <a:lnTo>
                    <a:pt x="7330547" y="5500721"/>
                  </a:lnTo>
                  <a:lnTo>
                    <a:pt x="7330547" y="5483793"/>
                  </a:lnTo>
                  <a:lnTo>
                    <a:pt x="7324321" y="5475316"/>
                  </a:lnTo>
                  <a:close/>
                </a:path>
                <a:path w="9542780" h="6570345">
                  <a:moveTo>
                    <a:pt x="7324321" y="5519795"/>
                  </a:moveTo>
                  <a:lnTo>
                    <a:pt x="7303095" y="5519795"/>
                  </a:lnTo>
                  <a:lnTo>
                    <a:pt x="7296870" y="5526125"/>
                  </a:lnTo>
                  <a:lnTo>
                    <a:pt x="7296870" y="5545199"/>
                  </a:lnTo>
                  <a:lnTo>
                    <a:pt x="7303095" y="5553649"/>
                  </a:lnTo>
                  <a:lnTo>
                    <a:pt x="7324321" y="5553649"/>
                  </a:lnTo>
                  <a:lnTo>
                    <a:pt x="7330547" y="5545199"/>
                  </a:lnTo>
                  <a:lnTo>
                    <a:pt x="7330547" y="5528245"/>
                  </a:lnTo>
                  <a:lnTo>
                    <a:pt x="7324321" y="5519795"/>
                  </a:lnTo>
                  <a:close/>
                </a:path>
                <a:path w="9542780" h="6570345">
                  <a:moveTo>
                    <a:pt x="7324321" y="5564245"/>
                  </a:moveTo>
                  <a:lnTo>
                    <a:pt x="7303095" y="5564245"/>
                  </a:lnTo>
                  <a:lnTo>
                    <a:pt x="7296870" y="5570603"/>
                  </a:lnTo>
                  <a:lnTo>
                    <a:pt x="7296870" y="5589649"/>
                  </a:lnTo>
                  <a:lnTo>
                    <a:pt x="7303095" y="5598126"/>
                  </a:lnTo>
                  <a:lnTo>
                    <a:pt x="7324321" y="5598126"/>
                  </a:lnTo>
                  <a:lnTo>
                    <a:pt x="7330547" y="5589649"/>
                  </a:lnTo>
                  <a:lnTo>
                    <a:pt x="7330547" y="5572723"/>
                  </a:lnTo>
                  <a:lnTo>
                    <a:pt x="7324321" y="5564245"/>
                  </a:lnTo>
                  <a:close/>
                </a:path>
                <a:path w="9542780" h="6570345">
                  <a:moveTo>
                    <a:pt x="7279888" y="4990462"/>
                  </a:moveTo>
                  <a:lnTo>
                    <a:pt x="7258663" y="4990462"/>
                  </a:lnTo>
                  <a:lnTo>
                    <a:pt x="7252153" y="4996792"/>
                  </a:lnTo>
                  <a:lnTo>
                    <a:pt x="7252153" y="5015866"/>
                  </a:lnTo>
                  <a:lnTo>
                    <a:pt x="7258663" y="5024343"/>
                  </a:lnTo>
                  <a:lnTo>
                    <a:pt x="7279888" y="5024343"/>
                  </a:lnTo>
                  <a:lnTo>
                    <a:pt x="7286115" y="5015866"/>
                  </a:lnTo>
                  <a:lnTo>
                    <a:pt x="7286115" y="4998911"/>
                  </a:lnTo>
                  <a:lnTo>
                    <a:pt x="7279888" y="4990462"/>
                  </a:lnTo>
                  <a:close/>
                </a:path>
                <a:path w="9542780" h="6570345">
                  <a:moveTo>
                    <a:pt x="7279888" y="5034912"/>
                  </a:moveTo>
                  <a:lnTo>
                    <a:pt x="7258663" y="5034912"/>
                  </a:lnTo>
                  <a:lnTo>
                    <a:pt x="7252153" y="5041270"/>
                  </a:lnTo>
                  <a:lnTo>
                    <a:pt x="7252153" y="5060316"/>
                  </a:lnTo>
                  <a:lnTo>
                    <a:pt x="7258663" y="5068793"/>
                  </a:lnTo>
                  <a:lnTo>
                    <a:pt x="7279888" y="5068793"/>
                  </a:lnTo>
                  <a:lnTo>
                    <a:pt x="7286115" y="5060316"/>
                  </a:lnTo>
                  <a:lnTo>
                    <a:pt x="7286115" y="5043389"/>
                  </a:lnTo>
                  <a:lnTo>
                    <a:pt x="7279888" y="5034912"/>
                  </a:lnTo>
                  <a:close/>
                </a:path>
                <a:path w="9542780" h="6570345">
                  <a:moveTo>
                    <a:pt x="7279888" y="5210649"/>
                  </a:moveTo>
                  <a:lnTo>
                    <a:pt x="7258663" y="5210649"/>
                  </a:lnTo>
                  <a:lnTo>
                    <a:pt x="7252153" y="5217008"/>
                  </a:lnTo>
                  <a:lnTo>
                    <a:pt x="7252153" y="5236055"/>
                  </a:lnTo>
                  <a:lnTo>
                    <a:pt x="7258663" y="5244532"/>
                  </a:lnTo>
                  <a:lnTo>
                    <a:pt x="7279888" y="5244532"/>
                  </a:lnTo>
                  <a:lnTo>
                    <a:pt x="7286115" y="5236055"/>
                  </a:lnTo>
                  <a:lnTo>
                    <a:pt x="7286115" y="5219128"/>
                  </a:lnTo>
                  <a:lnTo>
                    <a:pt x="7279888" y="5210649"/>
                  </a:lnTo>
                  <a:close/>
                </a:path>
                <a:path w="9542780" h="6570345">
                  <a:moveTo>
                    <a:pt x="7279888" y="5255129"/>
                  </a:moveTo>
                  <a:lnTo>
                    <a:pt x="7258663" y="5255129"/>
                  </a:lnTo>
                  <a:lnTo>
                    <a:pt x="7252153" y="5261458"/>
                  </a:lnTo>
                  <a:lnTo>
                    <a:pt x="7252153" y="5282652"/>
                  </a:lnTo>
                  <a:lnTo>
                    <a:pt x="7258663" y="5288982"/>
                  </a:lnTo>
                  <a:lnTo>
                    <a:pt x="7279888" y="5288982"/>
                  </a:lnTo>
                  <a:lnTo>
                    <a:pt x="7286115" y="5280533"/>
                  </a:lnTo>
                  <a:lnTo>
                    <a:pt x="7286115" y="5263578"/>
                  </a:lnTo>
                  <a:lnTo>
                    <a:pt x="7279888" y="5255129"/>
                  </a:lnTo>
                  <a:close/>
                </a:path>
                <a:path w="9542780" h="6570345">
                  <a:moveTo>
                    <a:pt x="7279888" y="5299579"/>
                  </a:moveTo>
                  <a:lnTo>
                    <a:pt x="7258663" y="5299579"/>
                  </a:lnTo>
                  <a:lnTo>
                    <a:pt x="7252153" y="5305936"/>
                  </a:lnTo>
                  <a:lnTo>
                    <a:pt x="7252153" y="5327102"/>
                  </a:lnTo>
                  <a:lnTo>
                    <a:pt x="7258663" y="5333460"/>
                  </a:lnTo>
                  <a:lnTo>
                    <a:pt x="7279888" y="5333460"/>
                  </a:lnTo>
                  <a:lnTo>
                    <a:pt x="7286115" y="5324983"/>
                  </a:lnTo>
                  <a:lnTo>
                    <a:pt x="7286115" y="5308056"/>
                  </a:lnTo>
                  <a:lnTo>
                    <a:pt x="7279888" y="5299579"/>
                  </a:lnTo>
                  <a:close/>
                </a:path>
                <a:path w="9542780" h="6570345">
                  <a:moveTo>
                    <a:pt x="7279888" y="5344057"/>
                  </a:moveTo>
                  <a:lnTo>
                    <a:pt x="7258663" y="5344057"/>
                  </a:lnTo>
                  <a:lnTo>
                    <a:pt x="7252153" y="5350386"/>
                  </a:lnTo>
                  <a:lnTo>
                    <a:pt x="7252153" y="5369462"/>
                  </a:lnTo>
                  <a:lnTo>
                    <a:pt x="7258663" y="5377911"/>
                  </a:lnTo>
                  <a:lnTo>
                    <a:pt x="7279888" y="5377911"/>
                  </a:lnTo>
                  <a:lnTo>
                    <a:pt x="7286115" y="5369462"/>
                  </a:lnTo>
                  <a:lnTo>
                    <a:pt x="7286115" y="5352506"/>
                  </a:lnTo>
                  <a:lnTo>
                    <a:pt x="7279888" y="5344057"/>
                  </a:lnTo>
                  <a:close/>
                </a:path>
                <a:path w="9542780" h="6570345">
                  <a:moveTo>
                    <a:pt x="7279888" y="5386388"/>
                  </a:moveTo>
                  <a:lnTo>
                    <a:pt x="7258663" y="5386388"/>
                  </a:lnTo>
                  <a:lnTo>
                    <a:pt x="7252153" y="5392746"/>
                  </a:lnTo>
                  <a:lnTo>
                    <a:pt x="7252153" y="5411792"/>
                  </a:lnTo>
                  <a:lnTo>
                    <a:pt x="7258663" y="5420269"/>
                  </a:lnTo>
                  <a:lnTo>
                    <a:pt x="7279888" y="5420269"/>
                  </a:lnTo>
                  <a:lnTo>
                    <a:pt x="7286115" y="5413912"/>
                  </a:lnTo>
                  <a:lnTo>
                    <a:pt x="7286115" y="5394866"/>
                  </a:lnTo>
                  <a:lnTo>
                    <a:pt x="7279888" y="5386388"/>
                  </a:lnTo>
                  <a:close/>
                </a:path>
                <a:path w="9542780" h="6570345">
                  <a:moveTo>
                    <a:pt x="7279888" y="5430866"/>
                  </a:moveTo>
                  <a:lnTo>
                    <a:pt x="7258663" y="5430866"/>
                  </a:lnTo>
                  <a:lnTo>
                    <a:pt x="7252153" y="5437196"/>
                  </a:lnTo>
                  <a:lnTo>
                    <a:pt x="7252153" y="5458390"/>
                  </a:lnTo>
                  <a:lnTo>
                    <a:pt x="7258663" y="5464719"/>
                  </a:lnTo>
                  <a:lnTo>
                    <a:pt x="7279888" y="5464719"/>
                  </a:lnTo>
                  <a:lnTo>
                    <a:pt x="7286115" y="5458390"/>
                  </a:lnTo>
                  <a:lnTo>
                    <a:pt x="7286115" y="5439316"/>
                  </a:lnTo>
                  <a:lnTo>
                    <a:pt x="7279888" y="5430866"/>
                  </a:lnTo>
                  <a:close/>
                </a:path>
                <a:path w="9542780" h="6570345">
                  <a:moveTo>
                    <a:pt x="7279888" y="5475316"/>
                  </a:moveTo>
                  <a:lnTo>
                    <a:pt x="7258663" y="5475316"/>
                  </a:lnTo>
                  <a:lnTo>
                    <a:pt x="7252153" y="5481675"/>
                  </a:lnTo>
                  <a:lnTo>
                    <a:pt x="7252153" y="5502840"/>
                  </a:lnTo>
                  <a:lnTo>
                    <a:pt x="7258663" y="5509199"/>
                  </a:lnTo>
                  <a:lnTo>
                    <a:pt x="7279888" y="5509199"/>
                  </a:lnTo>
                  <a:lnTo>
                    <a:pt x="7286115" y="5500721"/>
                  </a:lnTo>
                  <a:lnTo>
                    <a:pt x="7286115" y="5483793"/>
                  </a:lnTo>
                  <a:lnTo>
                    <a:pt x="7279888" y="5475316"/>
                  </a:lnTo>
                  <a:close/>
                </a:path>
                <a:path w="9542780" h="6570345">
                  <a:moveTo>
                    <a:pt x="7279888" y="5519795"/>
                  </a:moveTo>
                  <a:lnTo>
                    <a:pt x="7258663" y="5519795"/>
                  </a:lnTo>
                  <a:lnTo>
                    <a:pt x="7252153" y="5526125"/>
                  </a:lnTo>
                  <a:lnTo>
                    <a:pt x="7252153" y="5545199"/>
                  </a:lnTo>
                  <a:lnTo>
                    <a:pt x="7258663" y="5553649"/>
                  </a:lnTo>
                  <a:lnTo>
                    <a:pt x="7279888" y="5553649"/>
                  </a:lnTo>
                  <a:lnTo>
                    <a:pt x="7286115" y="5545199"/>
                  </a:lnTo>
                  <a:lnTo>
                    <a:pt x="7286115" y="5528245"/>
                  </a:lnTo>
                  <a:lnTo>
                    <a:pt x="7279888" y="5519795"/>
                  </a:lnTo>
                  <a:close/>
                </a:path>
                <a:path w="9542780" h="6570345">
                  <a:moveTo>
                    <a:pt x="7279888" y="5564245"/>
                  </a:moveTo>
                  <a:lnTo>
                    <a:pt x="7258663" y="5564245"/>
                  </a:lnTo>
                  <a:lnTo>
                    <a:pt x="7252153" y="5570603"/>
                  </a:lnTo>
                  <a:lnTo>
                    <a:pt x="7252153" y="5589649"/>
                  </a:lnTo>
                  <a:lnTo>
                    <a:pt x="7258663" y="5598126"/>
                  </a:lnTo>
                  <a:lnTo>
                    <a:pt x="7279888" y="5598126"/>
                  </a:lnTo>
                  <a:lnTo>
                    <a:pt x="7286115" y="5589649"/>
                  </a:lnTo>
                  <a:lnTo>
                    <a:pt x="7286115" y="5572723"/>
                  </a:lnTo>
                  <a:lnTo>
                    <a:pt x="7279888" y="5564245"/>
                  </a:lnTo>
                  <a:close/>
                </a:path>
                <a:path w="9542780" h="6570345">
                  <a:moveTo>
                    <a:pt x="7235173" y="4990462"/>
                  </a:moveTo>
                  <a:lnTo>
                    <a:pt x="7216211" y="4990462"/>
                  </a:lnTo>
                  <a:lnTo>
                    <a:pt x="7207721" y="4996792"/>
                  </a:lnTo>
                  <a:lnTo>
                    <a:pt x="7207721" y="5015866"/>
                  </a:lnTo>
                  <a:lnTo>
                    <a:pt x="7213947" y="5024343"/>
                  </a:lnTo>
                  <a:lnTo>
                    <a:pt x="7235173" y="5024343"/>
                  </a:lnTo>
                  <a:lnTo>
                    <a:pt x="7241682" y="5015866"/>
                  </a:lnTo>
                  <a:lnTo>
                    <a:pt x="7241682" y="4998911"/>
                  </a:lnTo>
                  <a:lnTo>
                    <a:pt x="7235173" y="4990462"/>
                  </a:lnTo>
                  <a:close/>
                </a:path>
                <a:path w="9542780" h="6570345">
                  <a:moveTo>
                    <a:pt x="7235173" y="5034912"/>
                  </a:moveTo>
                  <a:lnTo>
                    <a:pt x="7216211" y="5034912"/>
                  </a:lnTo>
                  <a:lnTo>
                    <a:pt x="7207721" y="5041270"/>
                  </a:lnTo>
                  <a:lnTo>
                    <a:pt x="7207721" y="5060316"/>
                  </a:lnTo>
                  <a:lnTo>
                    <a:pt x="7213947" y="5068793"/>
                  </a:lnTo>
                  <a:lnTo>
                    <a:pt x="7224702" y="5068793"/>
                  </a:lnTo>
                  <a:lnTo>
                    <a:pt x="7235173" y="5066675"/>
                  </a:lnTo>
                  <a:lnTo>
                    <a:pt x="7241682" y="5060316"/>
                  </a:lnTo>
                  <a:lnTo>
                    <a:pt x="7241682" y="5043389"/>
                  </a:lnTo>
                  <a:lnTo>
                    <a:pt x="7235173" y="5034912"/>
                  </a:lnTo>
                  <a:close/>
                </a:path>
                <a:path w="9542780" h="6570345">
                  <a:moveTo>
                    <a:pt x="7235173" y="5255129"/>
                  </a:moveTo>
                  <a:lnTo>
                    <a:pt x="7216211" y="5255129"/>
                  </a:lnTo>
                  <a:lnTo>
                    <a:pt x="7207721" y="5261458"/>
                  </a:lnTo>
                  <a:lnTo>
                    <a:pt x="7207721" y="5282652"/>
                  </a:lnTo>
                  <a:lnTo>
                    <a:pt x="7213947" y="5288982"/>
                  </a:lnTo>
                  <a:lnTo>
                    <a:pt x="7235173" y="5288982"/>
                  </a:lnTo>
                  <a:lnTo>
                    <a:pt x="7241682" y="5280533"/>
                  </a:lnTo>
                  <a:lnTo>
                    <a:pt x="7241682" y="5263578"/>
                  </a:lnTo>
                  <a:lnTo>
                    <a:pt x="7235173" y="5255129"/>
                  </a:lnTo>
                  <a:close/>
                </a:path>
                <a:path w="9542780" h="6570345">
                  <a:moveTo>
                    <a:pt x="7235173" y="5299579"/>
                  </a:moveTo>
                  <a:lnTo>
                    <a:pt x="7216211" y="5299579"/>
                  </a:lnTo>
                  <a:lnTo>
                    <a:pt x="7207721" y="5305936"/>
                  </a:lnTo>
                  <a:lnTo>
                    <a:pt x="7207721" y="5327102"/>
                  </a:lnTo>
                  <a:lnTo>
                    <a:pt x="7213947" y="5333460"/>
                  </a:lnTo>
                  <a:lnTo>
                    <a:pt x="7235173" y="5333460"/>
                  </a:lnTo>
                  <a:lnTo>
                    <a:pt x="7241682" y="5324983"/>
                  </a:lnTo>
                  <a:lnTo>
                    <a:pt x="7241682" y="5308056"/>
                  </a:lnTo>
                  <a:lnTo>
                    <a:pt x="7235173" y="5299579"/>
                  </a:lnTo>
                  <a:close/>
                </a:path>
                <a:path w="9542780" h="6570345">
                  <a:moveTo>
                    <a:pt x="7235173" y="5344057"/>
                  </a:moveTo>
                  <a:lnTo>
                    <a:pt x="7216211" y="5344057"/>
                  </a:lnTo>
                  <a:lnTo>
                    <a:pt x="7207721" y="5350386"/>
                  </a:lnTo>
                  <a:lnTo>
                    <a:pt x="7207721" y="5369462"/>
                  </a:lnTo>
                  <a:lnTo>
                    <a:pt x="7213947" y="5377911"/>
                  </a:lnTo>
                  <a:lnTo>
                    <a:pt x="7224702" y="5377911"/>
                  </a:lnTo>
                  <a:lnTo>
                    <a:pt x="7235173" y="5375791"/>
                  </a:lnTo>
                  <a:lnTo>
                    <a:pt x="7241682" y="5369462"/>
                  </a:lnTo>
                  <a:lnTo>
                    <a:pt x="7241682" y="5352506"/>
                  </a:lnTo>
                  <a:lnTo>
                    <a:pt x="7235173" y="5344057"/>
                  </a:lnTo>
                  <a:close/>
                </a:path>
                <a:path w="9542780" h="6570345">
                  <a:moveTo>
                    <a:pt x="7235173" y="5386388"/>
                  </a:moveTo>
                  <a:lnTo>
                    <a:pt x="7216211" y="5386388"/>
                  </a:lnTo>
                  <a:lnTo>
                    <a:pt x="7207721" y="5392746"/>
                  </a:lnTo>
                  <a:lnTo>
                    <a:pt x="7207721" y="5411792"/>
                  </a:lnTo>
                  <a:lnTo>
                    <a:pt x="7213947" y="5420269"/>
                  </a:lnTo>
                  <a:lnTo>
                    <a:pt x="7235173" y="5420269"/>
                  </a:lnTo>
                  <a:lnTo>
                    <a:pt x="7241682" y="5413912"/>
                  </a:lnTo>
                  <a:lnTo>
                    <a:pt x="7241682" y="5394866"/>
                  </a:lnTo>
                  <a:lnTo>
                    <a:pt x="7235173" y="5386388"/>
                  </a:lnTo>
                  <a:close/>
                </a:path>
                <a:path w="9542780" h="6570345">
                  <a:moveTo>
                    <a:pt x="7235173" y="5430866"/>
                  </a:moveTo>
                  <a:lnTo>
                    <a:pt x="7216211" y="5430866"/>
                  </a:lnTo>
                  <a:lnTo>
                    <a:pt x="7207721" y="5437196"/>
                  </a:lnTo>
                  <a:lnTo>
                    <a:pt x="7207721" y="5458390"/>
                  </a:lnTo>
                  <a:lnTo>
                    <a:pt x="7213947" y="5464719"/>
                  </a:lnTo>
                  <a:lnTo>
                    <a:pt x="7235173" y="5464719"/>
                  </a:lnTo>
                  <a:lnTo>
                    <a:pt x="7241682" y="5458390"/>
                  </a:lnTo>
                  <a:lnTo>
                    <a:pt x="7241682" y="5439316"/>
                  </a:lnTo>
                  <a:lnTo>
                    <a:pt x="7235173" y="5430866"/>
                  </a:lnTo>
                  <a:close/>
                </a:path>
                <a:path w="9542780" h="6570345">
                  <a:moveTo>
                    <a:pt x="7235173" y="5475316"/>
                  </a:moveTo>
                  <a:lnTo>
                    <a:pt x="7216211" y="5475316"/>
                  </a:lnTo>
                  <a:lnTo>
                    <a:pt x="7207721" y="5481675"/>
                  </a:lnTo>
                  <a:lnTo>
                    <a:pt x="7207721" y="5502840"/>
                  </a:lnTo>
                  <a:lnTo>
                    <a:pt x="7213947" y="5509199"/>
                  </a:lnTo>
                  <a:lnTo>
                    <a:pt x="7235173" y="5509199"/>
                  </a:lnTo>
                  <a:lnTo>
                    <a:pt x="7241682" y="5500721"/>
                  </a:lnTo>
                  <a:lnTo>
                    <a:pt x="7241682" y="5483793"/>
                  </a:lnTo>
                  <a:lnTo>
                    <a:pt x="7235173" y="5475316"/>
                  </a:lnTo>
                  <a:close/>
                </a:path>
                <a:path w="9542780" h="6570345">
                  <a:moveTo>
                    <a:pt x="7235173" y="5519795"/>
                  </a:moveTo>
                  <a:lnTo>
                    <a:pt x="7216211" y="5519795"/>
                  </a:lnTo>
                  <a:lnTo>
                    <a:pt x="7207721" y="5526125"/>
                  </a:lnTo>
                  <a:lnTo>
                    <a:pt x="7207721" y="5545199"/>
                  </a:lnTo>
                  <a:lnTo>
                    <a:pt x="7213947" y="5553649"/>
                  </a:lnTo>
                  <a:lnTo>
                    <a:pt x="7235173" y="5553649"/>
                  </a:lnTo>
                  <a:lnTo>
                    <a:pt x="7241682" y="5545199"/>
                  </a:lnTo>
                  <a:lnTo>
                    <a:pt x="7241682" y="5528245"/>
                  </a:lnTo>
                  <a:lnTo>
                    <a:pt x="7235173" y="5519795"/>
                  </a:lnTo>
                  <a:close/>
                </a:path>
                <a:path w="9542780" h="6570345">
                  <a:moveTo>
                    <a:pt x="7235173" y="5564245"/>
                  </a:moveTo>
                  <a:lnTo>
                    <a:pt x="7216211" y="5564245"/>
                  </a:lnTo>
                  <a:lnTo>
                    <a:pt x="7207721" y="5570603"/>
                  </a:lnTo>
                  <a:lnTo>
                    <a:pt x="7207721" y="5589649"/>
                  </a:lnTo>
                  <a:lnTo>
                    <a:pt x="7213947" y="5598126"/>
                  </a:lnTo>
                  <a:lnTo>
                    <a:pt x="7235173" y="5598126"/>
                  </a:lnTo>
                  <a:lnTo>
                    <a:pt x="7241682" y="5589649"/>
                  </a:lnTo>
                  <a:lnTo>
                    <a:pt x="7241682" y="5572723"/>
                  </a:lnTo>
                  <a:lnTo>
                    <a:pt x="7235173" y="5564245"/>
                  </a:lnTo>
                  <a:close/>
                </a:path>
                <a:path w="9542780" h="6570345">
                  <a:moveTo>
                    <a:pt x="7192721" y="5299579"/>
                  </a:moveTo>
                  <a:lnTo>
                    <a:pt x="7173760" y="5299579"/>
                  </a:lnTo>
                  <a:lnTo>
                    <a:pt x="7165270" y="5305936"/>
                  </a:lnTo>
                  <a:lnTo>
                    <a:pt x="7165270" y="5327102"/>
                  </a:lnTo>
                  <a:lnTo>
                    <a:pt x="7171495" y="5333460"/>
                  </a:lnTo>
                  <a:lnTo>
                    <a:pt x="7190741" y="5333460"/>
                  </a:lnTo>
                  <a:lnTo>
                    <a:pt x="7199231" y="5324983"/>
                  </a:lnTo>
                  <a:lnTo>
                    <a:pt x="7199231" y="5308056"/>
                  </a:lnTo>
                  <a:lnTo>
                    <a:pt x="7192721" y="5299579"/>
                  </a:lnTo>
                  <a:close/>
                </a:path>
                <a:path w="9542780" h="6570345">
                  <a:moveTo>
                    <a:pt x="7192721" y="5344057"/>
                  </a:moveTo>
                  <a:lnTo>
                    <a:pt x="7173760" y="5344057"/>
                  </a:lnTo>
                  <a:lnTo>
                    <a:pt x="7165270" y="5350386"/>
                  </a:lnTo>
                  <a:lnTo>
                    <a:pt x="7165270" y="5369462"/>
                  </a:lnTo>
                  <a:lnTo>
                    <a:pt x="7171495" y="5377911"/>
                  </a:lnTo>
                  <a:lnTo>
                    <a:pt x="7182250" y="5377911"/>
                  </a:lnTo>
                  <a:lnTo>
                    <a:pt x="7190741" y="5375791"/>
                  </a:lnTo>
                  <a:lnTo>
                    <a:pt x="7199231" y="5369462"/>
                  </a:lnTo>
                  <a:lnTo>
                    <a:pt x="7199231" y="5352506"/>
                  </a:lnTo>
                  <a:lnTo>
                    <a:pt x="7192721" y="5344057"/>
                  </a:lnTo>
                  <a:close/>
                </a:path>
                <a:path w="9542780" h="6570345">
                  <a:moveTo>
                    <a:pt x="7192721" y="5386388"/>
                  </a:moveTo>
                  <a:lnTo>
                    <a:pt x="7173760" y="5386388"/>
                  </a:lnTo>
                  <a:lnTo>
                    <a:pt x="7165270" y="5392746"/>
                  </a:lnTo>
                  <a:lnTo>
                    <a:pt x="7165270" y="5411792"/>
                  </a:lnTo>
                  <a:lnTo>
                    <a:pt x="7171495" y="5420269"/>
                  </a:lnTo>
                  <a:lnTo>
                    <a:pt x="7190741" y="5420269"/>
                  </a:lnTo>
                  <a:lnTo>
                    <a:pt x="7199231" y="5413912"/>
                  </a:lnTo>
                  <a:lnTo>
                    <a:pt x="7199231" y="5394866"/>
                  </a:lnTo>
                  <a:lnTo>
                    <a:pt x="7192721" y="5386388"/>
                  </a:lnTo>
                  <a:close/>
                </a:path>
                <a:path w="9542780" h="6570345">
                  <a:moveTo>
                    <a:pt x="7192721" y="5430866"/>
                  </a:moveTo>
                  <a:lnTo>
                    <a:pt x="7173760" y="5430866"/>
                  </a:lnTo>
                  <a:lnTo>
                    <a:pt x="7165270" y="5437196"/>
                  </a:lnTo>
                  <a:lnTo>
                    <a:pt x="7165270" y="5458390"/>
                  </a:lnTo>
                  <a:lnTo>
                    <a:pt x="7171495" y="5464719"/>
                  </a:lnTo>
                  <a:lnTo>
                    <a:pt x="7190741" y="5464719"/>
                  </a:lnTo>
                  <a:lnTo>
                    <a:pt x="7199231" y="5458390"/>
                  </a:lnTo>
                  <a:lnTo>
                    <a:pt x="7199231" y="5439316"/>
                  </a:lnTo>
                  <a:lnTo>
                    <a:pt x="7192721" y="5430866"/>
                  </a:lnTo>
                  <a:close/>
                </a:path>
                <a:path w="9542780" h="6570345">
                  <a:moveTo>
                    <a:pt x="7192721" y="5475316"/>
                  </a:moveTo>
                  <a:lnTo>
                    <a:pt x="7173760" y="5475316"/>
                  </a:lnTo>
                  <a:lnTo>
                    <a:pt x="7165270" y="5481675"/>
                  </a:lnTo>
                  <a:lnTo>
                    <a:pt x="7165270" y="5502840"/>
                  </a:lnTo>
                  <a:lnTo>
                    <a:pt x="7171495" y="5509199"/>
                  </a:lnTo>
                  <a:lnTo>
                    <a:pt x="7190741" y="5509199"/>
                  </a:lnTo>
                  <a:lnTo>
                    <a:pt x="7199231" y="5500721"/>
                  </a:lnTo>
                  <a:lnTo>
                    <a:pt x="7199231" y="5483793"/>
                  </a:lnTo>
                  <a:lnTo>
                    <a:pt x="7192721" y="5475316"/>
                  </a:lnTo>
                  <a:close/>
                </a:path>
                <a:path w="9542780" h="6570345">
                  <a:moveTo>
                    <a:pt x="7192721" y="5519795"/>
                  </a:moveTo>
                  <a:lnTo>
                    <a:pt x="7173760" y="5519795"/>
                  </a:lnTo>
                  <a:lnTo>
                    <a:pt x="7165270" y="5526125"/>
                  </a:lnTo>
                  <a:lnTo>
                    <a:pt x="7165270" y="5545199"/>
                  </a:lnTo>
                  <a:lnTo>
                    <a:pt x="7171495" y="5553649"/>
                  </a:lnTo>
                  <a:lnTo>
                    <a:pt x="7190741" y="5553649"/>
                  </a:lnTo>
                  <a:lnTo>
                    <a:pt x="7199231" y="5545199"/>
                  </a:lnTo>
                  <a:lnTo>
                    <a:pt x="7199231" y="5528245"/>
                  </a:lnTo>
                  <a:lnTo>
                    <a:pt x="7192721" y="5519795"/>
                  </a:lnTo>
                  <a:close/>
                </a:path>
                <a:path w="9542780" h="6570345">
                  <a:moveTo>
                    <a:pt x="7148288" y="5344057"/>
                  </a:moveTo>
                  <a:lnTo>
                    <a:pt x="7129327" y="5344057"/>
                  </a:lnTo>
                  <a:lnTo>
                    <a:pt x="7120836" y="5350386"/>
                  </a:lnTo>
                  <a:lnTo>
                    <a:pt x="7120836" y="5369462"/>
                  </a:lnTo>
                  <a:lnTo>
                    <a:pt x="7127063" y="5377911"/>
                  </a:lnTo>
                  <a:lnTo>
                    <a:pt x="7137817" y="5377911"/>
                  </a:lnTo>
                  <a:lnTo>
                    <a:pt x="7146307" y="5375791"/>
                  </a:lnTo>
                  <a:lnTo>
                    <a:pt x="7154797" y="5369462"/>
                  </a:lnTo>
                  <a:lnTo>
                    <a:pt x="7154797" y="5352506"/>
                  </a:lnTo>
                  <a:lnTo>
                    <a:pt x="7148288" y="5344057"/>
                  </a:lnTo>
                  <a:close/>
                </a:path>
                <a:path w="9542780" h="6570345">
                  <a:moveTo>
                    <a:pt x="7148288" y="5386388"/>
                  </a:moveTo>
                  <a:lnTo>
                    <a:pt x="7129327" y="5386388"/>
                  </a:lnTo>
                  <a:lnTo>
                    <a:pt x="7120836" y="5392746"/>
                  </a:lnTo>
                  <a:lnTo>
                    <a:pt x="7120836" y="5411792"/>
                  </a:lnTo>
                  <a:lnTo>
                    <a:pt x="7127063" y="5420269"/>
                  </a:lnTo>
                  <a:lnTo>
                    <a:pt x="7146307" y="5420269"/>
                  </a:lnTo>
                  <a:lnTo>
                    <a:pt x="7154797" y="5413912"/>
                  </a:lnTo>
                  <a:lnTo>
                    <a:pt x="7154797" y="5394866"/>
                  </a:lnTo>
                  <a:lnTo>
                    <a:pt x="7148288" y="5386388"/>
                  </a:lnTo>
                  <a:close/>
                </a:path>
                <a:path w="9542780" h="6570345">
                  <a:moveTo>
                    <a:pt x="7148288" y="5430866"/>
                  </a:moveTo>
                  <a:lnTo>
                    <a:pt x="7129327" y="5430866"/>
                  </a:lnTo>
                  <a:lnTo>
                    <a:pt x="7120836" y="5437196"/>
                  </a:lnTo>
                  <a:lnTo>
                    <a:pt x="7120836" y="5458390"/>
                  </a:lnTo>
                  <a:lnTo>
                    <a:pt x="7127063" y="5464719"/>
                  </a:lnTo>
                  <a:lnTo>
                    <a:pt x="7146307" y="5464719"/>
                  </a:lnTo>
                  <a:lnTo>
                    <a:pt x="7154797" y="5458390"/>
                  </a:lnTo>
                  <a:lnTo>
                    <a:pt x="7154797" y="5439316"/>
                  </a:lnTo>
                  <a:lnTo>
                    <a:pt x="7148288" y="5430866"/>
                  </a:lnTo>
                  <a:close/>
                </a:path>
                <a:path w="9542780" h="6570345">
                  <a:moveTo>
                    <a:pt x="7148288" y="5475316"/>
                  </a:moveTo>
                  <a:lnTo>
                    <a:pt x="7129327" y="5475316"/>
                  </a:lnTo>
                  <a:lnTo>
                    <a:pt x="7120836" y="5481675"/>
                  </a:lnTo>
                  <a:lnTo>
                    <a:pt x="7120836" y="5502840"/>
                  </a:lnTo>
                  <a:lnTo>
                    <a:pt x="7127063" y="5509199"/>
                  </a:lnTo>
                  <a:lnTo>
                    <a:pt x="7146307" y="5509199"/>
                  </a:lnTo>
                  <a:lnTo>
                    <a:pt x="7154797" y="5500721"/>
                  </a:lnTo>
                  <a:lnTo>
                    <a:pt x="7154797" y="5483793"/>
                  </a:lnTo>
                  <a:lnTo>
                    <a:pt x="7148288" y="5475316"/>
                  </a:lnTo>
                  <a:close/>
                </a:path>
                <a:path w="9542780" h="6570345">
                  <a:moveTo>
                    <a:pt x="7148288" y="5519795"/>
                  </a:moveTo>
                  <a:lnTo>
                    <a:pt x="7129327" y="5519795"/>
                  </a:lnTo>
                  <a:lnTo>
                    <a:pt x="7120836" y="5526125"/>
                  </a:lnTo>
                  <a:lnTo>
                    <a:pt x="7120836" y="5545199"/>
                  </a:lnTo>
                  <a:lnTo>
                    <a:pt x="7127063" y="5553649"/>
                  </a:lnTo>
                  <a:lnTo>
                    <a:pt x="7146307" y="5553649"/>
                  </a:lnTo>
                  <a:lnTo>
                    <a:pt x="7154797" y="5545199"/>
                  </a:lnTo>
                  <a:lnTo>
                    <a:pt x="7154797" y="5528245"/>
                  </a:lnTo>
                  <a:lnTo>
                    <a:pt x="7148288" y="5519795"/>
                  </a:lnTo>
                  <a:close/>
                </a:path>
                <a:path w="9542780" h="6570345">
                  <a:moveTo>
                    <a:pt x="7103856" y="5344057"/>
                  </a:moveTo>
                  <a:lnTo>
                    <a:pt x="7084611" y="5344057"/>
                  </a:lnTo>
                  <a:lnTo>
                    <a:pt x="7076121" y="5350386"/>
                  </a:lnTo>
                  <a:lnTo>
                    <a:pt x="7076121" y="5369462"/>
                  </a:lnTo>
                  <a:lnTo>
                    <a:pt x="7082629" y="5377911"/>
                  </a:lnTo>
                  <a:lnTo>
                    <a:pt x="7093102" y="5377911"/>
                  </a:lnTo>
                  <a:lnTo>
                    <a:pt x="7101592" y="5375791"/>
                  </a:lnTo>
                  <a:lnTo>
                    <a:pt x="7110082" y="5369462"/>
                  </a:lnTo>
                  <a:lnTo>
                    <a:pt x="7110082" y="5352506"/>
                  </a:lnTo>
                  <a:lnTo>
                    <a:pt x="7103856" y="5344057"/>
                  </a:lnTo>
                  <a:close/>
                </a:path>
                <a:path w="9542780" h="6570345">
                  <a:moveTo>
                    <a:pt x="7103856" y="5386388"/>
                  </a:moveTo>
                  <a:lnTo>
                    <a:pt x="7084611" y="5386388"/>
                  </a:lnTo>
                  <a:lnTo>
                    <a:pt x="7076121" y="5392746"/>
                  </a:lnTo>
                  <a:lnTo>
                    <a:pt x="7076121" y="5411792"/>
                  </a:lnTo>
                  <a:lnTo>
                    <a:pt x="7082629" y="5420269"/>
                  </a:lnTo>
                  <a:lnTo>
                    <a:pt x="7101592" y="5420269"/>
                  </a:lnTo>
                  <a:lnTo>
                    <a:pt x="7110082" y="5413912"/>
                  </a:lnTo>
                  <a:lnTo>
                    <a:pt x="7110082" y="5394866"/>
                  </a:lnTo>
                  <a:lnTo>
                    <a:pt x="7103856" y="5386388"/>
                  </a:lnTo>
                  <a:close/>
                </a:path>
                <a:path w="9542780" h="6570345">
                  <a:moveTo>
                    <a:pt x="7103856" y="5430866"/>
                  </a:moveTo>
                  <a:lnTo>
                    <a:pt x="7084611" y="5430866"/>
                  </a:lnTo>
                  <a:lnTo>
                    <a:pt x="7076121" y="5437196"/>
                  </a:lnTo>
                  <a:lnTo>
                    <a:pt x="7076121" y="5458390"/>
                  </a:lnTo>
                  <a:lnTo>
                    <a:pt x="7082629" y="5464719"/>
                  </a:lnTo>
                  <a:lnTo>
                    <a:pt x="7101592" y="5464719"/>
                  </a:lnTo>
                  <a:lnTo>
                    <a:pt x="7110082" y="5458390"/>
                  </a:lnTo>
                  <a:lnTo>
                    <a:pt x="7110082" y="5439316"/>
                  </a:lnTo>
                  <a:lnTo>
                    <a:pt x="7103856" y="5430866"/>
                  </a:lnTo>
                  <a:close/>
                </a:path>
                <a:path w="9542780" h="6570345">
                  <a:moveTo>
                    <a:pt x="7103856" y="5475316"/>
                  </a:moveTo>
                  <a:lnTo>
                    <a:pt x="7084611" y="5475316"/>
                  </a:lnTo>
                  <a:lnTo>
                    <a:pt x="7076121" y="5481675"/>
                  </a:lnTo>
                  <a:lnTo>
                    <a:pt x="7076121" y="5502840"/>
                  </a:lnTo>
                  <a:lnTo>
                    <a:pt x="7082629" y="5509199"/>
                  </a:lnTo>
                  <a:lnTo>
                    <a:pt x="7101592" y="5509199"/>
                  </a:lnTo>
                  <a:lnTo>
                    <a:pt x="7110082" y="5500721"/>
                  </a:lnTo>
                  <a:lnTo>
                    <a:pt x="7110082" y="5483793"/>
                  </a:lnTo>
                  <a:lnTo>
                    <a:pt x="7103856" y="5475316"/>
                  </a:lnTo>
                  <a:close/>
                </a:path>
                <a:path w="9542780" h="6570345">
                  <a:moveTo>
                    <a:pt x="7103856" y="5519795"/>
                  </a:moveTo>
                  <a:lnTo>
                    <a:pt x="7084611" y="5519795"/>
                  </a:lnTo>
                  <a:lnTo>
                    <a:pt x="7076121" y="5526125"/>
                  </a:lnTo>
                  <a:lnTo>
                    <a:pt x="7076121" y="5545199"/>
                  </a:lnTo>
                  <a:lnTo>
                    <a:pt x="7082629" y="5553649"/>
                  </a:lnTo>
                  <a:lnTo>
                    <a:pt x="7101592" y="5553649"/>
                  </a:lnTo>
                  <a:lnTo>
                    <a:pt x="7110082" y="5545199"/>
                  </a:lnTo>
                  <a:lnTo>
                    <a:pt x="7110082" y="5528245"/>
                  </a:lnTo>
                  <a:lnTo>
                    <a:pt x="7103856" y="5519795"/>
                  </a:lnTo>
                  <a:close/>
                </a:path>
                <a:path w="9542780" h="6570345">
                  <a:moveTo>
                    <a:pt x="7059140" y="5299579"/>
                  </a:moveTo>
                  <a:lnTo>
                    <a:pt x="7040178" y="5299579"/>
                  </a:lnTo>
                  <a:lnTo>
                    <a:pt x="7031689" y="5305936"/>
                  </a:lnTo>
                  <a:lnTo>
                    <a:pt x="7031689" y="5327102"/>
                  </a:lnTo>
                  <a:lnTo>
                    <a:pt x="7037914" y="5333460"/>
                  </a:lnTo>
                  <a:lnTo>
                    <a:pt x="7057160" y="5333460"/>
                  </a:lnTo>
                  <a:lnTo>
                    <a:pt x="7065650" y="5324983"/>
                  </a:lnTo>
                  <a:lnTo>
                    <a:pt x="7065650" y="5308056"/>
                  </a:lnTo>
                  <a:lnTo>
                    <a:pt x="7059140" y="5299579"/>
                  </a:lnTo>
                  <a:close/>
                </a:path>
                <a:path w="9542780" h="6570345">
                  <a:moveTo>
                    <a:pt x="7059140" y="5344057"/>
                  </a:moveTo>
                  <a:lnTo>
                    <a:pt x="7040178" y="5344057"/>
                  </a:lnTo>
                  <a:lnTo>
                    <a:pt x="7031689" y="5350386"/>
                  </a:lnTo>
                  <a:lnTo>
                    <a:pt x="7031689" y="5369462"/>
                  </a:lnTo>
                  <a:lnTo>
                    <a:pt x="7037914" y="5377911"/>
                  </a:lnTo>
                  <a:lnTo>
                    <a:pt x="7048668" y="5377911"/>
                  </a:lnTo>
                  <a:lnTo>
                    <a:pt x="7057160" y="5375791"/>
                  </a:lnTo>
                  <a:lnTo>
                    <a:pt x="7065650" y="5369462"/>
                  </a:lnTo>
                  <a:lnTo>
                    <a:pt x="7065650" y="5352506"/>
                  </a:lnTo>
                  <a:lnTo>
                    <a:pt x="7059140" y="5344057"/>
                  </a:lnTo>
                  <a:close/>
                </a:path>
                <a:path w="9542780" h="6570345">
                  <a:moveTo>
                    <a:pt x="7059140" y="5386388"/>
                  </a:moveTo>
                  <a:lnTo>
                    <a:pt x="7040178" y="5386388"/>
                  </a:lnTo>
                  <a:lnTo>
                    <a:pt x="7031689" y="5392746"/>
                  </a:lnTo>
                  <a:lnTo>
                    <a:pt x="7031689" y="5411792"/>
                  </a:lnTo>
                  <a:lnTo>
                    <a:pt x="7037914" y="5420269"/>
                  </a:lnTo>
                  <a:lnTo>
                    <a:pt x="7057160" y="5420269"/>
                  </a:lnTo>
                  <a:lnTo>
                    <a:pt x="7065650" y="5413912"/>
                  </a:lnTo>
                  <a:lnTo>
                    <a:pt x="7065650" y="5394866"/>
                  </a:lnTo>
                  <a:lnTo>
                    <a:pt x="7059140" y="5386388"/>
                  </a:lnTo>
                  <a:close/>
                </a:path>
                <a:path w="9542780" h="6570345">
                  <a:moveTo>
                    <a:pt x="7059140" y="5430866"/>
                  </a:moveTo>
                  <a:lnTo>
                    <a:pt x="7040178" y="5430866"/>
                  </a:lnTo>
                  <a:lnTo>
                    <a:pt x="7031689" y="5437196"/>
                  </a:lnTo>
                  <a:lnTo>
                    <a:pt x="7031689" y="5458390"/>
                  </a:lnTo>
                  <a:lnTo>
                    <a:pt x="7037914" y="5464719"/>
                  </a:lnTo>
                  <a:lnTo>
                    <a:pt x="7057160" y="5464719"/>
                  </a:lnTo>
                  <a:lnTo>
                    <a:pt x="7065650" y="5458390"/>
                  </a:lnTo>
                  <a:lnTo>
                    <a:pt x="7065650" y="5439316"/>
                  </a:lnTo>
                  <a:lnTo>
                    <a:pt x="7059140" y="5430866"/>
                  </a:lnTo>
                  <a:close/>
                </a:path>
                <a:path w="9542780" h="6570345">
                  <a:moveTo>
                    <a:pt x="7059140" y="5475316"/>
                  </a:moveTo>
                  <a:lnTo>
                    <a:pt x="7040178" y="5475316"/>
                  </a:lnTo>
                  <a:lnTo>
                    <a:pt x="7031689" y="5481675"/>
                  </a:lnTo>
                  <a:lnTo>
                    <a:pt x="7031689" y="5502840"/>
                  </a:lnTo>
                  <a:lnTo>
                    <a:pt x="7037914" y="5509199"/>
                  </a:lnTo>
                  <a:lnTo>
                    <a:pt x="7057160" y="5509199"/>
                  </a:lnTo>
                  <a:lnTo>
                    <a:pt x="7065650" y="5500721"/>
                  </a:lnTo>
                  <a:lnTo>
                    <a:pt x="7065650" y="5483793"/>
                  </a:lnTo>
                  <a:lnTo>
                    <a:pt x="7059140" y="5475316"/>
                  </a:lnTo>
                  <a:close/>
                </a:path>
                <a:path w="9542780" h="6570345">
                  <a:moveTo>
                    <a:pt x="7014707" y="5255129"/>
                  </a:moveTo>
                  <a:lnTo>
                    <a:pt x="6995746" y="5255129"/>
                  </a:lnTo>
                  <a:lnTo>
                    <a:pt x="6987255" y="5261458"/>
                  </a:lnTo>
                  <a:lnTo>
                    <a:pt x="6987255" y="5282652"/>
                  </a:lnTo>
                  <a:lnTo>
                    <a:pt x="6993482" y="5288982"/>
                  </a:lnTo>
                  <a:lnTo>
                    <a:pt x="7014707" y="5288982"/>
                  </a:lnTo>
                  <a:lnTo>
                    <a:pt x="7020934" y="5280533"/>
                  </a:lnTo>
                  <a:lnTo>
                    <a:pt x="7020934" y="5263578"/>
                  </a:lnTo>
                  <a:lnTo>
                    <a:pt x="7014707" y="5255129"/>
                  </a:lnTo>
                  <a:close/>
                </a:path>
                <a:path w="9542780" h="6570345">
                  <a:moveTo>
                    <a:pt x="7014707" y="5299579"/>
                  </a:moveTo>
                  <a:lnTo>
                    <a:pt x="6995746" y="5299579"/>
                  </a:lnTo>
                  <a:lnTo>
                    <a:pt x="6987255" y="5305936"/>
                  </a:lnTo>
                  <a:lnTo>
                    <a:pt x="6987255" y="5327102"/>
                  </a:lnTo>
                  <a:lnTo>
                    <a:pt x="6993482" y="5333460"/>
                  </a:lnTo>
                  <a:lnTo>
                    <a:pt x="7014707" y="5333460"/>
                  </a:lnTo>
                  <a:lnTo>
                    <a:pt x="7020934" y="5324983"/>
                  </a:lnTo>
                  <a:lnTo>
                    <a:pt x="7020934" y="5308056"/>
                  </a:lnTo>
                  <a:lnTo>
                    <a:pt x="7014707" y="5299579"/>
                  </a:lnTo>
                  <a:close/>
                </a:path>
                <a:path w="9542780" h="6570345">
                  <a:moveTo>
                    <a:pt x="7014707" y="5344057"/>
                  </a:moveTo>
                  <a:lnTo>
                    <a:pt x="6995746" y="5344057"/>
                  </a:lnTo>
                  <a:lnTo>
                    <a:pt x="6987255" y="5350386"/>
                  </a:lnTo>
                  <a:lnTo>
                    <a:pt x="6987255" y="5369462"/>
                  </a:lnTo>
                  <a:lnTo>
                    <a:pt x="6993482" y="5377911"/>
                  </a:lnTo>
                  <a:lnTo>
                    <a:pt x="7004236" y="5377911"/>
                  </a:lnTo>
                  <a:lnTo>
                    <a:pt x="7014707" y="5375791"/>
                  </a:lnTo>
                  <a:lnTo>
                    <a:pt x="7020934" y="5369462"/>
                  </a:lnTo>
                  <a:lnTo>
                    <a:pt x="7020934" y="5352506"/>
                  </a:lnTo>
                  <a:lnTo>
                    <a:pt x="7014707" y="5344057"/>
                  </a:lnTo>
                  <a:close/>
                </a:path>
                <a:path w="9542780" h="6570345">
                  <a:moveTo>
                    <a:pt x="7014707" y="5386388"/>
                  </a:moveTo>
                  <a:lnTo>
                    <a:pt x="6995746" y="5386388"/>
                  </a:lnTo>
                  <a:lnTo>
                    <a:pt x="6987255" y="5392746"/>
                  </a:lnTo>
                  <a:lnTo>
                    <a:pt x="6987255" y="5411792"/>
                  </a:lnTo>
                  <a:lnTo>
                    <a:pt x="6993482" y="5420269"/>
                  </a:lnTo>
                  <a:lnTo>
                    <a:pt x="7014707" y="5420269"/>
                  </a:lnTo>
                  <a:lnTo>
                    <a:pt x="7020934" y="5413912"/>
                  </a:lnTo>
                  <a:lnTo>
                    <a:pt x="7020934" y="5394866"/>
                  </a:lnTo>
                  <a:lnTo>
                    <a:pt x="7014707" y="5386388"/>
                  </a:lnTo>
                  <a:close/>
                </a:path>
                <a:path w="9542780" h="6570345">
                  <a:moveTo>
                    <a:pt x="7014707" y="5430866"/>
                  </a:moveTo>
                  <a:lnTo>
                    <a:pt x="6995746" y="5430866"/>
                  </a:lnTo>
                  <a:lnTo>
                    <a:pt x="6987255" y="5437196"/>
                  </a:lnTo>
                  <a:lnTo>
                    <a:pt x="6987255" y="5458390"/>
                  </a:lnTo>
                  <a:lnTo>
                    <a:pt x="6993482" y="5464719"/>
                  </a:lnTo>
                  <a:lnTo>
                    <a:pt x="7014707" y="5464719"/>
                  </a:lnTo>
                  <a:lnTo>
                    <a:pt x="7020934" y="5458390"/>
                  </a:lnTo>
                  <a:lnTo>
                    <a:pt x="7020934" y="5439316"/>
                  </a:lnTo>
                  <a:lnTo>
                    <a:pt x="7014707" y="5430866"/>
                  </a:lnTo>
                  <a:close/>
                </a:path>
                <a:path w="9542780" h="6570345">
                  <a:moveTo>
                    <a:pt x="7014707" y="5653173"/>
                  </a:moveTo>
                  <a:lnTo>
                    <a:pt x="6995746" y="5653173"/>
                  </a:lnTo>
                  <a:lnTo>
                    <a:pt x="6987255" y="5659532"/>
                  </a:lnTo>
                  <a:lnTo>
                    <a:pt x="6987255" y="5678578"/>
                  </a:lnTo>
                  <a:lnTo>
                    <a:pt x="6993482" y="5687056"/>
                  </a:lnTo>
                  <a:lnTo>
                    <a:pt x="7004236" y="5687056"/>
                  </a:lnTo>
                  <a:lnTo>
                    <a:pt x="7014707" y="5684936"/>
                  </a:lnTo>
                  <a:lnTo>
                    <a:pt x="7020934" y="5678578"/>
                  </a:lnTo>
                  <a:lnTo>
                    <a:pt x="7020934" y="5661652"/>
                  </a:lnTo>
                  <a:lnTo>
                    <a:pt x="7014707" y="5653173"/>
                  </a:lnTo>
                  <a:close/>
                </a:path>
                <a:path w="9542780" h="6570345">
                  <a:moveTo>
                    <a:pt x="7014707" y="5695533"/>
                  </a:moveTo>
                  <a:lnTo>
                    <a:pt x="6995746" y="5695533"/>
                  </a:lnTo>
                  <a:lnTo>
                    <a:pt x="6987255" y="5701863"/>
                  </a:lnTo>
                  <a:lnTo>
                    <a:pt x="6987255" y="5720937"/>
                  </a:lnTo>
                  <a:lnTo>
                    <a:pt x="6993482" y="5729386"/>
                  </a:lnTo>
                  <a:lnTo>
                    <a:pt x="7014707" y="5729386"/>
                  </a:lnTo>
                  <a:lnTo>
                    <a:pt x="7020934" y="5723056"/>
                  </a:lnTo>
                  <a:lnTo>
                    <a:pt x="7020934" y="5703982"/>
                  </a:lnTo>
                  <a:lnTo>
                    <a:pt x="7014707" y="5695533"/>
                  </a:lnTo>
                  <a:close/>
                </a:path>
                <a:path w="9542780" h="6570345">
                  <a:moveTo>
                    <a:pt x="7014707" y="5739983"/>
                  </a:moveTo>
                  <a:lnTo>
                    <a:pt x="6995746" y="5739983"/>
                  </a:lnTo>
                  <a:lnTo>
                    <a:pt x="6987255" y="5746342"/>
                  </a:lnTo>
                  <a:lnTo>
                    <a:pt x="6987255" y="5765387"/>
                  </a:lnTo>
                  <a:lnTo>
                    <a:pt x="6993482" y="5773865"/>
                  </a:lnTo>
                  <a:lnTo>
                    <a:pt x="7014707" y="5773865"/>
                  </a:lnTo>
                  <a:lnTo>
                    <a:pt x="7020934" y="5767506"/>
                  </a:lnTo>
                  <a:lnTo>
                    <a:pt x="7020934" y="5748460"/>
                  </a:lnTo>
                  <a:lnTo>
                    <a:pt x="7014707" y="5739983"/>
                  </a:lnTo>
                  <a:close/>
                </a:path>
                <a:path w="9542780" h="6570345">
                  <a:moveTo>
                    <a:pt x="7014707" y="5784462"/>
                  </a:moveTo>
                  <a:lnTo>
                    <a:pt x="6995746" y="5784462"/>
                  </a:lnTo>
                  <a:lnTo>
                    <a:pt x="6987255" y="5790792"/>
                  </a:lnTo>
                  <a:lnTo>
                    <a:pt x="6987255" y="5809866"/>
                  </a:lnTo>
                  <a:lnTo>
                    <a:pt x="6993482" y="5818315"/>
                  </a:lnTo>
                  <a:lnTo>
                    <a:pt x="7014707" y="5818315"/>
                  </a:lnTo>
                  <a:lnTo>
                    <a:pt x="7020934" y="5809866"/>
                  </a:lnTo>
                  <a:lnTo>
                    <a:pt x="7020934" y="5792911"/>
                  </a:lnTo>
                  <a:lnTo>
                    <a:pt x="7014707" y="5784462"/>
                  </a:lnTo>
                  <a:close/>
                </a:path>
                <a:path w="9542780" h="6570345">
                  <a:moveTo>
                    <a:pt x="6970275" y="5034912"/>
                  </a:moveTo>
                  <a:lnTo>
                    <a:pt x="6951030" y="5034912"/>
                  </a:lnTo>
                  <a:lnTo>
                    <a:pt x="6942540" y="5041270"/>
                  </a:lnTo>
                  <a:lnTo>
                    <a:pt x="6942540" y="5060316"/>
                  </a:lnTo>
                  <a:lnTo>
                    <a:pt x="6949048" y="5068793"/>
                  </a:lnTo>
                  <a:lnTo>
                    <a:pt x="6959521" y="5068793"/>
                  </a:lnTo>
                  <a:lnTo>
                    <a:pt x="6970275" y="5066675"/>
                  </a:lnTo>
                  <a:lnTo>
                    <a:pt x="6976501" y="5060316"/>
                  </a:lnTo>
                  <a:lnTo>
                    <a:pt x="6976501" y="5043389"/>
                  </a:lnTo>
                  <a:lnTo>
                    <a:pt x="6970275" y="5034912"/>
                  </a:lnTo>
                  <a:close/>
                </a:path>
                <a:path w="9542780" h="6570345">
                  <a:moveTo>
                    <a:pt x="6970275" y="5077272"/>
                  </a:moveTo>
                  <a:lnTo>
                    <a:pt x="6951030" y="5077272"/>
                  </a:lnTo>
                  <a:lnTo>
                    <a:pt x="6942540" y="5083629"/>
                  </a:lnTo>
                  <a:lnTo>
                    <a:pt x="6942540" y="5102675"/>
                  </a:lnTo>
                  <a:lnTo>
                    <a:pt x="6949048" y="5111153"/>
                  </a:lnTo>
                  <a:lnTo>
                    <a:pt x="6970275" y="5111153"/>
                  </a:lnTo>
                  <a:lnTo>
                    <a:pt x="6976501" y="5104795"/>
                  </a:lnTo>
                  <a:lnTo>
                    <a:pt x="6976501" y="5085721"/>
                  </a:lnTo>
                  <a:lnTo>
                    <a:pt x="6970275" y="5077272"/>
                  </a:lnTo>
                  <a:close/>
                </a:path>
                <a:path w="9542780" h="6570345">
                  <a:moveTo>
                    <a:pt x="6970275" y="5166199"/>
                  </a:moveTo>
                  <a:lnTo>
                    <a:pt x="6951030" y="5166199"/>
                  </a:lnTo>
                  <a:lnTo>
                    <a:pt x="6942540" y="5172529"/>
                  </a:lnTo>
                  <a:lnTo>
                    <a:pt x="6942540" y="5191603"/>
                  </a:lnTo>
                  <a:lnTo>
                    <a:pt x="6949048" y="5200082"/>
                  </a:lnTo>
                  <a:lnTo>
                    <a:pt x="6970275" y="5200082"/>
                  </a:lnTo>
                  <a:lnTo>
                    <a:pt x="6976501" y="5191603"/>
                  </a:lnTo>
                  <a:lnTo>
                    <a:pt x="6976501" y="5174649"/>
                  </a:lnTo>
                  <a:lnTo>
                    <a:pt x="6970275" y="5166199"/>
                  </a:lnTo>
                  <a:close/>
                </a:path>
                <a:path w="9542780" h="6570345">
                  <a:moveTo>
                    <a:pt x="6970275" y="5210649"/>
                  </a:moveTo>
                  <a:lnTo>
                    <a:pt x="6951030" y="5210649"/>
                  </a:lnTo>
                  <a:lnTo>
                    <a:pt x="6942540" y="5217008"/>
                  </a:lnTo>
                  <a:lnTo>
                    <a:pt x="6942540" y="5236055"/>
                  </a:lnTo>
                  <a:lnTo>
                    <a:pt x="6949048" y="5244532"/>
                  </a:lnTo>
                  <a:lnTo>
                    <a:pt x="6970275" y="5244532"/>
                  </a:lnTo>
                  <a:lnTo>
                    <a:pt x="6976501" y="5236055"/>
                  </a:lnTo>
                  <a:lnTo>
                    <a:pt x="6976501" y="5219127"/>
                  </a:lnTo>
                  <a:lnTo>
                    <a:pt x="6970275" y="5210649"/>
                  </a:lnTo>
                  <a:close/>
                </a:path>
                <a:path w="9542780" h="6570345">
                  <a:moveTo>
                    <a:pt x="6970275" y="5255129"/>
                  </a:moveTo>
                  <a:lnTo>
                    <a:pt x="6951030" y="5255129"/>
                  </a:lnTo>
                  <a:lnTo>
                    <a:pt x="6942540" y="5261458"/>
                  </a:lnTo>
                  <a:lnTo>
                    <a:pt x="6942540" y="5282652"/>
                  </a:lnTo>
                  <a:lnTo>
                    <a:pt x="6949048" y="5288982"/>
                  </a:lnTo>
                  <a:lnTo>
                    <a:pt x="6970275" y="5288982"/>
                  </a:lnTo>
                  <a:lnTo>
                    <a:pt x="6976501" y="5280533"/>
                  </a:lnTo>
                  <a:lnTo>
                    <a:pt x="6976501" y="5263578"/>
                  </a:lnTo>
                  <a:lnTo>
                    <a:pt x="6970275" y="5255129"/>
                  </a:lnTo>
                  <a:close/>
                </a:path>
                <a:path w="9542780" h="6570345">
                  <a:moveTo>
                    <a:pt x="6970275" y="5299579"/>
                  </a:moveTo>
                  <a:lnTo>
                    <a:pt x="6951030" y="5299579"/>
                  </a:lnTo>
                  <a:lnTo>
                    <a:pt x="6942540" y="5305936"/>
                  </a:lnTo>
                  <a:lnTo>
                    <a:pt x="6942540" y="5327102"/>
                  </a:lnTo>
                  <a:lnTo>
                    <a:pt x="6949048" y="5333460"/>
                  </a:lnTo>
                  <a:lnTo>
                    <a:pt x="6970275" y="5333460"/>
                  </a:lnTo>
                  <a:lnTo>
                    <a:pt x="6976501" y="5324983"/>
                  </a:lnTo>
                  <a:lnTo>
                    <a:pt x="6976501" y="5308056"/>
                  </a:lnTo>
                  <a:lnTo>
                    <a:pt x="6970275" y="5299579"/>
                  </a:lnTo>
                  <a:close/>
                </a:path>
                <a:path w="9542780" h="6570345">
                  <a:moveTo>
                    <a:pt x="6970275" y="5344057"/>
                  </a:moveTo>
                  <a:lnTo>
                    <a:pt x="6951030" y="5344057"/>
                  </a:lnTo>
                  <a:lnTo>
                    <a:pt x="6942540" y="5350386"/>
                  </a:lnTo>
                  <a:lnTo>
                    <a:pt x="6942540" y="5369462"/>
                  </a:lnTo>
                  <a:lnTo>
                    <a:pt x="6949048" y="5377911"/>
                  </a:lnTo>
                  <a:lnTo>
                    <a:pt x="6959521" y="5377911"/>
                  </a:lnTo>
                  <a:lnTo>
                    <a:pt x="6970275" y="5375791"/>
                  </a:lnTo>
                  <a:lnTo>
                    <a:pt x="6976501" y="5369462"/>
                  </a:lnTo>
                  <a:lnTo>
                    <a:pt x="6976501" y="5352506"/>
                  </a:lnTo>
                  <a:lnTo>
                    <a:pt x="6970275" y="5344057"/>
                  </a:lnTo>
                  <a:close/>
                </a:path>
                <a:path w="9542780" h="6570345">
                  <a:moveTo>
                    <a:pt x="6970275" y="5386388"/>
                  </a:moveTo>
                  <a:lnTo>
                    <a:pt x="6951030" y="5386388"/>
                  </a:lnTo>
                  <a:lnTo>
                    <a:pt x="6942540" y="5392746"/>
                  </a:lnTo>
                  <a:lnTo>
                    <a:pt x="6942540" y="5411792"/>
                  </a:lnTo>
                  <a:lnTo>
                    <a:pt x="6949048" y="5420269"/>
                  </a:lnTo>
                  <a:lnTo>
                    <a:pt x="6970275" y="5420269"/>
                  </a:lnTo>
                  <a:lnTo>
                    <a:pt x="6976501" y="5413912"/>
                  </a:lnTo>
                  <a:lnTo>
                    <a:pt x="6976501" y="5394866"/>
                  </a:lnTo>
                  <a:lnTo>
                    <a:pt x="6970275" y="5386388"/>
                  </a:lnTo>
                  <a:close/>
                </a:path>
                <a:path w="9542780" h="6570345">
                  <a:moveTo>
                    <a:pt x="6970275" y="5430866"/>
                  </a:moveTo>
                  <a:lnTo>
                    <a:pt x="6951030" y="5430866"/>
                  </a:lnTo>
                  <a:lnTo>
                    <a:pt x="6942540" y="5437196"/>
                  </a:lnTo>
                  <a:lnTo>
                    <a:pt x="6942540" y="5458390"/>
                  </a:lnTo>
                  <a:lnTo>
                    <a:pt x="6949048" y="5464719"/>
                  </a:lnTo>
                  <a:lnTo>
                    <a:pt x="6970275" y="5464719"/>
                  </a:lnTo>
                  <a:lnTo>
                    <a:pt x="6976501" y="5458390"/>
                  </a:lnTo>
                  <a:lnTo>
                    <a:pt x="6976501" y="5439316"/>
                  </a:lnTo>
                  <a:lnTo>
                    <a:pt x="6970275" y="5430866"/>
                  </a:lnTo>
                  <a:close/>
                </a:path>
                <a:path w="9542780" h="6570345">
                  <a:moveTo>
                    <a:pt x="6970275" y="5739983"/>
                  </a:moveTo>
                  <a:lnTo>
                    <a:pt x="6951030" y="5739983"/>
                  </a:lnTo>
                  <a:lnTo>
                    <a:pt x="6942540" y="5746342"/>
                  </a:lnTo>
                  <a:lnTo>
                    <a:pt x="6942540" y="5765387"/>
                  </a:lnTo>
                  <a:lnTo>
                    <a:pt x="6949048" y="5773865"/>
                  </a:lnTo>
                  <a:lnTo>
                    <a:pt x="6970275" y="5773865"/>
                  </a:lnTo>
                  <a:lnTo>
                    <a:pt x="6976501" y="5767506"/>
                  </a:lnTo>
                  <a:lnTo>
                    <a:pt x="6976501" y="5748460"/>
                  </a:lnTo>
                  <a:lnTo>
                    <a:pt x="6970275" y="5739983"/>
                  </a:lnTo>
                  <a:close/>
                </a:path>
                <a:path w="9542780" h="6570345">
                  <a:moveTo>
                    <a:pt x="6970275" y="5784462"/>
                  </a:moveTo>
                  <a:lnTo>
                    <a:pt x="6951030" y="5784462"/>
                  </a:lnTo>
                  <a:lnTo>
                    <a:pt x="6942540" y="5790792"/>
                  </a:lnTo>
                  <a:lnTo>
                    <a:pt x="6942540" y="5809866"/>
                  </a:lnTo>
                  <a:lnTo>
                    <a:pt x="6949048" y="5818315"/>
                  </a:lnTo>
                  <a:lnTo>
                    <a:pt x="6970275" y="5818315"/>
                  </a:lnTo>
                  <a:lnTo>
                    <a:pt x="6976501" y="5809866"/>
                  </a:lnTo>
                  <a:lnTo>
                    <a:pt x="6976501" y="5792911"/>
                  </a:lnTo>
                  <a:lnTo>
                    <a:pt x="6970275" y="5784462"/>
                  </a:lnTo>
                  <a:close/>
                </a:path>
                <a:path w="9542780" h="6570345">
                  <a:moveTo>
                    <a:pt x="6970275" y="5873362"/>
                  </a:moveTo>
                  <a:lnTo>
                    <a:pt x="6951030" y="5873362"/>
                  </a:lnTo>
                  <a:lnTo>
                    <a:pt x="6942540" y="5879720"/>
                  </a:lnTo>
                  <a:lnTo>
                    <a:pt x="6942540" y="5898794"/>
                  </a:lnTo>
                  <a:lnTo>
                    <a:pt x="6949050" y="5907243"/>
                  </a:lnTo>
                  <a:lnTo>
                    <a:pt x="6970275" y="5907243"/>
                  </a:lnTo>
                  <a:lnTo>
                    <a:pt x="6976501" y="5898794"/>
                  </a:lnTo>
                  <a:lnTo>
                    <a:pt x="6976501" y="5881839"/>
                  </a:lnTo>
                  <a:lnTo>
                    <a:pt x="6970275" y="5873362"/>
                  </a:lnTo>
                  <a:close/>
                </a:path>
                <a:path w="9542780" h="6570345">
                  <a:moveTo>
                    <a:pt x="6970275" y="5917840"/>
                  </a:moveTo>
                  <a:lnTo>
                    <a:pt x="6951030" y="5917840"/>
                  </a:lnTo>
                  <a:lnTo>
                    <a:pt x="6942540" y="5924199"/>
                  </a:lnTo>
                  <a:lnTo>
                    <a:pt x="6942540" y="5943245"/>
                  </a:lnTo>
                  <a:lnTo>
                    <a:pt x="6949050" y="5951722"/>
                  </a:lnTo>
                  <a:lnTo>
                    <a:pt x="6970275" y="5951722"/>
                  </a:lnTo>
                  <a:lnTo>
                    <a:pt x="6976501" y="5943245"/>
                  </a:lnTo>
                  <a:lnTo>
                    <a:pt x="6976501" y="5926319"/>
                  </a:lnTo>
                  <a:lnTo>
                    <a:pt x="6970275" y="5917840"/>
                  </a:lnTo>
                  <a:close/>
                </a:path>
                <a:path w="9542780" h="6570345">
                  <a:moveTo>
                    <a:pt x="6925558" y="4945983"/>
                  </a:moveTo>
                  <a:lnTo>
                    <a:pt x="6906597" y="4945983"/>
                  </a:lnTo>
                  <a:lnTo>
                    <a:pt x="6898107" y="4952342"/>
                  </a:lnTo>
                  <a:lnTo>
                    <a:pt x="6898107" y="4971388"/>
                  </a:lnTo>
                  <a:lnTo>
                    <a:pt x="6904333" y="4979865"/>
                  </a:lnTo>
                  <a:lnTo>
                    <a:pt x="6925558" y="4979865"/>
                  </a:lnTo>
                  <a:lnTo>
                    <a:pt x="6932068" y="4971388"/>
                  </a:lnTo>
                  <a:lnTo>
                    <a:pt x="6932068" y="4954461"/>
                  </a:lnTo>
                  <a:lnTo>
                    <a:pt x="6925558" y="4945983"/>
                  </a:lnTo>
                  <a:close/>
                </a:path>
                <a:path w="9542780" h="6570345">
                  <a:moveTo>
                    <a:pt x="6925558" y="4990462"/>
                  </a:moveTo>
                  <a:lnTo>
                    <a:pt x="6906597" y="4990462"/>
                  </a:lnTo>
                  <a:lnTo>
                    <a:pt x="6898107" y="4996792"/>
                  </a:lnTo>
                  <a:lnTo>
                    <a:pt x="6898107" y="5015866"/>
                  </a:lnTo>
                  <a:lnTo>
                    <a:pt x="6904333" y="5024343"/>
                  </a:lnTo>
                  <a:lnTo>
                    <a:pt x="6925558" y="5024343"/>
                  </a:lnTo>
                  <a:lnTo>
                    <a:pt x="6932068" y="5015866"/>
                  </a:lnTo>
                  <a:lnTo>
                    <a:pt x="6932068" y="4998911"/>
                  </a:lnTo>
                  <a:lnTo>
                    <a:pt x="6925558" y="4990462"/>
                  </a:lnTo>
                  <a:close/>
                </a:path>
                <a:path w="9542780" h="6570345">
                  <a:moveTo>
                    <a:pt x="6925558" y="5034912"/>
                  </a:moveTo>
                  <a:lnTo>
                    <a:pt x="6906597" y="5034912"/>
                  </a:lnTo>
                  <a:lnTo>
                    <a:pt x="6898107" y="5041270"/>
                  </a:lnTo>
                  <a:lnTo>
                    <a:pt x="6898107" y="5060316"/>
                  </a:lnTo>
                  <a:lnTo>
                    <a:pt x="6904333" y="5068793"/>
                  </a:lnTo>
                  <a:lnTo>
                    <a:pt x="6915087" y="5068793"/>
                  </a:lnTo>
                  <a:lnTo>
                    <a:pt x="6925558" y="5066675"/>
                  </a:lnTo>
                  <a:lnTo>
                    <a:pt x="6932068" y="5060316"/>
                  </a:lnTo>
                  <a:lnTo>
                    <a:pt x="6932068" y="5043389"/>
                  </a:lnTo>
                  <a:lnTo>
                    <a:pt x="6925558" y="5034912"/>
                  </a:lnTo>
                  <a:close/>
                </a:path>
                <a:path w="9542780" h="6570345">
                  <a:moveTo>
                    <a:pt x="6925558" y="5077272"/>
                  </a:moveTo>
                  <a:lnTo>
                    <a:pt x="6906597" y="5077272"/>
                  </a:lnTo>
                  <a:lnTo>
                    <a:pt x="6898107" y="5083629"/>
                  </a:lnTo>
                  <a:lnTo>
                    <a:pt x="6898107" y="5102675"/>
                  </a:lnTo>
                  <a:lnTo>
                    <a:pt x="6904333" y="5111153"/>
                  </a:lnTo>
                  <a:lnTo>
                    <a:pt x="6925558" y="5111153"/>
                  </a:lnTo>
                  <a:lnTo>
                    <a:pt x="6932068" y="5104795"/>
                  </a:lnTo>
                  <a:lnTo>
                    <a:pt x="6932068" y="5085721"/>
                  </a:lnTo>
                  <a:lnTo>
                    <a:pt x="6925558" y="5077272"/>
                  </a:lnTo>
                  <a:close/>
                </a:path>
                <a:path w="9542780" h="6570345">
                  <a:moveTo>
                    <a:pt x="6925558" y="5121722"/>
                  </a:moveTo>
                  <a:lnTo>
                    <a:pt x="6906597" y="5121722"/>
                  </a:lnTo>
                  <a:lnTo>
                    <a:pt x="6898107" y="5128079"/>
                  </a:lnTo>
                  <a:lnTo>
                    <a:pt x="6898107" y="5147125"/>
                  </a:lnTo>
                  <a:lnTo>
                    <a:pt x="6904333" y="5155603"/>
                  </a:lnTo>
                  <a:lnTo>
                    <a:pt x="6925558" y="5155603"/>
                  </a:lnTo>
                  <a:lnTo>
                    <a:pt x="6932068" y="5149245"/>
                  </a:lnTo>
                  <a:lnTo>
                    <a:pt x="6932068" y="5130199"/>
                  </a:lnTo>
                  <a:lnTo>
                    <a:pt x="6925558" y="5121722"/>
                  </a:lnTo>
                  <a:close/>
                </a:path>
                <a:path w="9542780" h="6570345">
                  <a:moveTo>
                    <a:pt x="6925558" y="5166199"/>
                  </a:moveTo>
                  <a:lnTo>
                    <a:pt x="6906597" y="5166199"/>
                  </a:lnTo>
                  <a:lnTo>
                    <a:pt x="6898107" y="5172529"/>
                  </a:lnTo>
                  <a:lnTo>
                    <a:pt x="6898107" y="5191603"/>
                  </a:lnTo>
                  <a:lnTo>
                    <a:pt x="6904333" y="5200082"/>
                  </a:lnTo>
                  <a:lnTo>
                    <a:pt x="6925558" y="5200082"/>
                  </a:lnTo>
                  <a:lnTo>
                    <a:pt x="6932068" y="5191603"/>
                  </a:lnTo>
                  <a:lnTo>
                    <a:pt x="6932068" y="5174649"/>
                  </a:lnTo>
                  <a:lnTo>
                    <a:pt x="6925558" y="5166199"/>
                  </a:lnTo>
                  <a:close/>
                </a:path>
                <a:path w="9542780" h="6570345">
                  <a:moveTo>
                    <a:pt x="6925558" y="5210649"/>
                  </a:moveTo>
                  <a:lnTo>
                    <a:pt x="6906597" y="5210649"/>
                  </a:lnTo>
                  <a:lnTo>
                    <a:pt x="6898107" y="5217008"/>
                  </a:lnTo>
                  <a:lnTo>
                    <a:pt x="6898107" y="5236055"/>
                  </a:lnTo>
                  <a:lnTo>
                    <a:pt x="6904333" y="5244532"/>
                  </a:lnTo>
                  <a:lnTo>
                    <a:pt x="6925558" y="5244532"/>
                  </a:lnTo>
                  <a:lnTo>
                    <a:pt x="6932068" y="5236055"/>
                  </a:lnTo>
                  <a:lnTo>
                    <a:pt x="6932068" y="5219127"/>
                  </a:lnTo>
                  <a:lnTo>
                    <a:pt x="6925558" y="5210649"/>
                  </a:lnTo>
                  <a:close/>
                </a:path>
                <a:path w="9542780" h="6570345">
                  <a:moveTo>
                    <a:pt x="6925558" y="5255129"/>
                  </a:moveTo>
                  <a:lnTo>
                    <a:pt x="6906597" y="5255129"/>
                  </a:lnTo>
                  <a:lnTo>
                    <a:pt x="6898107" y="5261458"/>
                  </a:lnTo>
                  <a:lnTo>
                    <a:pt x="6898107" y="5282652"/>
                  </a:lnTo>
                  <a:lnTo>
                    <a:pt x="6904333" y="5288982"/>
                  </a:lnTo>
                  <a:lnTo>
                    <a:pt x="6925558" y="5288982"/>
                  </a:lnTo>
                  <a:lnTo>
                    <a:pt x="6932068" y="5280533"/>
                  </a:lnTo>
                  <a:lnTo>
                    <a:pt x="6932068" y="5263578"/>
                  </a:lnTo>
                  <a:lnTo>
                    <a:pt x="6925558" y="5255129"/>
                  </a:lnTo>
                  <a:close/>
                </a:path>
                <a:path w="9542780" h="6570345">
                  <a:moveTo>
                    <a:pt x="6925558" y="5299579"/>
                  </a:moveTo>
                  <a:lnTo>
                    <a:pt x="6906597" y="5299579"/>
                  </a:lnTo>
                  <a:lnTo>
                    <a:pt x="6898107" y="5305936"/>
                  </a:lnTo>
                  <a:lnTo>
                    <a:pt x="6898107" y="5327102"/>
                  </a:lnTo>
                  <a:lnTo>
                    <a:pt x="6904333" y="5333460"/>
                  </a:lnTo>
                  <a:lnTo>
                    <a:pt x="6925558" y="5333460"/>
                  </a:lnTo>
                  <a:lnTo>
                    <a:pt x="6932068" y="5324983"/>
                  </a:lnTo>
                  <a:lnTo>
                    <a:pt x="6932068" y="5308056"/>
                  </a:lnTo>
                  <a:lnTo>
                    <a:pt x="6925558" y="5299579"/>
                  </a:lnTo>
                  <a:close/>
                </a:path>
                <a:path w="9542780" h="6570345">
                  <a:moveTo>
                    <a:pt x="6925558" y="5344057"/>
                  </a:moveTo>
                  <a:lnTo>
                    <a:pt x="6906597" y="5344057"/>
                  </a:lnTo>
                  <a:lnTo>
                    <a:pt x="6898107" y="5350386"/>
                  </a:lnTo>
                  <a:lnTo>
                    <a:pt x="6898107" y="5369462"/>
                  </a:lnTo>
                  <a:lnTo>
                    <a:pt x="6904333" y="5377911"/>
                  </a:lnTo>
                  <a:lnTo>
                    <a:pt x="6915087" y="5377911"/>
                  </a:lnTo>
                  <a:lnTo>
                    <a:pt x="6925558" y="5375791"/>
                  </a:lnTo>
                  <a:lnTo>
                    <a:pt x="6932068" y="5369462"/>
                  </a:lnTo>
                  <a:lnTo>
                    <a:pt x="6932068" y="5352506"/>
                  </a:lnTo>
                  <a:lnTo>
                    <a:pt x="6925558" y="5344057"/>
                  </a:lnTo>
                  <a:close/>
                </a:path>
                <a:path w="9542780" h="6570345">
                  <a:moveTo>
                    <a:pt x="6925558" y="5386388"/>
                  </a:moveTo>
                  <a:lnTo>
                    <a:pt x="6906597" y="5386388"/>
                  </a:lnTo>
                  <a:lnTo>
                    <a:pt x="6898107" y="5392746"/>
                  </a:lnTo>
                  <a:lnTo>
                    <a:pt x="6898107" y="5411792"/>
                  </a:lnTo>
                  <a:lnTo>
                    <a:pt x="6904333" y="5420269"/>
                  </a:lnTo>
                  <a:lnTo>
                    <a:pt x="6925558" y="5420269"/>
                  </a:lnTo>
                  <a:lnTo>
                    <a:pt x="6932068" y="5413912"/>
                  </a:lnTo>
                  <a:lnTo>
                    <a:pt x="6932068" y="5394866"/>
                  </a:lnTo>
                  <a:lnTo>
                    <a:pt x="6925558" y="5386388"/>
                  </a:lnTo>
                  <a:close/>
                </a:path>
                <a:path w="9542780" h="6570345">
                  <a:moveTo>
                    <a:pt x="6925560" y="5430866"/>
                  </a:moveTo>
                  <a:lnTo>
                    <a:pt x="6906597" y="5430866"/>
                  </a:lnTo>
                  <a:lnTo>
                    <a:pt x="6898107" y="5437196"/>
                  </a:lnTo>
                  <a:lnTo>
                    <a:pt x="6898107" y="5458390"/>
                  </a:lnTo>
                  <a:lnTo>
                    <a:pt x="6904333" y="5464719"/>
                  </a:lnTo>
                  <a:lnTo>
                    <a:pt x="6925560" y="5464719"/>
                  </a:lnTo>
                  <a:lnTo>
                    <a:pt x="6932068" y="5458390"/>
                  </a:lnTo>
                  <a:lnTo>
                    <a:pt x="6932068" y="5439316"/>
                  </a:lnTo>
                  <a:lnTo>
                    <a:pt x="6925560" y="5430866"/>
                  </a:lnTo>
                  <a:close/>
                </a:path>
                <a:path w="9542780" h="6570345">
                  <a:moveTo>
                    <a:pt x="6925560" y="5828912"/>
                  </a:moveTo>
                  <a:lnTo>
                    <a:pt x="6906597" y="5828912"/>
                  </a:lnTo>
                  <a:lnTo>
                    <a:pt x="6898107" y="5835270"/>
                  </a:lnTo>
                  <a:lnTo>
                    <a:pt x="6898107" y="5854316"/>
                  </a:lnTo>
                  <a:lnTo>
                    <a:pt x="6904333" y="5862793"/>
                  </a:lnTo>
                  <a:lnTo>
                    <a:pt x="6925560" y="5862793"/>
                  </a:lnTo>
                  <a:lnTo>
                    <a:pt x="6932068" y="5854316"/>
                  </a:lnTo>
                  <a:lnTo>
                    <a:pt x="6932068" y="5837389"/>
                  </a:lnTo>
                  <a:lnTo>
                    <a:pt x="6925560" y="5828912"/>
                  </a:lnTo>
                  <a:close/>
                </a:path>
                <a:path w="9542780" h="6570345">
                  <a:moveTo>
                    <a:pt x="6925560" y="5873362"/>
                  </a:moveTo>
                  <a:lnTo>
                    <a:pt x="6906597" y="5873362"/>
                  </a:lnTo>
                  <a:lnTo>
                    <a:pt x="6898107" y="5879720"/>
                  </a:lnTo>
                  <a:lnTo>
                    <a:pt x="6898107" y="5898794"/>
                  </a:lnTo>
                  <a:lnTo>
                    <a:pt x="6904333" y="5907243"/>
                  </a:lnTo>
                  <a:lnTo>
                    <a:pt x="6925560" y="5907243"/>
                  </a:lnTo>
                  <a:lnTo>
                    <a:pt x="6932068" y="5898794"/>
                  </a:lnTo>
                  <a:lnTo>
                    <a:pt x="6932068" y="5881839"/>
                  </a:lnTo>
                  <a:lnTo>
                    <a:pt x="6925560" y="5873362"/>
                  </a:lnTo>
                  <a:close/>
                </a:path>
                <a:path w="9542780" h="6570345">
                  <a:moveTo>
                    <a:pt x="6925560" y="5917840"/>
                  </a:moveTo>
                  <a:lnTo>
                    <a:pt x="6906597" y="5917840"/>
                  </a:lnTo>
                  <a:lnTo>
                    <a:pt x="6898107" y="5924199"/>
                  </a:lnTo>
                  <a:lnTo>
                    <a:pt x="6898107" y="5943245"/>
                  </a:lnTo>
                  <a:lnTo>
                    <a:pt x="6904333" y="5951722"/>
                  </a:lnTo>
                  <a:lnTo>
                    <a:pt x="6925560" y="5951722"/>
                  </a:lnTo>
                  <a:lnTo>
                    <a:pt x="6932068" y="5943245"/>
                  </a:lnTo>
                  <a:lnTo>
                    <a:pt x="6932068" y="5926319"/>
                  </a:lnTo>
                  <a:lnTo>
                    <a:pt x="6925560" y="5917840"/>
                  </a:lnTo>
                  <a:close/>
                </a:path>
                <a:path w="9542780" h="6570345">
                  <a:moveTo>
                    <a:pt x="6883107" y="4945983"/>
                  </a:moveTo>
                  <a:lnTo>
                    <a:pt x="6864146" y="4945983"/>
                  </a:lnTo>
                  <a:lnTo>
                    <a:pt x="6855655" y="4952342"/>
                  </a:lnTo>
                  <a:lnTo>
                    <a:pt x="6855655" y="4971388"/>
                  </a:lnTo>
                  <a:lnTo>
                    <a:pt x="6862165" y="4979865"/>
                  </a:lnTo>
                  <a:lnTo>
                    <a:pt x="6881126" y="4979865"/>
                  </a:lnTo>
                  <a:lnTo>
                    <a:pt x="6889616" y="4971388"/>
                  </a:lnTo>
                  <a:lnTo>
                    <a:pt x="6889616" y="4954461"/>
                  </a:lnTo>
                  <a:lnTo>
                    <a:pt x="6883107" y="4945983"/>
                  </a:lnTo>
                  <a:close/>
                </a:path>
                <a:path w="9542780" h="6570345">
                  <a:moveTo>
                    <a:pt x="6883107" y="4990462"/>
                  </a:moveTo>
                  <a:lnTo>
                    <a:pt x="6864146" y="4990462"/>
                  </a:lnTo>
                  <a:lnTo>
                    <a:pt x="6855655" y="4996792"/>
                  </a:lnTo>
                  <a:lnTo>
                    <a:pt x="6855655" y="5015866"/>
                  </a:lnTo>
                  <a:lnTo>
                    <a:pt x="6862165" y="5024343"/>
                  </a:lnTo>
                  <a:lnTo>
                    <a:pt x="6881126" y="5024343"/>
                  </a:lnTo>
                  <a:lnTo>
                    <a:pt x="6889616" y="5015866"/>
                  </a:lnTo>
                  <a:lnTo>
                    <a:pt x="6889616" y="4998911"/>
                  </a:lnTo>
                  <a:lnTo>
                    <a:pt x="6883107" y="4990462"/>
                  </a:lnTo>
                  <a:close/>
                </a:path>
                <a:path w="9542780" h="6570345">
                  <a:moveTo>
                    <a:pt x="6883107" y="5034912"/>
                  </a:moveTo>
                  <a:lnTo>
                    <a:pt x="6864146" y="5034912"/>
                  </a:lnTo>
                  <a:lnTo>
                    <a:pt x="6855655" y="5041270"/>
                  </a:lnTo>
                  <a:lnTo>
                    <a:pt x="6855655" y="5060316"/>
                  </a:lnTo>
                  <a:lnTo>
                    <a:pt x="6862165" y="5068793"/>
                  </a:lnTo>
                  <a:lnTo>
                    <a:pt x="6872636" y="5068793"/>
                  </a:lnTo>
                  <a:lnTo>
                    <a:pt x="6881126" y="5066675"/>
                  </a:lnTo>
                  <a:lnTo>
                    <a:pt x="6889616" y="5060316"/>
                  </a:lnTo>
                  <a:lnTo>
                    <a:pt x="6889616" y="5043389"/>
                  </a:lnTo>
                  <a:lnTo>
                    <a:pt x="6883107" y="5034912"/>
                  </a:lnTo>
                  <a:close/>
                </a:path>
                <a:path w="9542780" h="6570345">
                  <a:moveTo>
                    <a:pt x="6883107" y="5077272"/>
                  </a:moveTo>
                  <a:lnTo>
                    <a:pt x="6864146" y="5077272"/>
                  </a:lnTo>
                  <a:lnTo>
                    <a:pt x="6855655" y="5083629"/>
                  </a:lnTo>
                  <a:lnTo>
                    <a:pt x="6855655" y="5102675"/>
                  </a:lnTo>
                  <a:lnTo>
                    <a:pt x="6862165" y="5111153"/>
                  </a:lnTo>
                  <a:lnTo>
                    <a:pt x="6881126" y="5111153"/>
                  </a:lnTo>
                  <a:lnTo>
                    <a:pt x="6889616" y="5104795"/>
                  </a:lnTo>
                  <a:lnTo>
                    <a:pt x="6889616" y="5085720"/>
                  </a:lnTo>
                  <a:lnTo>
                    <a:pt x="6883107" y="5077272"/>
                  </a:lnTo>
                  <a:close/>
                </a:path>
                <a:path w="9542780" h="6570345">
                  <a:moveTo>
                    <a:pt x="6883107" y="5121722"/>
                  </a:moveTo>
                  <a:lnTo>
                    <a:pt x="6864146" y="5121722"/>
                  </a:lnTo>
                  <a:lnTo>
                    <a:pt x="6855655" y="5128079"/>
                  </a:lnTo>
                  <a:lnTo>
                    <a:pt x="6855655" y="5147125"/>
                  </a:lnTo>
                  <a:lnTo>
                    <a:pt x="6862165" y="5155603"/>
                  </a:lnTo>
                  <a:lnTo>
                    <a:pt x="6881126" y="5155603"/>
                  </a:lnTo>
                  <a:lnTo>
                    <a:pt x="6889616" y="5149245"/>
                  </a:lnTo>
                  <a:lnTo>
                    <a:pt x="6889616" y="5130199"/>
                  </a:lnTo>
                  <a:lnTo>
                    <a:pt x="6883107" y="5121722"/>
                  </a:lnTo>
                  <a:close/>
                </a:path>
                <a:path w="9542780" h="6570345">
                  <a:moveTo>
                    <a:pt x="6883107" y="5166199"/>
                  </a:moveTo>
                  <a:lnTo>
                    <a:pt x="6864146" y="5166199"/>
                  </a:lnTo>
                  <a:lnTo>
                    <a:pt x="6855655" y="5172529"/>
                  </a:lnTo>
                  <a:lnTo>
                    <a:pt x="6855655" y="5191603"/>
                  </a:lnTo>
                  <a:lnTo>
                    <a:pt x="6862165" y="5200082"/>
                  </a:lnTo>
                  <a:lnTo>
                    <a:pt x="6881126" y="5200082"/>
                  </a:lnTo>
                  <a:lnTo>
                    <a:pt x="6889616" y="5191603"/>
                  </a:lnTo>
                  <a:lnTo>
                    <a:pt x="6889616" y="5174649"/>
                  </a:lnTo>
                  <a:lnTo>
                    <a:pt x="6883107" y="5166199"/>
                  </a:lnTo>
                  <a:close/>
                </a:path>
                <a:path w="9542780" h="6570345">
                  <a:moveTo>
                    <a:pt x="6883107" y="5210649"/>
                  </a:moveTo>
                  <a:lnTo>
                    <a:pt x="6864146" y="5210649"/>
                  </a:lnTo>
                  <a:lnTo>
                    <a:pt x="6855655" y="5217008"/>
                  </a:lnTo>
                  <a:lnTo>
                    <a:pt x="6855655" y="5236055"/>
                  </a:lnTo>
                  <a:lnTo>
                    <a:pt x="6862165" y="5244532"/>
                  </a:lnTo>
                  <a:lnTo>
                    <a:pt x="6881126" y="5244532"/>
                  </a:lnTo>
                  <a:lnTo>
                    <a:pt x="6889616" y="5236055"/>
                  </a:lnTo>
                  <a:lnTo>
                    <a:pt x="6889616" y="5219127"/>
                  </a:lnTo>
                  <a:lnTo>
                    <a:pt x="6883107" y="5210649"/>
                  </a:lnTo>
                  <a:close/>
                </a:path>
                <a:path w="9542780" h="6570345">
                  <a:moveTo>
                    <a:pt x="6883107" y="5255129"/>
                  </a:moveTo>
                  <a:lnTo>
                    <a:pt x="6864146" y="5255129"/>
                  </a:lnTo>
                  <a:lnTo>
                    <a:pt x="6855655" y="5261458"/>
                  </a:lnTo>
                  <a:lnTo>
                    <a:pt x="6855655" y="5282652"/>
                  </a:lnTo>
                  <a:lnTo>
                    <a:pt x="6862165" y="5288982"/>
                  </a:lnTo>
                  <a:lnTo>
                    <a:pt x="6881126" y="5288982"/>
                  </a:lnTo>
                  <a:lnTo>
                    <a:pt x="6889616" y="5280533"/>
                  </a:lnTo>
                  <a:lnTo>
                    <a:pt x="6889616" y="5263578"/>
                  </a:lnTo>
                  <a:lnTo>
                    <a:pt x="6883107" y="5255129"/>
                  </a:lnTo>
                  <a:close/>
                </a:path>
                <a:path w="9542780" h="6570345">
                  <a:moveTo>
                    <a:pt x="6883107" y="5299579"/>
                  </a:moveTo>
                  <a:lnTo>
                    <a:pt x="6864146" y="5299579"/>
                  </a:lnTo>
                  <a:lnTo>
                    <a:pt x="6855655" y="5305936"/>
                  </a:lnTo>
                  <a:lnTo>
                    <a:pt x="6855655" y="5327102"/>
                  </a:lnTo>
                  <a:lnTo>
                    <a:pt x="6862165" y="5333460"/>
                  </a:lnTo>
                  <a:lnTo>
                    <a:pt x="6881126" y="5333460"/>
                  </a:lnTo>
                  <a:lnTo>
                    <a:pt x="6889616" y="5324983"/>
                  </a:lnTo>
                  <a:lnTo>
                    <a:pt x="6889616" y="5308056"/>
                  </a:lnTo>
                  <a:lnTo>
                    <a:pt x="6883107" y="5299579"/>
                  </a:lnTo>
                  <a:close/>
                </a:path>
                <a:path w="9542780" h="6570345">
                  <a:moveTo>
                    <a:pt x="6883107" y="5344057"/>
                  </a:moveTo>
                  <a:lnTo>
                    <a:pt x="6864146" y="5344057"/>
                  </a:lnTo>
                  <a:lnTo>
                    <a:pt x="6855655" y="5350386"/>
                  </a:lnTo>
                  <a:lnTo>
                    <a:pt x="6855655" y="5369462"/>
                  </a:lnTo>
                  <a:lnTo>
                    <a:pt x="6862165" y="5377910"/>
                  </a:lnTo>
                  <a:lnTo>
                    <a:pt x="6872636" y="5377910"/>
                  </a:lnTo>
                  <a:lnTo>
                    <a:pt x="6881126" y="5375791"/>
                  </a:lnTo>
                  <a:lnTo>
                    <a:pt x="6889616" y="5369462"/>
                  </a:lnTo>
                  <a:lnTo>
                    <a:pt x="6889616" y="5352506"/>
                  </a:lnTo>
                  <a:lnTo>
                    <a:pt x="6883107" y="5344057"/>
                  </a:lnTo>
                  <a:close/>
                </a:path>
                <a:path w="9542780" h="6570345">
                  <a:moveTo>
                    <a:pt x="6883107" y="5386388"/>
                  </a:moveTo>
                  <a:lnTo>
                    <a:pt x="6864146" y="5386388"/>
                  </a:lnTo>
                  <a:lnTo>
                    <a:pt x="6855655" y="5392746"/>
                  </a:lnTo>
                  <a:lnTo>
                    <a:pt x="6855655" y="5411792"/>
                  </a:lnTo>
                  <a:lnTo>
                    <a:pt x="6862165" y="5420269"/>
                  </a:lnTo>
                  <a:lnTo>
                    <a:pt x="6881126" y="5420269"/>
                  </a:lnTo>
                  <a:lnTo>
                    <a:pt x="6889616" y="5413912"/>
                  </a:lnTo>
                  <a:lnTo>
                    <a:pt x="6889616" y="5394866"/>
                  </a:lnTo>
                  <a:lnTo>
                    <a:pt x="6883107" y="5386388"/>
                  </a:lnTo>
                  <a:close/>
                </a:path>
                <a:path w="9542780" h="6570345">
                  <a:moveTo>
                    <a:pt x="6883107" y="5873362"/>
                  </a:moveTo>
                  <a:lnTo>
                    <a:pt x="6864146" y="5873362"/>
                  </a:lnTo>
                  <a:lnTo>
                    <a:pt x="6855655" y="5879720"/>
                  </a:lnTo>
                  <a:lnTo>
                    <a:pt x="6855655" y="5898794"/>
                  </a:lnTo>
                  <a:lnTo>
                    <a:pt x="6862165" y="5907243"/>
                  </a:lnTo>
                  <a:lnTo>
                    <a:pt x="6881126" y="5907243"/>
                  </a:lnTo>
                  <a:lnTo>
                    <a:pt x="6889616" y="5898794"/>
                  </a:lnTo>
                  <a:lnTo>
                    <a:pt x="6889616" y="5881839"/>
                  </a:lnTo>
                  <a:lnTo>
                    <a:pt x="6883107" y="5873362"/>
                  </a:lnTo>
                  <a:close/>
                </a:path>
                <a:path w="9542780" h="6570345">
                  <a:moveTo>
                    <a:pt x="6838675" y="4945983"/>
                  </a:moveTo>
                  <a:lnTo>
                    <a:pt x="6819713" y="4945983"/>
                  </a:lnTo>
                  <a:lnTo>
                    <a:pt x="6811223" y="4952342"/>
                  </a:lnTo>
                  <a:lnTo>
                    <a:pt x="6811223" y="4971388"/>
                  </a:lnTo>
                  <a:lnTo>
                    <a:pt x="6817448" y="4979865"/>
                  </a:lnTo>
                  <a:lnTo>
                    <a:pt x="6836694" y="4979865"/>
                  </a:lnTo>
                  <a:lnTo>
                    <a:pt x="6845184" y="4971388"/>
                  </a:lnTo>
                  <a:lnTo>
                    <a:pt x="6845184" y="4954461"/>
                  </a:lnTo>
                  <a:lnTo>
                    <a:pt x="6838675" y="4945983"/>
                  </a:lnTo>
                  <a:close/>
                </a:path>
                <a:path w="9542780" h="6570345">
                  <a:moveTo>
                    <a:pt x="6838675" y="4990462"/>
                  </a:moveTo>
                  <a:lnTo>
                    <a:pt x="6819713" y="4990462"/>
                  </a:lnTo>
                  <a:lnTo>
                    <a:pt x="6811223" y="4996792"/>
                  </a:lnTo>
                  <a:lnTo>
                    <a:pt x="6811223" y="5015866"/>
                  </a:lnTo>
                  <a:lnTo>
                    <a:pt x="6817448" y="5024343"/>
                  </a:lnTo>
                  <a:lnTo>
                    <a:pt x="6836694" y="5024343"/>
                  </a:lnTo>
                  <a:lnTo>
                    <a:pt x="6845184" y="5015866"/>
                  </a:lnTo>
                  <a:lnTo>
                    <a:pt x="6845184" y="4998911"/>
                  </a:lnTo>
                  <a:lnTo>
                    <a:pt x="6838675" y="4990462"/>
                  </a:lnTo>
                  <a:close/>
                </a:path>
                <a:path w="9542780" h="6570345">
                  <a:moveTo>
                    <a:pt x="6838675" y="5034912"/>
                  </a:moveTo>
                  <a:lnTo>
                    <a:pt x="6819713" y="5034912"/>
                  </a:lnTo>
                  <a:lnTo>
                    <a:pt x="6811223" y="5041270"/>
                  </a:lnTo>
                  <a:lnTo>
                    <a:pt x="6811223" y="5060316"/>
                  </a:lnTo>
                  <a:lnTo>
                    <a:pt x="6817448" y="5068793"/>
                  </a:lnTo>
                  <a:lnTo>
                    <a:pt x="6828203" y="5068793"/>
                  </a:lnTo>
                  <a:lnTo>
                    <a:pt x="6836694" y="5066675"/>
                  </a:lnTo>
                  <a:lnTo>
                    <a:pt x="6845184" y="5060316"/>
                  </a:lnTo>
                  <a:lnTo>
                    <a:pt x="6845184" y="5043389"/>
                  </a:lnTo>
                  <a:lnTo>
                    <a:pt x="6838675" y="5034912"/>
                  </a:lnTo>
                  <a:close/>
                </a:path>
                <a:path w="9542780" h="6570345">
                  <a:moveTo>
                    <a:pt x="6838675" y="5077272"/>
                  </a:moveTo>
                  <a:lnTo>
                    <a:pt x="6819713" y="5077272"/>
                  </a:lnTo>
                  <a:lnTo>
                    <a:pt x="6811223" y="5083629"/>
                  </a:lnTo>
                  <a:lnTo>
                    <a:pt x="6811223" y="5102675"/>
                  </a:lnTo>
                  <a:lnTo>
                    <a:pt x="6817448" y="5111153"/>
                  </a:lnTo>
                  <a:lnTo>
                    <a:pt x="6836694" y="5111153"/>
                  </a:lnTo>
                  <a:lnTo>
                    <a:pt x="6845184" y="5104795"/>
                  </a:lnTo>
                  <a:lnTo>
                    <a:pt x="6845184" y="5085720"/>
                  </a:lnTo>
                  <a:lnTo>
                    <a:pt x="6838675" y="5077272"/>
                  </a:lnTo>
                  <a:close/>
                </a:path>
                <a:path w="9542780" h="6570345">
                  <a:moveTo>
                    <a:pt x="6838675" y="5121722"/>
                  </a:moveTo>
                  <a:lnTo>
                    <a:pt x="6819713" y="5121722"/>
                  </a:lnTo>
                  <a:lnTo>
                    <a:pt x="6811223" y="5128079"/>
                  </a:lnTo>
                  <a:lnTo>
                    <a:pt x="6811223" y="5147125"/>
                  </a:lnTo>
                  <a:lnTo>
                    <a:pt x="6817448" y="5155603"/>
                  </a:lnTo>
                  <a:lnTo>
                    <a:pt x="6836694" y="5155603"/>
                  </a:lnTo>
                  <a:lnTo>
                    <a:pt x="6845184" y="5149245"/>
                  </a:lnTo>
                  <a:lnTo>
                    <a:pt x="6845184" y="5130199"/>
                  </a:lnTo>
                  <a:lnTo>
                    <a:pt x="6838675" y="5121722"/>
                  </a:lnTo>
                  <a:close/>
                </a:path>
                <a:path w="9542780" h="6570345">
                  <a:moveTo>
                    <a:pt x="6838675" y="5255129"/>
                  </a:moveTo>
                  <a:lnTo>
                    <a:pt x="6819713" y="5255129"/>
                  </a:lnTo>
                  <a:lnTo>
                    <a:pt x="6811223" y="5261458"/>
                  </a:lnTo>
                  <a:lnTo>
                    <a:pt x="6811223" y="5282652"/>
                  </a:lnTo>
                  <a:lnTo>
                    <a:pt x="6817448" y="5288982"/>
                  </a:lnTo>
                  <a:lnTo>
                    <a:pt x="6836694" y="5288982"/>
                  </a:lnTo>
                  <a:lnTo>
                    <a:pt x="6845184" y="5280533"/>
                  </a:lnTo>
                  <a:lnTo>
                    <a:pt x="6845184" y="5263578"/>
                  </a:lnTo>
                  <a:lnTo>
                    <a:pt x="6838675" y="5255129"/>
                  </a:lnTo>
                  <a:close/>
                </a:path>
                <a:path w="9542780" h="6570345">
                  <a:moveTo>
                    <a:pt x="6838675" y="5299579"/>
                  </a:moveTo>
                  <a:lnTo>
                    <a:pt x="6819713" y="5299579"/>
                  </a:lnTo>
                  <a:lnTo>
                    <a:pt x="6811223" y="5305936"/>
                  </a:lnTo>
                  <a:lnTo>
                    <a:pt x="6811223" y="5327102"/>
                  </a:lnTo>
                  <a:lnTo>
                    <a:pt x="6817448" y="5333460"/>
                  </a:lnTo>
                  <a:lnTo>
                    <a:pt x="6836694" y="5333460"/>
                  </a:lnTo>
                  <a:lnTo>
                    <a:pt x="6845184" y="5324983"/>
                  </a:lnTo>
                  <a:lnTo>
                    <a:pt x="6845184" y="5308056"/>
                  </a:lnTo>
                  <a:lnTo>
                    <a:pt x="6838675" y="5299579"/>
                  </a:lnTo>
                  <a:close/>
                </a:path>
                <a:path w="9542780" h="6570345">
                  <a:moveTo>
                    <a:pt x="6838675" y="5344057"/>
                  </a:moveTo>
                  <a:lnTo>
                    <a:pt x="6819713" y="5344057"/>
                  </a:lnTo>
                  <a:lnTo>
                    <a:pt x="6811223" y="5350386"/>
                  </a:lnTo>
                  <a:lnTo>
                    <a:pt x="6811223" y="5369462"/>
                  </a:lnTo>
                  <a:lnTo>
                    <a:pt x="6817448" y="5377910"/>
                  </a:lnTo>
                  <a:lnTo>
                    <a:pt x="6828203" y="5377910"/>
                  </a:lnTo>
                  <a:lnTo>
                    <a:pt x="6836694" y="5375791"/>
                  </a:lnTo>
                  <a:lnTo>
                    <a:pt x="6845184" y="5369462"/>
                  </a:lnTo>
                  <a:lnTo>
                    <a:pt x="6845184" y="5352506"/>
                  </a:lnTo>
                  <a:lnTo>
                    <a:pt x="6838675" y="5344057"/>
                  </a:lnTo>
                  <a:close/>
                </a:path>
                <a:path w="9542780" h="6570345">
                  <a:moveTo>
                    <a:pt x="6838675" y="5386388"/>
                  </a:moveTo>
                  <a:lnTo>
                    <a:pt x="6819713" y="5386388"/>
                  </a:lnTo>
                  <a:lnTo>
                    <a:pt x="6811223" y="5392746"/>
                  </a:lnTo>
                  <a:lnTo>
                    <a:pt x="6811223" y="5411792"/>
                  </a:lnTo>
                  <a:lnTo>
                    <a:pt x="6817448" y="5420269"/>
                  </a:lnTo>
                  <a:lnTo>
                    <a:pt x="6836694" y="5420269"/>
                  </a:lnTo>
                  <a:lnTo>
                    <a:pt x="6845184" y="5413912"/>
                  </a:lnTo>
                  <a:lnTo>
                    <a:pt x="6845184" y="5394866"/>
                  </a:lnTo>
                  <a:lnTo>
                    <a:pt x="6838675" y="5386388"/>
                  </a:lnTo>
                  <a:close/>
                </a:path>
                <a:path w="9542780" h="6570345">
                  <a:moveTo>
                    <a:pt x="6794242" y="4901533"/>
                  </a:moveTo>
                  <a:lnTo>
                    <a:pt x="6774997" y="4901533"/>
                  </a:lnTo>
                  <a:lnTo>
                    <a:pt x="6766507" y="4907892"/>
                  </a:lnTo>
                  <a:lnTo>
                    <a:pt x="6766507" y="4926937"/>
                  </a:lnTo>
                  <a:lnTo>
                    <a:pt x="6773016" y="4935415"/>
                  </a:lnTo>
                  <a:lnTo>
                    <a:pt x="6791979" y="4935415"/>
                  </a:lnTo>
                  <a:lnTo>
                    <a:pt x="6800469" y="4926937"/>
                  </a:lnTo>
                  <a:lnTo>
                    <a:pt x="6800469" y="4909982"/>
                  </a:lnTo>
                  <a:lnTo>
                    <a:pt x="6794242" y="4901533"/>
                  </a:lnTo>
                  <a:close/>
                </a:path>
                <a:path w="9542780" h="6570345">
                  <a:moveTo>
                    <a:pt x="6794242" y="4945983"/>
                  </a:moveTo>
                  <a:lnTo>
                    <a:pt x="6774997" y="4945983"/>
                  </a:lnTo>
                  <a:lnTo>
                    <a:pt x="6766507" y="4952342"/>
                  </a:lnTo>
                  <a:lnTo>
                    <a:pt x="6766507" y="4971388"/>
                  </a:lnTo>
                  <a:lnTo>
                    <a:pt x="6773016" y="4979865"/>
                  </a:lnTo>
                  <a:lnTo>
                    <a:pt x="6791979" y="4979865"/>
                  </a:lnTo>
                  <a:lnTo>
                    <a:pt x="6800469" y="4971388"/>
                  </a:lnTo>
                  <a:lnTo>
                    <a:pt x="6800469" y="4954461"/>
                  </a:lnTo>
                  <a:lnTo>
                    <a:pt x="6794242" y="4945983"/>
                  </a:lnTo>
                  <a:close/>
                </a:path>
                <a:path w="9542780" h="6570345">
                  <a:moveTo>
                    <a:pt x="6794242" y="4990462"/>
                  </a:moveTo>
                  <a:lnTo>
                    <a:pt x="6774997" y="4990462"/>
                  </a:lnTo>
                  <a:lnTo>
                    <a:pt x="6766507" y="4996792"/>
                  </a:lnTo>
                  <a:lnTo>
                    <a:pt x="6766507" y="5015866"/>
                  </a:lnTo>
                  <a:lnTo>
                    <a:pt x="6773016" y="5024343"/>
                  </a:lnTo>
                  <a:lnTo>
                    <a:pt x="6791979" y="5024343"/>
                  </a:lnTo>
                  <a:lnTo>
                    <a:pt x="6800469" y="5015866"/>
                  </a:lnTo>
                  <a:lnTo>
                    <a:pt x="6800469" y="4998911"/>
                  </a:lnTo>
                  <a:lnTo>
                    <a:pt x="6794242" y="4990462"/>
                  </a:lnTo>
                  <a:close/>
                </a:path>
                <a:path w="9542780" h="6570345">
                  <a:moveTo>
                    <a:pt x="6794242" y="5034912"/>
                  </a:moveTo>
                  <a:lnTo>
                    <a:pt x="6774997" y="5034912"/>
                  </a:lnTo>
                  <a:lnTo>
                    <a:pt x="6766507" y="5041270"/>
                  </a:lnTo>
                  <a:lnTo>
                    <a:pt x="6766507" y="5060316"/>
                  </a:lnTo>
                  <a:lnTo>
                    <a:pt x="6773016" y="5068793"/>
                  </a:lnTo>
                  <a:lnTo>
                    <a:pt x="6783487" y="5068793"/>
                  </a:lnTo>
                  <a:lnTo>
                    <a:pt x="6791979" y="5066675"/>
                  </a:lnTo>
                  <a:lnTo>
                    <a:pt x="6800469" y="5060316"/>
                  </a:lnTo>
                  <a:lnTo>
                    <a:pt x="6800469" y="5043389"/>
                  </a:lnTo>
                  <a:lnTo>
                    <a:pt x="6794242" y="5034912"/>
                  </a:lnTo>
                  <a:close/>
                </a:path>
                <a:path w="9542780" h="6570345">
                  <a:moveTo>
                    <a:pt x="6794242" y="5077272"/>
                  </a:moveTo>
                  <a:lnTo>
                    <a:pt x="6774997" y="5077272"/>
                  </a:lnTo>
                  <a:lnTo>
                    <a:pt x="6766507" y="5083629"/>
                  </a:lnTo>
                  <a:lnTo>
                    <a:pt x="6766507" y="5102675"/>
                  </a:lnTo>
                  <a:lnTo>
                    <a:pt x="6773016" y="5111153"/>
                  </a:lnTo>
                  <a:lnTo>
                    <a:pt x="6791979" y="5111153"/>
                  </a:lnTo>
                  <a:lnTo>
                    <a:pt x="6800469" y="5104795"/>
                  </a:lnTo>
                  <a:lnTo>
                    <a:pt x="6800469" y="5085720"/>
                  </a:lnTo>
                  <a:lnTo>
                    <a:pt x="6794242" y="5077272"/>
                  </a:lnTo>
                  <a:close/>
                </a:path>
                <a:path w="9542780" h="6570345">
                  <a:moveTo>
                    <a:pt x="6794242" y="5121722"/>
                  </a:moveTo>
                  <a:lnTo>
                    <a:pt x="6774997" y="5121722"/>
                  </a:lnTo>
                  <a:lnTo>
                    <a:pt x="6766507" y="5128079"/>
                  </a:lnTo>
                  <a:lnTo>
                    <a:pt x="6766507" y="5147125"/>
                  </a:lnTo>
                  <a:lnTo>
                    <a:pt x="6773016" y="5155603"/>
                  </a:lnTo>
                  <a:lnTo>
                    <a:pt x="6791979" y="5155603"/>
                  </a:lnTo>
                  <a:lnTo>
                    <a:pt x="6800469" y="5149245"/>
                  </a:lnTo>
                  <a:lnTo>
                    <a:pt x="6800469" y="5130199"/>
                  </a:lnTo>
                  <a:lnTo>
                    <a:pt x="6794242" y="5121722"/>
                  </a:lnTo>
                  <a:close/>
                </a:path>
                <a:path w="9542780" h="6570345">
                  <a:moveTo>
                    <a:pt x="6794242" y="5299579"/>
                  </a:moveTo>
                  <a:lnTo>
                    <a:pt x="6774997" y="5299579"/>
                  </a:lnTo>
                  <a:lnTo>
                    <a:pt x="6766507" y="5305936"/>
                  </a:lnTo>
                  <a:lnTo>
                    <a:pt x="6766507" y="5327102"/>
                  </a:lnTo>
                  <a:lnTo>
                    <a:pt x="6773016" y="5333460"/>
                  </a:lnTo>
                  <a:lnTo>
                    <a:pt x="6791979" y="5333460"/>
                  </a:lnTo>
                  <a:lnTo>
                    <a:pt x="6800469" y="5324983"/>
                  </a:lnTo>
                  <a:lnTo>
                    <a:pt x="6800469" y="5308056"/>
                  </a:lnTo>
                  <a:lnTo>
                    <a:pt x="6794242" y="5299579"/>
                  </a:lnTo>
                  <a:close/>
                </a:path>
                <a:path w="9542780" h="6570345">
                  <a:moveTo>
                    <a:pt x="6794242" y="5344057"/>
                  </a:moveTo>
                  <a:lnTo>
                    <a:pt x="6774997" y="5344057"/>
                  </a:lnTo>
                  <a:lnTo>
                    <a:pt x="6766507" y="5350386"/>
                  </a:lnTo>
                  <a:lnTo>
                    <a:pt x="6766507" y="5369462"/>
                  </a:lnTo>
                  <a:lnTo>
                    <a:pt x="6773016" y="5377910"/>
                  </a:lnTo>
                  <a:lnTo>
                    <a:pt x="6783487" y="5377910"/>
                  </a:lnTo>
                  <a:lnTo>
                    <a:pt x="6791979" y="5375791"/>
                  </a:lnTo>
                  <a:lnTo>
                    <a:pt x="6800469" y="5369462"/>
                  </a:lnTo>
                  <a:lnTo>
                    <a:pt x="6800469" y="5352506"/>
                  </a:lnTo>
                  <a:lnTo>
                    <a:pt x="6794242" y="5344057"/>
                  </a:lnTo>
                  <a:close/>
                </a:path>
                <a:path w="9542780" h="6570345">
                  <a:moveTo>
                    <a:pt x="6794242" y="5386388"/>
                  </a:moveTo>
                  <a:lnTo>
                    <a:pt x="6774997" y="5386388"/>
                  </a:lnTo>
                  <a:lnTo>
                    <a:pt x="6766507" y="5392746"/>
                  </a:lnTo>
                  <a:lnTo>
                    <a:pt x="6766507" y="5411792"/>
                  </a:lnTo>
                  <a:lnTo>
                    <a:pt x="6773016" y="5420269"/>
                  </a:lnTo>
                  <a:lnTo>
                    <a:pt x="6791979" y="5420269"/>
                  </a:lnTo>
                  <a:lnTo>
                    <a:pt x="6800469" y="5413912"/>
                  </a:lnTo>
                  <a:lnTo>
                    <a:pt x="6800469" y="5394866"/>
                  </a:lnTo>
                  <a:lnTo>
                    <a:pt x="6794242" y="5386388"/>
                  </a:lnTo>
                  <a:close/>
                </a:path>
                <a:path w="9542780" h="6570345">
                  <a:moveTo>
                    <a:pt x="6794242" y="5430866"/>
                  </a:moveTo>
                  <a:lnTo>
                    <a:pt x="6774997" y="5430866"/>
                  </a:lnTo>
                  <a:lnTo>
                    <a:pt x="6766507" y="5437196"/>
                  </a:lnTo>
                  <a:lnTo>
                    <a:pt x="6766507" y="5458390"/>
                  </a:lnTo>
                  <a:lnTo>
                    <a:pt x="6773016" y="5464719"/>
                  </a:lnTo>
                  <a:lnTo>
                    <a:pt x="6791979" y="5464719"/>
                  </a:lnTo>
                  <a:lnTo>
                    <a:pt x="6800469" y="5458390"/>
                  </a:lnTo>
                  <a:lnTo>
                    <a:pt x="6800469" y="5439316"/>
                  </a:lnTo>
                  <a:lnTo>
                    <a:pt x="6794242" y="5430866"/>
                  </a:lnTo>
                  <a:close/>
                </a:path>
                <a:path w="9542780" h="6570345">
                  <a:moveTo>
                    <a:pt x="6794242" y="5475316"/>
                  </a:moveTo>
                  <a:lnTo>
                    <a:pt x="6774997" y="5475316"/>
                  </a:lnTo>
                  <a:lnTo>
                    <a:pt x="6766507" y="5481675"/>
                  </a:lnTo>
                  <a:lnTo>
                    <a:pt x="6766507" y="5502840"/>
                  </a:lnTo>
                  <a:lnTo>
                    <a:pt x="6773016" y="5509199"/>
                  </a:lnTo>
                  <a:lnTo>
                    <a:pt x="6791979" y="5509199"/>
                  </a:lnTo>
                  <a:lnTo>
                    <a:pt x="6800469" y="5500721"/>
                  </a:lnTo>
                  <a:lnTo>
                    <a:pt x="6800469" y="5483793"/>
                  </a:lnTo>
                  <a:lnTo>
                    <a:pt x="6794242" y="5475316"/>
                  </a:lnTo>
                  <a:close/>
                </a:path>
                <a:path w="9542780" h="6570345">
                  <a:moveTo>
                    <a:pt x="6749526" y="4857055"/>
                  </a:moveTo>
                  <a:lnTo>
                    <a:pt x="6730565" y="4857055"/>
                  </a:lnTo>
                  <a:lnTo>
                    <a:pt x="6722074" y="4863412"/>
                  </a:lnTo>
                  <a:lnTo>
                    <a:pt x="6722074" y="4882459"/>
                  </a:lnTo>
                  <a:lnTo>
                    <a:pt x="6728301" y="4890936"/>
                  </a:lnTo>
                  <a:lnTo>
                    <a:pt x="6747545" y="4890936"/>
                  </a:lnTo>
                  <a:lnTo>
                    <a:pt x="6756035" y="4882459"/>
                  </a:lnTo>
                  <a:lnTo>
                    <a:pt x="6756035" y="4865532"/>
                  </a:lnTo>
                  <a:lnTo>
                    <a:pt x="6749526" y="4857055"/>
                  </a:lnTo>
                  <a:close/>
                </a:path>
                <a:path w="9542780" h="6570345">
                  <a:moveTo>
                    <a:pt x="6749526" y="4901533"/>
                  </a:moveTo>
                  <a:lnTo>
                    <a:pt x="6730565" y="4901533"/>
                  </a:lnTo>
                  <a:lnTo>
                    <a:pt x="6722074" y="4907892"/>
                  </a:lnTo>
                  <a:lnTo>
                    <a:pt x="6722074" y="4926937"/>
                  </a:lnTo>
                  <a:lnTo>
                    <a:pt x="6728301" y="4935415"/>
                  </a:lnTo>
                  <a:lnTo>
                    <a:pt x="6747545" y="4935415"/>
                  </a:lnTo>
                  <a:lnTo>
                    <a:pt x="6756035" y="4926937"/>
                  </a:lnTo>
                  <a:lnTo>
                    <a:pt x="6756035" y="4909982"/>
                  </a:lnTo>
                  <a:lnTo>
                    <a:pt x="6749526" y="4901533"/>
                  </a:lnTo>
                  <a:close/>
                </a:path>
                <a:path w="9542780" h="6570345">
                  <a:moveTo>
                    <a:pt x="6749526" y="4945983"/>
                  </a:moveTo>
                  <a:lnTo>
                    <a:pt x="6730565" y="4945983"/>
                  </a:lnTo>
                  <a:lnTo>
                    <a:pt x="6722074" y="4952342"/>
                  </a:lnTo>
                  <a:lnTo>
                    <a:pt x="6722074" y="4971388"/>
                  </a:lnTo>
                  <a:lnTo>
                    <a:pt x="6728301" y="4979865"/>
                  </a:lnTo>
                  <a:lnTo>
                    <a:pt x="6747545" y="4979865"/>
                  </a:lnTo>
                  <a:lnTo>
                    <a:pt x="6756035" y="4971388"/>
                  </a:lnTo>
                  <a:lnTo>
                    <a:pt x="6756035" y="4954461"/>
                  </a:lnTo>
                  <a:lnTo>
                    <a:pt x="6749526" y="4945983"/>
                  </a:lnTo>
                  <a:close/>
                </a:path>
                <a:path w="9542780" h="6570345">
                  <a:moveTo>
                    <a:pt x="6749526" y="4990462"/>
                  </a:moveTo>
                  <a:lnTo>
                    <a:pt x="6730565" y="4990462"/>
                  </a:lnTo>
                  <a:lnTo>
                    <a:pt x="6722074" y="4996792"/>
                  </a:lnTo>
                  <a:lnTo>
                    <a:pt x="6722074" y="5015866"/>
                  </a:lnTo>
                  <a:lnTo>
                    <a:pt x="6728301" y="5024343"/>
                  </a:lnTo>
                  <a:lnTo>
                    <a:pt x="6747545" y="5024343"/>
                  </a:lnTo>
                  <a:lnTo>
                    <a:pt x="6756035" y="5015866"/>
                  </a:lnTo>
                  <a:lnTo>
                    <a:pt x="6756035" y="4998911"/>
                  </a:lnTo>
                  <a:lnTo>
                    <a:pt x="6749526" y="4990462"/>
                  </a:lnTo>
                  <a:close/>
                </a:path>
                <a:path w="9542780" h="6570345">
                  <a:moveTo>
                    <a:pt x="6749526" y="5034912"/>
                  </a:moveTo>
                  <a:lnTo>
                    <a:pt x="6730565" y="5034912"/>
                  </a:lnTo>
                  <a:lnTo>
                    <a:pt x="6722074" y="5041270"/>
                  </a:lnTo>
                  <a:lnTo>
                    <a:pt x="6722074" y="5060316"/>
                  </a:lnTo>
                  <a:lnTo>
                    <a:pt x="6728301" y="5068793"/>
                  </a:lnTo>
                  <a:lnTo>
                    <a:pt x="6739055" y="5068793"/>
                  </a:lnTo>
                  <a:lnTo>
                    <a:pt x="6747545" y="5066675"/>
                  </a:lnTo>
                  <a:lnTo>
                    <a:pt x="6756035" y="5060316"/>
                  </a:lnTo>
                  <a:lnTo>
                    <a:pt x="6756035" y="5043389"/>
                  </a:lnTo>
                  <a:lnTo>
                    <a:pt x="6749526" y="5034912"/>
                  </a:lnTo>
                  <a:close/>
                </a:path>
                <a:path w="9542780" h="6570345">
                  <a:moveTo>
                    <a:pt x="6749526" y="5077272"/>
                  </a:moveTo>
                  <a:lnTo>
                    <a:pt x="6730565" y="5077272"/>
                  </a:lnTo>
                  <a:lnTo>
                    <a:pt x="6722074" y="5083629"/>
                  </a:lnTo>
                  <a:lnTo>
                    <a:pt x="6722074" y="5102675"/>
                  </a:lnTo>
                  <a:lnTo>
                    <a:pt x="6728301" y="5111153"/>
                  </a:lnTo>
                  <a:lnTo>
                    <a:pt x="6747545" y="5111153"/>
                  </a:lnTo>
                  <a:lnTo>
                    <a:pt x="6756035" y="5104795"/>
                  </a:lnTo>
                  <a:lnTo>
                    <a:pt x="6756035" y="5085720"/>
                  </a:lnTo>
                  <a:lnTo>
                    <a:pt x="6749526" y="5077272"/>
                  </a:lnTo>
                  <a:close/>
                </a:path>
                <a:path w="9542780" h="6570345">
                  <a:moveTo>
                    <a:pt x="6749526" y="5121722"/>
                  </a:moveTo>
                  <a:lnTo>
                    <a:pt x="6730565" y="5121722"/>
                  </a:lnTo>
                  <a:lnTo>
                    <a:pt x="6722074" y="5128079"/>
                  </a:lnTo>
                  <a:lnTo>
                    <a:pt x="6722074" y="5147125"/>
                  </a:lnTo>
                  <a:lnTo>
                    <a:pt x="6728301" y="5155603"/>
                  </a:lnTo>
                  <a:lnTo>
                    <a:pt x="6747545" y="5155603"/>
                  </a:lnTo>
                  <a:lnTo>
                    <a:pt x="6756035" y="5149245"/>
                  </a:lnTo>
                  <a:lnTo>
                    <a:pt x="6756035" y="5130199"/>
                  </a:lnTo>
                  <a:lnTo>
                    <a:pt x="6749526" y="5121722"/>
                  </a:lnTo>
                  <a:close/>
                </a:path>
                <a:path w="9542780" h="6570345">
                  <a:moveTo>
                    <a:pt x="6749526" y="5166199"/>
                  </a:moveTo>
                  <a:lnTo>
                    <a:pt x="6730565" y="5166199"/>
                  </a:lnTo>
                  <a:lnTo>
                    <a:pt x="6722074" y="5172529"/>
                  </a:lnTo>
                  <a:lnTo>
                    <a:pt x="6722074" y="5191603"/>
                  </a:lnTo>
                  <a:lnTo>
                    <a:pt x="6728301" y="5200082"/>
                  </a:lnTo>
                  <a:lnTo>
                    <a:pt x="6747545" y="5200082"/>
                  </a:lnTo>
                  <a:lnTo>
                    <a:pt x="6756035" y="5191603"/>
                  </a:lnTo>
                  <a:lnTo>
                    <a:pt x="6756035" y="5174649"/>
                  </a:lnTo>
                  <a:lnTo>
                    <a:pt x="6749526" y="5166199"/>
                  </a:lnTo>
                  <a:close/>
                </a:path>
                <a:path w="9542780" h="6570345">
                  <a:moveTo>
                    <a:pt x="6749526" y="5299579"/>
                  </a:moveTo>
                  <a:lnTo>
                    <a:pt x="6730565" y="5299579"/>
                  </a:lnTo>
                  <a:lnTo>
                    <a:pt x="6722074" y="5305936"/>
                  </a:lnTo>
                  <a:lnTo>
                    <a:pt x="6722074" y="5327102"/>
                  </a:lnTo>
                  <a:lnTo>
                    <a:pt x="6728301" y="5333460"/>
                  </a:lnTo>
                  <a:lnTo>
                    <a:pt x="6747545" y="5333460"/>
                  </a:lnTo>
                  <a:lnTo>
                    <a:pt x="6756035" y="5324983"/>
                  </a:lnTo>
                  <a:lnTo>
                    <a:pt x="6756035" y="5308056"/>
                  </a:lnTo>
                  <a:lnTo>
                    <a:pt x="6749526" y="5299579"/>
                  </a:lnTo>
                  <a:close/>
                </a:path>
                <a:path w="9542780" h="6570345">
                  <a:moveTo>
                    <a:pt x="6749526" y="5344057"/>
                  </a:moveTo>
                  <a:lnTo>
                    <a:pt x="6730565" y="5344057"/>
                  </a:lnTo>
                  <a:lnTo>
                    <a:pt x="6722074" y="5350386"/>
                  </a:lnTo>
                  <a:lnTo>
                    <a:pt x="6722074" y="5369462"/>
                  </a:lnTo>
                  <a:lnTo>
                    <a:pt x="6728301" y="5377910"/>
                  </a:lnTo>
                  <a:lnTo>
                    <a:pt x="6739055" y="5377910"/>
                  </a:lnTo>
                  <a:lnTo>
                    <a:pt x="6747545" y="5375791"/>
                  </a:lnTo>
                  <a:lnTo>
                    <a:pt x="6756035" y="5369462"/>
                  </a:lnTo>
                  <a:lnTo>
                    <a:pt x="6756035" y="5352506"/>
                  </a:lnTo>
                  <a:lnTo>
                    <a:pt x="6749526" y="5344057"/>
                  </a:lnTo>
                  <a:close/>
                </a:path>
                <a:path w="9542780" h="6570345">
                  <a:moveTo>
                    <a:pt x="6749526" y="5386388"/>
                  </a:moveTo>
                  <a:lnTo>
                    <a:pt x="6730565" y="5386388"/>
                  </a:lnTo>
                  <a:lnTo>
                    <a:pt x="6722074" y="5392746"/>
                  </a:lnTo>
                  <a:lnTo>
                    <a:pt x="6722074" y="5411792"/>
                  </a:lnTo>
                  <a:lnTo>
                    <a:pt x="6728301" y="5420269"/>
                  </a:lnTo>
                  <a:lnTo>
                    <a:pt x="6747545" y="5420269"/>
                  </a:lnTo>
                  <a:lnTo>
                    <a:pt x="6756035" y="5413912"/>
                  </a:lnTo>
                  <a:lnTo>
                    <a:pt x="6756035" y="5394866"/>
                  </a:lnTo>
                  <a:lnTo>
                    <a:pt x="6749526" y="5386388"/>
                  </a:lnTo>
                  <a:close/>
                </a:path>
                <a:path w="9542780" h="6570345">
                  <a:moveTo>
                    <a:pt x="6749526" y="5430866"/>
                  </a:moveTo>
                  <a:lnTo>
                    <a:pt x="6730565" y="5430866"/>
                  </a:lnTo>
                  <a:lnTo>
                    <a:pt x="6722074" y="5437196"/>
                  </a:lnTo>
                  <a:lnTo>
                    <a:pt x="6722074" y="5458390"/>
                  </a:lnTo>
                  <a:lnTo>
                    <a:pt x="6728301" y="5464719"/>
                  </a:lnTo>
                  <a:lnTo>
                    <a:pt x="6747545" y="5464719"/>
                  </a:lnTo>
                  <a:lnTo>
                    <a:pt x="6756035" y="5458390"/>
                  </a:lnTo>
                  <a:lnTo>
                    <a:pt x="6756035" y="5439316"/>
                  </a:lnTo>
                  <a:lnTo>
                    <a:pt x="6749526" y="5430866"/>
                  </a:lnTo>
                  <a:close/>
                </a:path>
                <a:path w="9542780" h="6570345">
                  <a:moveTo>
                    <a:pt x="6749526" y="5475316"/>
                  </a:moveTo>
                  <a:lnTo>
                    <a:pt x="6730565" y="5475316"/>
                  </a:lnTo>
                  <a:lnTo>
                    <a:pt x="6722074" y="5481675"/>
                  </a:lnTo>
                  <a:lnTo>
                    <a:pt x="6722074" y="5502840"/>
                  </a:lnTo>
                  <a:lnTo>
                    <a:pt x="6728301" y="5509199"/>
                  </a:lnTo>
                  <a:lnTo>
                    <a:pt x="6747545" y="5509199"/>
                  </a:lnTo>
                  <a:lnTo>
                    <a:pt x="6756035" y="5500721"/>
                  </a:lnTo>
                  <a:lnTo>
                    <a:pt x="6756035" y="5483793"/>
                  </a:lnTo>
                  <a:lnTo>
                    <a:pt x="6749526" y="5475316"/>
                  </a:lnTo>
                  <a:close/>
                </a:path>
                <a:path w="9542780" h="6570345">
                  <a:moveTo>
                    <a:pt x="6705094" y="4857055"/>
                  </a:moveTo>
                  <a:lnTo>
                    <a:pt x="6686132" y="4857055"/>
                  </a:lnTo>
                  <a:lnTo>
                    <a:pt x="6677642" y="4863412"/>
                  </a:lnTo>
                  <a:lnTo>
                    <a:pt x="6677642" y="4882459"/>
                  </a:lnTo>
                  <a:lnTo>
                    <a:pt x="6683867" y="4890936"/>
                  </a:lnTo>
                  <a:lnTo>
                    <a:pt x="6705094" y="4890936"/>
                  </a:lnTo>
                  <a:lnTo>
                    <a:pt x="6711603" y="4882459"/>
                  </a:lnTo>
                  <a:lnTo>
                    <a:pt x="6711603" y="4865532"/>
                  </a:lnTo>
                  <a:lnTo>
                    <a:pt x="6705094" y="4857055"/>
                  </a:lnTo>
                  <a:close/>
                </a:path>
                <a:path w="9542780" h="6570345">
                  <a:moveTo>
                    <a:pt x="6705094" y="4901533"/>
                  </a:moveTo>
                  <a:lnTo>
                    <a:pt x="6686132" y="4901533"/>
                  </a:lnTo>
                  <a:lnTo>
                    <a:pt x="6677642" y="4907892"/>
                  </a:lnTo>
                  <a:lnTo>
                    <a:pt x="6677642" y="4926937"/>
                  </a:lnTo>
                  <a:lnTo>
                    <a:pt x="6683867" y="4935415"/>
                  </a:lnTo>
                  <a:lnTo>
                    <a:pt x="6705094" y="4935415"/>
                  </a:lnTo>
                  <a:lnTo>
                    <a:pt x="6711603" y="4926937"/>
                  </a:lnTo>
                  <a:lnTo>
                    <a:pt x="6711603" y="4909982"/>
                  </a:lnTo>
                  <a:lnTo>
                    <a:pt x="6705094" y="4901533"/>
                  </a:lnTo>
                  <a:close/>
                </a:path>
                <a:path w="9542780" h="6570345">
                  <a:moveTo>
                    <a:pt x="6705094" y="4945983"/>
                  </a:moveTo>
                  <a:lnTo>
                    <a:pt x="6686132" y="4945983"/>
                  </a:lnTo>
                  <a:lnTo>
                    <a:pt x="6677642" y="4952342"/>
                  </a:lnTo>
                  <a:lnTo>
                    <a:pt x="6677642" y="4971388"/>
                  </a:lnTo>
                  <a:lnTo>
                    <a:pt x="6683867" y="4979865"/>
                  </a:lnTo>
                  <a:lnTo>
                    <a:pt x="6705094" y="4979865"/>
                  </a:lnTo>
                  <a:lnTo>
                    <a:pt x="6711603" y="4971388"/>
                  </a:lnTo>
                  <a:lnTo>
                    <a:pt x="6711603" y="4954461"/>
                  </a:lnTo>
                  <a:lnTo>
                    <a:pt x="6705094" y="4945983"/>
                  </a:lnTo>
                  <a:close/>
                </a:path>
                <a:path w="9542780" h="6570345">
                  <a:moveTo>
                    <a:pt x="6705094" y="4990462"/>
                  </a:moveTo>
                  <a:lnTo>
                    <a:pt x="6686132" y="4990462"/>
                  </a:lnTo>
                  <a:lnTo>
                    <a:pt x="6677642" y="4996792"/>
                  </a:lnTo>
                  <a:lnTo>
                    <a:pt x="6677642" y="5015866"/>
                  </a:lnTo>
                  <a:lnTo>
                    <a:pt x="6683867" y="5024343"/>
                  </a:lnTo>
                  <a:lnTo>
                    <a:pt x="6705094" y="5024343"/>
                  </a:lnTo>
                  <a:lnTo>
                    <a:pt x="6711603" y="5015866"/>
                  </a:lnTo>
                  <a:lnTo>
                    <a:pt x="6711603" y="4998911"/>
                  </a:lnTo>
                  <a:lnTo>
                    <a:pt x="6705094" y="4990462"/>
                  </a:lnTo>
                  <a:close/>
                </a:path>
                <a:path w="9542780" h="6570345">
                  <a:moveTo>
                    <a:pt x="6705094" y="5034912"/>
                  </a:moveTo>
                  <a:lnTo>
                    <a:pt x="6686132" y="5034912"/>
                  </a:lnTo>
                  <a:lnTo>
                    <a:pt x="6677642" y="5041270"/>
                  </a:lnTo>
                  <a:lnTo>
                    <a:pt x="6677642" y="5060316"/>
                  </a:lnTo>
                  <a:lnTo>
                    <a:pt x="6683867" y="5068793"/>
                  </a:lnTo>
                  <a:lnTo>
                    <a:pt x="6694622" y="5068793"/>
                  </a:lnTo>
                  <a:lnTo>
                    <a:pt x="6705094" y="5066675"/>
                  </a:lnTo>
                  <a:lnTo>
                    <a:pt x="6711603" y="5060316"/>
                  </a:lnTo>
                  <a:lnTo>
                    <a:pt x="6711603" y="5043389"/>
                  </a:lnTo>
                  <a:lnTo>
                    <a:pt x="6705094" y="5034912"/>
                  </a:lnTo>
                  <a:close/>
                </a:path>
                <a:path w="9542780" h="6570345">
                  <a:moveTo>
                    <a:pt x="6705094" y="5077272"/>
                  </a:moveTo>
                  <a:lnTo>
                    <a:pt x="6686132" y="5077272"/>
                  </a:lnTo>
                  <a:lnTo>
                    <a:pt x="6677642" y="5083629"/>
                  </a:lnTo>
                  <a:lnTo>
                    <a:pt x="6677642" y="5102675"/>
                  </a:lnTo>
                  <a:lnTo>
                    <a:pt x="6683867" y="5111153"/>
                  </a:lnTo>
                  <a:lnTo>
                    <a:pt x="6705094" y="5111153"/>
                  </a:lnTo>
                  <a:lnTo>
                    <a:pt x="6711603" y="5104795"/>
                  </a:lnTo>
                  <a:lnTo>
                    <a:pt x="6711603" y="5085720"/>
                  </a:lnTo>
                  <a:lnTo>
                    <a:pt x="6705094" y="5077272"/>
                  </a:lnTo>
                  <a:close/>
                </a:path>
                <a:path w="9542780" h="6570345">
                  <a:moveTo>
                    <a:pt x="6705094" y="5121722"/>
                  </a:moveTo>
                  <a:lnTo>
                    <a:pt x="6686132" y="5121722"/>
                  </a:lnTo>
                  <a:lnTo>
                    <a:pt x="6677642" y="5128079"/>
                  </a:lnTo>
                  <a:lnTo>
                    <a:pt x="6677642" y="5147125"/>
                  </a:lnTo>
                  <a:lnTo>
                    <a:pt x="6683867" y="5155603"/>
                  </a:lnTo>
                  <a:lnTo>
                    <a:pt x="6705094" y="5155603"/>
                  </a:lnTo>
                  <a:lnTo>
                    <a:pt x="6711603" y="5149245"/>
                  </a:lnTo>
                  <a:lnTo>
                    <a:pt x="6711603" y="5130199"/>
                  </a:lnTo>
                  <a:lnTo>
                    <a:pt x="6705094" y="5121722"/>
                  </a:lnTo>
                  <a:close/>
                </a:path>
                <a:path w="9542780" h="6570345">
                  <a:moveTo>
                    <a:pt x="6705094" y="5166199"/>
                  </a:moveTo>
                  <a:lnTo>
                    <a:pt x="6686132" y="5166199"/>
                  </a:lnTo>
                  <a:lnTo>
                    <a:pt x="6677642" y="5172529"/>
                  </a:lnTo>
                  <a:lnTo>
                    <a:pt x="6677642" y="5191603"/>
                  </a:lnTo>
                  <a:lnTo>
                    <a:pt x="6683867" y="5200082"/>
                  </a:lnTo>
                  <a:lnTo>
                    <a:pt x="6705094" y="5200082"/>
                  </a:lnTo>
                  <a:lnTo>
                    <a:pt x="6711603" y="5191603"/>
                  </a:lnTo>
                  <a:lnTo>
                    <a:pt x="6711603" y="5174649"/>
                  </a:lnTo>
                  <a:lnTo>
                    <a:pt x="6705094" y="5166199"/>
                  </a:lnTo>
                  <a:close/>
                </a:path>
                <a:path w="9542780" h="6570345">
                  <a:moveTo>
                    <a:pt x="6705094" y="5255129"/>
                  </a:moveTo>
                  <a:lnTo>
                    <a:pt x="6686132" y="5255129"/>
                  </a:lnTo>
                  <a:lnTo>
                    <a:pt x="6677642" y="5261458"/>
                  </a:lnTo>
                  <a:lnTo>
                    <a:pt x="6677642" y="5282652"/>
                  </a:lnTo>
                  <a:lnTo>
                    <a:pt x="6683867" y="5288982"/>
                  </a:lnTo>
                  <a:lnTo>
                    <a:pt x="6705094" y="5288982"/>
                  </a:lnTo>
                  <a:lnTo>
                    <a:pt x="6711603" y="5280533"/>
                  </a:lnTo>
                  <a:lnTo>
                    <a:pt x="6711603" y="5263578"/>
                  </a:lnTo>
                  <a:lnTo>
                    <a:pt x="6705094" y="5255129"/>
                  </a:lnTo>
                  <a:close/>
                </a:path>
                <a:path w="9542780" h="6570345">
                  <a:moveTo>
                    <a:pt x="6705094" y="5299579"/>
                  </a:moveTo>
                  <a:lnTo>
                    <a:pt x="6686132" y="5299579"/>
                  </a:lnTo>
                  <a:lnTo>
                    <a:pt x="6677642" y="5305936"/>
                  </a:lnTo>
                  <a:lnTo>
                    <a:pt x="6677642" y="5327102"/>
                  </a:lnTo>
                  <a:lnTo>
                    <a:pt x="6683867" y="5333460"/>
                  </a:lnTo>
                  <a:lnTo>
                    <a:pt x="6705094" y="5333460"/>
                  </a:lnTo>
                  <a:lnTo>
                    <a:pt x="6711603" y="5324983"/>
                  </a:lnTo>
                  <a:lnTo>
                    <a:pt x="6711603" y="5308056"/>
                  </a:lnTo>
                  <a:lnTo>
                    <a:pt x="6705094" y="5299579"/>
                  </a:lnTo>
                  <a:close/>
                </a:path>
                <a:path w="9542780" h="6570345">
                  <a:moveTo>
                    <a:pt x="6705094" y="5344057"/>
                  </a:moveTo>
                  <a:lnTo>
                    <a:pt x="6686132" y="5344057"/>
                  </a:lnTo>
                  <a:lnTo>
                    <a:pt x="6677642" y="5350386"/>
                  </a:lnTo>
                  <a:lnTo>
                    <a:pt x="6677642" y="5369462"/>
                  </a:lnTo>
                  <a:lnTo>
                    <a:pt x="6683867" y="5377910"/>
                  </a:lnTo>
                  <a:lnTo>
                    <a:pt x="6694623" y="5377910"/>
                  </a:lnTo>
                  <a:lnTo>
                    <a:pt x="6705094" y="5375791"/>
                  </a:lnTo>
                  <a:lnTo>
                    <a:pt x="6711603" y="5369462"/>
                  </a:lnTo>
                  <a:lnTo>
                    <a:pt x="6711603" y="5352506"/>
                  </a:lnTo>
                  <a:lnTo>
                    <a:pt x="6705094" y="5344057"/>
                  </a:lnTo>
                  <a:close/>
                </a:path>
                <a:path w="9542780" h="6570345">
                  <a:moveTo>
                    <a:pt x="6660661" y="4857055"/>
                  </a:moveTo>
                  <a:lnTo>
                    <a:pt x="6641416" y="4857055"/>
                  </a:lnTo>
                  <a:lnTo>
                    <a:pt x="6632926" y="4863412"/>
                  </a:lnTo>
                  <a:lnTo>
                    <a:pt x="6632926" y="4882459"/>
                  </a:lnTo>
                  <a:lnTo>
                    <a:pt x="6639435" y="4890936"/>
                  </a:lnTo>
                  <a:lnTo>
                    <a:pt x="6660661" y="4890936"/>
                  </a:lnTo>
                  <a:lnTo>
                    <a:pt x="6666887" y="4882459"/>
                  </a:lnTo>
                  <a:lnTo>
                    <a:pt x="6666887" y="4865532"/>
                  </a:lnTo>
                  <a:lnTo>
                    <a:pt x="6660661" y="4857055"/>
                  </a:lnTo>
                  <a:close/>
                </a:path>
                <a:path w="9542780" h="6570345">
                  <a:moveTo>
                    <a:pt x="6660661" y="4901533"/>
                  </a:moveTo>
                  <a:lnTo>
                    <a:pt x="6641416" y="4901533"/>
                  </a:lnTo>
                  <a:lnTo>
                    <a:pt x="6632926" y="4907892"/>
                  </a:lnTo>
                  <a:lnTo>
                    <a:pt x="6632926" y="4926937"/>
                  </a:lnTo>
                  <a:lnTo>
                    <a:pt x="6639435" y="4935415"/>
                  </a:lnTo>
                  <a:lnTo>
                    <a:pt x="6660661" y="4935415"/>
                  </a:lnTo>
                  <a:lnTo>
                    <a:pt x="6666887" y="4926937"/>
                  </a:lnTo>
                  <a:lnTo>
                    <a:pt x="6666887" y="4909982"/>
                  </a:lnTo>
                  <a:lnTo>
                    <a:pt x="6660661" y="4901533"/>
                  </a:lnTo>
                  <a:close/>
                </a:path>
                <a:path w="9542780" h="6570345">
                  <a:moveTo>
                    <a:pt x="6660661" y="4945983"/>
                  </a:moveTo>
                  <a:lnTo>
                    <a:pt x="6641416" y="4945983"/>
                  </a:lnTo>
                  <a:lnTo>
                    <a:pt x="6632926" y="4952342"/>
                  </a:lnTo>
                  <a:lnTo>
                    <a:pt x="6632926" y="4971388"/>
                  </a:lnTo>
                  <a:lnTo>
                    <a:pt x="6639435" y="4979865"/>
                  </a:lnTo>
                  <a:lnTo>
                    <a:pt x="6660661" y="4979865"/>
                  </a:lnTo>
                  <a:lnTo>
                    <a:pt x="6666887" y="4971388"/>
                  </a:lnTo>
                  <a:lnTo>
                    <a:pt x="6666887" y="4954461"/>
                  </a:lnTo>
                  <a:lnTo>
                    <a:pt x="6660661" y="4945983"/>
                  </a:lnTo>
                  <a:close/>
                </a:path>
                <a:path w="9542780" h="6570345">
                  <a:moveTo>
                    <a:pt x="6660661" y="4990462"/>
                  </a:moveTo>
                  <a:lnTo>
                    <a:pt x="6641416" y="4990462"/>
                  </a:lnTo>
                  <a:lnTo>
                    <a:pt x="6632926" y="4996792"/>
                  </a:lnTo>
                  <a:lnTo>
                    <a:pt x="6632926" y="5015866"/>
                  </a:lnTo>
                  <a:lnTo>
                    <a:pt x="6639435" y="5024343"/>
                  </a:lnTo>
                  <a:lnTo>
                    <a:pt x="6660661" y="5024343"/>
                  </a:lnTo>
                  <a:lnTo>
                    <a:pt x="6666887" y="5015866"/>
                  </a:lnTo>
                  <a:lnTo>
                    <a:pt x="6666887" y="4998911"/>
                  </a:lnTo>
                  <a:lnTo>
                    <a:pt x="6660661" y="4990462"/>
                  </a:lnTo>
                  <a:close/>
                </a:path>
                <a:path w="9542780" h="6570345">
                  <a:moveTo>
                    <a:pt x="6660661" y="5034912"/>
                  </a:moveTo>
                  <a:lnTo>
                    <a:pt x="6641416" y="5034912"/>
                  </a:lnTo>
                  <a:lnTo>
                    <a:pt x="6632926" y="5041270"/>
                  </a:lnTo>
                  <a:lnTo>
                    <a:pt x="6632926" y="5060316"/>
                  </a:lnTo>
                  <a:lnTo>
                    <a:pt x="6639435" y="5068793"/>
                  </a:lnTo>
                  <a:lnTo>
                    <a:pt x="6649906" y="5068793"/>
                  </a:lnTo>
                  <a:lnTo>
                    <a:pt x="6660661" y="5066675"/>
                  </a:lnTo>
                  <a:lnTo>
                    <a:pt x="6666887" y="5060316"/>
                  </a:lnTo>
                  <a:lnTo>
                    <a:pt x="6666887" y="5043389"/>
                  </a:lnTo>
                  <a:lnTo>
                    <a:pt x="6660661" y="5034912"/>
                  </a:lnTo>
                  <a:close/>
                </a:path>
                <a:path w="9542780" h="6570345">
                  <a:moveTo>
                    <a:pt x="6660661" y="5077272"/>
                  </a:moveTo>
                  <a:lnTo>
                    <a:pt x="6641416" y="5077272"/>
                  </a:lnTo>
                  <a:lnTo>
                    <a:pt x="6632926" y="5083629"/>
                  </a:lnTo>
                  <a:lnTo>
                    <a:pt x="6632926" y="5102675"/>
                  </a:lnTo>
                  <a:lnTo>
                    <a:pt x="6639435" y="5111153"/>
                  </a:lnTo>
                  <a:lnTo>
                    <a:pt x="6660661" y="5111153"/>
                  </a:lnTo>
                  <a:lnTo>
                    <a:pt x="6666887" y="5104795"/>
                  </a:lnTo>
                  <a:lnTo>
                    <a:pt x="6666887" y="5085720"/>
                  </a:lnTo>
                  <a:lnTo>
                    <a:pt x="6660661" y="5077272"/>
                  </a:lnTo>
                  <a:close/>
                </a:path>
                <a:path w="9542780" h="6570345">
                  <a:moveTo>
                    <a:pt x="6660661" y="5121722"/>
                  </a:moveTo>
                  <a:lnTo>
                    <a:pt x="6641416" y="5121722"/>
                  </a:lnTo>
                  <a:lnTo>
                    <a:pt x="6632926" y="5128079"/>
                  </a:lnTo>
                  <a:lnTo>
                    <a:pt x="6632926" y="5147125"/>
                  </a:lnTo>
                  <a:lnTo>
                    <a:pt x="6639435" y="5155603"/>
                  </a:lnTo>
                  <a:lnTo>
                    <a:pt x="6660661" y="5155603"/>
                  </a:lnTo>
                  <a:lnTo>
                    <a:pt x="6666887" y="5149245"/>
                  </a:lnTo>
                  <a:lnTo>
                    <a:pt x="6666887" y="5130199"/>
                  </a:lnTo>
                  <a:lnTo>
                    <a:pt x="6660661" y="5121722"/>
                  </a:lnTo>
                  <a:close/>
                </a:path>
                <a:path w="9542780" h="6570345">
                  <a:moveTo>
                    <a:pt x="6660661" y="5166199"/>
                  </a:moveTo>
                  <a:lnTo>
                    <a:pt x="6641416" y="5166199"/>
                  </a:lnTo>
                  <a:lnTo>
                    <a:pt x="6632926" y="5172529"/>
                  </a:lnTo>
                  <a:lnTo>
                    <a:pt x="6632926" y="5191603"/>
                  </a:lnTo>
                  <a:lnTo>
                    <a:pt x="6639435" y="5200082"/>
                  </a:lnTo>
                  <a:lnTo>
                    <a:pt x="6660661" y="5200082"/>
                  </a:lnTo>
                  <a:lnTo>
                    <a:pt x="6666887" y="5191603"/>
                  </a:lnTo>
                  <a:lnTo>
                    <a:pt x="6666887" y="5174649"/>
                  </a:lnTo>
                  <a:lnTo>
                    <a:pt x="6660661" y="5166199"/>
                  </a:lnTo>
                  <a:close/>
                </a:path>
                <a:path w="9542780" h="6570345">
                  <a:moveTo>
                    <a:pt x="6660661" y="5255129"/>
                  </a:moveTo>
                  <a:lnTo>
                    <a:pt x="6641416" y="5255129"/>
                  </a:lnTo>
                  <a:lnTo>
                    <a:pt x="6632926" y="5261458"/>
                  </a:lnTo>
                  <a:lnTo>
                    <a:pt x="6632926" y="5282652"/>
                  </a:lnTo>
                  <a:lnTo>
                    <a:pt x="6639435" y="5288982"/>
                  </a:lnTo>
                  <a:lnTo>
                    <a:pt x="6660661" y="5288982"/>
                  </a:lnTo>
                  <a:lnTo>
                    <a:pt x="6666887" y="5280533"/>
                  </a:lnTo>
                  <a:lnTo>
                    <a:pt x="6666887" y="5263578"/>
                  </a:lnTo>
                  <a:lnTo>
                    <a:pt x="6660661" y="5255129"/>
                  </a:lnTo>
                  <a:close/>
                </a:path>
                <a:path w="9542780" h="6570345">
                  <a:moveTo>
                    <a:pt x="6660661" y="5299579"/>
                  </a:moveTo>
                  <a:lnTo>
                    <a:pt x="6641416" y="5299579"/>
                  </a:lnTo>
                  <a:lnTo>
                    <a:pt x="6632926" y="5305936"/>
                  </a:lnTo>
                  <a:lnTo>
                    <a:pt x="6632926" y="5327102"/>
                  </a:lnTo>
                  <a:lnTo>
                    <a:pt x="6639435" y="5333460"/>
                  </a:lnTo>
                  <a:lnTo>
                    <a:pt x="6660661" y="5333460"/>
                  </a:lnTo>
                  <a:lnTo>
                    <a:pt x="6666887" y="5324983"/>
                  </a:lnTo>
                  <a:lnTo>
                    <a:pt x="6666887" y="5308056"/>
                  </a:lnTo>
                  <a:lnTo>
                    <a:pt x="6660661" y="5299579"/>
                  </a:lnTo>
                  <a:close/>
                </a:path>
                <a:path w="9542780" h="6570345">
                  <a:moveTo>
                    <a:pt x="6660661" y="5344057"/>
                  </a:moveTo>
                  <a:lnTo>
                    <a:pt x="6641416" y="5344057"/>
                  </a:lnTo>
                  <a:lnTo>
                    <a:pt x="6632926" y="5350386"/>
                  </a:lnTo>
                  <a:lnTo>
                    <a:pt x="6632926" y="5369462"/>
                  </a:lnTo>
                  <a:lnTo>
                    <a:pt x="6639435" y="5377910"/>
                  </a:lnTo>
                  <a:lnTo>
                    <a:pt x="6649906" y="5377910"/>
                  </a:lnTo>
                  <a:lnTo>
                    <a:pt x="6660661" y="5375791"/>
                  </a:lnTo>
                  <a:lnTo>
                    <a:pt x="6666887" y="5369462"/>
                  </a:lnTo>
                  <a:lnTo>
                    <a:pt x="6666887" y="5352506"/>
                  </a:lnTo>
                  <a:lnTo>
                    <a:pt x="6660661" y="5344057"/>
                  </a:lnTo>
                  <a:close/>
                </a:path>
                <a:path w="9542780" h="6570345">
                  <a:moveTo>
                    <a:pt x="6615945" y="4901533"/>
                  </a:moveTo>
                  <a:lnTo>
                    <a:pt x="6594720" y="4901533"/>
                  </a:lnTo>
                  <a:lnTo>
                    <a:pt x="6588493" y="4907892"/>
                  </a:lnTo>
                  <a:lnTo>
                    <a:pt x="6588493" y="4926937"/>
                  </a:lnTo>
                  <a:lnTo>
                    <a:pt x="6594720" y="4935415"/>
                  </a:lnTo>
                  <a:lnTo>
                    <a:pt x="6615945" y="4935415"/>
                  </a:lnTo>
                  <a:lnTo>
                    <a:pt x="6622454" y="4926937"/>
                  </a:lnTo>
                  <a:lnTo>
                    <a:pt x="6622454" y="4909982"/>
                  </a:lnTo>
                  <a:lnTo>
                    <a:pt x="6615945" y="4901533"/>
                  </a:lnTo>
                  <a:close/>
                </a:path>
                <a:path w="9542780" h="6570345">
                  <a:moveTo>
                    <a:pt x="6615945" y="4945983"/>
                  </a:moveTo>
                  <a:lnTo>
                    <a:pt x="6594720" y="4945983"/>
                  </a:lnTo>
                  <a:lnTo>
                    <a:pt x="6588493" y="4952342"/>
                  </a:lnTo>
                  <a:lnTo>
                    <a:pt x="6588493" y="4971388"/>
                  </a:lnTo>
                  <a:lnTo>
                    <a:pt x="6594720" y="4979865"/>
                  </a:lnTo>
                  <a:lnTo>
                    <a:pt x="6615945" y="4979865"/>
                  </a:lnTo>
                  <a:lnTo>
                    <a:pt x="6622454" y="4971388"/>
                  </a:lnTo>
                  <a:lnTo>
                    <a:pt x="6622454" y="4954461"/>
                  </a:lnTo>
                  <a:lnTo>
                    <a:pt x="6615945" y="4945983"/>
                  </a:lnTo>
                  <a:close/>
                </a:path>
                <a:path w="9542780" h="6570345">
                  <a:moveTo>
                    <a:pt x="6615945" y="4990462"/>
                  </a:moveTo>
                  <a:lnTo>
                    <a:pt x="6594720" y="4990462"/>
                  </a:lnTo>
                  <a:lnTo>
                    <a:pt x="6588493" y="4996792"/>
                  </a:lnTo>
                  <a:lnTo>
                    <a:pt x="6588493" y="5015866"/>
                  </a:lnTo>
                  <a:lnTo>
                    <a:pt x="6594720" y="5024343"/>
                  </a:lnTo>
                  <a:lnTo>
                    <a:pt x="6615945" y="5024343"/>
                  </a:lnTo>
                  <a:lnTo>
                    <a:pt x="6622454" y="5015866"/>
                  </a:lnTo>
                  <a:lnTo>
                    <a:pt x="6622454" y="4998911"/>
                  </a:lnTo>
                  <a:lnTo>
                    <a:pt x="6615945" y="4990462"/>
                  </a:lnTo>
                  <a:close/>
                </a:path>
                <a:path w="9542780" h="6570345">
                  <a:moveTo>
                    <a:pt x="6615945" y="5034912"/>
                  </a:moveTo>
                  <a:lnTo>
                    <a:pt x="6594720" y="5034912"/>
                  </a:lnTo>
                  <a:lnTo>
                    <a:pt x="6588493" y="5041270"/>
                  </a:lnTo>
                  <a:lnTo>
                    <a:pt x="6588493" y="5060316"/>
                  </a:lnTo>
                  <a:lnTo>
                    <a:pt x="6594720" y="5068793"/>
                  </a:lnTo>
                  <a:lnTo>
                    <a:pt x="6615945" y="5068793"/>
                  </a:lnTo>
                  <a:lnTo>
                    <a:pt x="6622454" y="5060316"/>
                  </a:lnTo>
                  <a:lnTo>
                    <a:pt x="6622454" y="5043389"/>
                  </a:lnTo>
                  <a:lnTo>
                    <a:pt x="6615945" y="5034912"/>
                  </a:lnTo>
                  <a:close/>
                </a:path>
                <a:path w="9542780" h="6570345">
                  <a:moveTo>
                    <a:pt x="6615945" y="5077272"/>
                  </a:moveTo>
                  <a:lnTo>
                    <a:pt x="6594720" y="5077272"/>
                  </a:lnTo>
                  <a:lnTo>
                    <a:pt x="6588493" y="5083629"/>
                  </a:lnTo>
                  <a:lnTo>
                    <a:pt x="6588493" y="5102675"/>
                  </a:lnTo>
                  <a:lnTo>
                    <a:pt x="6594720" y="5111153"/>
                  </a:lnTo>
                  <a:lnTo>
                    <a:pt x="6615945" y="5111153"/>
                  </a:lnTo>
                  <a:lnTo>
                    <a:pt x="6622454" y="5104795"/>
                  </a:lnTo>
                  <a:lnTo>
                    <a:pt x="6622454" y="5085720"/>
                  </a:lnTo>
                  <a:lnTo>
                    <a:pt x="6615945" y="5077272"/>
                  </a:lnTo>
                  <a:close/>
                </a:path>
                <a:path w="9542780" h="6570345">
                  <a:moveTo>
                    <a:pt x="6615945" y="5121722"/>
                  </a:moveTo>
                  <a:lnTo>
                    <a:pt x="6594720" y="5121722"/>
                  </a:lnTo>
                  <a:lnTo>
                    <a:pt x="6588493" y="5128079"/>
                  </a:lnTo>
                  <a:lnTo>
                    <a:pt x="6588493" y="5147125"/>
                  </a:lnTo>
                  <a:lnTo>
                    <a:pt x="6594720" y="5155603"/>
                  </a:lnTo>
                  <a:lnTo>
                    <a:pt x="6615945" y="5155603"/>
                  </a:lnTo>
                  <a:lnTo>
                    <a:pt x="6622454" y="5149245"/>
                  </a:lnTo>
                  <a:lnTo>
                    <a:pt x="6622454" y="5130199"/>
                  </a:lnTo>
                  <a:lnTo>
                    <a:pt x="6615945" y="5121722"/>
                  </a:lnTo>
                  <a:close/>
                </a:path>
                <a:path w="9542780" h="6570345">
                  <a:moveTo>
                    <a:pt x="6615945" y="5166199"/>
                  </a:moveTo>
                  <a:lnTo>
                    <a:pt x="6594720" y="5166199"/>
                  </a:lnTo>
                  <a:lnTo>
                    <a:pt x="6588493" y="5172529"/>
                  </a:lnTo>
                  <a:lnTo>
                    <a:pt x="6588493" y="5191603"/>
                  </a:lnTo>
                  <a:lnTo>
                    <a:pt x="6594720" y="5200082"/>
                  </a:lnTo>
                  <a:lnTo>
                    <a:pt x="6615945" y="5200082"/>
                  </a:lnTo>
                  <a:lnTo>
                    <a:pt x="6622454" y="5191603"/>
                  </a:lnTo>
                  <a:lnTo>
                    <a:pt x="6622454" y="5174649"/>
                  </a:lnTo>
                  <a:lnTo>
                    <a:pt x="6615945" y="5166199"/>
                  </a:lnTo>
                  <a:close/>
                </a:path>
                <a:path w="9542780" h="6570345">
                  <a:moveTo>
                    <a:pt x="6615945" y="5255129"/>
                  </a:moveTo>
                  <a:lnTo>
                    <a:pt x="6594720" y="5255129"/>
                  </a:lnTo>
                  <a:lnTo>
                    <a:pt x="6588493" y="5261458"/>
                  </a:lnTo>
                  <a:lnTo>
                    <a:pt x="6588493" y="5282652"/>
                  </a:lnTo>
                  <a:lnTo>
                    <a:pt x="6594720" y="5288982"/>
                  </a:lnTo>
                  <a:lnTo>
                    <a:pt x="6615945" y="5288982"/>
                  </a:lnTo>
                  <a:lnTo>
                    <a:pt x="6622454" y="5280533"/>
                  </a:lnTo>
                  <a:lnTo>
                    <a:pt x="6622454" y="5263578"/>
                  </a:lnTo>
                  <a:lnTo>
                    <a:pt x="6615945" y="5255129"/>
                  </a:lnTo>
                  <a:close/>
                </a:path>
                <a:path w="9542780" h="6570345">
                  <a:moveTo>
                    <a:pt x="6615945" y="5299579"/>
                  </a:moveTo>
                  <a:lnTo>
                    <a:pt x="6594720" y="5299579"/>
                  </a:lnTo>
                  <a:lnTo>
                    <a:pt x="6588493" y="5305936"/>
                  </a:lnTo>
                  <a:lnTo>
                    <a:pt x="6588493" y="5327102"/>
                  </a:lnTo>
                  <a:lnTo>
                    <a:pt x="6594720" y="5333460"/>
                  </a:lnTo>
                  <a:lnTo>
                    <a:pt x="6615945" y="5333460"/>
                  </a:lnTo>
                  <a:lnTo>
                    <a:pt x="6622454" y="5324983"/>
                  </a:lnTo>
                  <a:lnTo>
                    <a:pt x="6622454" y="5308056"/>
                  </a:lnTo>
                  <a:lnTo>
                    <a:pt x="6615945" y="5299579"/>
                  </a:lnTo>
                  <a:close/>
                </a:path>
                <a:path w="9542780" h="6570345">
                  <a:moveTo>
                    <a:pt x="6573776" y="4945983"/>
                  </a:moveTo>
                  <a:lnTo>
                    <a:pt x="6552551" y="4945983"/>
                  </a:lnTo>
                  <a:lnTo>
                    <a:pt x="6546042" y="4952342"/>
                  </a:lnTo>
                  <a:lnTo>
                    <a:pt x="6546042" y="4971388"/>
                  </a:lnTo>
                  <a:lnTo>
                    <a:pt x="6552551" y="4979865"/>
                  </a:lnTo>
                  <a:lnTo>
                    <a:pt x="6573776" y="4979865"/>
                  </a:lnTo>
                  <a:lnTo>
                    <a:pt x="6580003" y="4971388"/>
                  </a:lnTo>
                  <a:lnTo>
                    <a:pt x="6580003" y="4954461"/>
                  </a:lnTo>
                  <a:lnTo>
                    <a:pt x="6573776" y="4945983"/>
                  </a:lnTo>
                  <a:close/>
                </a:path>
                <a:path w="9542780" h="6570345">
                  <a:moveTo>
                    <a:pt x="6573776" y="4990462"/>
                  </a:moveTo>
                  <a:lnTo>
                    <a:pt x="6552551" y="4990462"/>
                  </a:lnTo>
                  <a:lnTo>
                    <a:pt x="6546042" y="4996792"/>
                  </a:lnTo>
                  <a:lnTo>
                    <a:pt x="6546042" y="5015866"/>
                  </a:lnTo>
                  <a:lnTo>
                    <a:pt x="6552551" y="5024343"/>
                  </a:lnTo>
                  <a:lnTo>
                    <a:pt x="6573776" y="5024343"/>
                  </a:lnTo>
                  <a:lnTo>
                    <a:pt x="6580003" y="5015866"/>
                  </a:lnTo>
                  <a:lnTo>
                    <a:pt x="6580003" y="4998911"/>
                  </a:lnTo>
                  <a:lnTo>
                    <a:pt x="6573776" y="4990462"/>
                  </a:lnTo>
                  <a:close/>
                </a:path>
                <a:path w="9542780" h="6570345">
                  <a:moveTo>
                    <a:pt x="6573776" y="5034912"/>
                  </a:moveTo>
                  <a:lnTo>
                    <a:pt x="6552551" y="5034912"/>
                  </a:lnTo>
                  <a:lnTo>
                    <a:pt x="6546042" y="5041270"/>
                  </a:lnTo>
                  <a:lnTo>
                    <a:pt x="6546042" y="5060316"/>
                  </a:lnTo>
                  <a:lnTo>
                    <a:pt x="6552551" y="5068793"/>
                  </a:lnTo>
                  <a:lnTo>
                    <a:pt x="6573776" y="5068793"/>
                  </a:lnTo>
                  <a:lnTo>
                    <a:pt x="6580003" y="5060316"/>
                  </a:lnTo>
                  <a:lnTo>
                    <a:pt x="6580003" y="5043389"/>
                  </a:lnTo>
                  <a:lnTo>
                    <a:pt x="6573776" y="5034912"/>
                  </a:lnTo>
                  <a:close/>
                </a:path>
                <a:path w="9542780" h="6570345">
                  <a:moveTo>
                    <a:pt x="6573776" y="5077272"/>
                  </a:moveTo>
                  <a:lnTo>
                    <a:pt x="6552551" y="5077272"/>
                  </a:lnTo>
                  <a:lnTo>
                    <a:pt x="6546042" y="5083629"/>
                  </a:lnTo>
                  <a:lnTo>
                    <a:pt x="6546042" y="5102675"/>
                  </a:lnTo>
                  <a:lnTo>
                    <a:pt x="6552551" y="5111153"/>
                  </a:lnTo>
                  <a:lnTo>
                    <a:pt x="6573776" y="5111153"/>
                  </a:lnTo>
                  <a:lnTo>
                    <a:pt x="6580003" y="5104795"/>
                  </a:lnTo>
                  <a:lnTo>
                    <a:pt x="6580003" y="5085720"/>
                  </a:lnTo>
                  <a:lnTo>
                    <a:pt x="6573776" y="5077272"/>
                  </a:lnTo>
                  <a:close/>
                </a:path>
                <a:path w="9542780" h="6570345">
                  <a:moveTo>
                    <a:pt x="6573776" y="5121722"/>
                  </a:moveTo>
                  <a:lnTo>
                    <a:pt x="6552551" y="5121722"/>
                  </a:lnTo>
                  <a:lnTo>
                    <a:pt x="6546042" y="5128079"/>
                  </a:lnTo>
                  <a:lnTo>
                    <a:pt x="6546042" y="5147125"/>
                  </a:lnTo>
                  <a:lnTo>
                    <a:pt x="6552551" y="5155603"/>
                  </a:lnTo>
                  <a:lnTo>
                    <a:pt x="6573776" y="5155603"/>
                  </a:lnTo>
                  <a:lnTo>
                    <a:pt x="6580003" y="5149245"/>
                  </a:lnTo>
                  <a:lnTo>
                    <a:pt x="6580003" y="5130199"/>
                  </a:lnTo>
                  <a:lnTo>
                    <a:pt x="6573776" y="5121722"/>
                  </a:lnTo>
                  <a:close/>
                </a:path>
                <a:path w="9542780" h="6570345">
                  <a:moveTo>
                    <a:pt x="6529061" y="4945983"/>
                  </a:moveTo>
                  <a:lnTo>
                    <a:pt x="6507835" y="4945983"/>
                  </a:lnTo>
                  <a:lnTo>
                    <a:pt x="6501608" y="4952342"/>
                  </a:lnTo>
                  <a:lnTo>
                    <a:pt x="6501608" y="4971388"/>
                  </a:lnTo>
                  <a:lnTo>
                    <a:pt x="6507835" y="4979865"/>
                  </a:lnTo>
                  <a:lnTo>
                    <a:pt x="6529061" y="4979865"/>
                  </a:lnTo>
                  <a:lnTo>
                    <a:pt x="6535571" y="4971388"/>
                  </a:lnTo>
                  <a:lnTo>
                    <a:pt x="6535571" y="4954461"/>
                  </a:lnTo>
                  <a:lnTo>
                    <a:pt x="6529061" y="4945983"/>
                  </a:lnTo>
                  <a:close/>
                </a:path>
                <a:path w="9542780" h="6570345">
                  <a:moveTo>
                    <a:pt x="6529061" y="4990462"/>
                  </a:moveTo>
                  <a:lnTo>
                    <a:pt x="6507835" y="4990462"/>
                  </a:lnTo>
                  <a:lnTo>
                    <a:pt x="6501608" y="4996792"/>
                  </a:lnTo>
                  <a:lnTo>
                    <a:pt x="6501608" y="5015866"/>
                  </a:lnTo>
                  <a:lnTo>
                    <a:pt x="6507835" y="5024343"/>
                  </a:lnTo>
                  <a:lnTo>
                    <a:pt x="6529061" y="5024343"/>
                  </a:lnTo>
                  <a:lnTo>
                    <a:pt x="6535571" y="5015866"/>
                  </a:lnTo>
                  <a:lnTo>
                    <a:pt x="6535571" y="4998911"/>
                  </a:lnTo>
                  <a:lnTo>
                    <a:pt x="6529061" y="4990462"/>
                  </a:lnTo>
                  <a:close/>
                </a:path>
                <a:path w="9542780" h="6570345">
                  <a:moveTo>
                    <a:pt x="6529061" y="5034912"/>
                  </a:moveTo>
                  <a:lnTo>
                    <a:pt x="6507835" y="5034912"/>
                  </a:lnTo>
                  <a:lnTo>
                    <a:pt x="6501608" y="5041270"/>
                  </a:lnTo>
                  <a:lnTo>
                    <a:pt x="6501608" y="5060316"/>
                  </a:lnTo>
                  <a:lnTo>
                    <a:pt x="6507835" y="5068793"/>
                  </a:lnTo>
                  <a:lnTo>
                    <a:pt x="6529061" y="5068793"/>
                  </a:lnTo>
                  <a:lnTo>
                    <a:pt x="6535571" y="5060316"/>
                  </a:lnTo>
                  <a:lnTo>
                    <a:pt x="6535571" y="5043389"/>
                  </a:lnTo>
                  <a:lnTo>
                    <a:pt x="6529061" y="5034912"/>
                  </a:lnTo>
                  <a:close/>
                </a:path>
                <a:path w="9542780" h="6570345">
                  <a:moveTo>
                    <a:pt x="6529061" y="6004650"/>
                  </a:moveTo>
                  <a:lnTo>
                    <a:pt x="6507835" y="6004650"/>
                  </a:lnTo>
                  <a:lnTo>
                    <a:pt x="6501610" y="6011007"/>
                  </a:lnTo>
                  <a:lnTo>
                    <a:pt x="6501610" y="6030053"/>
                  </a:lnTo>
                  <a:lnTo>
                    <a:pt x="6507835" y="6038532"/>
                  </a:lnTo>
                  <a:lnTo>
                    <a:pt x="6529061" y="6038532"/>
                  </a:lnTo>
                  <a:lnTo>
                    <a:pt x="6535571" y="6032173"/>
                  </a:lnTo>
                  <a:lnTo>
                    <a:pt x="6535571" y="6013127"/>
                  </a:lnTo>
                  <a:lnTo>
                    <a:pt x="6529061" y="6004650"/>
                  </a:lnTo>
                  <a:close/>
                </a:path>
                <a:path w="9542780" h="6570345">
                  <a:moveTo>
                    <a:pt x="6529061" y="6049100"/>
                  </a:moveTo>
                  <a:lnTo>
                    <a:pt x="6507835" y="6049100"/>
                  </a:lnTo>
                  <a:lnTo>
                    <a:pt x="6501610" y="6055459"/>
                  </a:lnTo>
                  <a:lnTo>
                    <a:pt x="6501610" y="6074533"/>
                  </a:lnTo>
                  <a:lnTo>
                    <a:pt x="6507835" y="6082982"/>
                  </a:lnTo>
                  <a:lnTo>
                    <a:pt x="6529061" y="6082982"/>
                  </a:lnTo>
                  <a:lnTo>
                    <a:pt x="6535571" y="6076623"/>
                  </a:lnTo>
                  <a:lnTo>
                    <a:pt x="6535571" y="6057577"/>
                  </a:lnTo>
                  <a:lnTo>
                    <a:pt x="6529061" y="6049100"/>
                  </a:lnTo>
                  <a:close/>
                </a:path>
                <a:path w="9542780" h="6570345">
                  <a:moveTo>
                    <a:pt x="6484628" y="4857055"/>
                  </a:moveTo>
                  <a:lnTo>
                    <a:pt x="6463403" y="4857055"/>
                  </a:lnTo>
                  <a:lnTo>
                    <a:pt x="6456893" y="4863412"/>
                  </a:lnTo>
                  <a:lnTo>
                    <a:pt x="6456893" y="4882459"/>
                  </a:lnTo>
                  <a:lnTo>
                    <a:pt x="6463403" y="4890936"/>
                  </a:lnTo>
                  <a:lnTo>
                    <a:pt x="6484628" y="4890936"/>
                  </a:lnTo>
                  <a:lnTo>
                    <a:pt x="6490854" y="4882459"/>
                  </a:lnTo>
                  <a:lnTo>
                    <a:pt x="6490854" y="4865532"/>
                  </a:lnTo>
                  <a:lnTo>
                    <a:pt x="6484628" y="4857055"/>
                  </a:lnTo>
                  <a:close/>
                </a:path>
                <a:path w="9542780" h="6570345">
                  <a:moveTo>
                    <a:pt x="6484628" y="4945983"/>
                  </a:moveTo>
                  <a:lnTo>
                    <a:pt x="6463403" y="4945983"/>
                  </a:lnTo>
                  <a:lnTo>
                    <a:pt x="6456893" y="4952342"/>
                  </a:lnTo>
                  <a:lnTo>
                    <a:pt x="6456893" y="4971388"/>
                  </a:lnTo>
                  <a:lnTo>
                    <a:pt x="6463403" y="4979865"/>
                  </a:lnTo>
                  <a:lnTo>
                    <a:pt x="6484628" y="4979865"/>
                  </a:lnTo>
                  <a:lnTo>
                    <a:pt x="6490854" y="4971388"/>
                  </a:lnTo>
                  <a:lnTo>
                    <a:pt x="6490854" y="4954461"/>
                  </a:lnTo>
                  <a:lnTo>
                    <a:pt x="6484628" y="4945983"/>
                  </a:lnTo>
                  <a:close/>
                </a:path>
                <a:path w="9542780" h="6570345">
                  <a:moveTo>
                    <a:pt x="6484628" y="4990462"/>
                  </a:moveTo>
                  <a:lnTo>
                    <a:pt x="6463403" y="4990462"/>
                  </a:lnTo>
                  <a:lnTo>
                    <a:pt x="6456893" y="4996792"/>
                  </a:lnTo>
                  <a:lnTo>
                    <a:pt x="6456893" y="5015866"/>
                  </a:lnTo>
                  <a:lnTo>
                    <a:pt x="6463403" y="5024343"/>
                  </a:lnTo>
                  <a:lnTo>
                    <a:pt x="6484628" y="5024343"/>
                  </a:lnTo>
                  <a:lnTo>
                    <a:pt x="6490854" y="5015866"/>
                  </a:lnTo>
                  <a:lnTo>
                    <a:pt x="6490854" y="4998911"/>
                  </a:lnTo>
                  <a:lnTo>
                    <a:pt x="6484628" y="4990462"/>
                  </a:lnTo>
                  <a:close/>
                </a:path>
                <a:path w="9542780" h="6570345">
                  <a:moveTo>
                    <a:pt x="6484628" y="5034912"/>
                  </a:moveTo>
                  <a:lnTo>
                    <a:pt x="6463403" y="5034912"/>
                  </a:lnTo>
                  <a:lnTo>
                    <a:pt x="6456893" y="5041270"/>
                  </a:lnTo>
                  <a:lnTo>
                    <a:pt x="6456893" y="5060316"/>
                  </a:lnTo>
                  <a:lnTo>
                    <a:pt x="6463403" y="5068793"/>
                  </a:lnTo>
                  <a:lnTo>
                    <a:pt x="6484628" y="5068793"/>
                  </a:lnTo>
                  <a:lnTo>
                    <a:pt x="6490854" y="5060316"/>
                  </a:lnTo>
                  <a:lnTo>
                    <a:pt x="6490854" y="5043389"/>
                  </a:lnTo>
                  <a:lnTo>
                    <a:pt x="6484628" y="5034912"/>
                  </a:lnTo>
                  <a:close/>
                </a:path>
                <a:path w="9542780" h="6570345">
                  <a:moveTo>
                    <a:pt x="6484628" y="6004650"/>
                  </a:moveTo>
                  <a:lnTo>
                    <a:pt x="6463403" y="6004650"/>
                  </a:lnTo>
                  <a:lnTo>
                    <a:pt x="6456893" y="6011007"/>
                  </a:lnTo>
                  <a:lnTo>
                    <a:pt x="6456893" y="6030053"/>
                  </a:lnTo>
                  <a:lnTo>
                    <a:pt x="6463403" y="6038532"/>
                  </a:lnTo>
                  <a:lnTo>
                    <a:pt x="6484628" y="6038532"/>
                  </a:lnTo>
                  <a:lnTo>
                    <a:pt x="6490854" y="6032173"/>
                  </a:lnTo>
                  <a:lnTo>
                    <a:pt x="6490854" y="6013127"/>
                  </a:lnTo>
                  <a:lnTo>
                    <a:pt x="6484628" y="6004650"/>
                  </a:lnTo>
                  <a:close/>
                </a:path>
                <a:path w="9542780" h="6570345">
                  <a:moveTo>
                    <a:pt x="6484628" y="6049100"/>
                  </a:moveTo>
                  <a:lnTo>
                    <a:pt x="6463403" y="6049100"/>
                  </a:lnTo>
                  <a:lnTo>
                    <a:pt x="6456893" y="6055459"/>
                  </a:lnTo>
                  <a:lnTo>
                    <a:pt x="6456893" y="6074533"/>
                  </a:lnTo>
                  <a:lnTo>
                    <a:pt x="6463403" y="6082982"/>
                  </a:lnTo>
                  <a:lnTo>
                    <a:pt x="6484628" y="6082982"/>
                  </a:lnTo>
                  <a:lnTo>
                    <a:pt x="6490854" y="6076623"/>
                  </a:lnTo>
                  <a:lnTo>
                    <a:pt x="6490854" y="6057577"/>
                  </a:lnTo>
                  <a:lnTo>
                    <a:pt x="6484628" y="6049100"/>
                  </a:lnTo>
                  <a:close/>
                </a:path>
                <a:path w="9542780" h="6570345">
                  <a:moveTo>
                    <a:pt x="6484628" y="6093579"/>
                  </a:moveTo>
                  <a:lnTo>
                    <a:pt x="6463403" y="6093579"/>
                  </a:lnTo>
                  <a:lnTo>
                    <a:pt x="6456893" y="6099936"/>
                  </a:lnTo>
                  <a:lnTo>
                    <a:pt x="6456893" y="6118983"/>
                  </a:lnTo>
                  <a:lnTo>
                    <a:pt x="6463403" y="6127460"/>
                  </a:lnTo>
                  <a:lnTo>
                    <a:pt x="6484628" y="6127460"/>
                  </a:lnTo>
                  <a:lnTo>
                    <a:pt x="6490854" y="6118983"/>
                  </a:lnTo>
                  <a:lnTo>
                    <a:pt x="6490854" y="6102056"/>
                  </a:lnTo>
                  <a:lnTo>
                    <a:pt x="6484628" y="6093579"/>
                  </a:lnTo>
                  <a:close/>
                </a:path>
                <a:path w="9542780" h="6570345">
                  <a:moveTo>
                    <a:pt x="6439913" y="4812605"/>
                  </a:moveTo>
                  <a:lnTo>
                    <a:pt x="6418969" y="4812605"/>
                  </a:lnTo>
                  <a:lnTo>
                    <a:pt x="6412461" y="4818962"/>
                  </a:lnTo>
                  <a:lnTo>
                    <a:pt x="6412461" y="4838009"/>
                  </a:lnTo>
                  <a:lnTo>
                    <a:pt x="6418969" y="4846486"/>
                  </a:lnTo>
                  <a:lnTo>
                    <a:pt x="6439913" y="4846486"/>
                  </a:lnTo>
                  <a:lnTo>
                    <a:pt x="6446422" y="4840128"/>
                  </a:lnTo>
                  <a:lnTo>
                    <a:pt x="6446422" y="4821054"/>
                  </a:lnTo>
                  <a:lnTo>
                    <a:pt x="6439913" y="4812605"/>
                  </a:lnTo>
                  <a:close/>
                </a:path>
                <a:path w="9542780" h="6570345">
                  <a:moveTo>
                    <a:pt x="6439913" y="4857055"/>
                  </a:moveTo>
                  <a:lnTo>
                    <a:pt x="6418969" y="4857055"/>
                  </a:lnTo>
                  <a:lnTo>
                    <a:pt x="6412461" y="4863412"/>
                  </a:lnTo>
                  <a:lnTo>
                    <a:pt x="6412461" y="4882459"/>
                  </a:lnTo>
                  <a:lnTo>
                    <a:pt x="6418969" y="4890936"/>
                  </a:lnTo>
                  <a:lnTo>
                    <a:pt x="6439913" y="4890936"/>
                  </a:lnTo>
                  <a:lnTo>
                    <a:pt x="6446422" y="4882459"/>
                  </a:lnTo>
                  <a:lnTo>
                    <a:pt x="6446422" y="4865532"/>
                  </a:lnTo>
                  <a:lnTo>
                    <a:pt x="6439913" y="4857055"/>
                  </a:lnTo>
                  <a:close/>
                </a:path>
                <a:path w="9542780" h="6570345">
                  <a:moveTo>
                    <a:pt x="6439913" y="4945983"/>
                  </a:moveTo>
                  <a:lnTo>
                    <a:pt x="6418969" y="4945983"/>
                  </a:lnTo>
                  <a:lnTo>
                    <a:pt x="6412461" y="4952342"/>
                  </a:lnTo>
                  <a:lnTo>
                    <a:pt x="6412461" y="4971388"/>
                  </a:lnTo>
                  <a:lnTo>
                    <a:pt x="6418969" y="4979865"/>
                  </a:lnTo>
                  <a:lnTo>
                    <a:pt x="6439913" y="4979865"/>
                  </a:lnTo>
                  <a:lnTo>
                    <a:pt x="6446422" y="4971388"/>
                  </a:lnTo>
                  <a:lnTo>
                    <a:pt x="6446422" y="4954461"/>
                  </a:lnTo>
                  <a:lnTo>
                    <a:pt x="6439913" y="4945983"/>
                  </a:lnTo>
                  <a:close/>
                </a:path>
                <a:path w="9542780" h="6570345">
                  <a:moveTo>
                    <a:pt x="6439913" y="4990462"/>
                  </a:moveTo>
                  <a:lnTo>
                    <a:pt x="6418969" y="4990462"/>
                  </a:lnTo>
                  <a:lnTo>
                    <a:pt x="6412461" y="4996792"/>
                  </a:lnTo>
                  <a:lnTo>
                    <a:pt x="6412461" y="5015866"/>
                  </a:lnTo>
                  <a:lnTo>
                    <a:pt x="6418969" y="5024343"/>
                  </a:lnTo>
                  <a:lnTo>
                    <a:pt x="6439913" y="5024343"/>
                  </a:lnTo>
                  <a:lnTo>
                    <a:pt x="6446422" y="5015866"/>
                  </a:lnTo>
                  <a:lnTo>
                    <a:pt x="6446422" y="4998911"/>
                  </a:lnTo>
                  <a:lnTo>
                    <a:pt x="6439913" y="4990462"/>
                  </a:lnTo>
                  <a:close/>
                </a:path>
                <a:path w="9542780" h="6570345">
                  <a:moveTo>
                    <a:pt x="6439913" y="5034912"/>
                  </a:moveTo>
                  <a:lnTo>
                    <a:pt x="6418969" y="5034912"/>
                  </a:lnTo>
                  <a:lnTo>
                    <a:pt x="6412461" y="5041270"/>
                  </a:lnTo>
                  <a:lnTo>
                    <a:pt x="6412461" y="5060316"/>
                  </a:lnTo>
                  <a:lnTo>
                    <a:pt x="6418969" y="5068793"/>
                  </a:lnTo>
                  <a:lnTo>
                    <a:pt x="6439913" y="5068793"/>
                  </a:lnTo>
                  <a:lnTo>
                    <a:pt x="6446422" y="5060316"/>
                  </a:lnTo>
                  <a:lnTo>
                    <a:pt x="6446422" y="5043389"/>
                  </a:lnTo>
                  <a:lnTo>
                    <a:pt x="6439913" y="5034912"/>
                  </a:lnTo>
                  <a:close/>
                </a:path>
                <a:path w="9542780" h="6570345">
                  <a:moveTo>
                    <a:pt x="6439913" y="6049100"/>
                  </a:moveTo>
                  <a:lnTo>
                    <a:pt x="6418969" y="6049100"/>
                  </a:lnTo>
                  <a:lnTo>
                    <a:pt x="6412461" y="6055459"/>
                  </a:lnTo>
                  <a:lnTo>
                    <a:pt x="6412461" y="6074533"/>
                  </a:lnTo>
                  <a:lnTo>
                    <a:pt x="6418969" y="6082982"/>
                  </a:lnTo>
                  <a:lnTo>
                    <a:pt x="6439913" y="6082982"/>
                  </a:lnTo>
                  <a:lnTo>
                    <a:pt x="6446422" y="6076623"/>
                  </a:lnTo>
                  <a:lnTo>
                    <a:pt x="6446422" y="6057577"/>
                  </a:lnTo>
                  <a:lnTo>
                    <a:pt x="6439913" y="6049100"/>
                  </a:lnTo>
                  <a:close/>
                </a:path>
                <a:path w="9542780" h="6570345">
                  <a:moveTo>
                    <a:pt x="6439913" y="6093579"/>
                  </a:moveTo>
                  <a:lnTo>
                    <a:pt x="6418969" y="6093579"/>
                  </a:lnTo>
                  <a:lnTo>
                    <a:pt x="6412461" y="6099936"/>
                  </a:lnTo>
                  <a:lnTo>
                    <a:pt x="6412461" y="6118983"/>
                  </a:lnTo>
                  <a:lnTo>
                    <a:pt x="6418969" y="6127460"/>
                  </a:lnTo>
                  <a:lnTo>
                    <a:pt x="6439913" y="6127460"/>
                  </a:lnTo>
                  <a:lnTo>
                    <a:pt x="6446422" y="6118983"/>
                  </a:lnTo>
                  <a:lnTo>
                    <a:pt x="6446422" y="6102056"/>
                  </a:lnTo>
                  <a:lnTo>
                    <a:pt x="6439913" y="6093579"/>
                  </a:lnTo>
                  <a:close/>
                </a:path>
                <a:path w="9542780" h="6570345">
                  <a:moveTo>
                    <a:pt x="6395479" y="4812605"/>
                  </a:moveTo>
                  <a:lnTo>
                    <a:pt x="6374254" y="4812605"/>
                  </a:lnTo>
                  <a:lnTo>
                    <a:pt x="6368028" y="4818962"/>
                  </a:lnTo>
                  <a:lnTo>
                    <a:pt x="6368028" y="4838009"/>
                  </a:lnTo>
                  <a:lnTo>
                    <a:pt x="6374254" y="4846486"/>
                  </a:lnTo>
                  <a:lnTo>
                    <a:pt x="6395479" y="4846486"/>
                  </a:lnTo>
                  <a:lnTo>
                    <a:pt x="6401989" y="4840128"/>
                  </a:lnTo>
                  <a:lnTo>
                    <a:pt x="6401989" y="4821054"/>
                  </a:lnTo>
                  <a:lnTo>
                    <a:pt x="6395479" y="4812605"/>
                  </a:lnTo>
                  <a:close/>
                </a:path>
                <a:path w="9542780" h="6570345">
                  <a:moveTo>
                    <a:pt x="6395479" y="4857055"/>
                  </a:moveTo>
                  <a:lnTo>
                    <a:pt x="6374254" y="4857055"/>
                  </a:lnTo>
                  <a:lnTo>
                    <a:pt x="6368028" y="4863412"/>
                  </a:lnTo>
                  <a:lnTo>
                    <a:pt x="6368028" y="4882459"/>
                  </a:lnTo>
                  <a:lnTo>
                    <a:pt x="6374254" y="4890936"/>
                  </a:lnTo>
                  <a:lnTo>
                    <a:pt x="6395479" y="4890936"/>
                  </a:lnTo>
                  <a:lnTo>
                    <a:pt x="6401989" y="4882459"/>
                  </a:lnTo>
                  <a:lnTo>
                    <a:pt x="6401989" y="4865532"/>
                  </a:lnTo>
                  <a:lnTo>
                    <a:pt x="6395479" y="4857055"/>
                  </a:lnTo>
                  <a:close/>
                </a:path>
                <a:path w="9542780" h="6570345">
                  <a:moveTo>
                    <a:pt x="6395479" y="4945983"/>
                  </a:moveTo>
                  <a:lnTo>
                    <a:pt x="6374254" y="4945983"/>
                  </a:lnTo>
                  <a:lnTo>
                    <a:pt x="6368028" y="4952342"/>
                  </a:lnTo>
                  <a:lnTo>
                    <a:pt x="6368028" y="4971388"/>
                  </a:lnTo>
                  <a:lnTo>
                    <a:pt x="6374254" y="4979865"/>
                  </a:lnTo>
                  <a:lnTo>
                    <a:pt x="6395479" y="4979865"/>
                  </a:lnTo>
                  <a:lnTo>
                    <a:pt x="6401989" y="4971388"/>
                  </a:lnTo>
                  <a:lnTo>
                    <a:pt x="6401989" y="4954461"/>
                  </a:lnTo>
                  <a:lnTo>
                    <a:pt x="6395479" y="4945983"/>
                  </a:lnTo>
                  <a:close/>
                </a:path>
                <a:path w="9542780" h="6570345">
                  <a:moveTo>
                    <a:pt x="6395479" y="4990462"/>
                  </a:moveTo>
                  <a:lnTo>
                    <a:pt x="6374254" y="4990462"/>
                  </a:lnTo>
                  <a:lnTo>
                    <a:pt x="6368028" y="4996792"/>
                  </a:lnTo>
                  <a:lnTo>
                    <a:pt x="6368028" y="5015866"/>
                  </a:lnTo>
                  <a:lnTo>
                    <a:pt x="6374254" y="5024343"/>
                  </a:lnTo>
                  <a:lnTo>
                    <a:pt x="6395479" y="5024343"/>
                  </a:lnTo>
                  <a:lnTo>
                    <a:pt x="6401989" y="5015866"/>
                  </a:lnTo>
                  <a:lnTo>
                    <a:pt x="6401989" y="4998911"/>
                  </a:lnTo>
                  <a:lnTo>
                    <a:pt x="6395479" y="4990462"/>
                  </a:lnTo>
                  <a:close/>
                </a:path>
                <a:path w="9542780" h="6570345">
                  <a:moveTo>
                    <a:pt x="6351047" y="4857055"/>
                  </a:moveTo>
                  <a:lnTo>
                    <a:pt x="6329822" y="4857055"/>
                  </a:lnTo>
                  <a:lnTo>
                    <a:pt x="6323312" y="4863412"/>
                  </a:lnTo>
                  <a:lnTo>
                    <a:pt x="6323312" y="4882459"/>
                  </a:lnTo>
                  <a:lnTo>
                    <a:pt x="6329822" y="4890936"/>
                  </a:lnTo>
                  <a:lnTo>
                    <a:pt x="6351047" y="4890936"/>
                  </a:lnTo>
                  <a:lnTo>
                    <a:pt x="6357273" y="4882459"/>
                  </a:lnTo>
                  <a:lnTo>
                    <a:pt x="6357273" y="4865532"/>
                  </a:lnTo>
                  <a:lnTo>
                    <a:pt x="6351047" y="4857055"/>
                  </a:lnTo>
                  <a:close/>
                </a:path>
                <a:path w="9542780" h="6570345">
                  <a:moveTo>
                    <a:pt x="6351047" y="4945983"/>
                  </a:moveTo>
                  <a:lnTo>
                    <a:pt x="6329822" y="4945983"/>
                  </a:lnTo>
                  <a:lnTo>
                    <a:pt x="6323312" y="4952342"/>
                  </a:lnTo>
                  <a:lnTo>
                    <a:pt x="6323312" y="4971388"/>
                  </a:lnTo>
                  <a:lnTo>
                    <a:pt x="6329822" y="4979865"/>
                  </a:lnTo>
                  <a:lnTo>
                    <a:pt x="6351047" y="4979865"/>
                  </a:lnTo>
                  <a:lnTo>
                    <a:pt x="6357273" y="4971388"/>
                  </a:lnTo>
                  <a:lnTo>
                    <a:pt x="6357273" y="4954461"/>
                  </a:lnTo>
                  <a:lnTo>
                    <a:pt x="6351047" y="4945983"/>
                  </a:lnTo>
                  <a:close/>
                </a:path>
                <a:path w="9542780" h="6570345">
                  <a:moveTo>
                    <a:pt x="6351047" y="5299579"/>
                  </a:moveTo>
                  <a:lnTo>
                    <a:pt x="6329822" y="5299579"/>
                  </a:lnTo>
                  <a:lnTo>
                    <a:pt x="6323312" y="5305936"/>
                  </a:lnTo>
                  <a:lnTo>
                    <a:pt x="6323312" y="5327102"/>
                  </a:lnTo>
                  <a:lnTo>
                    <a:pt x="6329822" y="5333460"/>
                  </a:lnTo>
                  <a:lnTo>
                    <a:pt x="6351047" y="5333460"/>
                  </a:lnTo>
                  <a:lnTo>
                    <a:pt x="6357273" y="5324983"/>
                  </a:lnTo>
                  <a:lnTo>
                    <a:pt x="6357273" y="5308056"/>
                  </a:lnTo>
                  <a:lnTo>
                    <a:pt x="6351047" y="5299579"/>
                  </a:lnTo>
                  <a:close/>
                </a:path>
                <a:path w="9542780" h="6570345">
                  <a:moveTo>
                    <a:pt x="6351047" y="5344057"/>
                  </a:moveTo>
                  <a:lnTo>
                    <a:pt x="6329822" y="5344057"/>
                  </a:lnTo>
                  <a:lnTo>
                    <a:pt x="6323312" y="5350386"/>
                  </a:lnTo>
                  <a:lnTo>
                    <a:pt x="6323312" y="5369462"/>
                  </a:lnTo>
                  <a:lnTo>
                    <a:pt x="6329822" y="5377910"/>
                  </a:lnTo>
                  <a:lnTo>
                    <a:pt x="6351047" y="5377910"/>
                  </a:lnTo>
                  <a:lnTo>
                    <a:pt x="6357273" y="5369462"/>
                  </a:lnTo>
                  <a:lnTo>
                    <a:pt x="6357273" y="5352506"/>
                  </a:lnTo>
                  <a:lnTo>
                    <a:pt x="6351047" y="5344057"/>
                  </a:lnTo>
                  <a:close/>
                </a:path>
                <a:path w="9542780" h="6570345">
                  <a:moveTo>
                    <a:pt x="6351047" y="5386388"/>
                  </a:moveTo>
                  <a:lnTo>
                    <a:pt x="6329822" y="5386388"/>
                  </a:lnTo>
                  <a:lnTo>
                    <a:pt x="6323312" y="5392746"/>
                  </a:lnTo>
                  <a:lnTo>
                    <a:pt x="6323312" y="5411792"/>
                  </a:lnTo>
                  <a:lnTo>
                    <a:pt x="6329822" y="5420269"/>
                  </a:lnTo>
                  <a:lnTo>
                    <a:pt x="6351047" y="5420269"/>
                  </a:lnTo>
                  <a:lnTo>
                    <a:pt x="6357273" y="5413912"/>
                  </a:lnTo>
                  <a:lnTo>
                    <a:pt x="6357273" y="5394866"/>
                  </a:lnTo>
                  <a:lnTo>
                    <a:pt x="6351047" y="5386388"/>
                  </a:lnTo>
                  <a:close/>
                </a:path>
                <a:path w="9542780" h="6570345">
                  <a:moveTo>
                    <a:pt x="6306332" y="4857055"/>
                  </a:moveTo>
                  <a:lnTo>
                    <a:pt x="6285105" y="4857055"/>
                  </a:lnTo>
                  <a:lnTo>
                    <a:pt x="6278880" y="4863412"/>
                  </a:lnTo>
                  <a:lnTo>
                    <a:pt x="6278880" y="4882459"/>
                  </a:lnTo>
                  <a:lnTo>
                    <a:pt x="6285105" y="4890936"/>
                  </a:lnTo>
                  <a:lnTo>
                    <a:pt x="6306332" y="4890936"/>
                  </a:lnTo>
                  <a:lnTo>
                    <a:pt x="6312841" y="4882459"/>
                  </a:lnTo>
                  <a:lnTo>
                    <a:pt x="6312841" y="4865532"/>
                  </a:lnTo>
                  <a:lnTo>
                    <a:pt x="6306332" y="4857055"/>
                  </a:lnTo>
                  <a:close/>
                </a:path>
                <a:path w="9542780" h="6570345">
                  <a:moveTo>
                    <a:pt x="6306332" y="5121722"/>
                  </a:moveTo>
                  <a:lnTo>
                    <a:pt x="6285105" y="5121722"/>
                  </a:lnTo>
                  <a:lnTo>
                    <a:pt x="6278880" y="5128079"/>
                  </a:lnTo>
                  <a:lnTo>
                    <a:pt x="6278880" y="5147125"/>
                  </a:lnTo>
                  <a:lnTo>
                    <a:pt x="6285105" y="5155603"/>
                  </a:lnTo>
                  <a:lnTo>
                    <a:pt x="6306332" y="5155603"/>
                  </a:lnTo>
                  <a:lnTo>
                    <a:pt x="6312841" y="5149245"/>
                  </a:lnTo>
                  <a:lnTo>
                    <a:pt x="6312841" y="5130199"/>
                  </a:lnTo>
                  <a:lnTo>
                    <a:pt x="6306332" y="5121722"/>
                  </a:lnTo>
                  <a:close/>
                </a:path>
                <a:path w="9542780" h="6570345">
                  <a:moveTo>
                    <a:pt x="6306332" y="5255129"/>
                  </a:moveTo>
                  <a:lnTo>
                    <a:pt x="6285105" y="5255129"/>
                  </a:lnTo>
                  <a:lnTo>
                    <a:pt x="6278880" y="5261458"/>
                  </a:lnTo>
                  <a:lnTo>
                    <a:pt x="6278880" y="5282652"/>
                  </a:lnTo>
                  <a:lnTo>
                    <a:pt x="6285105" y="5288982"/>
                  </a:lnTo>
                  <a:lnTo>
                    <a:pt x="6306332" y="5288982"/>
                  </a:lnTo>
                  <a:lnTo>
                    <a:pt x="6312841" y="5280533"/>
                  </a:lnTo>
                  <a:lnTo>
                    <a:pt x="6312841" y="5263578"/>
                  </a:lnTo>
                  <a:lnTo>
                    <a:pt x="6306332" y="5255129"/>
                  </a:lnTo>
                  <a:close/>
                </a:path>
                <a:path w="9542780" h="6570345">
                  <a:moveTo>
                    <a:pt x="6306332" y="5299579"/>
                  </a:moveTo>
                  <a:lnTo>
                    <a:pt x="6285105" y="5299579"/>
                  </a:lnTo>
                  <a:lnTo>
                    <a:pt x="6278880" y="5305936"/>
                  </a:lnTo>
                  <a:lnTo>
                    <a:pt x="6278880" y="5327102"/>
                  </a:lnTo>
                  <a:lnTo>
                    <a:pt x="6285105" y="5333460"/>
                  </a:lnTo>
                  <a:lnTo>
                    <a:pt x="6306332" y="5333460"/>
                  </a:lnTo>
                  <a:lnTo>
                    <a:pt x="6312841" y="5324983"/>
                  </a:lnTo>
                  <a:lnTo>
                    <a:pt x="6312841" y="5308056"/>
                  </a:lnTo>
                  <a:lnTo>
                    <a:pt x="6306332" y="5299579"/>
                  </a:lnTo>
                  <a:close/>
                </a:path>
                <a:path w="9542780" h="6570345">
                  <a:moveTo>
                    <a:pt x="6306332" y="5344057"/>
                  </a:moveTo>
                  <a:lnTo>
                    <a:pt x="6285105" y="5344057"/>
                  </a:lnTo>
                  <a:lnTo>
                    <a:pt x="6278880" y="5350386"/>
                  </a:lnTo>
                  <a:lnTo>
                    <a:pt x="6278880" y="5369462"/>
                  </a:lnTo>
                  <a:lnTo>
                    <a:pt x="6285105" y="5377910"/>
                  </a:lnTo>
                  <a:lnTo>
                    <a:pt x="6306332" y="5377910"/>
                  </a:lnTo>
                  <a:lnTo>
                    <a:pt x="6312841" y="5369462"/>
                  </a:lnTo>
                  <a:lnTo>
                    <a:pt x="6312841" y="5352506"/>
                  </a:lnTo>
                  <a:lnTo>
                    <a:pt x="6306332" y="5344057"/>
                  </a:lnTo>
                  <a:close/>
                </a:path>
                <a:path w="9542780" h="6570345">
                  <a:moveTo>
                    <a:pt x="6306332" y="5386388"/>
                  </a:moveTo>
                  <a:lnTo>
                    <a:pt x="6285105" y="5386388"/>
                  </a:lnTo>
                  <a:lnTo>
                    <a:pt x="6278880" y="5392746"/>
                  </a:lnTo>
                  <a:lnTo>
                    <a:pt x="6278880" y="5411792"/>
                  </a:lnTo>
                  <a:lnTo>
                    <a:pt x="6285105" y="5420269"/>
                  </a:lnTo>
                  <a:lnTo>
                    <a:pt x="6306332" y="5420269"/>
                  </a:lnTo>
                  <a:lnTo>
                    <a:pt x="6312841" y="5413912"/>
                  </a:lnTo>
                  <a:lnTo>
                    <a:pt x="6312841" y="5394866"/>
                  </a:lnTo>
                  <a:lnTo>
                    <a:pt x="6306332" y="5386388"/>
                  </a:lnTo>
                  <a:close/>
                </a:path>
                <a:path w="9542780" h="6570345">
                  <a:moveTo>
                    <a:pt x="6264163" y="5077272"/>
                  </a:moveTo>
                  <a:lnTo>
                    <a:pt x="6242937" y="5077272"/>
                  </a:lnTo>
                  <a:lnTo>
                    <a:pt x="6236427" y="5083629"/>
                  </a:lnTo>
                  <a:lnTo>
                    <a:pt x="6236427" y="5102675"/>
                  </a:lnTo>
                  <a:lnTo>
                    <a:pt x="6242937" y="5111153"/>
                  </a:lnTo>
                  <a:lnTo>
                    <a:pt x="6264163" y="5111153"/>
                  </a:lnTo>
                  <a:lnTo>
                    <a:pt x="6270390" y="5104795"/>
                  </a:lnTo>
                  <a:lnTo>
                    <a:pt x="6270390" y="5085720"/>
                  </a:lnTo>
                  <a:lnTo>
                    <a:pt x="6264163" y="5077272"/>
                  </a:lnTo>
                  <a:close/>
                </a:path>
                <a:path w="9542780" h="6570345">
                  <a:moveTo>
                    <a:pt x="6264163" y="5121722"/>
                  </a:moveTo>
                  <a:lnTo>
                    <a:pt x="6242937" y="5121722"/>
                  </a:lnTo>
                  <a:lnTo>
                    <a:pt x="6236427" y="5128079"/>
                  </a:lnTo>
                  <a:lnTo>
                    <a:pt x="6236427" y="5147125"/>
                  </a:lnTo>
                  <a:lnTo>
                    <a:pt x="6242937" y="5155603"/>
                  </a:lnTo>
                  <a:lnTo>
                    <a:pt x="6264163" y="5155603"/>
                  </a:lnTo>
                  <a:lnTo>
                    <a:pt x="6270390" y="5149245"/>
                  </a:lnTo>
                  <a:lnTo>
                    <a:pt x="6270390" y="5130199"/>
                  </a:lnTo>
                  <a:lnTo>
                    <a:pt x="6264163" y="5121722"/>
                  </a:lnTo>
                  <a:close/>
                </a:path>
                <a:path w="9542780" h="6570345">
                  <a:moveTo>
                    <a:pt x="6264163" y="5255129"/>
                  </a:moveTo>
                  <a:lnTo>
                    <a:pt x="6242937" y="5255129"/>
                  </a:lnTo>
                  <a:lnTo>
                    <a:pt x="6236427" y="5261458"/>
                  </a:lnTo>
                  <a:lnTo>
                    <a:pt x="6236427" y="5282652"/>
                  </a:lnTo>
                  <a:lnTo>
                    <a:pt x="6242937" y="5288982"/>
                  </a:lnTo>
                  <a:lnTo>
                    <a:pt x="6264163" y="5288982"/>
                  </a:lnTo>
                  <a:lnTo>
                    <a:pt x="6270390" y="5280533"/>
                  </a:lnTo>
                  <a:lnTo>
                    <a:pt x="6270390" y="5263578"/>
                  </a:lnTo>
                  <a:lnTo>
                    <a:pt x="6264163" y="5255129"/>
                  </a:lnTo>
                  <a:close/>
                </a:path>
                <a:path w="9542780" h="6570345">
                  <a:moveTo>
                    <a:pt x="6264163" y="5299579"/>
                  </a:moveTo>
                  <a:lnTo>
                    <a:pt x="6242937" y="5299579"/>
                  </a:lnTo>
                  <a:lnTo>
                    <a:pt x="6236427" y="5305936"/>
                  </a:lnTo>
                  <a:lnTo>
                    <a:pt x="6236427" y="5327102"/>
                  </a:lnTo>
                  <a:lnTo>
                    <a:pt x="6242937" y="5333460"/>
                  </a:lnTo>
                  <a:lnTo>
                    <a:pt x="6264163" y="5333460"/>
                  </a:lnTo>
                  <a:lnTo>
                    <a:pt x="6270390" y="5324983"/>
                  </a:lnTo>
                  <a:lnTo>
                    <a:pt x="6270390" y="5308056"/>
                  </a:lnTo>
                  <a:lnTo>
                    <a:pt x="6264163" y="5299579"/>
                  </a:lnTo>
                  <a:close/>
                </a:path>
                <a:path w="9542780" h="6570345">
                  <a:moveTo>
                    <a:pt x="6264163" y="5344057"/>
                  </a:moveTo>
                  <a:lnTo>
                    <a:pt x="6242937" y="5344057"/>
                  </a:lnTo>
                  <a:lnTo>
                    <a:pt x="6236427" y="5350386"/>
                  </a:lnTo>
                  <a:lnTo>
                    <a:pt x="6236427" y="5369462"/>
                  </a:lnTo>
                  <a:lnTo>
                    <a:pt x="6242937" y="5377910"/>
                  </a:lnTo>
                  <a:lnTo>
                    <a:pt x="6264163" y="5377910"/>
                  </a:lnTo>
                  <a:lnTo>
                    <a:pt x="6270390" y="5369462"/>
                  </a:lnTo>
                  <a:lnTo>
                    <a:pt x="6270390" y="5352506"/>
                  </a:lnTo>
                  <a:lnTo>
                    <a:pt x="6264163" y="5344057"/>
                  </a:lnTo>
                  <a:close/>
                </a:path>
                <a:path w="9542780" h="6570345">
                  <a:moveTo>
                    <a:pt x="6264163" y="5386388"/>
                  </a:moveTo>
                  <a:lnTo>
                    <a:pt x="6242937" y="5386388"/>
                  </a:lnTo>
                  <a:lnTo>
                    <a:pt x="6236427" y="5392746"/>
                  </a:lnTo>
                  <a:lnTo>
                    <a:pt x="6236427" y="5411792"/>
                  </a:lnTo>
                  <a:lnTo>
                    <a:pt x="6242937" y="5420269"/>
                  </a:lnTo>
                  <a:lnTo>
                    <a:pt x="6264163" y="5420269"/>
                  </a:lnTo>
                  <a:lnTo>
                    <a:pt x="6270390" y="5413912"/>
                  </a:lnTo>
                  <a:lnTo>
                    <a:pt x="6270390" y="5394866"/>
                  </a:lnTo>
                  <a:lnTo>
                    <a:pt x="6264163" y="5386388"/>
                  </a:lnTo>
                  <a:close/>
                </a:path>
                <a:path w="9542780" h="6570345">
                  <a:moveTo>
                    <a:pt x="6219447" y="5299579"/>
                  </a:moveTo>
                  <a:lnTo>
                    <a:pt x="6198222" y="5299579"/>
                  </a:lnTo>
                  <a:lnTo>
                    <a:pt x="6191995" y="5305936"/>
                  </a:lnTo>
                  <a:lnTo>
                    <a:pt x="6191995" y="5327102"/>
                  </a:lnTo>
                  <a:lnTo>
                    <a:pt x="6198222" y="5333460"/>
                  </a:lnTo>
                  <a:lnTo>
                    <a:pt x="6219447" y="5333460"/>
                  </a:lnTo>
                  <a:lnTo>
                    <a:pt x="6225956" y="5324983"/>
                  </a:lnTo>
                  <a:lnTo>
                    <a:pt x="6225956" y="5308056"/>
                  </a:lnTo>
                  <a:lnTo>
                    <a:pt x="6219447" y="5299579"/>
                  </a:lnTo>
                  <a:close/>
                </a:path>
                <a:path w="9542780" h="6570345">
                  <a:moveTo>
                    <a:pt x="6219447" y="5344057"/>
                  </a:moveTo>
                  <a:lnTo>
                    <a:pt x="6198222" y="5344057"/>
                  </a:lnTo>
                  <a:lnTo>
                    <a:pt x="6191995" y="5350386"/>
                  </a:lnTo>
                  <a:lnTo>
                    <a:pt x="6191995" y="5369462"/>
                  </a:lnTo>
                  <a:lnTo>
                    <a:pt x="6198222" y="5377910"/>
                  </a:lnTo>
                  <a:lnTo>
                    <a:pt x="6219447" y="5377910"/>
                  </a:lnTo>
                  <a:lnTo>
                    <a:pt x="6225956" y="5369462"/>
                  </a:lnTo>
                  <a:lnTo>
                    <a:pt x="6225956" y="5352506"/>
                  </a:lnTo>
                  <a:lnTo>
                    <a:pt x="6219447" y="5344057"/>
                  </a:lnTo>
                  <a:close/>
                </a:path>
                <a:path w="9542780" h="6570345">
                  <a:moveTo>
                    <a:pt x="6175015" y="5299579"/>
                  </a:moveTo>
                  <a:lnTo>
                    <a:pt x="6155770" y="5299579"/>
                  </a:lnTo>
                  <a:lnTo>
                    <a:pt x="6147280" y="5305936"/>
                  </a:lnTo>
                  <a:lnTo>
                    <a:pt x="6147280" y="5327102"/>
                  </a:lnTo>
                  <a:lnTo>
                    <a:pt x="6153788" y="5333460"/>
                  </a:lnTo>
                  <a:lnTo>
                    <a:pt x="6172751" y="5333460"/>
                  </a:lnTo>
                  <a:lnTo>
                    <a:pt x="6181241" y="5324983"/>
                  </a:lnTo>
                  <a:lnTo>
                    <a:pt x="6181241" y="5308056"/>
                  </a:lnTo>
                  <a:lnTo>
                    <a:pt x="6175015" y="5299579"/>
                  </a:lnTo>
                  <a:close/>
                </a:path>
                <a:path w="9542780" h="6570345">
                  <a:moveTo>
                    <a:pt x="6175015" y="5344057"/>
                  </a:moveTo>
                  <a:lnTo>
                    <a:pt x="6155770" y="5344057"/>
                  </a:lnTo>
                  <a:lnTo>
                    <a:pt x="6147280" y="5350386"/>
                  </a:lnTo>
                  <a:lnTo>
                    <a:pt x="6147280" y="5369462"/>
                  </a:lnTo>
                  <a:lnTo>
                    <a:pt x="6153788" y="5377910"/>
                  </a:lnTo>
                  <a:lnTo>
                    <a:pt x="6164259" y="5377910"/>
                  </a:lnTo>
                  <a:lnTo>
                    <a:pt x="6172751" y="5375791"/>
                  </a:lnTo>
                  <a:lnTo>
                    <a:pt x="6181241" y="5369462"/>
                  </a:lnTo>
                  <a:lnTo>
                    <a:pt x="6181241" y="5352506"/>
                  </a:lnTo>
                  <a:lnTo>
                    <a:pt x="6175015" y="5344057"/>
                  </a:lnTo>
                  <a:close/>
                </a:path>
                <a:path w="9542780" h="6570345">
                  <a:moveTo>
                    <a:pt x="6130582" y="5299579"/>
                  </a:moveTo>
                  <a:lnTo>
                    <a:pt x="6111337" y="5299579"/>
                  </a:lnTo>
                  <a:lnTo>
                    <a:pt x="6102847" y="5305936"/>
                  </a:lnTo>
                  <a:lnTo>
                    <a:pt x="6102847" y="5327102"/>
                  </a:lnTo>
                  <a:lnTo>
                    <a:pt x="6109356" y="5333460"/>
                  </a:lnTo>
                  <a:lnTo>
                    <a:pt x="6128317" y="5333460"/>
                  </a:lnTo>
                  <a:lnTo>
                    <a:pt x="6136808" y="5324983"/>
                  </a:lnTo>
                  <a:lnTo>
                    <a:pt x="6136808" y="5308056"/>
                  </a:lnTo>
                  <a:lnTo>
                    <a:pt x="6130582" y="5299579"/>
                  </a:lnTo>
                  <a:close/>
                </a:path>
                <a:path w="9542780" h="6570345">
                  <a:moveTo>
                    <a:pt x="6130582" y="5344057"/>
                  </a:moveTo>
                  <a:lnTo>
                    <a:pt x="6111337" y="5344057"/>
                  </a:lnTo>
                  <a:lnTo>
                    <a:pt x="6102847" y="5350386"/>
                  </a:lnTo>
                  <a:lnTo>
                    <a:pt x="6102847" y="5369462"/>
                  </a:lnTo>
                  <a:lnTo>
                    <a:pt x="6109356" y="5377910"/>
                  </a:lnTo>
                  <a:lnTo>
                    <a:pt x="6119827" y="5377910"/>
                  </a:lnTo>
                  <a:lnTo>
                    <a:pt x="6128317" y="5375791"/>
                  </a:lnTo>
                  <a:lnTo>
                    <a:pt x="6136808" y="5369462"/>
                  </a:lnTo>
                  <a:lnTo>
                    <a:pt x="6136808" y="5352506"/>
                  </a:lnTo>
                  <a:lnTo>
                    <a:pt x="6130582" y="5344057"/>
                  </a:lnTo>
                  <a:close/>
                </a:path>
                <a:path w="9542780" h="6570345">
                  <a:moveTo>
                    <a:pt x="6085866" y="5299579"/>
                  </a:moveTo>
                  <a:lnTo>
                    <a:pt x="6066904" y="5299579"/>
                  </a:lnTo>
                  <a:lnTo>
                    <a:pt x="6058414" y="5305936"/>
                  </a:lnTo>
                  <a:lnTo>
                    <a:pt x="6058414" y="5327102"/>
                  </a:lnTo>
                  <a:lnTo>
                    <a:pt x="6064641" y="5333460"/>
                  </a:lnTo>
                  <a:lnTo>
                    <a:pt x="6085866" y="5333460"/>
                  </a:lnTo>
                  <a:lnTo>
                    <a:pt x="6092375" y="5324983"/>
                  </a:lnTo>
                  <a:lnTo>
                    <a:pt x="6092375" y="5308056"/>
                  </a:lnTo>
                  <a:lnTo>
                    <a:pt x="6085866" y="5299579"/>
                  </a:lnTo>
                  <a:close/>
                </a:path>
                <a:path w="9542780" h="6570345">
                  <a:moveTo>
                    <a:pt x="6085866" y="5344057"/>
                  </a:moveTo>
                  <a:lnTo>
                    <a:pt x="6066904" y="5344057"/>
                  </a:lnTo>
                  <a:lnTo>
                    <a:pt x="6058414" y="5350386"/>
                  </a:lnTo>
                  <a:lnTo>
                    <a:pt x="6058414" y="5369462"/>
                  </a:lnTo>
                  <a:lnTo>
                    <a:pt x="6064641" y="5377910"/>
                  </a:lnTo>
                  <a:lnTo>
                    <a:pt x="6075395" y="5377910"/>
                  </a:lnTo>
                  <a:lnTo>
                    <a:pt x="6085866" y="5375791"/>
                  </a:lnTo>
                  <a:lnTo>
                    <a:pt x="6092375" y="5369462"/>
                  </a:lnTo>
                  <a:lnTo>
                    <a:pt x="6092375" y="5352506"/>
                  </a:lnTo>
                  <a:lnTo>
                    <a:pt x="6085866" y="5344057"/>
                  </a:lnTo>
                  <a:close/>
                </a:path>
                <a:path w="9542780" h="6570345">
                  <a:moveTo>
                    <a:pt x="6041434" y="4372199"/>
                  </a:moveTo>
                  <a:lnTo>
                    <a:pt x="6022188" y="4372199"/>
                  </a:lnTo>
                  <a:lnTo>
                    <a:pt x="6013698" y="4378558"/>
                  </a:lnTo>
                  <a:lnTo>
                    <a:pt x="6013698" y="4397604"/>
                  </a:lnTo>
                  <a:lnTo>
                    <a:pt x="6020207" y="4406082"/>
                  </a:lnTo>
                  <a:lnTo>
                    <a:pt x="6030678" y="4406082"/>
                  </a:lnTo>
                  <a:lnTo>
                    <a:pt x="6041434" y="4403962"/>
                  </a:lnTo>
                  <a:lnTo>
                    <a:pt x="6047659" y="4397604"/>
                  </a:lnTo>
                  <a:lnTo>
                    <a:pt x="6047659" y="4380677"/>
                  </a:lnTo>
                  <a:lnTo>
                    <a:pt x="6041434" y="4372199"/>
                  </a:lnTo>
                  <a:close/>
                </a:path>
                <a:path w="9542780" h="6570345">
                  <a:moveTo>
                    <a:pt x="6041434" y="4416649"/>
                  </a:moveTo>
                  <a:lnTo>
                    <a:pt x="6022188" y="4416649"/>
                  </a:lnTo>
                  <a:lnTo>
                    <a:pt x="6013698" y="4423008"/>
                  </a:lnTo>
                  <a:lnTo>
                    <a:pt x="6013698" y="4442054"/>
                  </a:lnTo>
                  <a:lnTo>
                    <a:pt x="6020207" y="4450532"/>
                  </a:lnTo>
                  <a:lnTo>
                    <a:pt x="6030678" y="4450532"/>
                  </a:lnTo>
                  <a:lnTo>
                    <a:pt x="6041434" y="4448412"/>
                  </a:lnTo>
                  <a:lnTo>
                    <a:pt x="6047659" y="4442054"/>
                  </a:lnTo>
                  <a:lnTo>
                    <a:pt x="6047659" y="4425128"/>
                  </a:lnTo>
                  <a:lnTo>
                    <a:pt x="6041434" y="4416649"/>
                  </a:lnTo>
                  <a:close/>
                </a:path>
                <a:path w="9542780" h="6570345">
                  <a:moveTo>
                    <a:pt x="6041434" y="5255129"/>
                  </a:moveTo>
                  <a:lnTo>
                    <a:pt x="6022188" y="5255129"/>
                  </a:lnTo>
                  <a:lnTo>
                    <a:pt x="6013698" y="5261458"/>
                  </a:lnTo>
                  <a:lnTo>
                    <a:pt x="6013698" y="5282652"/>
                  </a:lnTo>
                  <a:lnTo>
                    <a:pt x="6020207" y="5288982"/>
                  </a:lnTo>
                  <a:lnTo>
                    <a:pt x="6041434" y="5288982"/>
                  </a:lnTo>
                  <a:lnTo>
                    <a:pt x="6047659" y="5280533"/>
                  </a:lnTo>
                  <a:lnTo>
                    <a:pt x="6047659" y="5263578"/>
                  </a:lnTo>
                  <a:lnTo>
                    <a:pt x="6041434" y="5255129"/>
                  </a:lnTo>
                  <a:close/>
                </a:path>
                <a:path w="9542780" h="6570345">
                  <a:moveTo>
                    <a:pt x="6041434" y="5299579"/>
                  </a:moveTo>
                  <a:lnTo>
                    <a:pt x="6022188" y="5299579"/>
                  </a:lnTo>
                  <a:lnTo>
                    <a:pt x="6013698" y="5305936"/>
                  </a:lnTo>
                  <a:lnTo>
                    <a:pt x="6013698" y="5327102"/>
                  </a:lnTo>
                  <a:lnTo>
                    <a:pt x="6020207" y="5333460"/>
                  </a:lnTo>
                  <a:lnTo>
                    <a:pt x="6041434" y="5333460"/>
                  </a:lnTo>
                  <a:lnTo>
                    <a:pt x="6047659" y="5324983"/>
                  </a:lnTo>
                  <a:lnTo>
                    <a:pt x="6047659" y="5308056"/>
                  </a:lnTo>
                  <a:lnTo>
                    <a:pt x="6041434" y="5299579"/>
                  </a:lnTo>
                  <a:close/>
                </a:path>
                <a:path w="9542780" h="6570345">
                  <a:moveTo>
                    <a:pt x="6041434" y="5344057"/>
                  </a:moveTo>
                  <a:lnTo>
                    <a:pt x="6022188" y="5344057"/>
                  </a:lnTo>
                  <a:lnTo>
                    <a:pt x="6013698" y="5350386"/>
                  </a:lnTo>
                  <a:lnTo>
                    <a:pt x="6013698" y="5369462"/>
                  </a:lnTo>
                  <a:lnTo>
                    <a:pt x="6020207" y="5377910"/>
                  </a:lnTo>
                  <a:lnTo>
                    <a:pt x="6030680" y="5377910"/>
                  </a:lnTo>
                  <a:lnTo>
                    <a:pt x="6041434" y="5375791"/>
                  </a:lnTo>
                  <a:lnTo>
                    <a:pt x="6047659" y="5369462"/>
                  </a:lnTo>
                  <a:lnTo>
                    <a:pt x="6047659" y="5352506"/>
                  </a:lnTo>
                  <a:lnTo>
                    <a:pt x="6041434" y="5344057"/>
                  </a:lnTo>
                  <a:close/>
                </a:path>
                <a:path w="9542780" h="6570345">
                  <a:moveTo>
                    <a:pt x="5996717" y="4416649"/>
                  </a:moveTo>
                  <a:lnTo>
                    <a:pt x="5977756" y="4416649"/>
                  </a:lnTo>
                  <a:lnTo>
                    <a:pt x="5969266" y="4423008"/>
                  </a:lnTo>
                  <a:lnTo>
                    <a:pt x="5969266" y="4442054"/>
                  </a:lnTo>
                  <a:lnTo>
                    <a:pt x="5975775" y="4450532"/>
                  </a:lnTo>
                  <a:lnTo>
                    <a:pt x="5986246" y="4450532"/>
                  </a:lnTo>
                  <a:lnTo>
                    <a:pt x="5996717" y="4448412"/>
                  </a:lnTo>
                  <a:lnTo>
                    <a:pt x="6003227" y="4442054"/>
                  </a:lnTo>
                  <a:lnTo>
                    <a:pt x="6003227" y="4425128"/>
                  </a:lnTo>
                  <a:lnTo>
                    <a:pt x="5996717" y="4416649"/>
                  </a:lnTo>
                  <a:close/>
                </a:path>
                <a:path w="9542780" h="6570345">
                  <a:moveTo>
                    <a:pt x="5996717" y="4459009"/>
                  </a:moveTo>
                  <a:lnTo>
                    <a:pt x="5977756" y="4459009"/>
                  </a:lnTo>
                  <a:lnTo>
                    <a:pt x="5969266" y="4465366"/>
                  </a:lnTo>
                  <a:lnTo>
                    <a:pt x="5969266" y="4484413"/>
                  </a:lnTo>
                  <a:lnTo>
                    <a:pt x="5975775" y="4492891"/>
                  </a:lnTo>
                  <a:lnTo>
                    <a:pt x="5996717" y="4492891"/>
                  </a:lnTo>
                  <a:lnTo>
                    <a:pt x="6003227" y="4486532"/>
                  </a:lnTo>
                  <a:lnTo>
                    <a:pt x="6003227" y="4467486"/>
                  </a:lnTo>
                  <a:lnTo>
                    <a:pt x="5996717" y="4459009"/>
                  </a:lnTo>
                  <a:close/>
                </a:path>
                <a:path w="9542780" h="6570345">
                  <a:moveTo>
                    <a:pt x="5996717" y="4547938"/>
                  </a:moveTo>
                  <a:lnTo>
                    <a:pt x="5977756" y="4547938"/>
                  </a:lnTo>
                  <a:lnTo>
                    <a:pt x="5969266" y="4554296"/>
                  </a:lnTo>
                  <a:lnTo>
                    <a:pt x="5969266" y="4573342"/>
                  </a:lnTo>
                  <a:lnTo>
                    <a:pt x="5975775" y="4581819"/>
                  </a:lnTo>
                  <a:lnTo>
                    <a:pt x="5996717" y="4581819"/>
                  </a:lnTo>
                  <a:lnTo>
                    <a:pt x="6003227" y="4573342"/>
                  </a:lnTo>
                  <a:lnTo>
                    <a:pt x="6003227" y="4556415"/>
                  </a:lnTo>
                  <a:lnTo>
                    <a:pt x="5996717" y="4547938"/>
                  </a:lnTo>
                  <a:close/>
                </a:path>
                <a:path w="9542780" h="6570345">
                  <a:moveTo>
                    <a:pt x="5996717" y="4592388"/>
                  </a:moveTo>
                  <a:lnTo>
                    <a:pt x="5977756" y="4592388"/>
                  </a:lnTo>
                  <a:lnTo>
                    <a:pt x="5969266" y="4598746"/>
                  </a:lnTo>
                  <a:lnTo>
                    <a:pt x="5969266" y="4617792"/>
                  </a:lnTo>
                  <a:lnTo>
                    <a:pt x="5975775" y="4626269"/>
                  </a:lnTo>
                  <a:lnTo>
                    <a:pt x="5996717" y="4626269"/>
                  </a:lnTo>
                  <a:lnTo>
                    <a:pt x="6003227" y="4617792"/>
                  </a:lnTo>
                  <a:lnTo>
                    <a:pt x="6003227" y="4600865"/>
                  </a:lnTo>
                  <a:lnTo>
                    <a:pt x="5996717" y="4592388"/>
                  </a:lnTo>
                  <a:close/>
                </a:path>
                <a:path w="9542780" h="6570345">
                  <a:moveTo>
                    <a:pt x="5996717" y="4636866"/>
                  </a:moveTo>
                  <a:lnTo>
                    <a:pt x="5977756" y="4636866"/>
                  </a:lnTo>
                  <a:lnTo>
                    <a:pt x="5969266" y="4643225"/>
                  </a:lnTo>
                  <a:lnTo>
                    <a:pt x="5969266" y="4662270"/>
                  </a:lnTo>
                  <a:lnTo>
                    <a:pt x="5975775" y="4670748"/>
                  </a:lnTo>
                  <a:lnTo>
                    <a:pt x="5996717" y="4670748"/>
                  </a:lnTo>
                  <a:lnTo>
                    <a:pt x="6003227" y="4662270"/>
                  </a:lnTo>
                  <a:lnTo>
                    <a:pt x="6003227" y="4645343"/>
                  </a:lnTo>
                  <a:lnTo>
                    <a:pt x="5996717" y="4636866"/>
                  </a:lnTo>
                  <a:close/>
                </a:path>
                <a:path w="9542780" h="6570345">
                  <a:moveTo>
                    <a:pt x="5996717" y="4725795"/>
                  </a:moveTo>
                  <a:lnTo>
                    <a:pt x="5977756" y="4725795"/>
                  </a:lnTo>
                  <a:lnTo>
                    <a:pt x="5969266" y="4732153"/>
                  </a:lnTo>
                  <a:lnTo>
                    <a:pt x="5969266" y="4753319"/>
                  </a:lnTo>
                  <a:lnTo>
                    <a:pt x="5975775" y="4759676"/>
                  </a:lnTo>
                  <a:lnTo>
                    <a:pt x="5986246" y="4759676"/>
                  </a:lnTo>
                  <a:lnTo>
                    <a:pt x="5996717" y="4757557"/>
                  </a:lnTo>
                  <a:lnTo>
                    <a:pt x="6003227" y="4751199"/>
                  </a:lnTo>
                  <a:lnTo>
                    <a:pt x="6003227" y="4734245"/>
                  </a:lnTo>
                  <a:lnTo>
                    <a:pt x="5996717" y="4725795"/>
                  </a:lnTo>
                  <a:close/>
                </a:path>
                <a:path w="9542780" h="6570345">
                  <a:moveTo>
                    <a:pt x="5996717" y="4768126"/>
                  </a:moveTo>
                  <a:lnTo>
                    <a:pt x="5977756" y="4768126"/>
                  </a:lnTo>
                  <a:lnTo>
                    <a:pt x="5969266" y="4774484"/>
                  </a:lnTo>
                  <a:lnTo>
                    <a:pt x="5969266" y="4795649"/>
                  </a:lnTo>
                  <a:lnTo>
                    <a:pt x="5975775" y="4802008"/>
                  </a:lnTo>
                  <a:lnTo>
                    <a:pt x="5996717" y="4802008"/>
                  </a:lnTo>
                  <a:lnTo>
                    <a:pt x="6003227" y="4795649"/>
                  </a:lnTo>
                  <a:lnTo>
                    <a:pt x="6003227" y="4776603"/>
                  </a:lnTo>
                  <a:lnTo>
                    <a:pt x="5996717" y="4768126"/>
                  </a:lnTo>
                  <a:close/>
                </a:path>
                <a:path w="9542780" h="6570345">
                  <a:moveTo>
                    <a:pt x="5996717" y="5255129"/>
                  </a:moveTo>
                  <a:lnTo>
                    <a:pt x="5977756" y="5255129"/>
                  </a:lnTo>
                  <a:lnTo>
                    <a:pt x="5969266" y="5261458"/>
                  </a:lnTo>
                  <a:lnTo>
                    <a:pt x="5969266" y="5282652"/>
                  </a:lnTo>
                  <a:lnTo>
                    <a:pt x="5975775" y="5288982"/>
                  </a:lnTo>
                  <a:lnTo>
                    <a:pt x="5996717" y="5288982"/>
                  </a:lnTo>
                  <a:lnTo>
                    <a:pt x="6003227" y="5280533"/>
                  </a:lnTo>
                  <a:lnTo>
                    <a:pt x="6003227" y="5263578"/>
                  </a:lnTo>
                  <a:lnTo>
                    <a:pt x="5996717" y="5255129"/>
                  </a:lnTo>
                  <a:close/>
                </a:path>
                <a:path w="9542780" h="6570345">
                  <a:moveTo>
                    <a:pt x="5996717" y="5299579"/>
                  </a:moveTo>
                  <a:lnTo>
                    <a:pt x="5977756" y="5299579"/>
                  </a:lnTo>
                  <a:lnTo>
                    <a:pt x="5969266" y="5305936"/>
                  </a:lnTo>
                  <a:lnTo>
                    <a:pt x="5969266" y="5327102"/>
                  </a:lnTo>
                  <a:lnTo>
                    <a:pt x="5975775" y="5333460"/>
                  </a:lnTo>
                  <a:lnTo>
                    <a:pt x="5996717" y="5333460"/>
                  </a:lnTo>
                  <a:lnTo>
                    <a:pt x="6003227" y="5324983"/>
                  </a:lnTo>
                  <a:lnTo>
                    <a:pt x="6003227" y="5308056"/>
                  </a:lnTo>
                  <a:lnTo>
                    <a:pt x="5996717" y="5299579"/>
                  </a:lnTo>
                  <a:close/>
                </a:path>
                <a:path w="9542780" h="6570345">
                  <a:moveTo>
                    <a:pt x="5996717" y="5344057"/>
                  </a:moveTo>
                  <a:lnTo>
                    <a:pt x="5977756" y="5344057"/>
                  </a:lnTo>
                  <a:lnTo>
                    <a:pt x="5969266" y="5350386"/>
                  </a:lnTo>
                  <a:lnTo>
                    <a:pt x="5969266" y="5369462"/>
                  </a:lnTo>
                  <a:lnTo>
                    <a:pt x="5975775" y="5377910"/>
                  </a:lnTo>
                  <a:lnTo>
                    <a:pt x="5986246" y="5377910"/>
                  </a:lnTo>
                  <a:lnTo>
                    <a:pt x="5996717" y="5375791"/>
                  </a:lnTo>
                  <a:lnTo>
                    <a:pt x="6003227" y="5369462"/>
                  </a:lnTo>
                  <a:lnTo>
                    <a:pt x="6003227" y="5352506"/>
                  </a:lnTo>
                  <a:lnTo>
                    <a:pt x="5996717" y="5344057"/>
                  </a:lnTo>
                  <a:close/>
                </a:path>
                <a:path w="9542780" h="6570345">
                  <a:moveTo>
                    <a:pt x="5954549" y="4416649"/>
                  </a:moveTo>
                  <a:lnTo>
                    <a:pt x="5935304" y="4416649"/>
                  </a:lnTo>
                  <a:lnTo>
                    <a:pt x="5926814" y="4423008"/>
                  </a:lnTo>
                  <a:lnTo>
                    <a:pt x="5926814" y="4442054"/>
                  </a:lnTo>
                  <a:lnTo>
                    <a:pt x="5933323" y="4450532"/>
                  </a:lnTo>
                  <a:lnTo>
                    <a:pt x="5943795" y="4450532"/>
                  </a:lnTo>
                  <a:lnTo>
                    <a:pt x="5952285" y="4448412"/>
                  </a:lnTo>
                  <a:lnTo>
                    <a:pt x="5960775" y="4442054"/>
                  </a:lnTo>
                  <a:lnTo>
                    <a:pt x="5960775" y="4425128"/>
                  </a:lnTo>
                  <a:lnTo>
                    <a:pt x="5954549" y="4416649"/>
                  </a:lnTo>
                  <a:close/>
                </a:path>
                <a:path w="9542780" h="6570345">
                  <a:moveTo>
                    <a:pt x="5954549" y="4592388"/>
                  </a:moveTo>
                  <a:lnTo>
                    <a:pt x="5935304" y="4592388"/>
                  </a:lnTo>
                  <a:lnTo>
                    <a:pt x="5926814" y="4598746"/>
                  </a:lnTo>
                  <a:lnTo>
                    <a:pt x="5926814" y="4617792"/>
                  </a:lnTo>
                  <a:lnTo>
                    <a:pt x="5933323" y="4626269"/>
                  </a:lnTo>
                  <a:lnTo>
                    <a:pt x="5952285" y="4626269"/>
                  </a:lnTo>
                  <a:lnTo>
                    <a:pt x="5960775" y="4617792"/>
                  </a:lnTo>
                  <a:lnTo>
                    <a:pt x="5960775" y="4600865"/>
                  </a:lnTo>
                  <a:lnTo>
                    <a:pt x="5954549" y="4592388"/>
                  </a:lnTo>
                  <a:close/>
                </a:path>
                <a:path w="9542780" h="6570345">
                  <a:moveTo>
                    <a:pt x="5954549" y="4636866"/>
                  </a:moveTo>
                  <a:lnTo>
                    <a:pt x="5935304" y="4636866"/>
                  </a:lnTo>
                  <a:lnTo>
                    <a:pt x="5926814" y="4643225"/>
                  </a:lnTo>
                  <a:lnTo>
                    <a:pt x="5926814" y="4662270"/>
                  </a:lnTo>
                  <a:lnTo>
                    <a:pt x="5933323" y="4670748"/>
                  </a:lnTo>
                  <a:lnTo>
                    <a:pt x="5952285" y="4670748"/>
                  </a:lnTo>
                  <a:lnTo>
                    <a:pt x="5960775" y="4662270"/>
                  </a:lnTo>
                  <a:lnTo>
                    <a:pt x="5960775" y="4645343"/>
                  </a:lnTo>
                  <a:lnTo>
                    <a:pt x="5954549" y="4636866"/>
                  </a:lnTo>
                  <a:close/>
                </a:path>
                <a:path w="9542780" h="6570345">
                  <a:moveTo>
                    <a:pt x="5954549" y="4681316"/>
                  </a:moveTo>
                  <a:lnTo>
                    <a:pt x="5935304" y="4681316"/>
                  </a:lnTo>
                  <a:lnTo>
                    <a:pt x="5926814" y="4687675"/>
                  </a:lnTo>
                  <a:lnTo>
                    <a:pt x="5926814" y="4706721"/>
                  </a:lnTo>
                  <a:lnTo>
                    <a:pt x="5933323" y="4715198"/>
                  </a:lnTo>
                  <a:lnTo>
                    <a:pt x="5943795" y="4715198"/>
                  </a:lnTo>
                  <a:lnTo>
                    <a:pt x="5952285" y="4713079"/>
                  </a:lnTo>
                  <a:lnTo>
                    <a:pt x="5960775" y="4706721"/>
                  </a:lnTo>
                  <a:lnTo>
                    <a:pt x="5960775" y="4689795"/>
                  </a:lnTo>
                  <a:lnTo>
                    <a:pt x="5954549" y="4681316"/>
                  </a:lnTo>
                  <a:close/>
                </a:path>
                <a:path w="9542780" h="6570345">
                  <a:moveTo>
                    <a:pt x="5954549" y="4725795"/>
                  </a:moveTo>
                  <a:lnTo>
                    <a:pt x="5935304" y="4725795"/>
                  </a:lnTo>
                  <a:lnTo>
                    <a:pt x="5926814" y="4732153"/>
                  </a:lnTo>
                  <a:lnTo>
                    <a:pt x="5926814" y="4753319"/>
                  </a:lnTo>
                  <a:lnTo>
                    <a:pt x="5933323" y="4759676"/>
                  </a:lnTo>
                  <a:lnTo>
                    <a:pt x="5943795" y="4759676"/>
                  </a:lnTo>
                  <a:lnTo>
                    <a:pt x="5952285" y="4757557"/>
                  </a:lnTo>
                  <a:lnTo>
                    <a:pt x="5960775" y="4751199"/>
                  </a:lnTo>
                  <a:lnTo>
                    <a:pt x="5960775" y="4734245"/>
                  </a:lnTo>
                  <a:lnTo>
                    <a:pt x="5954549" y="4725795"/>
                  </a:lnTo>
                  <a:close/>
                </a:path>
                <a:path w="9542780" h="6570345">
                  <a:moveTo>
                    <a:pt x="5954549" y="4901533"/>
                  </a:moveTo>
                  <a:lnTo>
                    <a:pt x="5935304" y="4901533"/>
                  </a:lnTo>
                  <a:lnTo>
                    <a:pt x="5926814" y="4907892"/>
                  </a:lnTo>
                  <a:lnTo>
                    <a:pt x="5926814" y="4926937"/>
                  </a:lnTo>
                  <a:lnTo>
                    <a:pt x="5933323" y="4935415"/>
                  </a:lnTo>
                  <a:lnTo>
                    <a:pt x="5952285" y="4935415"/>
                  </a:lnTo>
                  <a:lnTo>
                    <a:pt x="5960775" y="4926937"/>
                  </a:lnTo>
                  <a:lnTo>
                    <a:pt x="5960775" y="4909982"/>
                  </a:lnTo>
                  <a:lnTo>
                    <a:pt x="5954549" y="4901533"/>
                  </a:lnTo>
                  <a:close/>
                </a:path>
                <a:path w="9542780" h="6570345">
                  <a:moveTo>
                    <a:pt x="5954549" y="4945983"/>
                  </a:moveTo>
                  <a:lnTo>
                    <a:pt x="5935304" y="4945983"/>
                  </a:lnTo>
                  <a:lnTo>
                    <a:pt x="5926814" y="4952342"/>
                  </a:lnTo>
                  <a:lnTo>
                    <a:pt x="5926814" y="4971388"/>
                  </a:lnTo>
                  <a:lnTo>
                    <a:pt x="5933323" y="4979865"/>
                  </a:lnTo>
                  <a:lnTo>
                    <a:pt x="5952285" y="4979865"/>
                  </a:lnTo>
                  <a:lnTo>
                    <a:pt x="5960775" y="4971388"/>
                  </a:lnTo>
                  <a:lnTo>
                    <a:pt x="5960775" y="4954460"/>
                  </a:lnTo>
                  <a:lnTo>
                    <a:pt x="5954549" y="4945983"/>
                  </a:lnTo>
                  <a:close/>
                </a:path>
                <a:path w="9542780" h="6570345">
                  <a:moveTo>
                    <a:pt x="5954549" y="5299579"/>
                  </a:moveTo>
                  <a:lnTo>
                    <a:pt x="5935304" y="5299579"/>
                  </a:lnTo>
                  <a:lnTo>
                    <a:pt x="5926814" y="5305936"/>
                  </a:lnTo>
                  <a:lnTo>
                    <a:pt x="5926814" y="5327102"/>
                  </a:lnTo>
                  <a:lnTo>
                    <a:pt x="5933323" y="5333460"/>
                  </a:lnTo>
                  <a:lnTo>
                    <a:pt x="5952285" y="5333460"/>
                  </a:lnTo>
                  <a:lnTo>
                    <a:pt x="5960775" y="5324983"/>
                  </a:lnTo>
                  <a:lnTo>
                    <a:pt x="5960775" y="5308056"/>
                  </a:lnTo>
                  <a:lnTo>
                    <a:pt x="5954549" y="5299579"/>
                  </a:lnTo>
                  <a:close/>
                </a:path>
                <a:path w="9542780" h="6570345">
                  <a:moveTo>
                    <a:pt x="5954549" y="5344057"/>
                  </a:moveTo>
                  <a:lnTo>
                    <a:pt x="5935304" y="5344057"/>
                  </a:lnTo>
                  <a:lnTo>
                    <a:pt x="5926814" y="5350386"/>
                  </a:lnTo>
                  <a:lnTo>
                    <a:pt x="5926814" y="5369462"/>
                  </a:lnTo>
                  <a:lnTo>
                    <a:pt x="5933323" y="5377910"/>
                  </a:lnTo>
                  <a:lnTo>
                    <a:pt x="5943795" y="5377910"/>
                  </a:lnTo>
                  <a:lnTo>
                    <a:pt x="5952285" y="5375791"/>
                  </a:lnTo>
                  <a:lnTo>
                    <a:pt x="5960775" y="5369462"/>
                  </a:lnTo>
                  <a:lnTo>
                    <a:pt x="5960775" y="5352506"/>
                  </a:lnTo>
                  <a:lnTo>
                    <a:pt x="5954549" y="5344057"/>
                  </a:lnTo>
                  <a:close/>
                </a:path>
                <a:path w="9542780" h="6570345">
                  <a:moveTo>
                    <a:pt x="5909833" y="4503459"/>
                  </a:moveTo>
                  <a:lnTo>
                    <a:pt x="5890872" y="4503459"/>
                  </a:lnTo>
                  <a:lnTo>
                    <a:pt x="5882382" y="4509818"/>
                  </a:lnTo>
                  <a:lnTo>
                    <a:pt x="5882382" y="4528863"/>
                  </a:lnTo>
                  <a:lnTo>
                    <a:pt x="5888607" y="4537341"/>
                  </a:lnTo>
                  <a:lnTo>
                    <a:pt x="5907853" y="4537341"/>
                  </a:lnTo>
                  <a:lnTo>
                    <a:pt x="5916343" y="4530982"/>
                  </a:lnTo>
                  <a:lnTo>
                    <a:pt x="5916343" y="4511936"/>
                  </a:lnTo>
                  <a:lnTo>
                    <a:pt x="5909833" y="4503459"/>
                  </a:lnTo>
                  <a:close/>
                </a:path>
                <a:path w="9542780" h="6570345">
                  <a:moveTo>
                    <a:pt x="5909833" y="4547938"/>
                  </a:moveTo>
                  <a:lnTo>
                    <a:pt x="5890872" y="4547938"/>
                  </a:lnTo>
                  <a:lnTo>
                    <a:pt x="5882382" y="4554296"/>
                  </a:lnTo>
                  <a:lnTo>
                    <a:pt x="5882382" y="4573342"/>
                  </a:lnTo>
                  <a:lnTo>
                    <a:pt x="5888607" y="4581819"/>
                  </a:lnTo>
                  <a:lnTo>
                    <a:pt x="5907853" y="4581819"/>
                  </a:lnTo>
                  <a:lnTo>
                    <a:pt x="5916343" y="4573342"/>
                  </a:lnTo>
                  <a:lnTo>
                    <a:pt x="5916343" y="4556415"/>
                  </a:lnTo>
                  <a:lnTo>
                    <a:pt x="5909833" y="4547938"/>
                  </a:lnTo>
                  <a:close/>
                </a:path>
                <a:path w="9542780" h="6570345">
                  <a:moveTo>
                    <a:pt x="5909833" y="4636866"/>
                  </a:moveTo>
                  <a:lnTo>
                    <a:pt x="5890872" y="4636866"/>
                  </a:lnTo>
                  <a:lnTo>
                    <a:pt x="5882382" y="4643225"/>
                  </a:lnTo>
                  <a:lnTo>
                    <a:pt x="5882382" y="4662270"/>
                  </a:lnTo>
                  <a:lnTo>
                    <a:pt x="5888607" y="4670748"/>
                  </a:lnTo>
                  <a:lnTo>
                    <a:pt x="5907853" y="4670748"/>
                  </a:lnTo>
                  <a:lnTo>
                    <a:pt x="5916343" y="4662270"/>
                  </a:lnTo>
                  <a:lnTo>
                    <a:pt x="5916343" y="4645343"/>
                  </a:lnTo>
                  <a:lnTo>
                    <a:pt x="5909833" y="4636866"/>
                  </a:lnTo>
                  <a:close/>
                </a:path>
                <a:path w="9542780" h="6570345">
                  <a:moveTo>
                    <a:pt x="5909833" y="4681316"/>
                  </a:moveTo>
                  <a:lnTo>
                    <a:pt x="5890872" y="4681316"/>
                  </a:lnTo>
                  <a:lnTo>
                    <a:pt x="5882382" y="4687675"/>
                  </a:lnTo>
                  <a:lnTo>
                    <a:pt x="5882382" y="4706721"/>
                  </a:lnTo>
                  <a:lnTo>
                    <a:pt x="5888607" y="4715198"/>
                  </a:lnTo>
                  <a:lnTo>
                    <a:pt x="5899362" y="4715198"/>
                  </a:lnTo>
                  <a:lnTo>
                    <a:pt x="5907853" y="4713079"/>
                  </a:lnTo>
                  <a:lnTo>
                    <a:pt x="5916343" y="4706721"/>
                  </a:lnTo>
                  <a:lnTo>
                    <a:pt x="5916343" y="4689795"/>
                  </a:lnTo>
                  <a:lnTo>
                    <a:pt x="5909833" y="4681316"/>
                  </a:lnTo>
                  <a:close/>
                </a:path>
                <a:path w="9542780" h="6570345">
                  <a:moveTo>
                    <a:pt x="5909833" y="4725795"/>
                  </a:moveTo>
                  <a:lnTo>
                    <a:pt x="5890872" y="4725795"/>
                  </a:lnTo>
                  <a:lnTo>
                    <a:pt x="5882382" y="4732153"/>
                  </a:lnTo>
                  <a:lnTo>
                    <a:pt x="5882382" y="4753319"/>
                  </a:lnTo>
                  <a:lnTo>
                    <a:pt x="5888607" y="4759676"/>
                  </a:lnTo>
                  <a:lnTo>
                    <a:pt x="5899362" y="4759676"/>
                  </a:lnTo>
                  <a:lnTo>
                    <a:pt x="5907853" y="4757557"/>
                  </a:lnTo>
                  <a:lnTo>
                    <a:pt x="5916343" y="4751199"/>
                  </a:lnTo>
                  <a:lnTo>
                    <a:pt x="5916343" y="4734245"/>
                  </a:lnTo>
                  <a:lnTo>
                    <a:pt x="5909833" y="4725795"/>
                  </a:lnTo>
                  <a:close/>
                </a:path>
                <a:path w="9542780" h="6570345">
                  <a:moveTo>
                    <a:pt x="5909833" y="4768126"/>
                  </a:moveTo>
                  <a:lnTo>
                    <a:pt x="5890872" y="4768126"/>
                  </a:lnTo>
                  <a:lnTo>
                    <a:pt x="5882382" y="4774484"/>
                  </a:lnTo>
                  <a:lnTo>
                    <a:pt x="5882382" y="4795649"/>
                  </a:lnTo>
                  <a:lnTo>
                    <a:pt x="5888607" y="4802008"/>
                  </a:lnTo>
                  <a:lnTo>
                    <a:pt x="5907853" y="4802008"/>
                  </a:lnTo>
                  <a:lnTo>
                    <a:pt x="5916343" y="4795649"/>
                  </a:lnTo>
                  <a:lnTo>
                    <a:pt x="5916343" y="4776603"/>
                  </a:lnTo>
                  <a:lnTo>
                    <a:pt x="5909833" y="4768126"/>
                  </a:lnTo>
                  <a:close/>
                </a:path>
                <a:path w="9542780" h="6570345">
                  <a:moveTo>
                    <a:pt x="5909833" y="4812605"/>
                  </a:moveTo>
                  <a:lnTo>
                    <a:pt x="5890872" y="4812605"/>
                  </a:lnTo>
                  <a:lnTo>
                    <a:pt x="5882382" y="4818962"/>
                  </a:lnTo>
                  <a:lnTo>
                    <a:pt x="5882382" y="4838009"/>
                  </a:lnTo>
                  <a:lnTo>
                    <a:pt x="5888607" y="4846486"/>
                  </a:lnTo>
                  <a:lnTo>
                    <a:pt x="5907853" y="4846486"/>
                  </a:lnTo>
                  <a:lnTo>
                    <a:pt x="5916343" y="4840128"/>
                  </a:lnTo>
                  <a:lnTo>
                    <a:pt x="5916343" y="4821054"/>
                  </a:lnTo>
                  <a:lnTo>
                    <a:pt x="5909833" y="4812605"/>
                  </a:lnTo>
                  <a:close/>
                </a:path>
                <a:path w="9542780" h="6570345">
                  <a:moveTo>
                    <a:pt x="5909833" y="4857055"/>
                  </a:moveTo>
                  <a:lnTo>
                    <a:pt x="5890872" y="4857055"/>
                  </a:lnTo>
                  <a:lnTo>
                    <a:pt x="5882382" y="4863412"/>
                  </a:lnTo>
                  <a:lnTo>
                    <a:pt x="5882382" y="4882459"/>
                  </a:lnTo>
                  <a:lnTo>
                    <a:pt x="5888607" y="4890936"/>
                  </a:lnTo>
                  <a:lnTo>
                    <a:pt x="5907853" y="4890936"/>
                  </a:lnTo>
                  <a:lnTo>
                    <a:pt x="5916343" y="4882459"/>
                  </a:lnTo>
                  <a:lnTo>
                    <a:pt x="5916343" y="4865532"/>
                  </a:lnTo>
                  <a:lnTo>
                    <a:pt x="5909833" y="4857055"/>
                  </a:lnTo>
                  <a:close/>
                </a:path>
                <a:path w="9542780" h="6570345">
                  <a:moveTo>
                    <a:pt x="5909833" y="4901533"/>
                  </a:moveTo>
                  <a:lnTo>
                    <a:pt x="5890872" y="4901533"/>
                  </a:lnTo>
                  <a:lnTo>
                    <a:pt x="5882382" y="4907892"/>
                  </a:lnTo>
                  <a:lnTo>
                    <a:pt x="5882382" y="4926937"/>
                  </a:lnTo>
                  <a:lnTo>
                    <a:pt x="5888607" y="4935415"/>
                  </a:lnTo>
                  <a:lnTo>
                    <a:pt x="5907853" y="4935415"/>
                  </a:lnTo>
                  <a:lnTo>
                    <a:pt x="5916343" y="4926937"/>
                  </a:lnTo>
                  <a:lnTo>
                    <a:pt x="5916343" y="4909982"/>
                  </a:lnTo>
                  <a:lnTo>
                    <a:pt x="5909833" y="4901533"/>
                  </a:lnTo>
                  <a:close/>
                </a:path>
                <a:path w="9542780" h="6570345">
                  <a:moveTo>
                    <a:pt x="5909833" y="5034912"/>
                  </a:moveTo>
                  <a:lnTo>
                    <a:pt x="5890872" y="5034912"/>
                  </a:lnTo>
                  <a:lnTo>
                    <a:pt x="5882382" y="5041270"/>
                  </a:lnTo>
                  <a:lnTo>
                    <a:pt x="5882382" y="5060316"/>
                  </a:lnTo>
                  <a:lnTo>
                    <a:pt x="5888607" y="5068793"/>
                  </a:lnTo>
                  <a:lnTo>
                    <a:pt x="5899362" y="5068793"/>
                  </a:lnTo>
                  <a:lnTo>
                    <a:pt x="5907853" y="5066675"/>
                  </a:lnTo>
                  <a:lnTo>
                    <a:pt x="5916343" y="5060316"/>
                  </a:lnTo>
                  <a:lnTo>
                    <a:pt x="5916343" y="5043389"/>
                  </a:lnTo>
                  <a:lnTo>
                    <a:pt x="5909833" y="5034912"/>
                  </a:lnTo>
                  <a:close/>
                </a:path>
                <a:path w="9542780" h="6570345">
                  <a:moveTo>
                    <a:pt x="5909833" y="5077272"/>
                  </a:moveTo>
                  <a:lnTo>
                    <a:pt x="5890872" y="5077272"/>
                  </a:lnTo>
                  <a:lnTo>
                    <a:pt x="5882382" y="5083629"/>
                  </a:lnTo>
                  <a:lnTo>
                    <a:pt x="5882382" y="5102675"/>
                  </a:lnTo>
                  <a:lnTo>
                    <a:pt x="5888607" y="5111153"/>
                  </a:lnTo>
                  <a:lnTo>
                    <a:pt x="5907853" y="5111153"/>
                  </a:lnTo>
                  <a:lnTo>
                    <a:pt x="5916343" y="5104795"/>
                  </a:lnTo>
                  <a:lnTo>
                    <a:pt x="5916343" y="5085720"/>
                  </a:lnTo>
                  <a:lnTo>
                    <a:pt x="5909833" y="5077272"/>
                  </a:lnTo>
                  <a:close/>
                </a:path>
                <a:path w="9542780" h="6570345">
                  <a:moveTo>
                    <a:pt x="5865401" y="4459009"/>
                  </a:moveTo>
                  <a:lnTo>
                    <a:pt x="5846156" y="4459009"/>
                  </a:lnTo>
                  <a:lnTo>
                    <a:pt x="5837948" y="4465366"/>
                  </a:lnTo>
                  <a:lnTo>
                    <a:pt x="5837948" y="4484413"/>
                  </a:lnTo>
                  <a:lnTo>
                    <a:pt x="5844175" y="4492891"/>
                  </a:lnTo>
                  <a:lnTo>
                    <a:pt x="5863136" y="4492891"/>
                  </a:lnTo>
                  <a:lnTo>
                    <a:pt x="5871627" y="4486532"/>
                  </a:lnTo>
                  <a:lnTo>
                    <a:pt x="5871627" y="4467486"/>
                  </a:lnTo>
                  <a:lnTo>
                    <a:pt x="5865401" y="4459009"/>
                  </a:lnTo>
                  <a:close/>
                </a:path>
                <a:path w="9542780" h="6570345">
                  <a:moveTo>
                    <a:pt x="5865401" y="4503459"/>
                  </a:moveTo>
                  <a:lnTo>
                    <a:pt x="5846156" y="4503459"/>
                  </a:lnTo>
                  <a:lnTo>
                    <a:pt x="5837948" y="4509818"/>
                  </a:lnTo>
                  <a:lnTo>
                    <a:pt x="5837948" y="4528863"/>
                  </a:lnTo>
                  <a:lnTo>
                    <a:pt x="5844175" y="4537341"/>
                  </a:lnTo>
                  <a:lnTo>
                    <a:pt x="5863136" y="4537341"/>
                  </a:lnTo>
                  <a:lnTo>
                    <a:pt x="5871627" y="4530982"/>
                  </a:lnTo>
                  <a:lnTo>
                    <a:pt x="5871627" y="4511936"/>
                  </a:lnTo>
                  <a:lnTo>
                    <a:pt x="5865401" y="4503459"/>
                  </a:lnTo>
                  <a:close/>
                </a:path>
                <a:path w="9542780" h="6570345">
                  <a:moveTo>
                    <a:pt x="5865401" y="4547938"/>
                  </a:moveTo>
                  <a:lnTo>
                    <a:pt x="5846156" y="4547938"/>
                  </a:lnTo>
                  <a:lnTo>
                    <a:pt x="5837948" y="4554296"/>
                  </a:lnTo>
                  <a:lnTo>
                    <a:pt x="5837948" y="4573342"/>
                  </a:lnTo>
                  <a:lnTo>
                    <a:pt x="5844175" y="4581819"/>
                  </a:lnTo>
                  <a:lnTo>
                    <a:pt x="5863136" y="4581819"/>
                  </a:lnTo>
                  <a:lnTo>
                    <a:pt x="5871627" y="4573342"/>
                  </a:lnTo>
                  <a:lnTo>
                    <a:pt x="5871627" y="4556415"/>
                  </a:lnTo>
                  <a:lnTo>
                    <a:pt x="5865401" y="4547938"/>
                  </a:lnTo>
                  <a:close/>
                </a:path>
                <a:path w="9542780" h="6570345">
                  <a:moveTo>
                    <a:pt x="5865401" y="4636866"/>
                  </a:moveTo>
                  <a:lnTo>
                    <a:pt x="5846156" y="4636866"/>
                  </a:lnTo>
                  <a:lnTo>
                    <a:pt x="5837948" y="4643225"/>
                  </a:lnTo>
                  <a:lnTo>
                    <a:pt x="5837948" y="4662270"/>
                  </a:lnTo>
                  <a:lnTo>
                    <a:pt x="5844175" y="4670748"/>
                  </a:lnTo>
                  <a:lnTo>
                    <a:pt x="5863136" y="4670748"/>
                  </a:lnTo>
                  <a:lnTo>
                    <a:pt x="5871627" y="4662270"/>
                  </a:lnTo>
                  <a:lnTo>
                    <a:pt x="5871627" y="4645343"/>
                  </a:lnTo>
                  <a:lnTo>
                    <a:pt x="5865401" y="4636866"/>
                  </a:lnTo>
                  <a:close/>
                </a:path>
                <a:path w="9542780" h="6570345">
                  <a:moveTo>
                    <a:pt x="5865401" y="4681316"/>
                  </a:moveTo>
                  <a:lnTo>
                    <a:pt x="5846156" y="4681316"/>
                  </a:lnTo>
                  <a:lnTo>
                    <a:pt x="5837948" y="4687675"/>
                  </a:lnTo>
                  <a:lnTo>
                    <a:pt x="5837948" y="4706721"/>
                  </a:lnTo>
                  <a:lnTo>
                    <a:pt x="5844175" y="4715198"/>
                  </a:lnTo>
                  <a:lnTo>
                    <a:pt x="5854646" y="4715198"/>
                  </a:lnTo>
                  <a:lnTo>
                    <a:pt x="5863136" y="4713079"/>
                  </a:lnTo>
                  <a:lnTo>
                    <a:pt x="5871627" y="4706721"/>
                  </a:lnTo>
                  <a:lnTo>
                    <a:pt x="5871627" y="4689795"/>
                  </a:lnTo>
                  <a:lnTo>
                    <a:pt x="5865401" y="4681316"/>
                  </a:lnTo>
                  <a:close/>
                </a:path>
                <a:path w="9542780" h="6570345">
                  <a:moveTo>
                    <a:pt x="5865401" y="4725795"/>
                  </a:moveTo>
                  <a:lnTo>
                    <a:pt x="5846156" y="4725795"/>
                  </a:lnTo>
                  <a:lnTo>
                    <a:pt x="5837948" y="4732153"/>
                  </a:lnTo>
                  <a:lnTo>
                    <a:pt x="5837948" y="4753319"/>
                  </a:lnTo>
                  <a:lnTo>
                    <a:pt x="5844175" y="4759676"/>
                  </a:lnTo>
                  <a:lnTo>
                    <a:pt x="5854646" y="4759676"/>
                  </a:lnTo>
                  <a:lnTo>
                    <a:pt x="5863136" y="4757557"/>
                  </a:lnTo>
                  <a:lnTo>
                    <a:pt x="5871627" y="4751199"/>
                  </a:lnTo>
                  <a:lnTo>
                    <a:pt x="5871627" y="4734245"/>
                  </a:lnTo>
                  <a:lnTo>
                    <a:pt x="5865401" y="4725795"/>
                  </a:lnTo>
                  <a:close/>
                </a:path>
                <a:path w="9542780" h="6570345">
                  <a:moveTo>
                    <a:pt x="5865401" y="4768126"/>
                  </a:moveTo>
                  <a:lnTo>
                    <a:pt x="5846156" y="4768126"/>
                  </a:lnTo>
                  <a:lnTo>
                    <a:pt x="5837948" y="4774484"/>
                  </a:lnTo>
                  <a:lnTo>
                    <a:pt x="5837948" y="4795649"/>
                  </a:lnTo>
                  <a:lnTo>
                    <a:pt x="5844175" y="4802008"/>
                  </a:lnTo>
                  <a:lnTo>
                    <a:pt x="5863136" y="4802008"/>
                  </a:lnTo>
                  <a:lnTo>
                    <a:pt x="5871627" y="4795649"/>
                  </a:lnTo>
                  <a:lnTo>
                    <a:pt x="5871627" y="4776603"/>
                  </a:lnTo>
                  <a:lnTo>
                    <a:pt x="5865401" y="4768126"/>
                  </a:lnTo>
                  <a:close/>
                </a:path>
                <a:path w="9542780" h="6570345">
                  <a:moveTo>
                    <a:pt x="5865401" y="4812605"/>
                  </a:moveTo>
                  <a:lnTo>
                    <a:pt x="5846156" y="4812605"/>
                  </a:lnTo>
                  <a:lnTo>
                    <a:pt x="5837948" y="4818962"/>
                  </a:lnTo>
                  <a:lnTo>
                    <a:pt x="5837948" y="4838009"/>
                  </a:lnTo>
                  <a:lnTo>
                    <a:pt x="5844175" y="4846486"/>
                  </a:lnTo>
                  <a:lnTo>
                    <a:pt x="5863136" y="4846486"/>
                  </a:lnTo>
                  <a:lnTo>
                    <a:pt x="5871627" y="4840128"/>
                  </a:lnTo>
                  <a:lnTo>
                    <a:pt x="5871627" y="4821053"/>
                  </a:lnTo>
                  <a:lnTo>
                    <a:pt x="5865401" y="4812605"/>
                  </a:lnTo>
                  <a:close/>
                </a:path>
                <a:path w="9542780" h="6570345">
                  <a:moveTo>
                    <a:pt x="5865401" y="5034912"/>
                  </a:moveTo>
                  <a:lnTo>
                    <a:pt x="5846156" y="5034912"/>
                  </a:lnTo>
                  <a:lnTo>
                    <a:pt x="5837948" y="5041270"/>
                  </a:lnTo>
                  <a:lnTo>
                    <a:pt x="5837948" y="5060316"/>
                  </a:lnTo>
                  <a:lnTo>
                    <a:pt x="5844175" y="5068793"/>
                  </a:lnTo>
                  <a:lnTo>
                    <a:pt x="5854646" y="5068793"/>
                  </a:lnTo>
                  <a:lnTo>
                    <a:pt x="5863136" y="5066675"/>
                  </a:lnTo>
                  <a:lnTo>
                    <a:pt x="5871627" y="5060316"/>
                  </a:lnTo>
                  <a:lnTo>
                    <a:pt x="5871627" y="5043389"/>
                  </a:lnTo>
                  <a:lnTo>
                    <a:pt x="5865401" y="5034912"/>
                  </a:lnTo>
                  <a:close/>
                </a:path>
                <a:path w="9542780" h="6570345">
                  <a:moveTo>
                    <a:pt x="5865401" y="5077272"/>
                  </a:moveTo>
                  <a:lnTo>
                    <a:pt x="5846156" y="5077272"/>
                  </a:lnTo>
                  <a:lnTo>
                    <a:pt x="5837948" y="5083629"/>
                  </a:lnTo>
                  <a:lnTo>
                    <a:pt x="5837948" y="5102675"/>
                  </a:lnTo>
                  <a:lnTo>
                    <a:pt x="5844175" y="5111153"/>
                  </a:lnTo>
                  <a:lnTo>
                    <a:pt x="5863136" y="5111153"/>
                  </a:lnTo>
                  <a:lnTo>
                    <a:pt x="5871627" y="5104795"/>
                  </a:lnTo>
                  <a:lnTo>
                    <a:pt x="5871627" y="5085720"/>
                  </a:lnTo>
                  <a:lnTo>
                    <a:pt x="5865401" y="5077272"/>
                  </a:lnTo>
                  <a:close/>
                </a:path>
                <a:path w="9542780" h="6570345">
                  <a:moveTo>
                    <a:pt x="5820968" y="4681316"/>
                  </a:moveTo>
                  <a:lnTo>
                    <a:pt x="5801723" y="4681316"/>
                  </a:lnTo>
                  <a:lnTo>
                    <a:pt x="5793233" y="4687675"/>
                  </a:lnTo>
                  <a:lnTo>
                    <a:pt x="5793233" y="4706721"/>
                  </a:lnTo>
                  <a:lnTo>
                    <a:pt x="5799742" y="4715198"/>
                  </a:lnTo>
                  <a:lnTo>
                    <a:pt x="5810214" y="4715198"/>
                  </a:lnTo>
                  <a:lnTo>
                    <a:pt x="5818704" y="4713079"/>
                  </a:lnTo>
                  <a:lnTo>
                    <a:pt x="5827194" y="4706721"/>
                  </a:lnTo>
                  <a:lnTo>
                    <a:pt x="5827194" y="4689795"/>
                  </a:lnTo>
                  <a:lnTo>
                    <a:pt x="5820968" y="4681316"/>
                  </a:lnTo>
                  <a:close/>
                </a:path>
                <a:path w="9542780" h="6570345">
                  <a:moveTo>
                    <a:pt x="5820968" y="4725795"/>
                  </a:moveTo>
                  <a:lnTo>
                    <a:pt x="5801723" y="4725795"/>
                  </a:lnTo>
                  <a:lnTo>
                    <a:pt x="5793233" y="4732153"/>
                  </a:lnTo>
                  <a:lnTo>
                    <a:pt x="5793233" y="4753319"/>
                  </a:lnTo>
                  <a:lnTo>
                    <a:pt x="5799742" y="4759676"/>
                  </a:lnTo>
                  <a:lnTo>
                    <a:pt x="5810214" y="4759676"/>
                  </a:lnTo>
                  <a:lnTo>
                    <a:pt x="5818704" y="4757557"/>
                  </a:lnTo>
                  <a:lnTo>
                    <a:pt x="5827194" y="4751199"/>
                  </a:lnTo>
                  <a:lnTo>
                    <a:pt x="5827194" y="4734245"/>
                  </a:lnTo>
                  <a:lnTo>
                    <a:pt x="5820968" y="4725795"/>
                  </a:lnTo>
                  <a:close/>
                </a:path>
                <a:path w="9542780" h="6570345">
                  <a:moveTo>
                    <a:pt x="5820968" y="4901533"/>
                  </a:moveTo>
                  <a:lnTo>
                    <a:pt x="5801723" y="4901533"/>
                  </a:lnTo>
                  <a:lnTo>
                    <a:pt x="5793233" y="4907892"/>
                  </a:lnTo>
                  <a:lnTo>
                    <a:pt x="5793233" y="4926937"/>
                  </a:lnTo>
                  <a:lnTo>
                    <a:pt x="5799742" y="4935415"/>
                  </a:lnTo>
                  <a:lnTo>
                    <a:pt x="5818704" y="4935415"/>
                  </a:lnTo>
                  <a:lnTo>
                    <a:pt x="5827194" y="4926937"/>
                  </a:lnTo>
                  <a:lnTo>
                    <a:pt x="5827194" y="4909982"/>
                  </a:lnTo>
                  <a:lnTo>
                    <a:pt x="5820968" y="4901533"/>
                  </a:lnTo>
                  <a:close/>
                </a:path>
                <a:path w="9542780" h="6570345">
                  <a:moveTo>
                    <a:pt x="5820968" y="4945983"/>
                  </a:moveTo>
                  <a:lnTo>
                    <a:pt x="5801723" y="4945983"/>
                  </a:lnTo>
                  <a:lnTo>
                    <a:pt x="5793233" y="4952342"/>
                  </a:lnTo>
                  <a:lnTo>
                    <a:pt x="5793233" y="4971388"/>
                  </a:lnTo>
                  <a:lnTo>
                    <a:pt x="5799742" y="4979865"/>
                  </a:lnTo>
                  <a:lnTo>
                    <a:pt x="5818704" y="4979865"/>
                  </a:lnTo>
                  <a:lnTo>
                    <a:pt x="5827194" y="4971388"/>
                  </a:lnTo>
                  <a:lnTo>
                    <a:pt x="5827194" y="4954460"/>
                  </a:lnTo>
                  <a:lnTo>
                    <a:pt x="5820968" y="4945983"/>
                  </a:lnTo>
                  <a:close/>
                </a:path>
                <a:path w="9542780" h="6570345">
                  <a:moveTo>
                    <a:pt x="5820968" y="5034912"/>
                  </a:moveTo>
                  <a:lnTo>
                    <a:pt x="5801723" y="5034912"/>
                  </a:lnTo>
                  <a:lnTo>
                    <a:pt x="5793233" y="5041270"/>
                  </a:lnTo>
                  <a:lnTo>
                    <a:pt x="5793233" y="5060316"/>
                  </a:lnTo>
                  <a:lnTo>
                    <a:pt x="5799742" y="5068793"/>
                  </a:lnTo>
                  <a:lnTo>
                    <a:pt x="5810214" y="5068793"/>
                  </a:lnTo>
                  <a:lnTo>
                    <a:pt x="5818704" y="5066675"/>
                  </a:lnTo>
                  <a:lnTo>
                    <a:pt x="5827194" y="5060316"/>
                  </a:lnTo>
                  <a:lnTo>
                    <a:pt x="5827194" y="5043389"/>
                  </a:lnTo>
                  <a:lnTo>
                    <a:pt x="5820968" y="5034912"/>
                  </a:lnTo>
                  <a:close/>
                </a:path>
                <a:path w="9542780" h="6570345">
                  <a:moveTo>
                    <a:pt x="5820968" y="5077272"/>
                  </a:moveTo>
                  <a:lnTo>
                    <a:pt x="5801723" y="5077272"/>
                  </a:lnTo>
                  <a:lnTo>
                    <a:pt x="5793233" y="5083629"/>
                  </a:lnTo>
                  <a:lnTo>
                    <a:pt x="5793233" y="5102675"/>
                  </a:lnTo>
                  <a:lnTo>
                    <a:pt x="5799743" y="5111153"/>
                  </a:lnTo>
                  <a:lnTo>
                    <a:pt x="5818704" y="5111153"/>
                  </a:lnTo>
                  <a:lnTo>
                    <a:pt x="5827194" y="5104795"/>
                  </a:lnTo>
                  <a:lnTo>
                    <a:pt x="5827194" y="5085720"/>
                  </a:lnTo>
                  <a:lnTo>
                    <a:pt x="5820968" y="5077272"/>
                  </a:lnTo>
                  <a:close/>
                </a:path>
                <a:path w="9542780" h="6570345">
                  <a:moveTo>
                    <a:pt x="5776253" y="4857055"/>
                  </a:moveTo>
                  <a:lnTo>
                    <a:pt x="5757291" y="4857055"/>
                  </a:lnTo>
                  <a:lnTo>
                    <a:pt x="5748801" y="4863412"/>
                  </a:lnTo>
                  <a:lnTo>
                    <a:pt x="5748801" y="4882459"/>
                  </a:lnTo>
                  <a:lnTo>
                    <a:pt x="5755026" y="4890936"/>
                  </a:lnTo>
                  <a:lnTo>
                    <a:pt x="5776253" y="4890936"/>
                  </a:lnTo>
                  <a:lnTo>
                    <a:pt x="5782762" y="4882459"/>
                  </a:lnTo>
                  <a:lnTo>
                    <a:pt x="5782762" y="4865532"/>
                  </a:lnTo>
                  <a:lnTo>
                    <a:pt x="5776253" y="4857055"/>
                  </a:lnTo>
                  <a:close/>
                </a:path>
                <a:path w="9542780" h="6570345">
                  <a:moveTo>
                    <a:pt x="5776253" y="4901533"/>
                  </a:moveTo>
                  <a:lnTo>
                    <a:pt x="5757291" y="4901533"/>
                  </a:lnTo>
                  <a:lnTo>
                    <a:pt x="5748801" y="4907892"/>
                  </a:lnTo>
                  <a:lnTo>
                    <a:pt x="5748801" y="4926937"/>
                  </a:lnTo>
                  <a:lnTo>
                    <a:pt x="5755026" y="4935415"/>
                  </a:lnTo>
                  <a:lnTo>
                    <a:pt x="5776253" y="4935415"/>
                  </a:lnTo>
                  <a:lnTo>
                    <a:pt x="5782762" y="4926937"/>
                  </a:lnTo>
                  <a:lnTo>
                    <a:pt x="5782762" y="4909982"/>
                  </a:lnTo>
                  <a:lnTo>
                    <a:pt x="5776253" y="4901533"/>
                  </a:lnTo>
                  <a:close/>
                </a:path>
                <a:path w="9542780" h="6570345">
                  <a:moveTo>
                    <a:pt x="5776253" y="6182507"/>
                  </a:moveTo>
                  <a:lnTo>
                    <a:pt x="5757291" y="6182507"/>
                  </a:lnTo>
                  <a:lnTo>
                    <a:pt x="5748801" y="6188866"/>
                  </a:lnTo>
                  <a:lnTo>
                    <a:pt x="5748801" y="6210030"/>
                  </a:lnTo>
                  <a:lnTo>
                    <a:pt x="5755026" y="6216389"/>
                  </a:lnTo>
                  <a:lnTo>
                    <a:pt x="5776253" y="6216389"/>
                  </a:lnTo>
                  <a:lnTo>
                    <a:pt x="5782762" y="6207911"/>
                  </a:lnTo>
                  <a:lnTo>
                    <a:pt x="5782762" y="6190984"/>
                  </a:lnTo>
                  <a:lnTo>
                    <a:pt x="5776253" y="6182507"/>
                  </a:lnTo>
                  <a:close/>
                </a:path>
                <a:path w="9542780" h="6570345">
                  <a:moveTo>
                    <a:pt x="5731819" y="5344057"/>
                  </a:moveTo>
                  <a:lnTo>
                    <a:pt x="5712575" y="5344057"/>
                  </a:lnTo>
                  <a:lnTo>
                    <a:pt x="5704085" y="5350386"/>
                  </a:lnTo>
                  <a:lnTo>
                    <a:pt x="5704085" y="5369462"/>
                  </a:lnTo>
                  <a:lnTo>
                    <a:pt x="5710594" y="5377910"/>
                  </a:lnTo>
                  <a:lnTo>
                    <a:pt x="5721065" y="5377910"/>
                  </a:lnTo>
                  <a:lnTo>
                    <a:pt x="5731819" y="5375791"/>
                  </a:lnTo>
                  <a:lnTo>
                    <a:pt x="5738046" y="5369462"/>
                  </a:lnTo>
                  <a:lnTo>
                    <a:pt x="5738046" y="5352506"/>
                  </a:lnTo>
                  <a:lnTo>
                    <a:pt x="5731819" y="5344057"/>
                  </a:lnTo>
                  <a:close/>
                </a:path>
                <a:path w="9542780" h="6570345">
                  <a:moveTo>
                    <a:pt x="5731819" y="5386388"/>
                  </a:moveTo>
                  <a:lnTo>
                    <a:pt x="5712575" y="5386388"/>
                  </a:lnTo>
                  <a:lnTo>
                    <a:pt x="5704085" y="5392746"/>
                  </a:lnTo>
                  <a:lnTo>
                    <a:pt x="5704085" y="5411792"/>
                  </a:lnTo>
                  <a:lnTo>
                    <a:pt x="5710594" y="5420269"/>
                  </a:lnTo>
                  <a:lnTo>
                    <a:pt x="5731819" y="5420269"/>
                  </a:lnTo>
                  <a:lnTo>
                    <a:pt x="5738046" y="5413912"/>
                  </a:lnTo>
                  <a:lnTo>
                    <a:pt x="5738046" y="5394866"/>
                  </a:lnTo>
                  <a:lnTo>
                    <a:pt x="5731819" y="5386388"/>
                  </a:lnTo>
                  <a:close/>
                </a:path>
                <a:path w="9542780" h="6570345">
                  <a:moveTo>
                    <a:pt x="5731819" y="6182507"/>
                  </a:moveTo>
                  <a:lnTo>
                    <a:pt x="5712575" y="6182507"/>
                  </a:lnTo>
                  <a:lnTo>
                    <a:pt x="5704085" y="6188866"/>
                  </a:lnTo>
                  <a:lnTo>
                    <a:pt x="5704085" y="6210030"/>
                  </a:lnTo>
                  <a:lnTo>
                    <a:pt x="5710594" y="6216389"/>
                  </a:lnTo>
                  <a:lnTo>
                    <a:pt x="5731819" y="6216389"/>
                  </a:lnTo>
                  <a:lnTo>
                    <a:pt x="5738046" y="6207911"/>
                  </a:lnTo>
                  <a:lnTo>
                    <a:pt x="5738046" y="6190984"/>
                  </a:lnTo>
                  <a:lnTo>
                    <a:pt x="5731819" y="6182507"/>
                  </a:lnTo>
                  <a:close/>
                </a:path>
                <a:path w="9542780" h="6570345">
                  <a:moveTo>
                    <a:pt x="5731819" y="6226957"/>
                  </a:moveTo>
                  <a:lnTo>
                    <a:pt x="5712575" y="6226957"/>
                  </a:lnTo>
                  <a:lnTo>
                    <a:pt x="5704085" y="6233316"/>
                  </a:lnTo>
                  <a:lnTo>
                    <a:pt x="5704085" y="6254480"/>
                  </a:lnTo>
                  <a:lnTo>
                    <a:pt x="5710594" y="6260839"/>
                  </a:lnTo>
                  <a:lnTo>
                    <a:pt x="5731819" y="6260839"/>
                  </a:lnTo>
                  <a:lnTo>
                    <a:pt x="5738046" y="6252362"/>
                  </a:lnTo>
                  <a:lnTo>
                    <a:pt x="5738046" y="6235435"/>
                  </a:lnTo>
                  <a:lnTo>
                    <a:pt x="5731819" y="6226957"/>
                  </a:lnTo>
                  <a:close/>
                </a:path>
                <a:path w="9542780" h="6570345">
                  <a:moveTo>
                    <a:pt x="5687387" y="5299579"/>
                  </a:moveTo>
                  <a:lnTo>
                    <a:pt x="5668142" y="5299579"/>
                  </a:lnTo>
                  <a:lnTo>
                    <a:pt x="5659652" y="5305936"/>
                  </a:lnTo>
                  <a:lnTo>
                    <a:pt x="5659652" y="5327102"/>
                  </a:lnTo>
                  <a:lnTo>
                    <a:pt x="5666162" y="5333460"/>
                  </a:lnTo>
                  <a:lnTo>
                    <a:pt x="5687387" y="5333460"/>
                  </a:lnTo>
                  <a:lnTo>
                    <a:pt x="5693613" y="5324983"/>
                  </a:lnTo>
                  <a:lnTo>
                    <a:pt x="5693613" y="5308056"/>
                  </a:lnTo>
                  <a:lnTo>
                    <a:pt x="5687387" y="5299579"/>
                  </a:lnTo>
                  <a:close/>
                </a:path>
                <a:path w="9542780" h="6570345">
                  <a:moveTo>
                    <a:pt x="5687387" y="5344057"/>
                  </a:moveTo>
                  <a:lnTo>
                    <a:pt x="5668142" y="5344057"/>
                  </a:lnTo>
                  <a:lnTo>
                    <a:pt x="5659652" y="5350386"/>
                  </a:lnTo>
                  <a:lnTo>
                    <a:pt x="5659653" y="5369462"/>
                  </a:lnTo>
                  <a:lnTo>
                    <a:pt x="5666162" y="5377910"/>
                  </a:lnTo>
                  <a:lnTo>
                    <a:pt x="5676633" y="5377910"/>
                  </a:lnTo>
                  <a:lnTo>
                    <a:pt x="5687387" y="5375791"/>
                  </a:lnTo>
                  <a:lnTo>
                    <a:pt x="5693613" y="5369462"/>
                  </a:lnTo>
                  <a:lnTo>
                    <a:pt x="5693613" y="5352506"/>
                  </a:lnTo>
                  <a:lnTo>
                    <a:pt x="5687387" y="5344057"/>
                  </a:lnTo>
                  <a:close/>
                </a:path>
                <a:path w="9542780" h="6570345">
                  <a:moveTo>
                    <a:pt x="5687387" y="5386388"/>
                  </a:moveTo>
                  <a:lnTo>
                    <a:pt x="5668142" y="5386388"/>
                  </a:lnTo>
                  <a:lnTo>
                    <a:pt x="5659652" y="5392746"/>
                  </a:lnTo>
                  <a:lnTo>
                    <a:pt x="5659652" y="5411792"/>
                  </a:lnTo>
                  <a:lnTo>
                    <a:pt x="5666162" y="5420269"/>
                  </a:lnTo>
                  <a:lnTo>
                    <a:pt x="5687387" y="5420269"/>
                  </a:lnTo>
                  <a:lnTo>
                    <a:pt x="5693613" y="5413912"/>
                  </a:lnTo>
                  <a:lnTo>
                    <a:pt x="5693613" y="5394866"/>
                  </a:lnTo>
                  <a:lnTo>
                    <a:pt x="5687387" y="5386388"/>
                  </a:lnTo>
                  <a:close/>
                </a:path>
                <a:path w="9542780" h="6570345">
                  <a:moveTo>
                    <a:pt x="5687387" y="6182507"/>
                  </a:moveTo>
                  <a:lnTo>
                    <a:pt x="5668142" y="6182507"/>
                  </a:lnTo>
                  <a:lnTo>
                    <a:pt x="5659652" y="6188866"/>
                  </a:lnTo>
                  <a:lnTo>
                    <a:pt x="5659652" y="6210030"/>
                  </a:lnTo>
                  <a:lnTo>
                    <a:pt x="5666162" y="6216389"/>
                  </a:lnTo>
                  <a:lnTo>
                    <a:pt x="5687387" y="6216389"/>
                  </a:lnTo>
                  <a:lnTo>
                    <a:pt x="5693613" y="6207911"/>
                  </a:lnTo>
                  <a:lnTo>
                    <a:pt x="5693613" y="6190984"/>
                  </a:lnTo>
                  <a:lnTo>
                    <a:pt x="5687387" y="6182507"/>
                  </a:lnTo>
                  <a:close/>
                </a:path>
                <a:path w="9542780" h="6570345">
                  <a:moveTo>
                    <a:pt x="5687387" y="6226957"/>
                  </a:moveTo>
                  <a:lnTo>
                    <a:pt x="5668142" y="6226957"/>
                  </a:lnTo>
                  <a:lnTo>
                    <a:pt x="5659652" y="6233316"/>
                  </a:lnTo>
                  <a:lnTo>
                    <a:pt x="5659652" y="6254480"/>
                  </a:lnTo>
                  <a:lnTo>
                    <a:pt x="5666162" y="6260839"/>
                  </a:lnTo>
                  <a:lnTo>
                    <a:pt x="5687387" y="6260839"/>
                  </a:lnTo>
                  <a:lnTo>
                    <a:pt x="5693613" y="6252362"/>
                  </a:lnTo>
                  <a:lnTo>
                    <a:pt x="5693613" y="6235435"/>
                  </a:lnTo>
                  <a:lnTo>
                    <a:pt x="5687387" y="6226957"/>
                  </a:lnTo>
                  <a:close/>
                </a:path>
                <a:path w="9542780" h="6570345">
                  <a:moveTo>
                    <a:pt x="5687387" y="6271436"/>
                  </a:moveTo>
                  <a:lnTo>
                    <a:pt x="5668142" y="6271436"/>
                  </a:lnTo>
                  <a:lnTo>
                    <a:pt x="5659652" y="6277794"/>
                  </a:lnTo>
                  <a:lnTo>
                    <a:pt x="5659652" y="6298957"/>
                  </a:lnTo>
                  <a:lnTo>
                    <a:pt x="5666162" y="6305309"/>
                  </a:lnTo>
                  <a:lnTo>
                    <a:pt x="5676633" y="6305309"/>
                  </a:lnTo>
                  <a:lnTo>
                    <a:pt x="5687387" y="6303190"/>
                  </a:lnTo>
                  <a:lnTo>
                    <a:pt x="5693613" y="6296840"/>
                  </a:lnTo>
                  <a:lnTo>
                    <a:pt x="5693613" y="6279913"/>
                  </a:lnTo>
                  <a:lnTo>
                    <a:pt x="5687387" y="6271436"/>
                  </a:lnTo>
                  <a:close/>
                </a:path>
                <a:path w="9542780" h="6570345">
                  <a:moveTo>
                    <a:pt x="5644935" y="3400314"/>
                  </a:moveTo>
                  <a:lnTo>
                    <a:pt x="5625691" y="3400314"/>
                  </a:lnTo>
                  <a:lnTo>
                    <a:pt x="5617201" y="3406814"/>
                  </a:lnTo>
                  <a:lnTo>
                    <a:pt x="5617201" y="3425747"/>
                  </a:lnTo>
                  <a:lnTo>
                    <a:pt x="5623709" y="3434224"/>
                  </a:lnTo>
                  <a:lnTo>
                    <a:pt x="5642670" y="3434224"/>
                  </a:lnTo>
                  <a:lnTo>
                    <a:pt x="5651162" y="3425747"/>
                  </a:lnTo>
                  <a:lnTo>
                    <a:pt x="5651162" y="3408791"/>
                  </a:lnTo>
                  <a:lnTo>
                    <a:pt x="5644935" y="3400314"/>
                  </a:lnTo>
                  <a:close/>
                </a:path>
                <a:path w="9542780" h="6570345">
                  <a:moveTo>
                    <a:pt x="5644935" y="3444679"/>
                  </a:moveTo>
                  <a:lnTo>
                    <a:pt x="5625691" y="3444679"/>
                  </a:lnTo>
                  <a:lnTo>
                    <a:pt x="5617201" y="3451179"/>
                  </a:lnTo>
                  <a:lnTo>
                    <a:pt x="5617201" y="3470112"/>
                  </a:lnTo>
                  <a:lnTo>
                    <a:pt x="5623709" y="3478589"/>
                  </a:lnTo>
                  <a:lnTo>
                    <a:pt x="5634181" y="3478589"/>
                  </a:lnTo>
                  <a:lnTo>
                    <a:pt x="5642670" y="3476612"/>
                  </a:lnTo>
                  <a:lnTo>
                    <a:pt x="5651162" y="3470112"/>
                  </a:lnTo>
                  <a:lnTo>
                    <a:pt x="5651162" y="3453157"/>
                  </a:lnTo>
                  <a:lnTo>
                    <a:pt x="5644935" y="3444679"/>
                  </a:lnTo>
                  <a:close/>
                </a:path>
                <a:path w="9542780" h="6570345">
                  <a:moveTo>
                    <a:pt x="5644935" y="3531715"/>
                  </a:moveTo>
                  <a:lnTo>
                    <a:pt x="5625691" y="3531715"/>
                  </a:lnTo>
                  <a:lnTo>
                    <a:pt x="5617201" y="3537931"/>
                  </a:lnTo>
                  <a:lnTo>
                    <a:pt x="5617201" y="3557148"/>
                  </a:lnTo>
                  <a:lnTo>
                    <a:pt x="5623709" y="3565625"/>
                  </a:lnTo>
                  <a:lnTo>
                    <a:pt x="5642670" y="3565625"/>
                  </a:lnTo>
                  <a:lnTo>
                    <a:pt x="5651162" y="3559125"/>
                  </a:lnTo>
                  <a:lnTo>
                    <a:pt x="5651162" y="3540192"/>
                  </a:lnTo>
                  <a:lnTo>
                    <a:pt x="5644935" y="3531715"/>
                  </a:lnTo>
                  <a:close/>
                </a:path>
                <a:path w="9542780" h="6570345">
                  <a:moveTo>
                    <a:pt x="5644935" y="3576081"/>
                  </a:moveTo>
                  <a:lnTo>
                    <a:pt x="5625691" y="3576081"/>
                  </a:lnTo>
                  <a:lnTo>
                    <a:pt x="5617201" y="3582297"/>
                  </a:lnTo>
                  <a:lnTo>
                    <a:pt x="5617201" y="3601512"/>
                  </a:lnTo>
                  <a:lnTo>
                    <a:pt x="5623709" y="3609990"/>
                  </a:lnTo>
                  <a:lnTo>
                    <a:pt x="5642670" y="3609990"/>
                  </a:lnTo>
                  <a:lnTo>
                    <a:pt x="5651162" y="3603491"/>
                  </a:lnTo>
                  <a:lnTo>
                    <a:pt x="5651162" y="3584558"/>
                  </a:lnTo>
                  <a:lnTo>
                    <a:pt x="5644935" y="3576081"/>
                  </a:lnTo>
                  <a:close/>
                </a:path>
                <a:path w="9542780" h="6570345">
                  <a:moveTo>
                    <a:pt x="5644935" y="3620446"/>
                  </a:moveTo>
                  <a:lnTo>
                    <a:pt x="5625691" y="3620446"/>
                  </a:lnTo>
                  <a:lnTo>
                    <a:pt x="5617201" y="3626946"/>
                  </a:lnTo>
                  <a:lnTo>
                    <a:pt x="5617201" y="3648139"/>
                  </a:lnTo>
                  <a:lnTo>
                    <a:pt x="5623709" y="3654356"/>
                  </a:lnTo>
                  <a:lnTo>
                    <a:pt x="5642672" y="3654356"/>
                  </a:lnTo>
                  <a:lnTo>
                    <a:pt x="5651162" y="3645879"/>
                  </a:lnTo>
                  <a:lnTo>
                    <a:pt x="5651162" y="3628923"/>
                  </a:lnTo>
                  <a:lnTo>
                    <a:pt x="5644935" y="3620446"/>
                  </a:lnTo>
                  <a:close/>
                </a:path>
                <a:path w="9542780" h="6570345">
                  <a:moveTo>
                    <a:pt x="5644935" y="5299579"/>
                  </a:moveTo>
                  <a:lnTo>
                    <a:pt x="5625691" y="5299579"/>
                  </a:lnTo>
                  <a:lnTo>
                    <a:pt x="5617201" y="5305936"/>
                  </a:lnTo>
                  <a:lnTo>
                    <a:pt x="5617201" y="5327102"/>
                  </a:lnTo>
                  <a:lnTo>
                    <a:pt x="5623709" y="5333460"/>
                  </a:lnTo>
                  <a:lnTo>
                    <a:pt x="5642672" y="5333460"/>
                  </a:lnTo>
                  <a:lnTo>
                    <a:pt x="5651162" y="5324983"/>
                  </a:lnTo>
                  <a:lnTo>
                    <a:pt x="5651162" y="5308056"/>
                  </a:lnTo>
                  <a:lnTo>
                    <a:pt x="5644935" y="5299579"/>
                  </a:lnTo>
                  <a:close/>
                </a:path>
                <a:path w="9542780" h="6570345">
                  <a:moveTo>
                    <a:pt x="5644935" y="5344057"/>
                  </a:moveTo>
                  <a:lnTo>
                    <a:pt x="5625691" y="5344057"/>
                  </a:lnTo>
                  <a:lnTo>
                    <a:pt x="5617201" y="5350386"/>
                  </a:lnTo>
                  <a:lnTo>
                    <a:pt x="5617201" y="5369460"/>
                  </a:lnTo>
                  <a:lnTo>
                    <a:pt x="5623709" y="5377910"/>
                  </a:lnTo>
                  <a:lnTo>
                    <a:pt x="5634181" y="5377910"/>
                  </a:lnTo>
                  <a:lnTo>
                    <a:pt x="5642672" y="5375791"/>
                  </a:lnTo>
                  <a:lnTo>
                    <a:pt x="5651162" y="5369460"/>
                  </a:lnTo>
                  <a:lnTo>
                    <a:pt x="5651162" y="5352506"/>
                  </a:lnTo>
                  <a:lnTo>
                    <a:pt x="5644935" y="5344057"/>
                  </a:lnTo>
                  <a:close/>
                </a:path>
                <a:path w="9542780" h="6570345">
                  <a:moveTo>
                    <a:pt x="5644935" y="5386388"/>
                  </a:moveTo>
                  <a:lnTo>
                    <a:pt x="5625691" y="5386388"/>
                  </a:lnTo>
                  <a:lnTo>
                    <a:pt x="5617201" y="5392746"/>
                  </a:lnTo>
                  <a:lnTo>
                    <a:pt x="5617201" y="5411792"/>
                  </a:lnTo>
                  <a:lnTo>
                    <a:pt x="5623709" y="5420269"/>
                  </a:lnTo>
                  <a:lnTo>
                    <a:pt x="5642672" y="5420269"/>
                  </a:lnTo>
                  <a:lnTo>
                    <a:pt x="5651162" y="5413912"/>
                  </a:lnTo>
                  <a:lnTo>
                    <a:pt x="5651162" y="5394866"/>
                  </a:lnTo>
                  <a:lnTo>
                    <a:pt x="5644935" y="5386388"/>
                  </a:lnTo>
                  <a:close/>
                </a:path>
                <a:path w="9542780" h="6570345">
                  <a:moveTo>
                    <a:pt x="5644935" y="6093579"/>
                  </a:moveTo>
                  <a:lnTo>
                    <a:pt x="5625691" y="6093579"/>
                  </a:lnTo>
                  <a:lnTo>
                    <a:pt x="5617201" y="6099936"/>
                  </a:lnTo>
                  <a:lnTo>
                    <a:pt x="5617201" y="6118983"/>
                  </a:lnTo>
                  <a:lnTo>
                    <a:pt x="5623709" y="6127460"/>
                  </a:lnTo>
                  <a:lnTo>
                    <a:pt x="5642672" y="6127460"/>
                  </a:lnTo>
                  <a:lnTo>
                    <a:pt x="5651162" y="6118983"/>
                  </a:lnTo>
                  <a:lnTo>
                    <a:pt x="5651162" y="6102056"/>
                  </a:lnTo>
                  <a:lnTo>
                    <a:pt x="5644935" y="6093579"/>
                  </a:lnTo>
                  <a:close/>
                </a:path>
                <a:path w="9542780" h="6570345">
                  <a:moveTo>
                    <a:pt x="5644935" y="6182507"/>
                  </a:moveTo>
                  <a:lnTo>
                    <a:pt x="5625691" y="6182507"/>
                  </a:lnTo>
                  <a:lnTo>
                    <a:pt x="5617201" y="6188866"/>
                  </a:lnTo>
                  <a:lnTo>
                    <a:pt x="5617201" y="6210030"/>
                  </a:lnTo>
                  <a:lnTo>
                    <a:pt x="5623709" y="6216389"/>
                  </a:lnTo>
                  <a:lnTo>
                    <a:pt x="5642672" y="6216389"/>
                  </a:lnTo>
                  <a:lnTo>
                    <a:pt x="5651162" y="6207911"/>
                  </a:lnTo>
                  <a:lnTo>
                    <a:pt x="5651162" y="6190984"/>
                  </a:lnTo>
                  <a:lnTo>
                    <a:pt x="5644935" y="6182507"/>
                  </a:lnTo>
                  <a:close/>
                </a:path>
                <a:path w="9542780" h="6570345">
                  <a:moveTo>
                    <a:pt x="5644935" y="6226957"/>
                  </a:moveTo>
                  <a:lnTo>
                    <a:pt x="5625691" y="6226957"/>
                  </a:lnTo>
                  <a:lnTo>
                    <a:pt x="5617201" y="6233316"/>
                  </a:lnTo>
                  <a:lnTo>
                    <a:pt x="5617201" y="6254480"/>
                  </a:lnTo>
                  <a:lnTo>
                    <a:pt x="5623709" y="6260839"/>
                  </a:lnTo>
                  <a:lnTo>
                    <a:pt x="5642672" y="6260839"/>
                  </a:lnTo>
                  <a:lnTo>
                    <a:pt x="5651162" y="6252362"/>
                  </a:lnTo>
                  <a:lnTo>
                    <a:pt x="5651162" y="6235435"/>
                  </a:lnTo>
                  <a:lnTo>
                    <a:pt x="5644935" y="6226957"/>
                  </a:lnTo>
                  <a:close/>
                </a:path>
                <a:path w="9542780" h="6570345">
                  <a:moveTo>
                    <a:pt x="5644935" y="6271436"/>
                  </a:moveTo>
                  <a:lnTo>
                    <a:pt x="5625691" y="6271436"/>
                  </a:lnTo>
                  <a:lnTo>
                    <a:pt x="5617201" y="6277794"/>
                  </a:lnTo>
                  <a:lnTo>
                    <a:pt x="5617201" y="6298957"/>
                  </a:lnTo>
                  <a:lnTo>
                    <a:pt x="5623709" y="6305309"/>
                  </a:lnTo>
                  <a:lnTo>
                    <a:pt x="5634181" y="6305309"/>
                  </a:lnTo>
                  <a:lnTo>
                    <a:pt x="5642672" y="6303190"/>
                  </a:lnTo>
                  <a:lnTo>
                    <a:pt x="5651162" y="6296840"/>
                  </a:lnTo>
                  <a:lnTo>
                    <a:pt x="5651162" y="6279913"/>
                  </a:lnTo>
                  <a:lnTo>
                    <a:pt x="5644935" y="6271436"/>
                  </a:lnTo>
                  <a:close/>
                </a:path>
                <a:path w="9542780" h="6570345">
                  <a:moveTo>
                    <a:pt x="5600219" y="3266935"/>
                  </a:moveTo>
                  <a:lnTo>
                    <a:pt x="5581258" y="3266935"/>
                  </a:lnTo>
                  <a:lnTo>
                    <a:pt x="5572767" y="3273435"/>
                  </a:lnTo>
                  <a:lnTo>
                    <a:pt x="5572767" y="3292368"/>
                  </a:lnTo>
                  <a:lnTo>
                    <a:pt x="5578994" y="3300845"/>
                  </a:lnTo>
                  <a:lnTo>
                    <a:pt x="5598238" y="3300845"/>
                  </a:lnTo>
                  <a:lnTo>
                    <a:pt x="5606728" y="3294345"/>
                  </a:lnTo>
                  <a:lnTo>
                    <a:pt x="5606728" y="3275412"/>
                  </a:lnTo>
                  <a:lnTo>
                    <a:pt x="5600219" y="3266935"/>
                  </a:lnTo>
                  <a:close/>
                </a:path>
                <a:path w="9542780" h="6570345">
                  <a:moveTo>
                    <a:pt x="5600219" y="3311301"/>
                  </a:moveTo>
                  <a:lnTo>
                    <a:pt x="5581258" y="3311301"/>
                  </a:lnTo>
                  <a:lnTo>
                    <a:pt x="5572767" y="3317800"/>
                  </a:lnTo>
                  <a:lnTo>
                    <a:pt x="5572767" y="3336733"/>
                  </a:lnTo>
                  <a:lnTo>
                    <a:pt x="5578994" y="3345210"/>
                  </a:lnTo>
                  <a:lnTo>
                    <a:pt x="5598238" y="3345210"/>
                  </a:lnTo>
                  <a:lnTo>
                    <a:pt x="5606728" y="3336733"/>
                  </a:lnTo>
                  <a:lnTo>
                    <a:pt x="5606728" y="3319778"/>
                  </a:lnTo>
                  <a:lnTo>
                    <a:pt x="5600219" y="3311301"/>
                  </a:lnTo>
                  <a:close/>
                </a:path>
                <a:path w="9542780" h="6570345">
                  <a:moveTo>
                    <a:pt x="5600219" y="3355949"/>
                  </a:moveTo>
                  <a:lnTo>
                    <a:pt x="5581258" y="3355949"/>
                  </a:lnTo>
                  <a:lnTo>
                    <a:pt x="5572767" y="3362166"/>
                  </a:lnTo>
                  <a:lnTo>
                    <a:pt x="5572767" y="3381381"/>
                  </a:lnTo>
                  <a:lnTo>
                    <a:pt x="5578994" y="3389858"/>
                  </a:lnTo>
                  <a:lnTo>
                    <a:pt x="5598238" y="3389858"/>
                  </a:lnTo>
                  <a:lnTo>
                    <a:pt x="5606728" y="3381381"/>
                  </a:lnTo>
                  <a:lnTo>
                    <a:pt x="5606728" y="3364426"/>
                  </a:lnTo>
                  <a:lnTo>
                    <a:pt x="5600219" y="3355949"/>
                  </a:lnTo>
                  <a:close/>
                </a:path>
                <a:path w="9542780" h="6570345">
                  <a:moveTo>
                    <a:pt x="5600219" y="3400314"/>
                  </a:moveTo>
                  <a:lnTo>
                    <a:pt x="5581258" y="3400314"/>
                  </a:lnTo>
                  <a:lnTo>
                    <a:pt x="5572767" y="3406814"/>
                  </a:lnTo>
                  <a:lnTo>
                    <a:pt x="5572767" y="3425747"/>
                  </a:lnTo>
                  <a:lnTo>
                    <a:pt x="5578994" y="3434224"/>
                  </a:lnTo>
                  <a:lnTo>
                    <a:pt x="5598238" y="3434224"/>
                  </a:lnTo>
                  <a:lnTo>
                    <a:pt x="5606728" y="3425747"/>
                  </a:lnTo>
                  <a:lnTo>
                    <a:pt x="5606728" y="3408791"/>
                  </a:lnTo>
                  <a:lnTo>
                    <a:pt x="5600219" y="3400314"/>
                  </a:lnTo>
                  <a:close/>
                </a:path>
                <a:path w="9542780" h="6570345">
                  <a:moveTo>
                    <a:pt x="5600219" y="3444679"/>
                  </a:moveTo>
                  <a:lnTo>
                    <a:pt x="5581258" y="3444679"/>
                  </a:lnTo>
                  <a:lnTo>
                    <a:pt x="5572767" y="3451179"/>
                  </a:lnTo>
                  <a:lnTo>
                    <a:pt x="5572767" y="3470112"/>
                  </a:lnTo>
                  <a:lnTo>
                    <a:pt x="5578994" y="3478589"/>
                  </a:lnTo>
                  <a:lnTo>
                    <a:pt x="5589748" y="3478589"/>
                  </a:lnTo>
                  <a:lnTo>
                    <a:pt x="5598238" y="3476612"/>
                  </a:lnTo>
                  <a:lnTo>
                    <a:pt x="5606728" y="3470112"/>
                  </a:lnTo>
                  <a:lnTo>
                    <a:pt x="5606728" y="3453157"/>
                  </a:lnTo>
                  <a:lnTo>
                    <a:pt x="5600219" y="3444679"/>
                  </a:lnTo>
                  <a:close/>
                </a:path>
                <a:path w="9542780" h="6570345">
                  <a:moveTo>
                    <a:pt x="5600219" y="3489327"/>
                  </a:moveTo>
                  <a:lnTo>
                    <a:pt x="5581258" y="3489327"/>
                  </a:lnTo>
                  <a:lnTo>
                    <a:pt x="5572767" y="3495545"/>
                  </a:lnTo>
                  <a:lnTo>
                    <a:pt x="5572767" y="3514760"/>
                  </a:lnTo>
                  <a:lnTo>
                    <a:pt x="5578994" y="3523237"/>
                  </a:lnTo>
                  <a:lnTo>
                    <a:pt x="5589748" y="3523237"/>
                  </a:lnTo>
                  <a:lnTo>
                    <a:pt x="5598238" y="3520977"/>
                  </a:lnTo>
                  <a:lnTo>
                    <a:pt x="5606728" y="3514760"/>
                  </a:lnTo>
                  <a:lnTo>
                    <a:pt x="5606728" y="3497806"/>
                  </a:lnTo>
                  <a:lnTo>
                    <a:pt x="5600219" y="3489327"/>
                  </a:lnTo>
                  <a:close/>
                </a:path>
                <a:path w="9542780" h="6570345">
                  <a:moveTo>
                    <a:pt x="5600219" y="3531715"/>
                  </a:moveTo>
                  <a:lnTo>
                    <a:pt x="5581258" y="3531715"/>
                  </a:lnTo>
                  <a:lnTo>
                    <a:pt x="5572767" y="3537931"/>
                  </a:lnTo>
                  <a:lnTo>
                    <a:pt x="5572767" y="3557148"/>
                  </a:lnTo>
                  <a:lnTo>
                    <a:pt x="5578994" y="3565625"/>
                  </a:lnTo>
                  <a:lnTo>
                    <a:pt x="5598238" y="3565625"/>
                  </a:lnTo>
                  <a:lnTo>
                    <a:pt x="5606728" y="3559125"/>
                  </a:lnTo>
                  <a:lnTo>
                    <a:pt x="5606728" y="3540192"/>
                  </a:lnTo>
                  <a:lnTo>
                    <a:pt x="5600219" y="3531715"/>
                  </a:lnTo>
                  <a:close/>
                </a:path>
                <a:path w="9542780" h="6570345">
                  <a:moveTo>
                    <a:pt x="5600219" y="3576081"/>
                  </a:moveTo>
                  <a:lnTo>
                    <a:pt x="5581258" y="3576081"/>
                  </a:lnTo>
                  <a:lnTo>
                    <a:pt x="5572767" y="3582297"/>
                  </a:lnTo>
                  <a:lnTo>
                    <a:pt x="5572767" y="3601512"/>
                  </a:lnTo>
                  <a:lnTo>
                    <a:pt x="5578994" y="3609990"/>
                  </a:lnTo>
                  <a:lnTo>
                    <a:pt x="5598238" y="3609990"/>
                  </a:lnTo>
                  <a:lnTo>
                    <a:pt x="5606728" y="3603491"/>
                  </a:lnTo>
                  <a:lnTo>
                    <a:pt x="5606728" y="3584558"/>
                  </a:lnTo>
                  <a:lnTo>
                    <a:pt x="5600219" y="3576081"/>
                  </a:lnTo>
                  <a:close/>
                </a:path>
                <a:path w="9542780" h="6570345">
                  <a:moveTo>
                    <a:pt x="5600219" y="3620446"/>
                  </a:moveTo>
                  <a:lnTo>
                    <a:pt x="5581258" y="3620446"/>
                  </a:lnTo>
                  <a:lnTo>
                    <a:pt x="5572767" y="3626946"/>
                  </a:lnTo>
                  <a:lnTo>
                    <a:pt x="5572767" y="3648139"/>
                  </a:lnTo>
                  <a:lnTo>
                    <a:pt x="5578994" y="3654356"/>
                  </a:lnTo>
                  <a:lnTo>
                    <a:pt x="5598238" y="3654356"/>
                  </a:lnTo>
                  <a:lnTo>
                    <a:pt x="5606728" y="3645879"/>
                  </a:lnTo>
                  <a:lnTo>
                    <a:pt x="5606728" y="3628923"/>
                  </a:lnTo>
                  <a:lnTo>
                    <a:pt x="5600219" y="3620446"/>
                  </a:lnTo>
                  <a:close/>
                </a:path>
                <a:path w="9542780" h="6570345">
                  <a:moveTo>
                    <a:pt x="5600219" y="3665094"/>
                  </a:moveTo>
                  <a:lnTo>
                    <a:pt x="5581258" y="3665094"/>
                  </a:lnTo>
                  <a:lnTo>
                    <a:pt x="5572767" y="3671310"/>
                  </a:lnTo>
                  <a:lnTo>
                    <a:pt x="5572767" y="3692504"/>
                  </a:lnTo>
                  <a:lnTo>
                    <a:pt x="5578994" y="3699004"/>
                  </a:lnTo>
                  <a:lnTo>
                    <a:pt x="5598238" y="3699004"/>
                  </a:lnTo>
                  <a:lnTo>
                    <a:pt x="5606728" y="3690527"/>
                  </a:lnTo>
                  <a:lnTo>
                    <a:pt x="5606728" y="3673571"/>
                  </a:lnTo>
                  <a:lnTo>
                    <a:pt x="5600219" y="3665094"/>
                  </a:lnTo>
                  <a:close/>
                </a:path>
                <a:path w="9542780" h="6570345">
                  <a:moveTo>
                    <a:pt x="5600219" y="5344057"/>
                  </a:moveTo>
                  <a:lnTo>
                    <a:pt x="5581258" y="5344057"/>
                  </a:lnTo>
                  <a:lnTo>
                    <a:pt x="5572767" y="5350386"/>
                  </a:lnTo>
                  <a:lnTo>
                    <a:pt x="5572767" y="5369460"/>
                  </a:lnTo>
                  <a:lnTo>
                    <a:pt x="5578994" y="5377910"/>
                  </a:lnTo>
                  <a:lnTo>
                    <a:pt x="5589748" y="5377910"/>
                  </a:lnTo>
                  <a:lnTo>
                    <a:pt x="5598238" y="5375791"/>
                  </a:lnTo>
                  <a:lnTo>
                    <a:pt x="5606728" y="5369460"/>
                  </a:lnTo>
                  <a:lnTo>
                    <a:pt x="5606728" y="5352506"/>
                  </a:lnTo>
                  <a:lnTo>
                    <a:pt x="5600219" y="5344057"/>
                  </a:lnTo>
                  <a:close/>
                </a:path>
                <a:path w="9542780" h="6570345">
                  <a:moveTo>
                    <a:pt x="5600219" y="5386388"/>
                  </a:moveTo>
                  <a:lnTo>
                    <a:pt x="5581258" y="5386388"/>
                  </a:lnTo>
                  <a:lnTo>
                    <a:pt x="5572767" y="5392746"/>
                  </a:lnTo>
                  <a:lnTo>
                    <a:pt x="5572767" y="5411792"/>
                  </a:lnTo>
                  <a:lnTo>
                    <a:pt x="5578994" y="5420269"/>
                  </a:lnTo>
                  <a:lnTo>
                    <a:pt x="5598238" y="5420269"/>
                  </a:lnTo>
                  <a:lnTo>
                    <a:pt x="5606728" y="5413912"/>
                  </a:lnTo>
                  <a:lnTo>
                    <a:pt x="5606728" y="5394866"/>
                  </a:lnTo>
                  <a:lnTo>
                    <a:pt x="5600219" y="5386388"/>
                  </a:lnTo>
                  <a:close/>
                </a:path>
                <a:path w="9542780" h="6570345">
                  <a:moveTo>
                    <a:pt x="5600219" y="6049100"/>
                  </a:moveTo>
                  <a:lnTo>
                    <a:pt x="5581258" y="6049100"/>
                  </a:lnTo>
                  <a:lnTo>
                    <a:pt x="5572767" y="6055459"/>
                  </a:lnTo>
                  <a:lnTo>
                    <a:pt x="5572767" y="6074533"/>
                  </a:lnTo>
                  <a:lnTo>
                    <a:pt x="5578994" y="6082982"/>
                  </a:lnTo>
                  <a:lnTo>
                    <a:pt x="5598238" y="6082982"/>
                  </a:lnTo>
                  <a:lnTo>
                    <a:pt x="5606729" y="6076623"/>
                  </a:lnTo>
                  <a:lnTo>
                    <a:pt x="5606729" y="6057577"/>
                  </a:lnTo>
                  <a:lnTo>
                    <a:pt x="5600219" y="6049100"/>
                  </a:lnTo>
                  <a:close/>
                </a:path>
                <a:path w="9542780" h="6570345">
                  <a:moveTo>
                    <a:pt x="5600219" y="6093579"/>
                  </a:moveTo>
                  <a:lnTo>
                    <a:pt x="5581258" y="6093579"/>
                  </a:lnTo>
                  <a:lnTo>
                    <a:pt x="5572767" y="6099936"/>
                  </a:lnTo>
                  <a:lnTo>
                    <a:pt x="5572767" y="6118983"/>
                  </a:lnTo>
                  <a:lnTo>
                    <a:pt x="5578994" y="6127460"/>
                  </a:lnTo>
                  <a:lnTo>
                    <a:pt x="5598238" y="6127460"/>
                  </a:lnTo>
                  <a:lnTo>
                    <a:pt x="5606729" y="6118983"/>
                  </a:lnTo>
                  <a:lnTo>
                    <a:pt x="5606729" y="6102056"/>
                  </a:lnTo>
                  <a:lnTo>
                    <a:pt x="5600219" y="6093579"/>
                  </a:lnTo>
                  <a:close/>
                </a:path>
                <a:path w="9542780" h="6570345">
                  <a:moveTo>
                    <a:pt x="5600219" y="6182507"/>
                  </a:moveTo>
                  <a:lnTo>
                    <a:pt x="5581258" y="6182507"/>
                  </a:lnTo>
                  <a:lnTo>
                    <a:pt x="5572767" y="6188866"/>
                  </a:lnTo>
                  <a:lnTo>
                    <a:pt x="5572767" y="6210030"/>
                  </a:lnTo>
                  <a:lnTo>
                    <a:pt x="5578994" y="6216389"/>
                  </a:lnTo>
                  <a:lnTo>
                    <a:pt x="5598238" y="6216389"/>
                  </a:lnTo>
                  <a:lnTo>
                    <a:pt x="5606729" y="6207911"/>
                  </a:lnTo>
                  <a:lnTo>
                    <a:pt x="5606729" y="6190984"/>
                  </a:lnTo>
                  <a:lnTo>
                    <a:pt x="5600219" y="6182507"/>
                  </a:lnTo>
                  <a:close/>
                </a:path>
                <a:path w="9542780" h="6570345">
                  <a:moveTo>
                    <a:pt x="5600219" y="6226957"/>
                  </a:moveTo>
                  <a:lnTo>
                    <a:pt x="5581258" y="6226957"/>
                  </a:lnTo>
                  <a:lnTo>
                    <a:pt x="5572767" y="6233316"/>
                  </a:lnTo>
                  <a:lnTo>
                    <a:pt x="5572767" y="6254480"/>
                  </a:lnTo>
                  <a:lnTo>
                    <a:pt x="5578994" y="6260839"/>
                  </a:lnTo>
                  <a:lnTo>
                    <a:pt x="5598238" y="6260839"/>
                  </a:lnTo>
                  <a:lnTo>
                    <a:pt x="5606729" y="6252362"/>
                  </a:lnTo>
                  <a:lnTo>
                    <a:pt x="5606729" y="6235435"/>
                  </a:lnTo>
                  <a:lnTo>
                    <a:pt x="5600219" y="6226957"/>
                  </a:lnTo>
                  <a:close/>
                </a:path>
                <a:path w="9542780" h="6570345">
                  <a:moveTo>
                    <a:pt x="5600219" y="6271436"/>
                  </a:moveTo>
                  <a:lnTo>
                    <a:pt x="5581258" y="6271436"/>
                  </a:lnTo>
                  <a:lnTo>
                    <a:pt x="5572767" y="6277794"/>
                  </a:lnTo>
                  <a:lnTo>
                    <a:pt x="5572767" y="6298957"/>
                  </a:lnTo>
                  <a:lnTo>
                    <a:pt x="5578994" y="6305309"/>
                  </a:lnTo>
                  <a:lnTo>
                    <a:pt x="5589748" y="6305309"/>
                  </a:lnTo>
                  <a:lnTo>
                    <a:pt x="5598238" y="6303190"/>
                  </a:lnTo>
                  <a:lnTo>
                    <a:pt x="5606729" y="6296840"/>
                  </a:lnTo>
                  <a:lnTo>
                    <a:pt x="5606729" y="6279913"/>
                  </a:lnTo>
                  <a:lnTo>
                    <a:pt x="5600219" y="6271436"/>
                  </a:lnTo>
                  <a:close/>
                </a:path>
                <a:path w="9542780" h="6570345">
                  <a:moveTo>
                    <a:pt x="5600219" y="6313778"/>
                  </a:moveTo>
                  <a:lnTo>
                    <a:pt x="5581258" y="6313778"/>
                  </a:lnTo>
                  <a:lnTo>
                    <a:pt x="5572767" y="6320130"/>
                  </a:lnTo>
                  <a:lnTo>
                    <a:pt x="5572767" y="6341301"/>
                  </a:lnTo>
                  <a:lnTo>
                    <a:pt x="5578994" y="6347654"/>
                  </a:lnTo>
                  <a:lnTo>
                    <a:pt x="5598238" y="6347654"/>
                  </a:lnTo>
                  <a:lnTo>
                    <a:pt x="5606729" y="6341301"/>
                  </a:lnTo>
                  <a:lnTo>
                    <a:pt x="5606729" y="6322247"/>
                  </a:lnTo>
                  <a:lnTo>
                    <a:pt x="5600219" y="6313778"/>
                  </a:lnTo>
                  <a:close/>
                </a:path>
                <a:path w="9542780" h="6570345">
                  <a:moveTo>
                    <a:pt x="5555787" y="3222570"/>
                  </a:moveTo>
                  <a:lnTo>
                    <a:pt x="5536825" y="3222570"/>
                  </a:lnTo>
                  <a:lnTo>
                    <a:pt x="5528335" y="3228787"/>
                  </a:lnTo>
                  <a:lnTo>
                    <a:pt x="5528335" y="3248002"/>
                  </a:lnTo>
                  <a:lnTo>
                    <a:pt x="5534560" y="3256480"/>
                  </a:lnTo>
                  <a:lnTo>
                    <a:pt x="5553523" y="3256480"/>
                  </a:lnTo>
                  <a:lnTo>
                    <a:pt x="5562013" y="3249980"/>
                  </a:lnTo>
                  <a:lnTo>
                    <a:pt x="5562013" y="3231047"/>
                  </a:lnTo>
                  <a:lnTo>
                    <a:pt x="5555787" y="3222570"/>
                  </a:lnTo>
                  <a:close/>
                </a:path>
                <a:path w="9542780" h="6570345">
                  <a:moveTo>
                    <a:pt x="5555787" y="3266935"/>
                  </a:moveTo>
                  <a:lnTo>
                    <a:pt x="5536825" y="3266935"/>
                  </a:lnTo>
                  <a:lnTo>
                    <a:pt x="5528335" y="3273435"/>
                  </a:lnTo>
                  <a:lnTo>
                    <a:pt x="5528335" y="3292368"/>
                  </a:lnTo>
                  <a:lnTo>
                    <a:pt x="5534560" y="3300845"/>
                  </a:lnTo>
                  <a:lnTo>
                    <a:pt x="5553523" y="3300845"/>
                  </a:lnTo>
                  <a:lnTo>
                    <a:pt x="5562013" y="3294345"/>
                  </a:lnTo>
                  <a:lnTo>
                    <a:pt x="5562013" y="3275412"/>
                  </a:lnTo>
                  <a:lnTo>
                    <a:pt x="5555787" y="3266935"/>
                  </a:lnTo>
                  <a:close/>
                </a:path>
                <a:path w="9542780" h="6570345">
                  <a:moveTo>
                    <a:pt x="5555787" y="3311301"/>
                  </a:moveTo>
                  <a:lnTo>
                    <a:pt x="5536825" y="3311301"/>
                  </a:lnTo>
                  <a:lnTo>
                    <a:pt x="5528335" y="3317800"/>
                  </a:lnTo>
                  <a:lnTo>
                    <a:pt x="5528335" y="3336733"/>
                  </a:lnTo>
                  <a:lnTo>
                    <a:pt x="5534560" y="3345210"/>
                  </a:lnTo>
                  <a:lnTo>
                    <a:pt x="5553523" y="3345210"/>
                  </a:lnTo>
                  <a:lnTo>
                    <a:pt x="5562013" y="3336733"/>
                  </a:lnTo>
                  <a:lnTo>
                    <a:pt x="5562013" y="3319778"/>
                  </a:lnTo>
                  <a:lnTo>
                    <a:pt x="5555787" y="3311301"/>
                  </a:lnTo>
                  <a:close/>
                </a:path>
                <a:path w="9542780" h="6570345">
                  <a:moveTo>
                    <a:pt x="5555787" y="3355949"/>
                  </a:moveTo>
                  <a:lnTo>
                    <a:pt x="5536825" y="3355949"/>
                  </a:lnTo>
                  <a:lnTo>
                    <a:pt x="5528335" y="3362166"/>
                  </a:lnTo>
                  <a:lnTo>
                    <a:pt x="5528335" y="3381381"/>
                  </a:lnTo>
                  <a:lnTo>
                    <a:pt x="5534560" y="3389858"/>
                  </a:lnTo>
                  <a:lnTo>
                    <a:pt x="5553523" y="3389858"/>
                  </a:lnTo>
                  <a:lnTo>
                    <a:pt x="5562013" y="3381381"/>
                  </a:lnTo>
                  <a:lnTo>
                    <a:pt x="5562013" y="3364426"/>
                  </a:lnTo>
                  <a:lnTo>
                    <a:pt x="5555787" y="3355949"/>
                  </a:lnTo>
                  <a:close/>
                </a:path>
                <a:path w="9542780" h="6570345">
                  <a:moveTo>
                    <a:pt x="5555787" y="3400314"/>
                  </a:moveTo>
                  <a:lnTo>
                    <a:pt x="5536825" y="3400314"/>
                  </a:lnTo>
                  <a:lnTo>
                    <a:pt x="5528335" y="3406814"/>
                  </a:lnTo>
                  <a:lnTo>
                    <a:pt x="5528335" y="3425747"/>
                  </a:lnTo>
                  <a:lnTo>
                    <a:pt x="5534560" y="3434224"/>
                  </a:lnTo>
                  <a:lnTo>
                    <a:pt x="5553523" y="3434224"/>
                  </a:lnTo>
                  <a:lnTo>
                    <a:pt x="5562013" y="3425747"/>
                  </a:lnTo>
                  <a:lnTo>
                    <a:pt x="5562013" y="3408791"/>
                  </a:lnTo>
                  <a:lnTo>
                    <a:pt x="5555787" y="3400314"/>
                  </a:lnTo>
                  <a:close/>
                </a:path>
                <a:path w="9542780" h="6570345">
                  <a:moveTo>
                    <a:pt x="5555787" y="3444679"/>
                  </a:moveTo>
                  <a:lnTo>
                    <a:pt x="5536825" y="3444679"/>
                  </a:lnTo>
                  <a:lnTo>
                    <a:pt x="5528335" y="3451179"/>
                  </a:lnTo>
                  <a:lnTo>
                    <a:pt x="5528335" y="3470112"/>
                  </a:lnTo>
                  <a:lnTo>
                    <a:pt x="5534560" y="3478589"/>
                  </a:lnTo>
                  <a:lnTo>
                    <a:pt x="5545315" y="3478589"/>
                  </a:lnTo>
                  <a:lnTo>
                    <a:pt x="5553523" y="3476612"/>
                  </a:lnTo>
                  <a:lnTo>
                    <a:pt x="5562013" y="3470112"/>
                  </a:lnTo>
                  <a:lnTo>
                    <a:pt x="5562013" y="3453157"/>
                  </a:lnTo>
                  <a:lnTo>
                    <a:pt x="5555787" y="3444679"/>
                  </a:lnTo>
                  <a:close/>
                </a:path>
                <a:path w="9542780" h="6570345">
                  <a:moveTo>
                    <a:pt x="5555787" y="3489327"/>
                  </a:moveTo>
                  <a:lnTo>
                    <a:pt x="5536825" y="3489327"/>
                  </a:lnTo>
                  <a:lnTo>
                    <a:pt x="5528335" y="3495544"/>
                  </a:lnTo>
                  <a:lnTo>
                    <a:pt x="5528335" y="3514760"/>
                  </a:lnTo>
                  <a:lnTo>
                    <a:pt x="5534560" y="3523237"/>
                  </a:lnTo>
                  <a:lnTo>
                    <a:pt x="5545315" y="3523237"/>
                  </a:lnTo>
                  <a:lnTo>
                    <a:pt x="5553523" y="3520977"/>
                  </a:lnTo>
                  <a:lnTo>
                    <a:pt x="5562013" y="3514760"/>
                  </a:lnTo>
                  <a:lnTo>
                    <a:pt x="5562013" y="3497806"/>
                  </a:lnTo>
                  <a:lnTo>
                    <a:pt x="5555787" y="3489327"/>
                  </a:lnTo>
                  <a:close/>
                </a:path>
                <a:path w="9542780" h="6570345">
                  <a:moveTo>
                    <a:pt x="5555787" y="3531715"/>
                  </a:moveTo>
                  <a:lnTo>
                    <a:pt x="5536825" y="3531715"/>
                  </a:lnTo>
                  <a:lnTo>
                    <a:pt x="5528335" y="3537931"/>
                  </a:lnTo>
                  <a:lnTo>
                    <a:pt x="5528335" y="3557148"/>
                  </a:lnTo>
                  <a:lnTo>
                    <a:pt x="5534560" y="3565625"/>
                  </a:lnTo>
                  <a:lnTo>
                    <a:pt x="5553523" y="3565625"/>
                  </a:lnTo>
                  <a:lnTo>
                    <a:pt x="5562013" y="3559125"/>
                  </a:lnTo>
                  <a:lnTo>
                    <a:pt x="5562013" y="3540192"/>
                  </a:lnTo>
                  <a:lnTo>
                    <a:pt x="5555787" y="3531715"/>
                  </a:lnTo>
                  <a:close/>
                </a:path>
                <a:path w="9542780" h="6570345">
                  <a:moveTo>
                    <a:pt x="5555787" y="3576081"/>
                  </a:moveTo>
                  <a:lnTo>
                    <a:pt x="5536825" y="3576081"/>
                  </a:lnTo>
                  <a:lnTo>
                    <a:pt x="5528335" y="3582297"/>
                  </a:lnTo>
                  <a:lnTo>
                    <a:pt x="5528335" y="3601512"/>
                  </a:lnTo>
                  <a:lnTo>
                    <a:pt x="5534560" y="3609990"/>
                  </a:lnTo>
                  <a:lnTo>
                    <a:pt x="5553523" y="3609990"/>
                  </a:lnTo>
                  <a:lnTo>
                    <a:pt x="5562013" y="3603491"/>
                  </a:lnTo>
                  <a:lnTo>
                    <a:pt x="5562013" y="3584558"/>
                  </a:lnTo>
                  <a:lnTo>
                    <a:pt x="5555787" y="3576081"/>
                  </a:lnTo>
                  <a:close/>
                </a:path>
                <a:path w="9542780" h="6570345">
                  <a:moveTo>
                    <a:pt x="5555787" y="3620446"/>
                  </a:moveTo>
                  <a:lnTo>
                    <a:pt x="5536825" y="3620446"/>
                  </a:lnTo>
                  <a:lnTo>
                    <a:pt x="5528335" y="3626946"/>
                  </a:lnTo>
                  <a:lnTo>
                    <a:pt x="5528335" y="3648139"/>
                  </a:lnTo>
                  <a:lnTo>
                    <a:pt x="5534560" y="3654356"/>
                  </a:lnTo>
                  <a:lnTo>
                    <a:pt x="5553523" y="3654356"/>
                  </a:lnTo>
                  <a:lnTo>
                    <a:pt x="5562013" y="3645879"/>
                  </a:lnTo>
                  <a:lnTo>
                    <a:pt x="5562013" y="3628923"/>
                  </a:lnTo>
                  <a:lnTo>
                    <a:pt x="5555787" y="3620446"/>
                  </a:lnTo>
                  <a:close/>
                </a:path>
                <a:path w="9542780" h="6570345">
                  <a:moveTo>
                    <a:pt x="5555787" y="3753825"/>
                  </a:moveTo>
                  <a:lnTo>
                    <a:pt x="5536825" y="3753825"/>
                  </a:lnTo>
                  <a:lnTo>
                    <a:pt x="5528335" y="3760296"/>
                  </a:lnTo>
                  <a:lnTo>
                    <a:pt x="5528335" y="3779342"/>
                  </a:lnTo>
                  <a:lnTo>
                    <a:pt x="5534560" y="3787819"/>
                  </a:lnTo>
                  <a:lnTo>
                    <a:pt x="5545315" y="3787819"/>
                  </a:lnTo>
                  <a:lnTo>
                    <a:pt x="5553523" y="3785699"/>
                  </a:lnTo>
                  <a:lnTo>
                    <a:pt x="5562013" y="3779342"/>
                  </a:lnTo>
                  <a:lnTo>
                    <a:pt x="5562013" y="3762415"/>
                  </a:lnTo>
                  <a:lnTo>
                    <a:pt x="5555787" y="3753825"/>
                  </a:lnTo>
                  <a:close/>
                </a:path>
                <a:path w="9542780" h="6570345">
                  <a:moveTo>
                    <a:pt x="5555787" y="3798416"/>
                  </a:moveTo>
                  <a:lnTo>
                    <a:pt x="5536825" y="3798416"/>
                  </a:lnTo>
                  <a:lnTo>
                    <a:pt x="5528335" y="3804746"/>
                  </a:lnTo>
                  <a:lnTo>
                    <a:pt x="5528335" y="3823820"/>
                  </a:lnTo>
                  <a:lnTo>
                    <a:pt x="5534560" y="3832269"/>
                  </a:lnTo>
                  <a:lnTo>
                    <a:pt x="5545315" y="3832269"/>
                  </a:lnTo>
                  <a:lnTo>
                    <a:pt x="5553523" y="3830151"/>
                  </a:lnTo>
                  <a:lnTo>
                    <a:pt x="5562013" y="3823820"/>
                  </a:lnTo>
                  <a:lnTo>
                    <a:pt x="5562013" y="3806865"/>
                  </a:lnTo>
                  <a:lnTo>
                    <a:pt x="5555787" y="3798416"/>
                  </a:lnTo>
                  <a:close/>
                </a:path>
                <a:path w="9542780" h="6570345">
                  <a:moveTo>
                    <a:pt x="5555787" y="5344057"/>
                  </a:moveTo>
                  <a:lnTo>
                    <a:pt x="5536825" y="5344057"/>
                  </a:lnTo>
                  <a:lnTo>
                    <a:pt x="5528335" y="5350386"/>
                  </a:lnTo>
                  <a:lnTo>
                    <a:pt x="5528335" y="5369460"/>
                  </a:lnTo>
                  <a:lnTo>
                    <a:pt x="5534560" y="5377910"/>
                  </a:lnTo>
                  <a:lnTo>
                    <a:pt x="5545316" y="5377910"/>
                  </a:lnTo>
                  <a:lnTo>
                    <a:pt x="5553523" y="5375791"/>
                  </a:lnTo>
                  <a:lnTo>
                    <a:pt x="5562013" y="5369460"/>
                  </a:lnTo>
                  <a:lnTo>
                    <a:pt x="5562013" y="5352506"/>
                  </a:lnTo>
                  <a:lnTo>
                    <a:pt x="5555787" y="5344057"/>
                  </a:lnTo>
                  <a:close/>
                </a:path>
                <a:path w="9542780" h="6570345">
                  <a:moveTo>
                    <a:pt x="5555787" y="6049100"/>
                  </a:moveTo>
                  <a:lnTo>
                    <a:pt x="5536825" y="6049100"/>
                  </a:lnTo>
                  <a:lnTo>
                    <a:pt x="5528335" y="6055459"/>
                  </a:lnTo>
                  <a:lnTo>
                    <a:pt x="5528335" y="6074533"/>
                  </a:lnTo>
                  <a:lnTo>
                    <a:pt x="5534562" y="6082982"/>
                  </a:lnTo>
                  <a:lnTo>
                    <a:pt x="5553523" y="6082982"/>
                  </a:lnTo>
                  <a:lnTo>
                    <a:pt x="5562013" y="6076623"/>
                  </a:lnTo>
                  <a:lnTo>
                    <a:pt x="5562013" y="6057577"/>
                  </a:lnTo>
                  <a:lnTo>
                    <a:pt x="5555787" y="6049100"/>
                  </a:lnTo>
                  <a:close/>
                </a:path>
                <a:path w="9542780" h="6570345">
                  <a:moveTo>
                    <a:pt x="5555787" y="6182507"/>
                  </a:moveTo>
                  <a:lnTo>
                    <a:pt x="5536825" y="6182507"/>
                  </a:lnTo>
                  <a:lnTo>
                    <a:pt x="5528335" y="6188866"/>
                  </a:lnTo>
                  <a:lnTo>
                    <a:pt x="5528335" y="6210030"/>
                  </a:lnTo>
                  <a:lnTo>
                    <a:pt x="5534562" y="6216389"/>
                  </a:lnTo>
                  <a:lnTo>
                    <a:pt x="5553523" y="6216389"/>
                  </a:lnTo>
                  <a:lnTo>
                    <a:pt x="5562013" y="6207911"/>
                  </a:lnTo>
                  <a:lnTo>
                    <a:pt x="5562013" y="6190984"/>
                  </a:lnTo>
                  <a:lnTo>
                    <a:pt x="5555787" y="6182507"/>
                  </a:lnTo>
                  <a:close/>
                </a:path>
                <a:path w="9542780" h="6570345">
                  <a:moveTo>
                    <a:pt x="5555787" y="6226957"/>
                  </a:moveTo>
                  <a:lnTo>
                    <a:pt x="5536825" y="6226957"/>
                  </a:lnTo>
                  <a:lnTo>
                    <a:pt x="5528335" y="6233316"/>
                  </a:lnTo>
                  <a:lnTo>
                    <a:pt x="5528335" y="6254480"/>
                  </a:lnTo>
                  <a:lnTo>
                    <a:pt x="5534562" y="6260839"/>
                  </a:lnTo>
                  <a:lnTo>
                    <a:pt x="5553523" y="6260839"/>
                  </a:lnTo>
                  <a:lnTo>
                    <a:pt x="5562013" y="6252362"/>
                  </a:lnTo>
                  <a:lnTo>
                    <a:pt x="5562013" y="6235435"/>
                  </a:lnTo>
                  <a:lnTo>
                    <a:pt x="5555787" y="6226957"/>
                  </a:lnTo>
                  <a:close/>
                </a:path>
                <a:path w="9542780" h="6570345">
                  <a:moveTo>
                    <a:pt x="5555787" y="6271436"/>
                  </a:moveTo>
                  <a:lnTo>
                    <a:pt x="5536825" y="6271436"/>
                  </a:lnTo>
                  <a:lnTo>
                    <a:pt x="5528335" y="6277794"/>
                  </a:lnTo>
                  <a:lnTo>
                    <a:pt x="5528335" y="6298957"/>
                  </a:lnTo>
                  <a:lnTo>
                    <a:pt x="5534562" y="6305309"/>
                  </a:lnTo>
                  <a:lnTo>
                    <a:pt x="5545316" y="6305309"/>
                  </a:lnTo>
                  <a:lnTo>
                    <a:pt x="5553523" y="6303190"/>
                  </a:lnTo>
                  <a:lnTo>
                    <a:pt x="5562013" y="6296840"/>
                  </a:lnTo>
                  <a:lnTo>
                    <a:pt x="5562013" y="6279913"/>
                  </a:lnTo>
                  <a:lnTo>
                    <a:pt x="5555787" y="6271436"/>
                  </a:lnTo>
                  <a:close/>
                </a:path>
                <a:path w="9542780" h="6570345">
                  <a:moveTo>
                    <a:pt x="5555787" y="6313778"/>
                  </a:moveTo>
                  <a:lnTo>
                    <a:pt x="5536825" y="6313778"/>
                  </a:lnTo>
                  <a:lnTo>
                    <a:pt x="5528335" y="6320130"/>
                  </a:lnTo>
                  <a:lnTo>
                    <a:pt x="5528335" y="6341301"/>
                  </a:lnTo>
                  <a:lnTo>
                    <a:pt x="5534562" y="6347654"/>
                  </a:lnTo>
                  <a:lnTo>
                    <a:pt x="5553523" y="6347654"/>
                  </a:lnTo>
                  <a:lnTo>
                    <a:pt x="5562013" y="6341301"/>
                  </a:lnTo>
                  <a:lnTo>
                    <a:pt x="5562013" y="6322247"/>
                  </a:lnTo>
                  <a:lnTo>
                    <a:pt x="5555787" y="6313778"/>
                  </a:lnTo>
                  <a:close/>
                </a:path>
                <a:path w="9542780" h="6570345">
                  <a:moveTo>
                    <a:pt x="5511354" y="2871038"/>
                  </a:moveTo>
                  <a:lnTo>
                    <a:pt x="5490128" y="2871038"/>
                  </a:lnTo>
                  <a:lnTo>
                    <a:pt x="5483619" y="2877254"/>
                  </a:lnTo>
                  <a:lnTo>
                    <a:pt x="5483619" y="2896469"/>
                  </a:lnTo>
                  <a:lnTo>
                    <a:pt x="5490128" y="2904947"/>
                  </a:lnTo>
                  <a:lnTo>
                    <a:pt x="5511354" y="2904947"/>
                  </a:lnTo>
                  <a:lnTo>
                    <a:pt x="5517581" y="2896469"/>
                  </a:lnTo>
                  <a:lnTo>
                    <a:pt x="5517581" y="2879515"/>
                  </a:lnTo>
                  <a:lnTo>
                    <a:pt x="5511354" y="2871038"/>
                  </a:lnTo>
                  <a:close/>
                </a:path>
                <a:path w="9542780" h="6570345">
                  <a:moveTo>
                    <a:pt x="5511354" y="2913425"/>
                  </a:moveTo>
                  <a:lnTo>
                    <a:pt x="5490128" y="2913425"/>
                  </a:lnTo>
                  <a:lnTo>
                    <a:pt x="5483619" y="2919642"/>
                  </a:lnTo>
                  <a:lnTo>
                    <a:pt x="5483619" y="2938857"/>
                  </a:lnTo>
                  <a:lnTo>
                    <a:pt x="5490128" y="2947334"/>
                  </a:lnTo>
                  <a:lnTo>
                    <a:pt x="5511354" y="2947334"/>
                  </a:lnTo>
                  <a:lnTo>
                    <a:pt x="5517581" y="2940836"/>
                  </a:lnTo>
                  <a:lnTo>
                    <a:pt x="5517581" y="2921902"/>
                  </a:lnTo>
                  <a:lnTo>
                    <a:pt x="5511354" y="2913425"/>
                  </a:lnTo>
                  <a:close/>
                </a:path>
                <a:path w="9542780" h="6570345">
                  <a:moveTo>
                    <a:pt x="5511354" y="2957790"/>
                  </a:moveTo>
                  <a:lnTo>
                    <a:pt x="5490128" y="2957790"/>
                  </a:lnTo>
                  <a:lnTo>
                    <a:pt x="5483619" y="2964290"/>
                  </a:lnTo>
                  <a:lnTo>
                    <a:pt x="5483619" y="2983222"/>
                  </a:lnTo>
                  <a:lnTo>
                    <a:pt x="5490128" y="2991700"/>
                  </a:lnTo>
                  <a:lnTo>
                    <a:pt x="5511354" y="2991700"/>
                  </a:lnTo>
                  <a:lnTo>
                    <a:pt x="5517581" y="2985484"/>
                  </a:lnTo>
                  <a:lnTo>
                    <a:pt x="5517581" y="2966267"/>
                  </a:lnTo>
                  <a:lnTo>
                    <a:pt x="5511354" y="2957790"/>
                  </a:lnTo>
                  <a:close/>
                </a:path>
                <a:path w="9542780" h="6570345">
                  <a:moveTo>
                    <a:pt x="5511354" y="3311301"/>
                  </a:moveTo>
                  <a:lnTo>
                    <a:pt x="5490128" y="3311301"/>
                  </a:lnTo>
                  <a:lnTo>
                    <a:pt x="5483619" y="3317800"/>
                  </a:lnTo>
                  <a:lnTo>
                    <a:pt x="5483619" y="3336733"/>
                  </a:lnTo>
                  <a:lnTo>
                    <a:pt x="5490128" y="3345210"/>
                  </a:lnTo>
                  <a:lnTo>
                    <a:pt x="5511354" y="3345210"/>
                  </a:lnTo>
                  <a:lnTo>
                    <a:pt x="5517581" y="3336733"/>
                  </a:lnTo>
                  <a:lnTo>
                    <a:pt x="5517581" y="3319778"/>
                  </a:lnTo>
                  <a:lnTo>
                    <a:pt x="5511354" y="3311301"/>
                  </a:lnTo>
                  <a:close/>
                </a:path>
                <a:path w="9542780" h="6570345">
                  <a:moveTo>
                    <a:pt x="5511354" y="3355949"/>
                  </a:moveTo>
                  <a:lnTo>
                    <a:pt x="5490128" y="3355949"/>
                  </a:lnTo>
                  <a:lnTo>
                    <a:pt x="5483619" y="3362166"/>
                  </a:lnTo>
                  <a:lnTo>
                    <a:pt x="5483619" y="3381381"/>
                  </a:lnTo>
                  <a:lnTo>
                    <a:pt x="5490128" y="3389858"/>
                  </a:lnTo>
                  <a:lnTo>
                    <a:pt x="5511354" y="3389858"/>
                  </a:lnTo>
                  <a:lnTo>
                    <a:pt x="5517581" y="3381381"/>
                  </a:lnTo>
                  <a:lnTo>
                    <a:pt x="5517581" y="3364426"/>
                  </a:lnTo>
                  <a:lnTo>
                    <a:pt x="5511354" y="3355949"/>
                  </a:lnTo>
                  <a:close/>
                </a:path>
                <a:path w="9542780" h="6570345">
                  <a:moveTo>
                    <a:pt x="5511354" y="3400314"/>
                  </a:moveTo>
                  <a:lnTo>
                    <a:pt x="5490128" y="3400314"/>
                  </a:lnTo>
                  <a:lnTo>
                    <a:pt x="5483619" y="3406814"/>
                  </a:lnTo>
                  <a:lnTo>
                    <a:pt x="5483619" y="3425747"/>
                  </a:lnTo>
                  <a:lnTo>
                    <a:pt x="5490128" y="3434224"/>
                  </a:lnTo>
                  <a:lnTo>
                    <a:pt x="5511354" y="3434224"/>
                  </a:lnTo>
                  <a:lnTo>
                    <a:pt x="5517581" y="3425747"/>
                  </a:lnTo>
                  <a:lnTo>
                    <a:pt x="5517581" y="3408791"/>
                  </a:lnTo>
                  <a:lnTo>
                    <a:pt x="5511354" y="3400314"/>
                  </a:lnTo>
                  <a:close/>
                </a:path>
                <a:path w="9542780" h="6570345">
                  <a:moveTo>
                    <a:pt x="5511354" y="3444679"/>
                  </a:moveTo>
                  <a:lnTo>
                    <a:pt x="5490128" y="3444679"/>
                  </a:lnTo>
                  <a:lnTo>
                    <a:pt x="5483619" y="3451179"/>
                  </a:lnTo>
                  <a:lnTo>
                    <a:pt x="5483619" y="3470112"/>
                  </a:lnTo>
                  <a:lnTo>
                    <a:pt x="5490128" y="3478589"/>
                  </a:lnTo>
                  <a:lnTo>
                    <a:pt x="5511354" y="3478589"/>
                  </a:lnTo>
                  <a:lnTo>
                    <a:pt x="5517581" y="3470112"/>
                  </a:lnTo>
                  <a:lnTo>
                    <a:pt x="5517581" y="3453157"/>
                  </a:lnTo>
                  <a:lnTo>
                    <a:pt x="5511354" y="3444679"/>
                  </a:lnTo>
                  <a:close/>
                </a:path>
                <a:path w="9542780" h="6570345">
                  <a:moveTo>
                    <a:pt x="5511354" y="3489327"/>
                  </a:moveTo>
                  <a:lnTo>
                    <a:pt x="5490128" y="3489327"/>
                  </a:lnTo>
                  <a:lnTo>
                    <a:pt x="5483619" y="3495544"/>
                  </a:lnTo>
                  <a:lnTo>
                    <a:pt x="5483619" y="3514760"/>
                  </a:lnTo>
                  <a:lnTo>
                    <a:pt x="5490128" y="3523237"/>
                  </a:lnTo>
                  <a:lnTo>
                    <a:pt x="5511354" y="3523237"/>
                  </a:lnTo>
                  <a:lnTo>
                    <a:pt x="5517581" y="3514760"/>
                  </a:lnTo>
                  <a:lnTo>
                    <a:pt x="5517581" y="3497806"/>
                  </a:lnTo>
                  <a:lnTo>
                    <a:pt x="5511354" y="3489327"/>
                  </a:lnTo>
                  <a:close/>
                </a:path>
                <a:path w="9542780" h="6570345">
                  <a:moveTo>
                    <a:pt x="5511354" y="3531715"/>
                  </a:moveTo>
                  <a:lnTo>
                    <a:pt x="5490128" y="3531715"/>
                  </a:lnTo>
                  <a:lnTo>
                    <a:pt x="5483619" y="3537931"/>
                  </a:lnTo>
                  <a:lnTo>
                    <a:pt x="5483619" y="3557148"/>
                  </a:lnTo>
                  <a:lnTo>
                    <a:pt x="5490128" y="3565625"/>
                  </a:lnTo>
                  <a:lnTo>
                    <a:pt x="5511354" y="3565625"/>
                  </a:lnTo>
                  <a:lnTo>
                    <a:pt x="5517581" y="3559125"/>
                  </a:lnTo>
                  <a:lnTo>
                    <a:pt x="5517581" y="3540192"/>
                  </a:lnTo>
                  <a:lnTo>
                    <a:pt x="5511354" y="3531715"/>
                  </a:lnTo>
                  <a:close/>
                </a:path>
                <a:path w="9542780" h="6570345">
                  <a:moveTo>
                    <a:pt x="5511354" y="3576081"/>
                  </a:moveTo>
                  <a:lnTo>
                    <a:pt x="5490128" y="3576081"/>
                  </a:lnTo>
                  <a:lnTo>
                    <a:pt x="5483619" y="3582297"/>
                  </a:lnTo>
                  <a:lnTo>
                    <a:pt x="5483619" y="3601512"/>
                  </a:lnTo>
                  <a:lnTo>
                    <a:pt x="5490128" y="3609990"/>
                  </a:lnTo>
                  <a:lnTo>
                    <a:pt x="5511354" y="3609990"/>
                  </a:lnTo>
                  <a:lnTo>
                    <a:pt x="5517581" y="3603491"/>
                  </a:lnTo>
                  <a:lnTo>
                    <a:pt x="5517581" y="3584558"/>
                  </a:lnTo>
                  <a:lnTo>
                    <a:pt x="5511354" y="3576081"/>
                  </a:lnTo>
                  <a:close/>
                </a:path>
                <a:path w="9542780" h="6570345">
                  <a:moveTo>
                    <a:pt x="5511354" y="3620446"/>
                  </a:moveTo>
                  <a:lnTo>
                    <a:pt x="5490128" y="3620446"/>
                  </a:lnTo>
                  <a:lnTo>
                    <a:pt x="5483619" y="3626946"/>
                  </a:lnTo>
                  <a:lnTo>
                    <a:pt x="5483619" y="3648139"/>
                  </a:lnTo>
                  <a:lnTo>
                    <a:pt x="5490128" y="3654356"/>
                  </a:lnTo>
                  <a:lnTo>
                    <a:pt x="5511354" y="3654356"/>
                  </a:lnTo>
                  <a:lnTo>
                    <a:pt x="5517581" y="3645879"/>
                  </a:lnTo>
                  <a:lnTo>
                    <a:pt x="5517581" y="3628923"/>
                  </a:lnTo>
                  <a:lnTo>
                    <a:pt x="5511354" y="3620446"/>
                  </a:lnTo>
                  <a:close/>
                </a:path>
                <a:path w="9542780" h="6570345">
                  <a:moveTo>
                    <a:pt x="5511354" y="3665094"/>
                  </a:moveTo>
                  <a:lnTo>
                    <a:pt x="5490128" y="3665094"/>
                  </a:lnTo>
                  <a:lnTo>
                    <a:pt x="5483619" y="3671310"/>
                  </a:lnTo>
                  <a:lnTo>
                    <a:pt x="5483619" y="3692504"/>
                  </a:lnTo>
                  <a:lnTo>
                    <a:pt x="5490128" y="3699004"/>
                  </a:lnTo>
                  <a:lnTo>
                    <a:pt x="5511354" y="3699004"/>
                  </a:lnTo>
                  <a:lnTo>
                    <a:pt x="5517581" y="3690527"/>
                  </a:lnTo>
                  <a:lnTo>
                    <a:pt x="5517581" y="3673571"/>
                  </a:lnTo>
                  <a:lnTo>
                    <a:pt x="5511354" y="3665094"/>
                  </a:lnTo>
                  <a:close/>
                </a:path>
                <a:path w="9542780" h="6570345">
                  <a:moveTo>
                    <a:pt x="5511354" y="3709459"/>
                  </a:moveTo>
                  <a:lnTo>
                    <a:pt x="5490128" y="3709459"/>
                  </a:lnTo>
                  <a:lnTo>
                    <a:pt x="5483619" y="3715959"/>
                  </a:lnTo>
                  <a:lnTo>
                    <a:pt x="5483619" y="3734892"/>
                  </a:lnTo>
                  <a:lnTo>
                    <a:pt x="5490128" y="3743369"/>
                  </a:lnTo>
                  <a:lnTo>
                    <a:pt x="5511354" y="3743369"/>
                  </a:lnTo>
                  <a:lnTo>
                    <a:pt x="5517581" y="3734892"/>
                  </a:lnTo>
                  <a:lnTo>
                    <a:pt x="5517581" y="3717937"/>
                  </a:lnTo>
                  <a:lnTo>
                    <a:pt x="5511354" y="3709459"/>
                  </a:lnTo>
                  <a:close/>
                </a:path>
                <a:path w="9542780" h="6570345">
                  <a:moveTo>
                    <a:pt x="5511354" y="3753825"/>
                  </a:moveTo>
                  <a:lnTo>
                    <a:pt x="5490128" y="3753825"/>
                  </a:lnTo>
                  <a:lnTo>
                    <a:pt x="5483619" y="3760296"/>
                  </a:lnTo>
                  <a:lnTo>
                    <a:pt x="5483619" y="3779342"/>
                  </a:lnTo>
                  <a:lnTo>
                    <a:pt x="5490128" y="3787819"/>
                  </a:lnTo>
                  <a:lnTo>
                    <a:pt x="5511354" y="3787819"/>
                  </a:lnTo>
                  <a:lnTo>
                    <a:pt x="5517581" y="3779342"/>
                  </a:lnTo>
                  <a:lnTo>
                    <a:pt x="5517581" y="3762415"/>
                  </a:lnTo>
                  <a:lnTo>
                    <a:pt x="5511354" y="3753825"/>
                  </a:lnTo>
                  <a:close/>
                </a:path>
                <a:path w="9542780" h="6570345">
                  <a:moveTo>
                    <a:pt x="5511354" y="3798416"/>
                  </a:moveTo>
                  <a:lnTo>
                    <a:pt x="5490128" y="3798416"/>
                  </a:lnTo>
                  <a:lnTo>
                    <a:pt x="5483619" y="3804746"/>
                  </a:lnTo>
                  <a:lnTo>
                    <a:pt x="5483619" y="3823820"/>
                  </a:lnTo>
                  <a:lnTo>
                    <a:pt x="5490128" y="3832269"/>
                  </a:lnTo>
                  <a:lnTo>
                    <a:pt x="5511354" y="3832269"/>
                  </a:lnTo>
                  <a:lnTo>
                    <a:pt x="5517581" y="3823820"/>
                  </a:lnTo>
                  <a:lnTo>
                    <a:pt x="5517581" y="3806865"/>
                  </a:lnTo>
                  <a:lnTo>
                    <a:pt x="5511354" y="3798416"/>
                  </a:lnTo>
                  <a:close/>
                </a:path>
                <a:path w="9542780" h="6570345">
                  <a:moveTo>
                    <a:pt x="5511354" y="3840747"/>
                  </a:moveTo>
                  <a:lnTo>
                    <a:pt x="5490128" y="3840747"/>
                  </a:lnTo>
                  <a:lnTo>
                    <a:pt x="5483619" y="3847105"/>
                  </a:lnTo>
                  <a:lnTo>
                    <a:pt x="5483619" y="3866151"/>
                  </a:lnTo>
                  <a:lnTo>
                    <a:pt x="5490128" y="3874629"/>
                  </a:lnTo>
                  <a:lnTo>
                    <a:pt x="5511354" y="3874629"/>
                  </a:lnTo>
                  <a:lnTo>
                    <a:pt x="5517581" y="3868271"/>
                  </a:lnTo>
                  <a:lnTo>
                    <a:pt x="5517581" y="3849225"/>
                  </a:lnTo>
                  <a:lnTo>
                    <a:pt x="5511354" y="3840747"/>
                  </a:lnTo>
                  <a:close/>
                </a:path>
                <a:path w="9542780" h="6570345">
                  <a:moveTo>
                    <a:pt x="5511354" y="5121722"/>
                  </a:moveTo>
                  <a:lnTo>
                    <a:pt x="5490128" y="5121722"/>
                  </a:lnTo>
                  <a:lnTo>
                    <a:pt x="5483619" y="5128079"/>
                  </a:lnTo>
                  <a:lnTo>
                    <a:pt x="5483619" y="5147125"/>
                  </a:lnTo>
                  <a:lnTo>
                    <a:pt x="5490128" y="5155603"/>
                  </a:lnTo>
                  <a:lnTo>
                    <a:pt x="5511354" y="5155603"/>
                  </a:lnTo>
                  <a:lnTo>
                    <a:pt x="5517581" y="5149245"/>
                  </a:lnTo>
                  <a:lnTo>
                    <a:pt x="5517581" y="5130199"/>
                  </a:lnTo>
                  <a:lnTo>
                    <a:pt x="5511354" y="5121722"/>
                  </a:lnTo>
                  <a:close/>
                </a:path>
                <a:path w="9542780" h="6570345">
                  <a:moveTo>
                    <a:pt x="5511354" y="6182507"/>
                  </a:moveTo>
                  <a:lnTo>
                    <a:pt x="5490128" y="6182507"/>
                  </a:lnTo>
                  <a:lnTo>
                    <a:pt x="5483619" y="6188866"/>
                  </a:lnTo>
                  <a:lnTo>
                    <a:pt x="5483619" y="6210030"/>
                  </a:lnTo>
                  <a:lnTo>
                    <a:pt x="5490128" y="6216389"/>
                  </a:lnTo>
                  <a:lnTo>
                    <a:pt x="5511354" y="6216389"/>
                  </a:lnTo>
                  <a:lnTo>
                    <a:pt x="5517581" y="6207911"/>
                  </a:lnTo>
                  <a:lnTo>
                    <a:pt x="5517581" y="6190984"/>
                  </a:lnTo>
                  <a:lnTo>
                    <a:pt x="5511354" y="6182507"/>
                  </a:lnTo>
                  <a:close/>
                </a:path>
                <a:path w="9542780" h="6570345">
                  <a:moveTo>
                    <a:pt x="5511354" y="6226957"/>
                  </a:moveTo>
                  <a:lnTo>
                    <a:pt x="5490128" y="6226957"/>
                  </a:lnTo>
                  <a:lnTo>
                    <a:pt x="5483619" y="6233316"/>
                  </a:lnTo>
                  <a:lnTo>
                    <a:pt x="5483619" y="6254480"/>
                  </a:lnTo>
                  <a:lnTo>
                    <a:pt x="5490128" y="6260839"/>
                  </a:lnTo>
                  <a:lnTo>
                    <a:pt x="5511354" y="6260839"/>
                  </a:lnTo>
                  <a:lnTo>
                    <a:pt x="5517581" y="6252362"/>
                  </a:lnTo>
                  <a:lnTo>
                    <a:pt x="5517581" y="6235435"/>
                  </a:lnTo>
                  <a:lnTo>
                    <a:pt x="5511354" y="6226957"/>
                  </a:lnTo>
                  <a:close/>
                </a:path>
                <a:path w="9542780" h="6570345">
                  <a:moveTo>
                    <a:pt x="5511354" y="6271436"/>
                  </a:moveTo>
                  <a:lnTo>
                    <a:pt x="5490128" y="6271436"/>
                  </a:lnTo>
                  <a:lnTo>
                    <a:pt x="5483619" y="6277794"/>
                  </a:lnTo>
                  <a:lnTo>
                    <a:pt x="5483619" y="6298957"/>
                  </a:lnTo>
                  <a:lnTo>
                    <a:pt x="5490128" y="6305309"/>
                  </a:lnTo>
                  <a:lnTo>
                    <a:pt x="5511354" y="6305309"/>
                  </a:lnTo>
                  <a:lnTo>
                    <a:pt x="5517581" y="6296840"/>
                  </a:lnTo>
                  <a:lnTo>
                    <a:pt x="5517581" y="6279913"/>
                  </a:lnTo>
                  <a:lnTo>
                    <a:pt x="5511354" y="6271436"/>
                  </a:lnTo>
                  <a:close/>
                </a:path>
                <a:path w="9542780" h="6570345">
                  <a:moveTo>
                    <a:pt x="5511354" y="6313778"/>
                  </a:moveTo>
                  <a:lnTo>
                    <a:pt x="5490128" y="6313778"/>
                  </a:lnTo>
                  <a:lnTo>
                    <a:pt x="5483619" y="6320130"/>
                  </a:lnTo>
                  <a:lnTo>
                    <a:pt x="5483619" y="6341301"/>
                  </a:lnTo>
                  <a:lnTo>
                    <a:pt x="5490128" y="6347654"/>
                  </a:lnTo>
                  <a:lnTo>
                    <a:pt x="5511354" y="6347654"/>
                  </a:lnTo>
                  <a:lnTo>
                    <a:pt x="5517581" y="6341301"/>
                  </a:lnTo>
                  <a:lnTo>
                    <a:pt x="5517581" y="6322247"/>
                  </a:lnTo>
                  <a:lnTo>
                    <a:pt x="5511354" y="6313778"/>
                  </a:lnTo>
                  <a:close/>
                </a:path>
                <a:path w="9542780" h="6570345">
                  <a:moveTo>
                    <a:pt x="5466638" y="2782023"/>
                  </a:moveTo>
                  <a:lnTo>
                    <a:pt x="5445413" y="2782023"/>
                  </a:lnTo>
                  <a:lnTo>
                    <a:pt x="5439186" y="2788523"/>
                  </a:lnTo>
                  <a:lnTo>
                    <a:pt x="5439186" y="2807456"/>
                  </a:lnTo>
                  <a:lnTo>
                    <a:pt x="5445413" y="2815934"/>
                  </a:lnTo>
                  <a:lnTo>
                    <a:pt x="5466638" y="2815934"/>
                  </a:lnTo>
                  <a:lnTo>
                    <a:pt x="5473147" y="2807456"/>
                  </a:lnTo>
                  <a:lnTo>
                    <a:pt x="5473147" y="2790502"/>
                  </a:lnTo>
                  <a:lnTo>
                    <a:pt x="5466638" y="2782023"/>
                  </a:lnTo>
                  <a:close/>
                </a:path>
                <a:path w="9542780" h="6570345">
                  <a:moveTo>
                    <a:pt x="5466638" y="2826672"/>
                  </a:moveTo>
                  <a:lnTo>
                    <a:pt x="5445413" y="2826672"/>
                  </a:lnTo>
                  <a:lnTo>
                    <a:pt x="5439186" y="2832888"/>
                  </a:lnTo>
                  <a:lnTo>
                    <a:pt x="5439186" y="2851821"/>
                  </a:lnTo>
                  <a:lnTo>
                    <a:pt x="5445413" y="2860299"/>
                  </a:lnTo>
                  <a:lnTo>
                    <a:pt x="5466638" y="2860299"/>
                  </a:lnTo>
                  <a:lnTo>
                    <a:pt x="5473147" y="2851821"/>
                  </a:lnTo>
                  <a:lnTo>
                    <a:pt x="5473147" y="2835149"/>
                  </a:lnTo>
                  <a:lnTo>
                    <a:pt x="5466638" y="2826672"/>
                  </a:lnTo>
                  <a:close/>
                </a:path>
                <a:path w="9542780" h="6570345">
                  <a:moveTo>
                    <a:pt x="5466638" y="2871038"/>
                  </a:moveTo>
                  <a:lnTo>
                    <a:pt x="5445413" y="2871038"/>
                  </a:lnTo>
                  <a:lnTo>
                    <a:pt x="5439186" y="2877254"/>
                  </a:lnTo>
                  <a:lnTo>
                    <a:pt x="5439186" y="2896469"/>
                  </a:lnTo>
                  <a:lnTo>
                    <a:pt x="5445413" y="2904947"/>
                  </a:lnTo>
                  <a:lnTo>
                    <a:pt x="5466638" y="2904947"/>
                  </a:lnTo>
                  <a:lnTo>
                    <a:pt x="5473147" y="2896469"/>
                  </a:lnTo>
                  <a:lnTo>
                    <a:pt x="5473147" y="2879515"/>
                  </a:lnTo>
                  <a:lnTo>
                    <a:pt x="5466638" y="2871038"/>
                  </a:lnTo>
                  <a:close/>
                </a:path>
                <a:path w="9542780" h="6570345">
                  <a:moveTo>
                    <a:pt x="5466638" y="2913425"/>
                  </a:moveTo>
                  <a:lnTo>
                    <a:pt x="5445413" y="2913425"/>
                  </a:lnTo>
                  <a:lnTo>
                    <a:pt x="5439186" y="2919642"/>
                  </a:lnTo>
                  <a:lnTo>
                    <a:pt x="5439186" y="2938857"/>
                  </a:lnTo>
                  <a:lnTo>
                    <a:pt x="5445413" y="2947334"/>
                  </a:lnTo>
                  <a:lnTo>
                    <a:pt x="5466638" y="2947334"/>
                  </a:lnTo>
                  <a:lnTo>
                    <a:pt x="5473147" y="2940836"/>
                  </a:lnTo>
                  <a:lnTo>
                    <a:pt x="5473147" y="2921902"/>
                  </a:lnTo>
                  <a:lnTo>
                    <a:pt x="5466638" y="2913425"/>
                  </a:lnTo>
                  <a:close/>
                </a:path>
                <a:path w="9542780" h="6570345">
                  <a:moveTo>
                    <a:pt x="5466638" y="2957790"/>
                  </a:moveTo>
                  <a:lnTo>
                    <a:pt x="5445413" y="2957790"/>
                  </a:lnTo>
                  <a:lnTo>
                    <a:pt x="5439186" y="2964290"/>
                  </a:lnTo>
                  <a:lnTo>
                    <a:pt x="5439186" y="2983222"/>
                  </a:lnTo>
                  <a:lnTo>
                    <a:pt x="5445413" y="2991700"/>
                  </a:lnTo>
                  <a:lnTo>
                    <a:pt x="5466638" y="2991700"/>
                  </a:lnTo>
                  <a:lnTo>
                    <a:pt x="5473147" y="2985484"/>
                  </a:lnTo>
                  <a:lnTo>
                    <a:pt x="5473147" y="2966267"/>
                  </a:lnTo>
                  <a:lnTo>
                    <a:pt x="5466638" y="2957790"/>
                  </a:lnTo>
                  <a:close/>
                </a:path>
                <a:path w="9542780" h="6570345">
                  <a:moveTo>
                    <a:pt x="5466638" y="3311301"/>
                  </a:moveTo>
                  <a:lnTo>
                    <a:pt x="5445413" y="3311301"/>
                  </a:lnTo>
                  <a:lnTo>
                    <a:pt x="5439186" y="3317800"/>
                  </a:lnTo>
                  <a:lnTo>
                    <a:pt x="5439186" y="3336733"/>
                  </a:lnTo>
                  <a:lnTo>
                    <a:pt x="5445413" y="3345210"/>
                  </a:lnTo>
                  <a:lnTo>
                    <a:pt x="5466638" y="3345210"/>
                  </a:lnTo>
                  <a:lnTo>
                    <a:pt x="5473147" y="3336733"/>
                  </a:lnTo>
                  <a:lnTo>
                    <a:pt x="5473147" y="3319778"/>
                  </a:lnTo>
                  <a:lnTo>
                    <a:pt x="5466638" y="3311301"/>
                  </a:lnTo>
                  <a:close/>
                </a:path>
                <a:path w="9542780" h="6570345">
                  <a:moveTo>
                    <a:pt x="5466638" y="3355949"/>
                  </a:moveTo>
                  <a:lnTo>
                    <a:pt x="5445413" y="3355949"/>
                  </a:lnTo>
                  <a:lnTo>
                    <a:pt x="5439186" y="3362166"/>
                  </a:lnTo>
                  <a:lnTo>
                    <a:pt x="5439186" y="3381381"/>
                  </a:lnTo>
                  <a:lnTo>
                    <a:pt x="5445413" y="3389858"/>
                  </a:lnTo>
                  <a:lnTo>
                    <a:pt x="5466638" y="3389858"/>
                  </a:lnTo>
                  <a:lnTo>
                    <a:pt x="5473147" y="3381381"/>
                  </a:lnTo>
                  <a:lnTo>
                    <a:pt x="5473147" y="3364426"/>
                  </a:lnTo>
                  <a:lnTo>
                    <a:pt x="5466638" y="3355949"/>
                  </a:lnTo>
                  <a:close/>
                </a:path>
                <a:path w="9542780" h="6570345">
                  <a:moveTo>
                    <a:pt x="5466638" y="3400314"/>
                  </a:moveTo>
                  <a:lnTo>
                    <a:pt x="5445413" y="3400314"/>
                  </a:lnTo>
                  <a:lnTo>
                    <a:pt x="5439186" y="3406814"/>
                  </a:lnTo>
                  <a:lnTo>
                    <a:pt x="5439186" y="3425747"/>
                  </a:lnTo>
                  <a:lnTo>
                    <a:pt x="5445413" y="3434224"/>
                  </a:lnTo>
                  <a:lnTo>
                    <a:pt x="5466638" y="3434224"/>
                  </a:lnTo>
                  <a:lnTo>
                    <a:pt x="5473147" y="3425747"/>
                  </a:lnTo>
                  <a:lnTo>
                    <a:pt x="5473147" y="3408791"/>
                  </a:lnTo>
                  <a:lnTo>
                    <a:pt x="5466638" y="3400314"/>
                  </a:lnTo>
                  <a:close/>
                </a:path>
                <a:path w="9542780" h="6570345">
                  <a:moveTo>
                    <a:pt x="5466638" y="3444679"/>
                  </a:moveTo>
                  <a:lnTo>
                    <a:pt x="5445413" y="3444679"/>
                  </a:lnTo>
                  <a:lnTo>
                    <a:pt x="5439186" y="3451179"/>
                  </a:lnTo>
                  <a:lnTo>
                    <a:pt x="5439186" y="3470112"/>
                  </a:lnTo>
                  <a:lnTo>
                    <a:pt x="5445413" y="3478589"/>
                  </a:lnTo>
                  <a:lnTo>
                    <a:pt x="5466638" y="3478589"/>
                  </a:lnTo>
                  <a:lnTo>
                    <a:pt x="5473147" y="3470112"/>
                  </a:lnTo>
                  <a:lnTo>
                    <a:pt x="5473147" y="3453157"/>
                  </a:lnTo>
                  <a:lnTo>
                    <a:pt x="5466638" y="3444679"/>
                  </a:lnTo>
                  <a:close/>
                </a:path>
                <a:path w="9542780" h="6570345">
                  <a:moveTo>
                    <a:pt x="5466638" y="3489327"/>
                  </a:moveTo>
                  <a:lnTo>
                    <a:pt x="5445413" y="3489327"/>
                  </a:lnTo>
                  <a:lnTo>
                    <a:pt x="5439186" y="3495544"/>
                  </a:lnTo>
                  <a:lnTo>
                    <a:pt x="5439186" y="3514760"/>
                  </a:lnTo>
                  <a:lnTo>
                    <a:pt x="5445413" y="3523237"/>
                  </a:lnTo>
                  <a:lnTo>
                    <a:pt x="5466638" y="3523237"/>
                  </a:lnTo>
                  <a:lnTo>
                    <a:pt x="5473147" y="3514760"/>
                  </a:lnTo>
                  <a:lnTo>
                    <a:pt x="5473147" y="3497806"/>
                  </a:lnTo>
                  <a:lnTo>
                    <a:pt x="5466638" y="3489327"/>
                  </a:lnTo>
                  <a:close/>
                </a:path>
                <a:path w="9542780" h="6570345">
                  <a:moveTo>
                    <a:pt x="5466638" y="3531715"/>
                  </a:moveTo>
                  <a:lnTo>
                    <a:pt x="5445413" y="3531715"/>
                  </a:lnTo>
                  <a:lnTo>
                    <a:pt x="5439186" y="3537931"/>
                  </a:lnTo>
                  <a:lnTo>
                    <a:pt x="5439186" y="3557148"/>
                  </a:lnTo>
                  <a:lnTo>
                    <a:pt x="5445413" y="3565625"/>
                  </a:lnTo>
                  <a:lnTo>
                    <a:pt x="5466638" y="3565625"/>
                  </a:lnTo>
                  <a:lnTo>
                    <a:pt x="5473147" y="3559125"/>
                  </a:lnTo>
                  <a:lnTo>
                    <a:pt x="5473147" y="3540192"/>
                  </a:lnTo>
                  <a:lnTo>
                    <a:pt x="5466638" y="3531715"/>
                  </a:lnTo>
                  <a:close/>
                </a:path>
                <a:path w="9542780" h="6570345">
                  <a:moveTo>
                    <a:pt x="5466638" y="3576081"/>
                  </a:moveTo>
                  <a:lnTo>
                    <a:pt x="5445413" y="3576081"/>
                  </a:lnTo>
                  <a:lnTo>
                    <a:pt x="5439186" y="3582297"/>
                  </a:lnTo>
                  <a:lnTo>
                    <a:pt x="5439186" y="3601512"/>
                  </a:lnTo>
                  <a:lnTo>
                    <a:pt x="5445413" y="3609990"/>
                  </a:lnTo>
                  <a:lnTo>
                    <a:pt x="5466638" y="3609990"/>
                  </a:lnTo>
                  <a:lnTo>
                    <a:pt x="5473147" y="3603491"/>
                  </a:lnTo>
                  <a:lnTo>
                    <a:pt x="5473147" y="3584558"/>
                  </a:lnTo>
                  <a:lnTo>
                    <a:pt x="5466638" y="3576081"/>
                  </a:lnTo>
                  <a:close/>
                </a:path>
                <a:path w="9542780" h="6570345">
                  <a:moveTo>
                    <a:pt x="5466638" y="3620446"/>
                  </a:moveTo>
                  <a:lnTo>
                    <a:pt x="5445413" y="3620446"/>
                  </a:lnTo>
                  <a:lnTo>
                    <a:pt x="5439186" y="3626946"/>
                  </a:lnTo>
                  <a:lnTo>
                    <a:pt x="5439186" y="3648139"/>
                  </a:lnTo>
                  <a:lnTo>
                    <a:pt x="5445413" y="3654356"/>
                  </a:lnTo>
                  <a:lnTo>
                    <a:pt x="5466638" y="3654356"/>
                  </a:lnTo>
                  <a:lnTo>
                    <a:pt x="5473147" y="3645879"/>
                  </a:lnTo>
                  <a:lnTo>
                    <a:pt x="5473147" y="3628923"/>
                  </a:lnTo>
                  <a:lnTo>
                    <a:pt x="5466638" y="3620446"/>
                  </a:lnTo>
                  <a:close/>
                </a:path>
                <a:path w="9542780" h="6570345">
                  <a:moveTo>
                    <a:pt x="5466638" y="3665094"/>
                  </a:moveTo>
                  <a:lnTo>
                    <a:pt x="5445413" y="3665094"/>
                  </a:lnTo>
                  <a:lnTo>
                    <a:pt x="5439186" y="3671310"/>
                  </a:lnTo>
                  <a:lnTo>
                    <a:pt x="5439186" y="3692504"/>
                  </a:lnTo>
                  <a:lnTo>
                    <a:pt x="5445413" y="3699004"/>
                  </a:lnTo>
                  <a:lnTo>
                    <a:pt x="5466638" y="3699004"/>
                  </a:lnTo>
                  <a:lnTo>
                    <a:pt x="5473147" y="3690527"/>
                  </a:lnTo>
                  <a:lnTo>
                    <a:pt x="5473147" y="3673571"/>
                  </a:lnTo>
                  <a:lnTo>
                    <a:pt x="5466638" y="3665094"/>
                  </a:lnTo>
                  <a:close/>
                </a:path>
                <a:path w="9542780" h="6570345">
                  <a:moveTo>
                    <a:pt x="5466638" y="3709459"/>
                  </a:moveTo>
                  <a:lnTo>
                    <a:pt x="5445413" y="3709459"/>
                  </a:lnTo>
                  <a:lnTo>
                    <a:pt x="5439186" y="3715959"/>
                  </a:lnTo>
                  <a:lnTo>
                    <a:pt x="5439186" y="3734892"/>
                  </a:lnTo>
                  <a:lnTo>
                    <a:pt x="5445413" y="3743369"/>
                  </a:lnTo>
                  <a:lnTo>
                    <a:pt x="5466638" y="3743369"/>
                  </a:lnTo>
                  <a:lnTo>
                    <a:pt x="5473147" y="3734892"/>
                  </a:lnTo>
                  <a:lnTo>
                    <a:pt x="5473147" y="3717937"/>
                  </a:lnTo>
                  <a:lnTo>
                    <a:pt x="5466638" y="3709459"/>
                  </a:lnTo>
                  <a:close/>
                </a:path>
                <a:path w="9542780" h="6570345">
                  <a:moveTo>
                    <a:pt x="5466638" y="3753825"/>
                  </a:moveTo>
                  <a:lnTo>
                    <a:pt x="5445413" y="3753825"/>
                  </a:lnTo>
                  <a:lnTo>
                    <a:pt x="5439186" y="3760296"/>
                  </a:lnTo>
                  <a:lnTo>
                    <a:pt x="5439186" y="3779342"/>
                  </a:lnTo>
                  <a:lnTo>
                    <a:pt x="5445413" y="3787819"/>
                  </a:lnTo>
                  <a:lnTo>
                    <a:pt x="5466638" y="3787819"/>
                  </a:lnTo>
                  <a:lnTo>
                    <a:pt x="5473147" y="3779342"/>
                  </a:lnTo>
                  <a:lnTo>
                    <a:pt x="5473147" y="3762415"/>
                  </a:lnTo>
                  <a:lnTo>
                    <a:pt x="5466638" y="3753825"/>
                  </a:lnTo>
                  <a:close/>
                </a:path>
                <a:path w="9542780" h="6570345">
                  <a:moveTo>
                    <a:pt x="5466638" y="3798416"/>
                  </a:moveTo>
                  <a:lnTo>
                    <a:pt x="5445413" y="3798416"/>
                  </a:lnTo>
                  <a:lnTo>
                    <a:pt x="5439186" y="3804746"/>
                  </a:lnTo>
                  <a:lnTo>
                    <a:pt x="5439186" y="3823820"/>
                  </a:lnTo>
                  <a:lnTo>
                    <a:pt x="5445413" y="3832269"/>
                  </a:lnTo>
                  <a:lnTo>
                    <a:pt x="5466638" y="3832269"/>
                  </a:lnTo>
                  <a:lnTo>
                    <a:pt x="5473147" y="3823820"/>
                  </a:lnTo>
                  <a:lnTo>
                    <a:pt x="5473147" y="3806865"/>
                  </a:lnTo>
                  <a:lnTo>
                    <a:pt x="5466638" y="3798416"/>
                  </a:lnTo>
                  <a:close/>
                </a:path>
                <a:path w="9542780" h="6570345">
                  <a:moveTo>
                    <a:pt x="5466638" y="3840747"/>
                  </a:moveTo>
                  <a:lnTo>
                    <a:pt x="5445413" y="3840747"/>
                  </a:lnTo>
                  <a:lnTo>
                    <a:pt x="5439186" y="3847105"/>
                  </a:lnTo>
                  <a:lnTo>
                    <a:pt x="5439186" y="3866151"/>
                  </a:lnTo>
                  <a:lnTo>
                    <a:pt x="5445413" y="3874629"/>
                  </a:lnTo>
                  <a:lnTo>
                    <a:pt x="5466638" y="3874629"/>
                  </a:lnTo>
                  <a:lnTo>
                    <a:pt x="5473147" y="3868271"/>
                  </a:lnTo>
                  <a:lnTo>
                    <a:pt x="5473147" y="3849225"/>
                  </a:lnTo>
                  <a:lnTo>
                    <a:pt x="5466638" y="3840747"/>
                  </a:lnTo>
                  <a:close/>
                </a:path>
                <a:path w="9542780" h="6570345">
                  <a:moveTo>
                    <a:pt x="5466638" y="5121722"/>
                  </a:moveTo>
                  <a:lnTo>
                    <a:pt x="5445413" y="5121722"/>
                  </a:lnTo>
                  <a:lnTo>
                    <a:pt x="5439186" y="5128079"/>
                  </a:lnTo>
                  <a:lnTo>
                    <a:pt x="5439186" y="5147125"/>
                  </a:lnTo>
                  <a:lnTo>
                    <a:pt x="5445413" y="5155603"/>
                  </a:lnTo>
                  <a:lnTo>
                    <a:pt x="5466638" y="5155603"/>
                  </a:lnTo>
                  <a:lnTo>
                    <a:pt x="5473148" y="5149245"/>
                  </a:lnTo>
                  <a:lnTo>
                    <a:pt x="5473148" y="5130199"/>
                  </a:lnTo>
                  <a:lnTo>
                    <a:pt x="5466638" y="5121722"/>
                  </a:lnTo>
                  <a:close/>
                </a:path>
                <a:path w="9542780" h="6570345">
                  <a:moveTo>
                    <a:pt x="5466638" y="6182507"/>
                  </a:moveTo>
                  <a:lnTo>
                    <a:pt x="5445413" y="6182507"/>
                  </a:lnTo>
                  <a:lnTo>
                    <a:pt x="5439186" y="6188866"/>
                  </a:lnTo>
                  <a:lnTo>
                    <a:pt x="5439186" y="6210030"/>
                  </a:lnTo>
                  <a:lnTo>
                    <a:pt x="5445413" y="6216389"/>
                  </a:lnTo>
                  <a:lnTo>
                    <a:pt x="5466638" y="6216389"/>
                  </a:lnTo>
                  <a:lnTo>
                    <a:pt x="5473148" y="6207911"/>
                  </a:lnTo>
                  <a:lnTo>
                    <a:pt x="5473148" y="6190984"/>
                  </a:lnTo>
                  <a:lnTo>
                    <a:pt x="5466638" y="6182507"/>
                  </a:lnTo>
                  <a:close/>
                </a:path>
                <a:path w="9542780" h="6570345">
                  <a:moveTo>
                    <a:pt x="5466638" y="6226957"/>
                  </a:moveTo>
                  <a:lnTo>
                    <a:pt x="5445413" y="6226957"/>
                  </a:lnTo>
                  <a:lnTo>
                    <a:pt x="5439186" y="6233316"/>
                  </a:lnTo>
                  <a:lnTo>
                    <a:pt x="5439186" y="6254480"/>
                  </a:lnTo>
                  <a:lnTo>
                    <a:pt x="5445413" y="6260839"/>
                  </a:lnTo>
                  <a:lnTo>
                    <a:pt x="5466638" y="6260839"/>
                  </a:lnTo>
                  <a:lnTo>
                    <a:pt x="5473148" y="6252362"/>
                  </a:lnTo>
                  <a:lnTo>
                    <a:pt x="5473148" y="6235435"/>
                  </a:lnTo>
                  <a:lnTo>
                    <a:pt x="5466638" y="6226957"/>
                  </a:lnTo>
                  <a:close/>
                </a:path>
                <a:path w="9542780" h="6570345">
                  <a:moveTo>
                    <a:pt x="5466638" y="6271436"/>
                  </a:moveTo>
                  <a:lnTo>
                    <a:pt x="5445413" y="6271436"/>
                  </a:lnTo>
                  <a:lnTo>
                    <a:pt x="5439186" y="6277794"/>
                  </a:lnTo>
                  <a:lnTo>
                    <a:pt x="5439186" y="6298957"/>
                  </a:lnTo>
                  <a:lnTo>
                    <a:pt x="5445413" y="6305309"/>
                  </a:lnTo>
                  <a:lnTo>
                    <a:pt x="5466638" y="6305309"/>
                  </a:lnTo>
                  <a:lnTo>
                    <a:pt x="5473148" y="6296840"/>
                  </a:lnTo>
                  <a:lnTo>
                    <a:pt x="5473148" y="6279913"/>
                  </a:lnTo>
                  <a:lnTo>
                    <a:pt x="5466638" y="6271436"/>
                  </a:lnTo>
                  <a:close/>
                </a:path>
                <a:path w="9542780" h="6570345">
                  <a:moveTo>
                    <a:pt x="5466638" y="6313778"/>
                  </a:moveTo>
                  <a:lnTo>
                    <a:pt x="5445413" y="6313778"/>
                  </a:lnTo>
                  <a:lnTo>
                    <a:pt x="5439186" y="6320130"/>
                  </a:lnTo>
                  <a:lnTo>
                    <a:pt x="5439186" y="6341301"/>
                  </a:lnTo>
                  <a:lnTo>
                    <a:pt x="5445413" y="6347654"/>
                  </a:lnTo>
                  <a:lnTo>
                    <a:pt x="5466638" y="6347654"/>
                  </a:lnTo>
                  <a:lnTo>
                    <a:pt x="5473148" y="6341301"/>
                  </a:lnTo>
                  <a:lnTo>
                    <a:pt x="5473148" y="6322247"/>
                  </a:lnTo>
                  <a:lnTo>
                    <a:pt x="5466638" y="6313778"/>
                  </a:lnTo>
                  <a:close/>
                </a:path>
                <a:path w="9542780" h="6570345">
                  <a:moveTo>
                    <a:pt x="5466638" y="6358239"/>
                  </a:moveTo>
                  <a:lnTo>
                    <a:pt x="5445413" y="6358239"/>
                  </a:lnTo>
                  <a:lnTo>
                    <a:pt x="5439186" y="6364592"/>
                  </a:lnTo>
                  <a:lnTo>
                    <a:pt x="5439186" y="6385765"/>
                  </a:lnTo>
                  <a:lnTo>
                    <a:pt x="5445413" y="6392118"/>
                  </a:lnTo>
                  <a:lnTo>
                    <a:pt x="5466638" y="6392118"/>
                  </a:lnTo>
                  <a:lnTo>
                    <a:pt x="5473148" y="6385765"/>
                  </a:lnTo>
                  <a:lnTo>
                    <a:pt x="5473148" y="6366711"/>
                  </a:lnTo>
                  <a:lnTo>
                    <a:pt x="5466638" y="6358239"/>
                  </a:lnTo>
                  <a:close/>
                </a:path>
                <a:path w="9542780" h="6570345">
                  <a:moveTo>
                    <a:pt x="5422206" y="2737658"/>
                  </a:moveTo>
                  <a:lnTo>
                    <a:pt x="5403244" y="2737658"/>
                  </a:lnTo>
                  <a:lnTo>
                    <a:pt x="5394754" y="2743875"/>
                  </a:lnTo>
                  <a:lnTo>
                    <a:pt x="5394754" y="2763090"/>
                  </a:lnTo>
                  <a:lnTo>
                    <a:pt x="5400979" y="2771569"/>
                  </a:lnTo>
                  <a:lnTo>
                    <a:pt x="5422206" y="2771569"/>
                  </a:lnTo>
                  <a:lnTo>
                    <a:pt x="5428432" y="2763090"/>
                  </a:lnTo>
                  <a:lnTo>
                    <a:pt x="5428432" y="2746136"/>
                  </a:lnTo>
                  <a:lnTo>
                    <a:pt x="5422206" y="2737658"/>
                  </a:lnTo>
                  <a:close/>
                </a:path>
                <a:path w="9542780" h="6570345">
                  <a:moveTo>
                    <a:pt x="5422206" y="2782023"/>
                  </a:moveTo>
                  <a:lnTo>
                    <a:pt x="5403244" y="2782023"/>
                  </a:lnTo>
                  <a:lnTo>
                    <a:pt x="5394754" y="2788523"/>
                  </a:lnTo>
                  <a:lnTo>
                    <a:pt x="5394754" y="2807456"/>
                  </a:lnTo>
                  <a:lnTo>
                    <a:pt x="5400979" y="2815934"/>
                  </a:lnTo>
                  <a:lnTo>
                    <a:pt x="5422206" y="2815934"/>
                  </a:lnTo>
                  <a:lnTo>
                    <a:pt x="5428432" y="2807456"/>
                  </a:lnTo>
                  <a:lnTo>
                    <a:pt x="5428432" y="2790502"/>
                  </a:lnTo>
                  <a:lnTo>
                    <a:pt x="5422206" y="2782023"/>
                  </a:lnTo>
                  <a:close/>
                </a:path>
                <a:path w="9542780" h="6570345">
                  <a:moveTo>
                    <a:pt x="5422206" y="2826672"/>
                  </a:moveTo>
                  <a:lnTo>
                    <a:pt x="5403244" y="2826672"/>
                  </a:lnTo>
                  <a:lnTo>
                    <a:pt x="5394754" y="2832888"/>
                  </a:lnTo>
                  <a:lnTo>
                    <a:pt x="5394754" y="2851821"/>
                  </a:lnTo>
                  <a:lnTo>
                    <a:pt x="5400979" y="2860299"/>
                  </a:lnTo>
                  <a:lnTo>
                    <a:pt x="5411452" y="2860299"/>
                  </a:lnTo>
                  <a:lnTo>
                    <a:pt x="5422206" y="2858321"/>
                  </a:lnTo>
                  <a:lnTo>
                    <a:pt x="5428432" y="2851821"/>
                  </a:lnTo>
                  <a:lnTo>
                    <a:pt x="5428432" y="2835149"/>
                  </a:lnTo>
                  <a:lnTo>
                    <a:pt x="5422206" y="2826672"/>
                  </a:lnTo>
                  <a:close/>
                </a:path>
                <a:path w="9542780" h="6570345">
                  <a:moveTo>
                    <a:pt x="5422206" y="2871038"/>
                  </a:moveTo>
                  <a:lnTo>
                    <a:pt x="5403244" y="2871038"/>
                  </a:lnTo>
                  <a:lnTo>
                    <a:pt x="5394754" y="2877254"/>
                  </a:lnTo>
                  <a:lnTo>
                    <a:pt x="5394754" y="2896469"/>
                  </a:lnTo>
                  <a:lnTo>
                    <a:pt x="5400979" y="2904947"/>
                  </a:lnTo>
                  <a:lnTo>
                    <a:pt x="5411452" y="2904947"/>
                  </a:lnTo>
                  <a:lnTo>
                    <a:pt x="5422206" y="2902686"/>
                  </a:lnTo>
                  <a:lnTo>
                    <a:pt x="5428432" y="2896469"/>
                  </a:lnTo>
                  <a:lnTo>
                    <a:pt x="5428432" y="2879515"/>
                  </a:lnTo>
                  <a:lnTo>
                    <a:pt x="5422206" y="2871038"/>
                  </a:lnTo>
                  <a:close/>
                </a:path>
                <a:path w="9542780" h="6570345">
                  <a:moveTo>
                    <a:pt x="5422206" y="2913425"/>
                  </a:moveTo>
                  <a:lnTo>
                    <a:pt x="5403244" y="2913425"/>
                  </a:lnTo>
                  <a:lnTo>
                    <a:pt x="5394754" y="2919642"/>
                  </a:lnTo>
                  <a:lnTo>
                    <a:pt x="5394754" y="2938857"/>
                  </a:lnTo>
                  <a:lnTo>
                    <a:pt x="5400979" y="2947334"/>
                  </a:lnTo>
                  <a:lnTo>
                    <a:pt x="5422206" y="2947334"/>
                  </a:lnTo>
                  <a:lnTo>
                    <a:pt x="5428432" y="2940836"/>
                  </a:lnTo>
                  <a:lnTo>
                    <a:pt x="5428432" y="2921902"/>
                  </a:lnTo>
                  <a:lnTo>
                    <a:pt x="5422206" y="2913425"/>
                  </a:lnTo>
                  <a:close/>
                </a:path>
                <a:path w="9542780" h="6570345">
                  <a:moveTo>
                    <a:pt x="5422206" y="2957790"/>
                  </a:moveTo>
                  <a:lnTo>
                    <a:pt x="5403244" y="2957790"/>
                  </a:lnTo>
                  <a:lnTo>
                    <a:pt x="5394754" y="2964290"/>
                  </a:lnTo>
                  <a:lnTo>
                    <a:pt x="5394754" y="2983222"/>
                  </a:lnTo>
                  <a:lnTo>
                    <a:pt x="5400979" y="2991700"/>
                  </a:lnTo>
                  <a:lnTo>
                    <a:pt x="5422206" y="2991700"/>
                  </a:lnTo>
                  <a:lnTo>
                    <a:pt x="5428432" y="2985484"/>
                  </a:lnTo>
                  <a:lnTo>
                    <a:pt x="5428432" y="2966267"/>
                  </a:lnTo>
                  <a:lnTo>
                    <a:pt x="5422206" y="2957790"/>
                  </a:lnTo>
                  <a:close/>
                </a:path>
                <a:path w="9542780" h="6570345">
                  <a:moveTo>
                    <a:pt x="5422206" y="3002155"/>
                  </a:moveTo>
                  <a:lnTo>
                    <a:pt x="5403244" y="3002155"/>
                  </a:lnTo>
                  <a:lnTo>
                    <a:pt x="5394754" y="3008655"/>
                  </a:lnTo>
                  <a:lnTo>
                    <a:pt x="5394754" y="3027588"/>
                  </a:lnTo>
                  <a:lnTo>
                    <a:pt x="5400979" y="3036065"/>
                  </a:lnTo>
                  <a:lnTo>
                    <a:pt x="5422206" y="3036065"/>
                  </a:lnTo>
                  <a:lnTo>
                    <a:pt x="5428432" y="3027588"/>
                  </a:lnTo>
                  <a:lnTo>
                    <a:pt x="5428432" y="3010634"/>
                  </a:lnTo>
                  <a:lnTo>
                    <a:pt x="5422206" y="3002155"/>
                  </a:lnTo>
                  <a:close/>
                </a:path>
                <a:path w="9542780" h="6570345">
                  <a:moveTo>
                    <a:pt x="5422206" y="3046803"/>
                  </a:moveTo>
                  <a:lnTo>
                    <a:pt x="5403244" y="3046803"/>
                  </a:lnTo>
                  <a:lnTo>
                    <a:pt x="5394754" y="3053020"/>
                  </a:lnTo>
                  <a:lnTo>
                    <a:pt x="5394754" y="3072236"/>
                  </a:lnTo>
                  <a:lnTo>
                    <a:pt x="5400979" y="3080713"/>
                  </a:lnTo>
                  <a:lnTo>
                    <a:pt x="5422206" y="3080713"/>
                  </a:lnTo>
                  <a:lnTo>
                    <a:pt x="5428432" y="3072236"/>
                  </a:lnTo>
                  <a:lnTo>
                    <a:pt x="5428432" y="3055280"/>
                  </a:lnTo>
                  <a:lnTo>
                    <a:pt x="5422206" y="3046803"/>
                  </a:lnTo>
                  <a:close/>
                </a:path>
                <a:path w="9542780" h="6570345">
                  <a:moveTo>
                    <a:pt x="5422206" y="3355949"/>
                  </a:moveTo>
                  <a:lnTo>
                    <a:pt x="5403244" y="3355949"/>
                  </a:lnTo>
                  <a:lnTo>
                    <a:pt x="5394754" y="3362166"/>
                  </a:lnTo>
                  <a:lnTo>
                    <a:pt x="5394754" y="3381381"/>
                  </a:lnTo>
                  <a:lnTo>
                    <a:pt x="5400979" y="3389858"/>
                  </a:lnTo>
                  <a:lnTo>
                    <a:pt x="5422206" y="3389858"/>
                  </a:lnTo>
                  <a:lnTo>
                    <a:pt x="5428432" y="3381381"/>
                  </a:lnTo>
                  <a:lnTo>
                    <a:pt x="5428432" y="3364426"/>
                  </a:lnTo>
                  <a:lnTo>
                    <a:pt x="5422206" y="3355949"/>
                  </a:lnTo>
                  <a:close/>
                </a:path>
                <a:path w="9542780" h="6570345">
                  <a:moveTo>
                    <a:pt x="5422206" y="3400314"/>
                  </a:moveTo>
                  <a:lnTo>
                    <a:pt x="5403244" y="3400314"/>
                  </a:lnTo>
                  <a:lnTo>
                    <a:pt x="5394754" y="3406814"/>
                  </a:lnTo>
                  <a:lnTo>
                    <a:pt x="5394754" y="3425747"/>
                  </a:lnTo>
                  <a:lnTo>
                    <a:pt x="5400979" y="3434224"/>
                  </a:lnTo>
                  <a:lnTo>
                    <a:pt x="5422206" y="3434224"/>
                  </a:lnTo>
                  <a:lnTo>
                    <a:pt x="5428432" y="3425747"/>
                  </a:lnTo>
                  <a:lnTo>
                    <a:pt x="5428432" y="3408791"/>
                  </a:lnTo>
                  <a:lnTo>
                    <a:pt x="5422206" y="3400314"/>
                  </a:lnTo>
                  <a:close/>
                </a:path>
                <a:path w="9542780" h="6570345">
                  <a:moveTo>
                    <a:pt x="5422206" y="3444679"/>
                  </a:moveTo>
                  <a:lnTo>
                    <a:pt x="5403244" y="3444679"/>
                  </a:lnTo>
                  <a:lnTo>
                    <a:pt x="5394754" y="3451179"/>
                  </a:lnTo>
                  <a:lnTo>
                    <a:pt x="5394754" y="3470112"/>
                  </a:lnTo>
                  <a:lnTo>
                    <a:pt x="5400979" y="3478589"/>
                  </a:lnTo>
                  <a:lnTo>
                    <a:pt x="5411452" y="3478589"/>
                  </a:lnTo>
                  <a:lnTo>
                    <a:pt x="5422206" y="3476612"/>
                  </a:lnTo>
                  <a:lnTo>
                    <a:pt x="5428432" y="3470112"/>
                  </a:lnTo>
                  <a:lnTo>
                    <a:pt x="5428432" y="3453157"/>
                  </a:lnTo>
                  <a:lnTo>
                    <a:pt x="5422206" y="3444679"/>
                  </a:lnTo>
                  <a:close/>
                </a:path>
                <a:path w="9542780" h="6570345">
                  <a:moveTo>
                    <a:pt x="5422206" y="3489327"/>
                  </a:moveTo>
                  <a:lnTo>
                    <a:pt x="5403244" y="3489327"/>
                  </a:lnTo>
                  <a:lnTo>
                    <a:pt x="5394754" y="3495544"/>
                  </a:lnTo>
                  <a:lnTo>
                    <a:pt x="5394754" y="3514760"/>
                  </a:lnTo>
                  <a:lnTo>
                    <a:pt x="5400979" y="3523237"/>
                  </a:lnTo>
                  <a:lnTo>
                    <a:pt x="5411452" y="3523237"/>
                  </a:lnTo>
                  <a:lnTo>
                    <a:pt x="5422206" y="3520977"/>
                  </a:lnTo>
                  <a:lnTo>
                    <a:pt x="5428432" y="3514760"/>
                  </a:lnTo>
                  <a:lnTo>
                    <a:pt x="5428432" y="3497806"/>
                  </a:lnTo>
                  <a:lnTo>
                    <a:pt x="5422206" y="3489327"/>
                  </a:lnTo>
                  <a:close/>
                </a:path>
                <a:path w="9542780" h="6570345">
                  <a:moveTo>
                    <a:pt x="5422206" y="3531715"/>
                  </a:moveTo>
                  <a:lnTo>
                    <a:pt x="5403244" y="3531715"/>
                  </a:lnTo>
                  <a:lnTo>
                    <a:pt x="5394754" y="3537931"/>
                  </a:lnTo>
                  <a:lnTo>
                    <a:pt x="5394754" y="3557148"/>
                  </a:lnTo>
                  <a:lnTo>
                    <a:pt x="5400979" y="3565625"/>
                  </a:lnTo>
                  <a:lnTo>
                    <a:pt x="5422206" y="3565625"/>
                  </a:lnTo>
                  <a:lnTo>
                    <a:pt x="5428432" y="3559125"/>
                  </a:lnTo>
                  <a:lnTo>
                    <a:pt x="5428432" y="3540192"/>
                  </a:lnTo>
                  <a:lnTo>
                    <a:pt x="5422206" y="3531715"/>
                  </a:lnTo>
                  <a:close/>
                </a:path>
                <a:path w="9542780" h="6570345">
                  <a:moveTo>
                    <a:pt x="5422206" y="3576081"/>
                  </a:moveTo>
                  <a:lnTo>
                    <a:pt x="5403244" y="3576081"/>
                  </a:lnTo>
                  <a:lnTo>
                    <a:pt x="5394754" y="3582297"/>
                  </a:lnTo>
                  <a:lnTo>
                    <a:pt x="5394754" y="3601512"/>
                  </a:lnTo>
                  <a:lnTo>
                    <a:pt x="5400979" y="3609990"/>
                  </a:lnTo>
                  <a:lnTo>
                    <a:pt x="5422206" y="3609990"/>
                  </a:lnTo>
                  <a:lnTo>
                    <a:pt x="5428432" y="3603491"/>
                  </a:lnTo>
                  <a:lnTo>
                    <a:pt x="5428432" y="3584558"/>
                  </a:lnTo>
                  <a:lnTo>
                    <a:pt x="5422206" y="3576081"/>
                  </a:lnTo>
                  <a:close/>
                </a:path>
                <a:path w="9542780" h="6570345">
                  <a:moveTo>
                    <a:pt x="5422206" y="3620446"/>
                  </a:moveTo>
                  <a:lnTo>
                    <a:pt x="5403244" y="3620446"/>
                  </a:lnTo>
                  <a:lnTo>
                    <a:pt x="5394754" y="3626946"/>
                  </a:lnTo>
                  <a:lnTo>
                    <a:pt x="5394754" y="3648139"/>
                  </a:lnTo>
                  <a:lnTo>
                    <a:pt x="5400979" y="3654356"/>
                  </a:lnTo>
                  <a:lnTo>
                    <a:pt x="5422206" y="3654356"/>
                  </a:lnTo>
                  <a:lnTo>
                    <a:pt x="5428432" y="3645879"/>
                  </a:lnTo>
                  <a:lnTo>
                    <a:pt x="5428432" y="3628923"/>
                  </a:lnTo>
                  <a:lnTo>
                    <a:pt x="5422206" y="3620446"/>
                  </a:lnTo>
                  <a:close/>
                </a:path>
                <a:path w="9542780" h="6570345">
                  <a:moveTo>
                    <a:pt x="5422206" y="3665094"/>
                  </a:moveTo>
                  <a:lnTo>
                    <a:pt x="5403244" y="3665094"/>
                  </a:lnTo>
                  <a:lnTo>
                    <a:pt x="5394754" y="3671310"/>
                  </a:lnTo>
                  <a:lnTo>
                    <a:pt x="5394754" y="3692504"/>
                  </a:lnTo>
                  <a:lnTo>
                    <a:pt x="5400979" y="3699004"/>
                  </a:lnTo>
                  <a:lnTo>
                    <a:pt x="5422206" y="3699004"/>
                  </a:lnTo>
                  <a:lnTo>
                    <a:pt x="5428432" y="3690526"/>
                  </a:lnTo>
                  <a:lnTo>
                    <a:pt x="5428432" y="3673571"/>
                  </a:lnTo>
                  <a:lnTo>
                    <a:pt x="5422206" y="3665094"/>
                  </a:lnTo>
                  <a:close/>
                </a:path>
                <a:path w="9542780" h="6570345">
                  <a:moveTo>
                    <a:pt x="5422206" y="3709459"/>
                  </a:moveTo>
                  <a:lnTo>
                    <a:pt x="5403244" y="3709459"/>
                  </a:lnTo>
                  <a:lnTo>
                    <a:pt x="5394754" y="3715959"/>
                  </a:lnTo>
                  <a:lnTo>
                    <a:pt x="5394754" y="3734892"/>
                  </a:lnTo>
                  <a:lnTo>
                    <a:pt x="5400979" y="3743369"/>
                  </a:lnTo>
                  <a:lnTo>
                    <a:pt x="5422206" y="3743369"/>
                  </a:lnTo>
                  <a:lnTo>
                    <a:pt x="5428432" y="3734892"/>
                  </a:lnTo>
                  <a:lnTo>
                    <a:pt x="5428432" y="3717937"/>
                  </a:lnTo>
                  <a:lnTo>
                    <a:pt x="5422206" y="3709459"/>
                  </a:lnTo>
                  <a:close/>
                </a:path>
                <a:path w="9542780" h="6570345">
                  <a:moveTo>
                    <a:pt x="5422206" y="3753825"/>
                  </a:moveTo>
                  <a:lnTo>
                    <a:pt x="5403244" y="3753825"/>
                  </a:lnTo>
                  <a:lnTo>
                    <a:pt x="5394754" y="3760296"/>
                  </a:lnTo>
                  <a:lnTo>
                    <a:pt x="5394754" y="3779342"/>
                  </a:lnTo>
                  <a:lnTo>
                    <a:pt x="5400979" y="3787819"/>
                  </a:lnTo>
                  <a:lnTo>
                    <a:pt x="5411452" y="3787819"/>
                  </a:lnTo>
                  <a:lnTo>
                    <a:pt x="5422206" y="3785699"/>
                  </a:lnTo>
                  <a:lnTo>
                    <a:pt x="5428432" y="3779342"/>
                  </a:lnTo>
                  <a:lnTo>
                    <a:pt x="5428432" y="3762415"/>
                  </a:lnTo>
                  <a:lnTo>
                    <a:pt x="5422206" y="3753825"/>
                  </a:lnTo>
                  <a:close/>
                </a:path>
                <a:path w="9542780" h="6570345">
                  <a:moveTo>
                    <a:pt x="5422206" y="3798416"/>
                  </a:moveTo>
                  <a:lnTo>
                    <a:pt x="5403244" y="3798416"/>
                  </a:lnTo>
                  <a:lnTo>
                    <a:pt x="5394754" y="3804746"/>
                  </a:lnTo>
                  <a:lnTo>
                    <a:pt x="5394754" y="3823820"/>
                  </a:lnTo>
                  <a:lnTo>
                    <a:pt x="5400979" y="3832269"/>
                  </a:lnTo>
                  <a:lnTo>
                    <a:pt x="5411452" y="3832269"/>
                  </a:lnTo>
                  <a:lnTo>
                    <a:pt x="5422206" y="3830151"/>
                  </a:lnTo>
                  <a:lnTo>
                    <a:pt x="5428432" y="3823820"/>
                  </a:lnTo>
                  <a:lnTo>
                    <a:pt x="5428432" y="3806865"/>
                  </a:lnTo>
                  <a:lnTo>
                    <a:pt x="5422206" y="3798416"/>
                  </a:lnTo>
                  <a:close/>
                </a:path>
                <a:path w="9542780" h="6570345">
                  <a:moveTo>
                    <a:pt x="5422206" y="4547938"/>
                  </a:moveTo>
                  <a:lnTo>
                    <a:pt x="5403244" y="4547938"/>
                  </a:lnTo>
                  <a:lnTo>
                    <a:pt x="5394754" y="4554296"/>
                  </a:lnTo>
                  <a:lnTo>
                    <a:pt x="5394754" y="4573342"/>
                  </a:lnTo>
                  <a:lnTo>
                    <a:pt x="5400981" y="4581819"/>
                  </a:lnTo>
                  <a:lnTo>
                    <a:pt x="5422206" y="4581819"/>
                  </a:lnTo>
                  <a:lnTo>
                    <a:pt x="5428432" y="4573342"/>
                  </a:lnTo>
                  <a:lnTo>
                    <a:pt x="5428432" y="4556415"/>
                  </a:lnTo>
                  <a:lnTo>
                    <a:pt x="5422206" y="4547938"/>
                  </a:lnTo>
                  <a:close/>
                </a:path>
                <a:path w="9542780" h="6570345">
                  <a:moveTo>
                    <a:pt x="5422206" y="4592388"/>
                  </a:moveTo>
                  <a:lnTo>
                    <a:pt x="5403244" y="4592388"/>
                  </a:lnTo>
                  <a:lnTo>
                    <a:pt x="5394754" y="4598746"/>
                  </a:lnTo>
                  <a:lnTo>
                    <a:pt x="5394754" y="4617792"/>
                  </a:lnTo>
                  <a:lnTo>
                    <a:pt x="5400981" y="4626269"/>
                  </a:lnTo>
                  <a:lnTo>
                    <a:pt x="5422206" y="4626269"/>
                  </a:lnTo>
                  <a:lnTo>
                    <a:pt x="5428432" y="4617792"/>
                  </a:lnTo>
                  <a:lnTo>
                    <a:pt x="5428432" y="4600865"/>
                  </a:lnTo>
                  <a:lnTo>
                    <a:pt x="5422206" y="4592388"/>
                  </a:lnTo>
                  <a:close/>
                </a:path>
                <a:path w="9542780" h="6570345">
                  <a:moveTo>
                    <a:pt x="5422206" y="5077270"/>
                  </a:moveTo>
                  <a:lnTo>
                    <a:pt x="5403244" y="5077270"/>
                  </a:lnTo>
                  <a:lnTo>
                    <a:pt x="5394754" y="5083629"/>
                  </a:lnTo>
                  <a:lnTo>
                    <a:pt x="5394754" y="5102675"/>
                  </a:lnTo>
                  <a:lnTo>
                    <a:pt x="5400981" y="5111153"/>
                  </a:lnTo>
                  <a:lnTo>
                    <a:pt x="5422206" y="5111153"/>
                  </a:lnTo>
                  <a:lnTo>
                    <a:pt x="5428432" y="5104795"/>
                  </a:lnTo>
                  <a:lnTo>
                    <a:pt x="5428432" y="5085720"/>
                  </a:lnTo>
                  <a:lnTo>
                    <a:pt x="5422206" y="5077270"/>
                  </a:lnTo>
                  <a:close/>
                </a:path>
                <a:path w="9542780" h="6570345">
                  <a:moveTo>
                    <a:pt x="5422206" y="5121722"/>
                  </a:moveTo>
                  <a:lnTo>
                    <a:pt x="5403244" y="5121722"/>
                  </a:lnTo>
                  <a:lnTo>
                    <a:pt x="5394754" y="5128079"/>
                  </a:lnTo>
                  <a:lnTo>
                    <a:pt x="5394754" y="5147125"/>
                  </a:lnTo>
                  <a:lnTo>
                    <a:pt x="5400981" y="5155603"/>
                  </a:lnTo>
                  <a:lnTo>
                    <a:pt x="5422206" y="5155603"/>
                  </a:lnTo>
                  <a:lnTo>
                    <a:pt x="5428432" y="5149245"/>
                  </a:lnTo>
                  <a:lnTo>
                    <a:pt x="5428432" y="5130199"/>
                  </a:lnTo>
                  <a:lnTo>
                    <a:pt x="5422206" y="5121722"/>
                  </a:lnTo>
                  <a:close/>
                </a:path>
                <a:path w="9542780" h="6570345">
                  <a:moveTo>
                    <a:pt x="5422206" y="6226957"/>
                  </a:moveTo>
                  <a:lnTo>
                    <a:pt x="5403244" y="6226957"/>
                  </a:lnTo>
                  <a:lnTo>
                    <a:pt x="5394754" y="6233316"/>
                  </a:lnTo>
                  <a:lnTo>
                    <a:pt x="5394754" y="6254480"/>
                  </a:lnTo>
                  <a:lnTo>
                    <a:pt x="5400981" y="6260839"/>
                  </a:lnTo>
                  <a:lnTo>
                    <a:pt x="5422206" y="6260839"/>
                  </a:lnTo>
                  <a:lnTo>
                    <a:pt x="5428432" y="6252362"/>
                  </a:lnTo>
                  <a:lnTo>
                    <a:pt x="5428432" y="6235435"/>
                  </a:lnTo>
                  <a:lnTo>
                    <a:pt x="5422206" y="6226957"/>
                  </a:lnTo>
                  <a:close/>
                </a:path>
                <a:path w="9542780" h="6570345">
                  <a:moveTo>
                    <a:pt x="5422206" y="6271436"/>
                  </a:moveTo>
                  <a:lnTo>
                    <a:pt x="5403244" y="6271436"/>
                  </a:lnTo>
                  <a:lnTo>
                    <a:pt x="5394754" y="6277794"/>
                  </a:lnTo>
                  <a:lnTo>
                    <a:pt x="5394754" y="6298957"/>
                  </a:lnTo>
                  <a:lnTo>
                    <a:pt x="5400981" y="6305309"/>
                  </a:lnTo>
                  <a:lnTo>
                    <a:pt x="5411452" y="6305309"/>
                  </a:lnTo>
                  <a:lnTo>
                    <a:pt x="5422206" y="6303190"/>
                  </a:lnTo>
                  <a:lnTo>
                    <a:pt x="5428432" y="6296840"/>
                  </a:lnTo>
                  <a:lnTo>
                    <a:pt x="5428432" y="6279913"/>
                  </a:lnTo>
                  <a:lnTo>
                    <a:pt x="5422206" y="6271436"/>
                  </a:lnTo>
                  <a:close/>
                </a:path>
                <a:path w="9542780" h="6570345">
                  <a:moveTo>
                    <a:pt x="5422206" y="6313778"/>
                  </a:moveTo>
                  <a:lnTo>
                    <a:pt x="5403244" y="6313778"/>
                  </a:lnTo>
                  <a:lnTo>
                    <a:pt x="5394754" y="6320130"/>
                  </a:lnTo>
                  <a:lnTo>
                    <a:pt x="5394754" y="6341301"/>
                  </a:lnTo>
                  <a:lnTo>
                    <a:pt x="5400981" y="6347654"/>
                  </a:lnTo>
                  <a:lnTo>
                    <a:pt x="5422206" y="6347654"/>
                  </a:lnTo>
                  <a:lnTo>
                    <a:pt x="5428432" y="6341301"/>
                  </a:lnTo>
                  <a:lnTo>
                    <a:pt x="5428432" y="6322247"/>
                  </a:lnTo>
                  <a:lnTo>
                    <a:pt x="5422206" y="6313778"/>
                  </a:lnTo>
                  <a:close/>
                </a:path>
                <a:path w="9542780" h="6570345">
                  <a:moveTo>
                    <a:pt x="5422206" y="6358239"/>
                  </a:moveTo>
                  <a:lnTo>
                    <a:pt x="5403244" y="6358239"/>
                  </a:lnTo>
                  <a:lnTo>
                    <a:pt x="5394754" y="6364592"/>
                  </a:lnTo>
                  <a:lnTo>
                    <a:pt x="5394754" y="6385765"/>
                  </a:lnTo>
                  <a:lnTo>
                    <a:pt x="5400981" y="6392118"/>
                  </a:lnTo>
                  <a:lnTo>
                    <a:pt x="5422206" y="6392118"/>
                  </a:lnTo>
                  <a:lnTo>
                    <a:pt x="5428432" y="6385765"/>
                  </a:lnTo>
                  <a:lnTo>
                    <a:pt x="5428432" y="6366711"/>
                  </a:lnTo>
                  <a:lnTo>
                    <a:pt x="5422206" y="6358239"/>
                  </a:lnTo>
                  <a:close/>
                </a:path>
                <a:path w="9542780" h="6570345">
                  <a:moveTo>
                    <a:pt x="5377773" y="2737658"/>
                  </a:moveTo>
                  <a:lnTo>
                    <a:pt x="5358528" y="2737658"/>
                  </a:lnTo>
                  <a:lnTo>
                    <a:pt x="5350038" y="2743875"/>
                  </a:lnTo>
                  <a:lnTo>
                    <a:pt x="5350038" y="2763090"/>
                  </a:lnTo>
                  <a:lnTo>
                    <a:pt x="5356547" y="2771569"/>
                  </a:lnTo>
                  <a:lnTo>
                    <a:pt x="5377773" y="2771569"/>
                  </a:lnTo>
                  <a:lnTo>
                    <a:pt x="5383999" y="2763090"/>
                  </a:lnTo>
                  <a:lnTo>
                    <a:pt x="5383999" y="2746136"/>
                  </a:lnTo>
                  <a:lnTo>
                    <a:pt x="5377773" y="2737658"/>
                  </a:lnTo>
                  <a:close/>
                </a:path>
                <a:path w="9542780" h="6570345">
                  <a:moveTo>
                    <a:pt x="5377773" y="2782023"/>
                  </a:moveTo>
                  <a:lnTo>
                    <a:pt x="5358528" y="2782023"/>
                  </a:lnTo>
                  <a:lnTo>
                    <a:pt x="5350038" y="2788523"/>
                  </a:lnTo>
                  <a:lnTo>
                    <a:pt x="5350038" y="2807456"/>
                  </a:lnTo>
                  <a:lnTo>
                    <a:pt x="5356547" y="2815934"/>
                  </a:lnTo>
                  <a:lnTo>
                    <a:pt x="5377773" y="2815934"/>
                  </a:lnTo>
                  <a:lnTo>
                    <a:pt x="5383999" y="2807456"/>
                  </a:lnTo>
                  <a:lnTo>
                    <a:pt x="5383999" y="2790502"/>
                  </a:lnTo>
                  <a:lnTo>
                    <a:pt x="5377773" y="2782023"/>
                  </a:lnTo>
                  <a:close/>
                </a:path>
                <a:path w="9542780" h="6570345">
                  <a:moveTo>
                    <a:pt x="5377773" y="2826672"/>
                  </a:moveTo>
                  <a:lnTo>
                    <a:pt x="5358528" y="2826672"/>
                  </a:lnTo>
                  <a:lnTo>
                    <a:pt x="5350038" y="2832888"/>
                  </a:lnTo>
                  <a:lnTo>
                    <a:pt x="5350038" y="2851821"/>
                  </a:lnTo>
                  <a:lnTo>
                    <a:pt x="5356547" y="2860299"/>
                  </a:lnTo>
                  <a:lnTo>
                    <a:pt x="5367018" y="2860299"/>
                  </a:lnTo>
                  <a:lnTo>
                    <a:pt x="5377773" y="2858321"/>
                  </a:lnTo>
                  <a:lnTo>
                    <a:pt x="5383999" y="2851821"/>
                  </a:lnTo>
                  <a:lnTo>
                    <a:pt x="5383999" y="2835149"/>
                  </a:lnTo>
                  <a:lnTo>
                    <a:pt x="5377773" y="2826672"/>
                  </a:lnTo>
                  <a:close/>
                </a:path>
                <a:path w="9542780" h="6570345">
                  <a:moveTo>
                    <a:pt x="5377773" y="2913425"/>
                  </a:moveTo>
                  <a:lnTo>
                    <a:pt x="5358528" y="2913425"/>
                  </a:lnTo>
                  <a:lnTo>
                    <a:pt x="5350038" y="2919642"/>
                  </a:lnTo>
                  <a:lnTo>
                    <a:pt x="5350038" y="2938857"/>
                  </a:lnTo>
                  <a:lnTo>
                    <a:pt x="5356547" y="2947334"/>
                  </a:lnTo>
                  <a:lnTo>
                    <a:pt x="5377773" y="2947334"/>
                  </a:lnTo>
                  <a:lnTo>
                    <a:pt x="5383999" y="2940836"/>
                  </a:lnTo>
                  <a:lnTo>
                    <a:pt x="5383999" y="2921902"/>
                  </a:lnTo>
                  <a:lnTo>
                    <a:pt x="5377773" y="2913425"/>
                  </a:lnTo>
                  <a:close/>
                </a:path>
                <a:path w="9542780" h="6570345">
                  <a:moveTo>
                    <a:pt x="5377773" y="2957790"/>
                  </a:moveTo>
                  <a:lnTo>
                    <a:pt x="5358528" y="2957790"/>
                  </a:lnTo>
                  <a:lnTo>
                    <a:pt x="5350038" y="2964290"/>
                  </a:lnTo>
                  <a:lnTo>
                    <a:pt x="5350038" y="2983222"/>
                  </a:lnTo>
                  <a:lnTo>
                    <a:pt x="5356547" y="2991700"/>
                  </a:lnTo>
                  <a:lnTo>
                    <a:pt x="5377773" y="2991700"/>
                  </a:lnTo>
                  <a:lnTo>
                    <a:pt x="5383999" y="2985484"/>
                  </a:lnTo>
                  <a:lnTo>
                    <a:pt x="5383999" y="2966267"/>
                  </a:lnTo>
                  <a:lnTo>
                    <a:pt x="5377773" y="2957790"/>
                  </a:lnTo>
                  <a:close/>
                </a:path>
                <a:path w="9542780" h="6570345">
                  <a:moveTo>
                    <a:pt x="5377773" y="3002155"/>
                  </a:moveTo>
                  <a:lnTo>
                    <a:pt x="5358528" y="3002155"/>
                  </a:lnTo>
                  <a:lnTo>
                    <a:pt x="5350038" y="3008655"/>
                  </a:lnTo>
                  <a:lnTo>
                    <a:pt x="5350038" y="3027588"/>
                  </a:lnTo>
                  <a:lnTo>
                    <a:pt x="5356547" y="3036065"/>
                  </a:lnTo>
                  <a:lnTo>
                    <a:pt x="5377773" y="3036065"/>
                  </a:lnTo>
                  <a:lnTo>
                    <a:pt x="5383999" y="3027588"/>
                  </a:lnTo>
                  <a:lnTo>
                    <a:pt x="5383999" y="3010634"/>
                  </a:lnTo>
                  <a:lnTo>
                    <a:pt x="5377773" y="3002155"/>
                  </a:lnTo>
                  <a:close/>
                </a:path>
                <a:path w="9542780" h="6570345">
                  <a:moveTo>
                    <a:pt x="5377773" y="3046803"/>
                  </a:moveTo>
                  <a:lnTo>
                    <a:pt x="5358528" y="3046803"/>
                  </a:lnTo>
                  <a:lnTo>
                    <a:pt x="5350038" y="3053020"/>
                  </a:lnTo>
                  <a:lnTo>
                    <a:pt x="5350038" y="3072236"/>
                  </a:lnTo>
                  <a:lnTo>
                    <a:pt x="5356547" y="3080713"/>
                  </a:lnTo>
                  <a:lnTo>
                    <a:pt x="5377773" y="3080713"/>
                  </a:lnTo>
                  <a:lnTo>
                    <a:pt x="5383999" y="3072236"/>
                  </a:lnTo>
                  <a:lnTo>
                    <a:pt x="5383999" y="3055280"/>
                  </a:lnTo>
                  <a:lnTo>
                    <a:pt x="5377773" y="3046803"/>
                  </a:lnTo>
                  <a:close/>
                </a:path>
                <a:path w="9542780" h="6570345">
                  <a:moveTo>
                    <a:pt x="5377773" y="3355949"/>
                  </a:moveTo>
                  <a:lnTo>
                    <a:pt x="5358528" y="3355949"/>
                  </a:lnTo>
                  <a:lnTo>
                    <a:pt x="5350038" y="3362166"/>
                  </a:lnTo>
                  <a:lnTo>
                    <a:pt x="5350038" y="3381381"/>
                  </a:lnTo>
                  <a:lnTo>
                    <a:pt x="5356547" y="3389858"/>
                  </a:lnTo>
                  <a:lnTo>
                    <a:pt x="5377773" y="3389858"/>
                  </a:lnTo>
                  <a:lnTo>
                    <a:pt x="5383999" y="3381381"/>
                  </a:lnTo>
                  <a:lnTo>
                    <a:pt x="5383999" y="3364426"/>
                  </a:lnTo>
                  <a:lnTo>
                    <a:pt x="5377773" y="3355949"/>
                  </a:lnTo>
                  <a:close/>
                </a:path>
                <a:path w="9542780" h="6570345">
                  <a:moveTo>
                    <a:pt x="5377773" y="3400314"/>
                  </a:moveTo>
                  <a:lnTo>
                    <a:pt x="5358528" y="3400314"/>
                  </a:lnTo>
                  <a:lnTo>
                    <a:pt x="5350038" y="3406814"/>
                  </a:lnTo>
                  <a:lnTo>
                    <a:pt x="5350038" y="3425747"/>
                  </a:lnTo>
                  <a:lnTo>
                    <a:pt x="5356547" y="3434224"/>
                  </a:lnTo>
                  <a:lnTo>
                    <a:pt x="5377773" y="3434224"/>
                  </a:lnTo>
                  <a:lnTo>
                    <a:pt x="5383999" y="3425747"/>
                  </a:lnTo>
                  <a:lnTo>
                    <a:pt x="5383999" y="3408791"/>
                  </a:lnTo>
                  <a:lnTo>
                    <a:pt x="5377773" y="3400314"/>
                  </a:lnTo>
                  <a:close/>
                </a:path>
                <a:path w="9542780" h="6570345">
                  <a:moveTo>
                    <a:pt x="5377773" y="3444679"/>
                  </a:moveTo>
                  <a:lnTo>
                    <a:pt x="5358528" y="3444679"/>
                  </a:lnTo>
                  <a:lnTo>
                    <a:pt x="5350038" y="3451179"/>
                  </a:lnTo>
                  <a:lnTo>
                    <a:pt x="5350038" y="3470112"/>
                  </a:lnTo>
                  <a:lnTo>
                    <a:pt x="5356547" y="3478589"/>
                  </a:lnTo>
                  <a:lnTo>
                    <a:pt x="5367018" y="3478589"/>
                  </a:lnTo>
                  <a:lnTo>
                    <a:pt x="5377773" y="3476612"/>
                  </a:lnTo>
                  <a:lnTo>
                    <a:pt x="5383999" y="3470112"/>
                  </a:lnTo>
                  <a:lnTo>
                    <a:pt x="5383999" y="3453157"/>
                  </a:lnTo>
                  <a:lnTo>
                    <a:pt x="5377773" y="3444679"/>
                  </a:lnTo>
                  <a:close/>
                </a:path>
                <a:path w="9542780" h="6570345">
                  <a:moveTo>
                    <a:pt x="5377773" y="3489327"/>
                  </a:moveTo>
                  <a:lnTo>
                    <a:pt x="5358528" y="3489327"/>
                  </a:lnTo>
                  <a:lnTo>
                    <a:pt x="5350038" y="3495544"/>
                  </a:lnTo>
                  <a:lnTo>
                    <a:pt x="5350038" y="3514760"/>
                  </a:lnTo>
                  <a:lnTo>
                    <a:pt x="5356547" y="3523237"/>
                  </a:lnTo>
                  <a:lnTo>
                    <a:pt x="5367018" y="3523237"/>
                  </a:lnTo>
                  <a:lnTo>
                    <a:pt x="5377773" y="3520977"/>
                  </a:lnTo>
                  <a:lnTo>
                    <a:pt x="5383999" y="3514760"/>
                  </a:lnTo>
                  <a:lnTo>
                    <a:pt x="5383999" y="3497806"/>
                  </a:lnTo>
                  <a:lnTo>
                    <a:pt x="5377773" y="3489327"/>
                  </a:lnTo>
                  <a:close/>
                </a:path>
                <a:path w="9542780" h="6570345">
                  <a:moveTo>
                    <a:pt x="5377773" y="3531715"/>
                  </a:moveTo>
                  <a:lnTo>
                    <a:pt x="5358528" y="3531715"/>
                  </a:lnTo>
                  <a:lnTo>
                    <a:pt x="5350038" y="3537931"/>
                  </a:lnTo>
                  <a:lnTo>
                    <a:pt x="5350038" y="3557148"/>
                  </a:lnTo>
                  <a:lnTo>
                    <a:pt x="5356547" y="3565625"/>
                  </a:lnTo>
                  <a:lnTo>
                    <a:pt x="5377773" y="3565625"/>
                  </a:lnTo>
                  <a:lnTo>
                    <a:pt x="5383999" y="3559125"/>
                  </a:lnTo>
                  <a:lnTo>
                    <a:pt x="5383999" y="3540192"/>
                  </a:lnTo>
                  <a:lnTo>
                    <a:pt x="5377773" y="3531715"/>
                  </a:lnTo>
                  <a:close/>
                </a:path>
                <a:path w="9542780" h="6570345">
                  <a:moveTo>
                    <a:pt x="5377773" y="3576081"/>
                  </a:moveTo>
                  <a:lnTo>
                    <a:pt x="5358528" y="3576081"/>
                  </a:lnTo>
                  <a:lnTo>
                    <a:pt x="5350038" y="3582297"/>
                  </a:lnTo>
                  <a:lnTo>
                    <a:pt x="5350038" y="3601512"/>
                  </a:lnTo>
                  <a:lnTo>
                    <a:pt x="5356547" y="3609990"/>
                  </a:lnTo>
                  <a:lnTo>
                    <a:pt x="5377773" y="3609990"/>
                  </a:lnTo>
                  <a:lnTo>
                    <a:pt x="5383999" y="3603491"/>
                  </a:lnTo>
                  <a:lnTo>
                    <a:pt x="5383999" y="3584558"/>
                  </a:lnTo>
                  <a:lnTo>
                    <a:pt x="5377773" y="3576081"/>
                  </a:lnTo>
                  <a:close/>
                </a:path>
                <a:path w="9542780" h="6570345">
                  <a:moveTo>
                    <a:pt x="5377773" y="3620446"/>
                  </a:moveTo>
                  <a:lnTo>
                    <a:pt x="5358528" y="3620446"/>
                  </a:lnTo>
                  <a:lnTo>
                    <a:pt x="5350038" y="3626946"/>
                  </a:lnTo>
                  <a:lnTo>
                    <a:pt x="5350038" y="3648139"/>
                  </a:lnTo>
                  <a:lnTo>
                    <a:pt x="5356547" y="3654356"/>
                  </a:lnTo>
                  <a:lnTo>
                    <a:pt x="5377773" y="3654356"/>
                  </a:lnTo>
                  <a:lnTo>
                    <a:pt x="5383999" y="3645879"/>
                  </a:lnTo>
                  <a:lnTo>
                    <a:pt x="5383999" y="3628923"/>
                  </a:lnTo>
                  <a:lnTo>
                    <a:pt x="5377773" y="3620446"/>
                  </a:lnTo>
                  <a:close/>
                </a:path>
                <a:path w="9542780" h="6570345">
                  <a:moveTo>
                    <a:pt x="5377773" y="3665094"/>
                  </a:moveTo>
                  <a:lnTo>
                    <a:pt x="5358528" y="3665094"/>
                  </a:lnTo>
                  <a:lnTo>
                    <a:pt x="5350038" y="3671310"/>
                  </a:lnTo>
                  <a:lnTo>
                    <a:pt x="5350038" y="3692504"/>
                  </a:lnTo>
                  <a:lnTo>
                    <a:pt x="5356547" y="3699004"/>
                  </a:lnTo>
                  <a:lnTo>
                    <a:pt x="5377773" y="3699004"/>
                  </a:lnTo>
                  <a:lnTo>
                    <a:pt x="5383999" y="3690526"/>
                  </a:lnTo>
                  <a:lnTo>
                    <a:pt x="5383999" y="3673571"/>
                  </a:lnTo>
                  <a:lnTo>
                    <a:pt x="5377773" y="3665094"/>
                  </a:lnTo>
                  <a:close/>
                </a:path>
                <a:path w="9542780" h="6570345">
                  <a:moveTo>
                    <a:pt x="5377773" y="3709459"/>
                  </a:moveTo>
                  <a:lnTo>
                    <a:pt x="5358528" y="3709459"/>
                  </a:lnTo>
                  <a:lnTo>
                    <a:pt x="5350038" y="3715959"/>
                  </a:lnTo>
                  <a:lnTo>
                    <a:pt x="5350038" y="3734892"/>
                  </a:lnTo>
                  <a:lnTo>
                    <a:pt x="5356547" y="3743369"/>
                  </a:lnTo>
                  <a:lnTo>
                    <a:pt x="5377773" y="3743369"/>
                  </a:lnTo>
                  <a:lnTo>
                    <a:pt x="5383999" y="3734892"/>
                  </a:lnTo>
                  <a:lnTo>
                    <a:pt x="5383999" y="3717937"/>
                  </a:lnTo>
                  <a:lnTo>
                    <a:pt x="5377773" y="3709459"/>
                  </a:lnTo>
                  <a:close/>
                </a:path>
                <a:path w="9542780" h="6570345">
                  <a:moveTo>
                    <a:pt x="5377773" y="3753825"/>
                  </a:moveTo>
                  <a:lnTo>
                    <a:pt x="5358528" y="3753825"/>
                  </a:lnTo>
                  <a:lnTo>
                    <a:pt x="5350038" y="3760296"/>
                  </a:lnTo>
                  <a:lnTo>
                    <a:pt x="5350038" y="3779342"/>
                  </a:lnTo>
                  <a:lnTo>
                    <a:pt x="5356547" y="3787819"/>
                  </a:lnTo>
                  <a:lnTo>
                    <a:pt x="5367018" y="3787819"/>
                  </a:lnTo>
                  <a:lnTo>
                    <a:pt x="5377773" y="3785699"/>
                  </a:lnTo>
                  <a:lnTo>
                    <a:pt x="5383999" y="3779342"/>
                  </a:lnTo>
                  <a:lnTo>
                    <a:pt x="5383999" y="3762415"/>
                  </a:lnTo>
                  <a:lnTo>
                    <a:pt x="5377773" y="3753825"/>
                  </a:lnTo>
                  <a:close/>
                </a:path>
                <a:path w="9542780" h="6570345">
                  <a:moveTo>
                    <a:pt x="5377773" y="3798416"/>
                  </a:moveTo>
                  <a:lnTo>
                    <a:pt x="5358528" y="3798416"/>
                  </a:lnTo>
                  <a:lnTo>
                    <a:pt x="5350038" y="3804746"/>
                  </a:lnTo>
                  <a:lnTo>
                    <a:pt x="5350038" y="3823820"/>
                  </a:lnTo>
                  <a:lnTo>
                    <a:pt x="5356547" y="3832269"/>
                  </a:lnTo>
                  <a:lnTo>
                    <a:pt x="5367018" y="3832269"/>
                  </a:lnTo>
                  <a:lnTo>
                    <a:pt x="5377773" y="3830151"/>
                  </a:lnTo>
                  <a:lnTo>
                    <a:pt x="5383999" y="3823820"/>
                  </a:lnTo>
                  <a:lnTo>
                    <a:pt x="5383999" y="3806865"/>
                  </a:lnTo>
                  <a:lnTo>
                    <a:pt x="5377773" y="3798416"/>
                  </a:lnTo>
                  <a:close/>
                </a:path>
                <a:path w="9542780" h="6570345">
                  <a:moveTo>
                    <a:pt x="5377773" y="4547938"/>
                  </a:moveTo>
                  <a:lnTo>
                    <a:pt x="5358528" y="4547938"/>
                  </a:lnTo>
                  <a:lnTo>
                    <a:pt x="5350038" y="4554296"/>
                  </a:lnTo>
                  <a:lnTo>
                    <a:pt x="5350038" y="4573342"/>
                  </a:lnTo>
                  <a:lnTo>
                    <a:pt x="5356547" y="4581819"/>
                  </a:lnTo>
                  <a:lnTo>
                    <a:pt x="5377773" y="4581819"/>
                  </a:lnTo>
                  <a:lnTo>
                    <a:pt x="5383999" y="4573342"/>
                  </a:lnTo>
                  <a:lnTo>
                    <a:pt x="5383999" y="4556415"/>
                  </a:lnTo>
                  <a:lnTo>
                    <a:pt x="5377773" y="4547938"/>
                  </a:lnTo>
                  <a:close/>
                </a:path>
                <a:path w="9542780" h="6570345">
                  <a:moveTo>
                    <a:pt x="5377773" y="4592388"/>
                  </a:moveTo>
                  <a:lnTo>
                    <a:pt x="5358528" y="4592388"/>
                  </a:lnTo>
                  <a:lnTo>
                    <a:pt x="5350038" y="4598746"/>
                  </a:lnTo>
                  <a:lnTo>
                    <a:pt x="5350038" y="4617792"/>
                  </a:lnTo>
                  <a:lnTo>
                    <a:pt x="5356547" y="4626269"/>
                  </a:lnTo>
                  <a:lnTo>
                    <a:pt x="5377773" y="4626269"/>
                  </a:lnTo>
                  <a:lnTo>
                    <a:pt x="5383999" y="4617792"/>
                  </a:lnTo>
                  <a:lnTo>
                    <a:pt x="5383999" y="4600865"/>
                  </a:lnTo>
                  <a:lnTo>
                    <a:pt x="5377773" y="4592388"/>
                  </a:lnTo>
                  <a:close/>
                </a:path>
                <a:path w="9542780" h="6570345">
                  <a:moveTo>
                    <a:pt x="5377773" y="4636866"/>
                  </a:moveTo>
                  <a:lnTo>
                    <a:pt x="5358528" y="4636866"/>
                  </a:lnTo>
                  <a:lnTo>
                    <a:pt x="5350038" y="4643225"/>
                  </a:lnTo>
                  <a:lnTo>
                    <a:pt x="5350038" y="4662270"/>
                  </a:lnTo>
                  <a:lnTo>
                    <a:pt x="5356547" y="4670748"/>
                  </a:lnTo>
                  <a:lnTo>
                    <a:pt x="5377773" y="4670748"/>
                  </a:lnTo>
                  <a:lnTo>
                    <a:pt x="5383999" y="4662270"/>
                  </a:lnTo>
                  <a:lnTo>
                    <a:pt x="5383999" y="4645343"/>
                  </a:lnTo>
                  <a:lnTo>
                    <a:pt x="5377773" y="4636866"/>
                  </a:lnTo>
                  <a:close/>
                </a:path>
                <a:path w="9542780" h="6570345">
                  <a:moveTo>
                    <a:pt x="5377773" y="4681316"/>
                  </a:moveTo>
                  <a:lnTo>
                    <a:pt x="5358528" y="4681316"/>
                  </a:lnTo>
                  <a:lnTo>
                    <a:pt x="5350038" y="4687675"/>
                  </a:lnTo>
                  <a:lnTo>
                    <a:pt x="5350038" y="4706721"/>
                  </a:lnTo>
                  <a:lnTo>
                    <a:pt x="5356547" y="4715198"/>
                  </a:lnTo>
                  <a:lnTo>
                    <a:pt x="5367018" y="4715198"/>
                  </a:lnTo>
                  <a:lnTo>
                    <a:pt x="5377773" y="4713079"/>
                  </a:lnTo>
                  <a:lnTo>
                    <a:pt x="5383999" y="4706721"/>
                  </a:lnTo>
                  <a:lnTo>
                    <a:pt x="5383999" y="4689795"/>
                  </a:lnTo>
                  <a:lnTo>
                    <a:pt x="5377773" y="4681316"/>
                  </a:lnTo>
                  <a:close/>
                </a:path>
                <a:path w="9542780" h="6570345">
                  <a:moveTo>
                    <a:pt x="5377773" y="5077270"/>
                  </a:moveTo>
                  <a:lnTo>
                    <a:pt x="5358528" y="5077270"/>
                  </a:lnTo>
                  <a:lnTo>
                    <a:pt x="5350038" y="5083629"/>
                  </a:lnTo>
                  <a:lnTo>
                    <a:pt x="5350038" y="5102675"/>
                  </a:lnTo>
                  <a:lnTo>
                    <a:pt x="5356547" y="5111153"/>
                  </a:lnTo>
                  <a:lnTo>
                    <a:pt x="5377773" y="5111153"/>
                  </a:lnTo>
                  <a:lnTo>
                    <a:pt x="5383999" y="5104795"/>
                  </a:lnTo>
                  <a:lnTo>
                    <a:pt x="5383999" y="5085720"/>
                  </a:lnTo>
                  <a:lnTo>
                    <a:pt x="5377773" y="5077270"/>
                  </a:lnTo>
                  <a:close/>
                </a:path>
                <a:path w="9542780" h="6570345">
                  <a:moveTo>
                    <a:pt x="5377773" y="5121722"/>
                  </a:moveTo>
                  <a:lnTo>
                    <a:pt x="5358528" y="5121722"/>
                  </a:lnTo>
                  <a:lnTo>
                    <a:pt x="5350038" y="5128079"/>
                  </a:lnTo>
                  <a:lnTo>
                    <a:pt x="5350038" y="5147125"/>
                  </a:lnTo>
                  <a:lnTo>
                    <a:pt x="5356547" y="5155603"/>
                  </a:lnTo>
                  <a:lnTo>
                    <a:pt x="5377773" y="5155603"/>
                  </a:lnTo>
                  <a:lnTo>
                    <a:pt x="5383999" y="5149245"/>
                  </a:lnTo>
                  <a:lnTo>
                    <a:pt x="5383999" y="5130199"/>
                  </a:lnTo>
                  <a:lnTo>
                    <a:pt x="5377773" y="5121722"/>
                  </a:lnTo>
                  <a:close/>
                </a:path>
                <a:path w="9542780" h="6570345">
                  <a:moveTo>
                    <a:pt x="5377773" y="6138029"/>
                  </a:moveTo>
                  <a:lnTo>
                    <a:pt x="5358528" y="6138029"/>
                  </a:lnTo>
                  <a:lnTo>
                    <a:pt x="5350038" y="6144386"/>
                  </a:lnTo>
                  <a:lnTo>
                    <a:pt x="5350038" y="6163461"/>
                  </a:lnTo>
                  <a:lnTo>
                    <a:pt x="5356547" y="6171910"/>
                  </a:lnTo>
                  <a:lnTo>
                    <a:pt x="5377773" y="6171910"/>
                  </a:lnTo>
                  <a:lnTo>
                    <a:pt x="5383999" y="6163461"/>
                  </a:lnTo>
                  <a:lnTo>
                    <a:pt x="5383999" y="6146506"/>
                  </a:lnTo>
                  <a:lnTo>
                    <a:pt x="5377773" y="6138029"/>
                  </a:lnTo>
                  <a:close/>
                </a:path>
                <a:path w="9542780" h="6570345">
                  <a:moveTo>
                    <a:pt x="5377773" y="6271436"/>
                  </a:moveTo>
                  <a:lnTo>
                    <a:pt x="5358528" y="6271436"/>
                  </a:lnTo>
                  <a:lnTo>
                    <a:pt x="5350038" y="6277794"/>
                  </a:lnTo>
                  <a:lnTo>
                    <a:pt x="5350038" y="6298957"/>
                  </a:lnTo>
                  <a:lnTo>
                    <a:pt x="5356547" y="6305309"/>
                  </a:lnTo>
                  <a:lnTo>
                    <a:pt x="5367018" y="6305309"/>
                  </a:lnTo>
                  <a:lnTo>
                    <a:pt x="5377773" y="6303190"/>
                  </a:lnTo>
                  <a:lnTo>
                    <a:pt x="5383999" y="6296840"/>
                  </a:lnTo>
                  <a:lnTo>
                    <a:pt x="5383999" y="6279913"/>
                  </a:lnTo>
                  <a:lnTo>
                    <a:pt x="5377773" y="6271436"/>
                  </a:lnTo>
                  <a:close/>
                </a:path>
                <a:path w="9542780" h="6570345">
                  <a:moveTo>
                    <a:pt x="5377773" y="6313778"/>
                  </a:moveTo>
                  <a:lnTo>
                    <a:pt x="5358528" y="6313778"/>
                  </a:lnTo>
                  <a:lnTo>
                    <a:pt x="5350038" y="6320130"/>
                  </a:lnTo>
                  <a:lnTo>
                    <a:pt x="5350038" y="6341301"/>
                  </a:lnTo>
                  <a:lnTo>
                    <a:pt x="5356547" y="6347654"/>
                  </a:lnTo>
                  <a:lnTo>
                    <a:pt x="5377773" y="6347654"/>
                  </a:lnTo>
                  <a:lnTo>
                    <a:pt x="5383999" y="6341301"/>
                  </a:lnTo>
                  <a:lnTo>
                    <a:pt x="5383999" y="6322247"/>
                  </a:lnTo>
                  <a:lnTo>
                    <a:pt x="5377773" y="6313778"/>
                  </a:lnTo>
                  <a:close/>
                </a:path>
                <a:path w="9542780" h="6570345">
                  <a:moveTo>
                    <a:pt x="5377773" y="6358239"/>
                  </a:moveTo>
                  <a:lnTo>
                    <a:pt x="5358528" y="6358239"/>
                  </a:lnTo>
                  <a:lnTo>
                    <a:pt x="5350038" y="6364592"/>
                  </a:lnTo>
                  <a:lnTo>
                    <a:pt x="5350038" y="6385765"/>
                  </a:lnTo>
                  <a:lnTo>
                    <a:pt x="5356547" y="6392118"/>
                  </a:lnTo>
                  <a:lnTo>
                    <a:pt x="5377773" y="6392118"/>
                  </a:lnTo>
                  <a:lnTo>
                    <a:pt x="5383999" y="6385765"/>
                  </a:lnTo>
                  <a:lnTo>
                    <a:pt x="5383999" y="6366711"/>
                  </a:lnTo>
                  <a:lnTo>
                    <a:pt x="5377773" y="6358239"/>
                  </a:lnTo>
                  <a:close/>
                </a:path>
                <a:path w="9542780" h="6570345">
                  <a:moveTo>
                    <a:pt x="5335322" y="2472879"/>
                  </a:moveTo>
                  <a:lnTo>
                    <a:pt x="5314096" y="2472879"/>
                  </a:lnTo>
                  <a:lnTo>
                    <a:pt x="5307586" y="2479379"/>
                  </a:lnTo>
                  <a:lnTo>
                    <a:pt x="5307586" y="2498312"/>
                  </a:lnTo>
                  <a:lnTo>
                    <a:pt x="5314096" y="2506789"/>
                  </a:lnTo>
                  <a:lnTo>
                    <a:pt x="5335322" y="2506789"/>
                  </a:lnTo>
                  <a:lnTo>
                    <a:pt x="5341547" y="2498312"/>
                  </a:lnTo>
                  <a:lnTo>
                    <a:pt x="5341547" y="2481356"/>
                  </a:lnTo>
                  <a:lnTo>
                    <a:pt x="5335322" y="2472879"/>
                  </a:lnTo>
                  <a:close/>
                </a:path>
                <a:path w="9542780" h="6570345">
                  <a:moveTo>
                    <a:pt x="5335322" y="2517527"/>
                  </a:moveTo>
                  <a:lnTo>
                    <a:pt x="5314096" y="2517527"/>
                  </a:lnTo>
                  <a:lnTo>
                    <a:pt x="5307586" y="2523743"/>
                  </a:lnTo>
                  <a:lnTo>
                    <a:pt x="5307586" y="2544937"/>
                  </a:lnTo>
                  <a:lnTo>
                    <a:pt x="5314096" y="2551437"/>
                  </a:lnTo>
                  <a:lnTo>
                    <a:pt x="5335322" y="2551437"/>
                  </a:lnTo>
                  <a:lnTo>
                    <a:pt x="5341547" y="2542959"/>
                  </a:lnTo>
                  <a:lnTo>
                    <a:pt x="5341547" y="2526004"/>
                  </a:lnTo>
                  <a:lnTo>
                    <a:pt x="5335322" y="2517527"/>
                  </a:lnTo>
                  <a:close/>
                </a:path>
                <a:path w="9542780" h="6570345">
                  <a:moveTo>
                    <a:pt x="5335322" y="2913425"/>
                  </a:moveTo>
                  <a:lnTo>
                    <a:pt x="5314096" y="2913425"/>
                  </a:lnTo>
                  <a:lnTo>
                    <a:pt x="5307586" y="2919642"/>
                  </a:lnTo>
                  <a:lnTo>
                    <a:pt x="5307586" y="2938857"/>
                  </a:lnTo>
                  <a:lnTo>
                    <a:pt x="5314096" y="2947334"/>
                  </a:lnTo>
                  <a:lnTo>
                    <a:pt x="5335322" y="2947334"/>
                  </a:lnTo>
                  <a:lnTo>
                    <a:pt x="5341547" y="2940836"/>
                  </a:lnTo>
                  <a:lnTo>
                    <a:pt x="5341547" y="2921902"/>
                  </a:lnTo>
                  <a:lnTo>
                    <a:pt x="5335322" y="2913425"/>
                  </a:lnTo>
                  <a:close/>
                </a:path>
                <a:path w="9542780" h="6570345">
                  <a:moveTo>
                    <a:pt x="5335322" y="2957790"/>
                  </a:moveTo>
                  <a:lnTo>
                    <a:pt x="5314096" y="2957790"/>
                  </a:lnTo>
                  <a:lnTo>
                    <a:pt x="5307586" y="2964290"/>
                  </a:lnTo>
                  <a:lnTo>
                    <a:pt x="5307586" y="2983222"/>
                  </a:lnTo>
                  <a:lnTo>
                    <a:pt x="5314096" y="2991700"/>
                  </a:lnTo>
                  <a:lnTo>
                    <a:pt x="5335322" y="2991700"/>
                  </a:lnTo>
                  <a:lnTo>
                    <a:pt x="5341547" y="2985484"/>
                  </a:lnTo>
                  <a:lnTo>
                    <a:pt x="5341547" y="2966267"/>
                  </a:lnTo>
                  <a:lnTo>
                    <a:pt x="5335322" y="2957790"/>
                  </a:lnTo>
                  <a:close/>
                </a:path>
                <a:path w="9542780" h="6570345">
                  <a:moveTo>
                    <a:pt x="5335322" y="3444679"/>
                  </a:moveTo>
                  <a:lnTo>
                    <a:pt x="5314096" y="3444679"/>
                  </a:lnTo>
                  <a:lnTo>
                    <a:pt x="5307586" y="3451179"/>
                  </a:lnTo>
                  <a:lnTo>
                    <a:pt x="5307586" y="3470112"/>
                  </a:lnTo>
                  <a:lnTo>
                    <a:pt x="5314096" y="3478589"/>
                  </a:lnTo>
                  <a:lnTo>
                    <a:pt x="5335322" y="3478589"/>
                  </a:lnTo>
                  <a:lnTo>
                    <a:pt x="5341547" y="3470112"/>
                  </a:lnTo>
                  <a:lnTo>
                    <a:pt x="5341547" y="3453157"/>
                  </a:lnTo>
                  <a:lnTo>
                    <a:pt x="5335322" y="3444679"/>
                  </a:lnTo>
                  <a:close/>
                </a:path>
                <a:path w="9542780" h="6570345">
                  <a:moveTo>
                    <a:pt x="5335322" y="3489327"/>
                  </a:moveTo>
                  <a:lnTo>
                    <a:pt x="5314096" y="3489327"/>
                  </a:lnTo>
                  <a:lnTo>
                    <a:pt x="5307586" y="3495544"/>
                  </a:lnTo>
                  <a:lnTo>
                    <a:pt x="5307586" y="3514760"/>
                  </a:lnTo>
                  <a:lnTo>
                    <a:pt x="5314096" y="3523237"/>
                  </a:lnTo>
                  <a:lnTo>
                    <a:pt x="5335322" y="3523237"/>
                  </a:lnTo>
                  <a:lnTo>
                    <a:pt x="5341547" y="3514760"/>
                  </a:lnTo>
                  <a:lnTo>
                    <a:pt x="5341547" y="3497806"/>
                  </a:lnTo>
                  <a:lnTo>
                    <a:pt x="5335322" y="3489327"/>
                  </a:lnTo>
                  <a:close/>
                </a:path>
                <a:path w="9542780" h="6570345">
                  <a:moveTo>
                    <a:pt x="5335322" y="3531715"/>
                  </a:moveTo>
                  <a:lnTo>
                    <a:pt x="5314096" y="3531715"/>
                  </a:lnTo>
                  <a:lnTo>
                    <a:pt x="5307586" y="3537931"/>
                  </a:lnTo>
                  <a:lnTo>
                    <a:pt x="5307586" y="3557148"/>
                  </a:lnTo>
                  <a:lnTo>
                    <a:pt x="5314096" y="3565625"/>
                  </a:lnTo>
                  <a:lnTo>
                    <a:pt x="5335322" y="3565625"/>
                  </a:lnTo>
                  <a:lnTo>
                    <a:pt x="5341547" y="3559125"/>
                  </a:lnTo>
                  <a:lnTo>
                    <a:pt x="5341547" y="3540192"/>
                  </a:lnTo>
                  <a:lnTo>
                    <a:pt x="5335322" y="3531715"/>
                  </a:lnTo>
                  <a:close/>
                </a:path>
                <a:path w="9542780" h="6570345">
                  <a:moveTo>
                    <a:pt x="5335322" y="3576081"/>
                  </a:moveTo>
                  <a:lnTo>
                    <a:pt x="5314096" y="3576081"/>
                  </a:lnTo>
                  <a:lnTo>
                    <a:pt x="5307586" y="3582297"/>
                  </a:lnTo>
                  <a:lnTo>
                    <a:pt x="5307586" y="3601512"/>
                  </a:lnTo>
                  <a:lnTo>
                    <a:pt x="5314096" y="3609990"/>
                  </a:lnTo>
                  <a:lnTo>
                    <a:pt x="5335322" y="3609990"/>
                  </a:lnTo>
                  <a:lnTo>
                    <a:pt x="5341547" y="3603491"/>
                  </a:lnTo>
                  <a:lnTo>
                    <a:pt x="5341547" y="3584558"/>
                  </a:lnTo>
                  <a:lnTo>
                    <a:pt x="5335322" y="3576081"/>
                  </a:lnTo>
                  <a:close/>
                </a:path>
                <a:path w="9542780" h="6570345">
                  <a:moveTo>
                    <a:pt x="5335322" y="3620446"/>
                  </a:moveTo>
                  <a:lnTo>
                    <a:pt x="5314096" y="3620446"/>
                  </a:lnTo>
                  <a:lnTo>
                    <a:pt x="5307586" y="3626946"/>
                  </a:lnTo>
                  <a:lnTo>
                    <a:pt x="5307586" y="3648139"/>
                  </a:lnTo>
                  <a:lnTo>
                    <a:pt x="5314096" y="3654356"/>
                  </a:lnTo>
                  <a:lnTo>
                    <a:pt x="5335322" y="3654356"/>
                  </a:lnTo>
                  <a:lnTo>
                    <a:pt x="5341547" y="3645879"/>
                  </a:lnTo>
                  <a:lnTo>
                    <a:pt x="5341547" y="3628923"/>
                  </a:lnTo>
                  <a:lnTo>
                    <a:pt x="5335322" y="3620446"/>
                  </a:lnTo>
                  <a:close/>
                </a:path>
                <a:path w="9542780" h="6570345">
                  <a:moveTo>
                    <a:pt x="5335322" y="3665094"/>
                  </a:moveTo>
                  <a:lnTo>
                    <a:pt x="5314096" y="3665094"/>
                  </a:lnTo>
                  <a:lnTo>
                    <a:pt x="5307586" y="3671310"/>
                  </a:lnTo>
                  <a:lnTo>
                    <a:pt x="5307586" y="3692504"/>
                  </a:lnTo>
                  <a:lnTo>
                    <a:pt x="5314096" y="3699004"/>
                  </a:lnTo>
                  <a:lnTo>
                    <a:pt x="5335322" y="3699004"/>
                  </a:lnTo>
                  <a:lnTo>
                    <a:pt x="5341547" y="3690526"/>
                  </a:lnTo>
                  <a:lnTo>
                    <a:pt x="5341547" y="3673571"/>
                  </a:lnTo>
                  <a:lnTo>
                    <a:pt x="5335322" y="3665094"/>
                  </a:lnTo>
                  <a:close/>
                </a:path>
                <a:path w="9542780" h="6570345">
                  <a:moveTo>
                    <a:pt x="5335322" y="3709459"/>
                  </a:moveTo>
                  <a:lnTo>
                    <a:pt x="5314096" y="3709459"/>
                  </a:lnTo>
                  <a:lnTo>
                    <a:pt x="5307586" y="3715959"/>
                  </a:lnTo>
                  <a:lnTo>
                    <a:pt x="5307586" y="3734892"/>
                  </a:lnTo>
                  <a:lnTo>
                    <a:pt x="5314096" y="3743369"/>
                  </a:lnTo>
                  <a:lnTo>
                    <a:pt x="5335322" y="3743369"/>
                  </a:lnTo>
                  <a:lnTo>
                    <a:pt x="5341547" y="3734892"/>
                  </a:lnTo>
                  <a:lnTo>
                    <a:pt x="5341547" y="3717937"/>
                  </a:lnTo>
                  <a:lnTo>
                    <a:pt x="5335322" y="3709459"/>
                  </a:lnTo>
                  <a:close/>
                </a:path>
                <a:path w="9542780" h="6570345">
                  <a:moveTo>
                    <a:pt x="5335322" y="3753825"/>
                  </a:moveTo>
                  <a:lnTo>
                    <a:pt x="5314096" y="3753825"/>
                  </a:lnTo>
                  <a:lnTo>
                    <a:pt x="5307586" y="3760296"/>
                  </a:lnTo>
                  <a:lnTo>
                    <a:pt x="5307586" y="3779342"/>
                  </a:lnTo>
                  <a:lnTo>
                    <a:pt x="5314096" y="3787819"/>
                  </a:lnTo>
                  <a:lnTo>
                    <a:pt x="5335322" y="3787819"/>
                  </a:lnTo>
                  <a:lnTo>
                    <a:pt x="5341547" y="3779342"/>
                  </a:lnTo>
                  <a:lnTo>
                    <a:pt x="5341547" y="3762415"/>
                  </a:lnTo>
                  <a:lnTo>
                    <a:pt x="5335322" y="3753825"/>
                  </a:lnTo>
                  <a:close/>
                </a:path>
                <a:path w="9542780" h="6570345">
                  <a:moveTo>
                    <a:pt x="5335322" y="3798416"/>
                  </a:moveTo>
                  <a:lnTo>
                    <a:pt x="5314096" y="3798416"/>
                  </a:lnTo>
                  <a:lnTo>
                    <a:pt x="5307586" y="3804746"/>
                  </a:lnTo>
                  <a:lnTo>
                    <a:pt x="5307586" y="3823820"/>
                  </a:lnTo>
                  <a:lnTo>
                    <a:pt x="5314096" y="3832269"/>
                  </a:lnTo>
                  <a:lnTo>
                    <a:pt x="5335322" y="3832269"/>
                  </a:lnTo>
                  <a:lnTo>
                    <a:pt x="5341547" y="3823820"/>
                  </a:lnTo>
                  <a:lnTo>
                    <a:pt x="5341547" y="3806865"/>
                  </a:lnTo>
                  <a:lnTo>
                    <a:pt x="5335322" y="3798416"/>
                  </a:lnTo>
                  <a:close/>
                </a:path>
                <a:path w="9542780" h="6570345">
                  <a:moveTo>
                    <a:pt x="5335322" y="4592388"/>
                  </a:moveTo>
                  <a:lnTo>
                    <a:pt x="5314096" y="4592388"/>
                  </a:lnTo>
                  <a:lnTo>
                    <a:pt x="5307586" y="4598746"/>
                  </a:lnTo>
                  <a:lnTo>
                    <a:pt x="5307586" y="4617792"/>
                  </a:lnTo>
                  <a:lnTo>
                    <a:pt x="5314096" y="4626269"/>
                  </a:lnTo>
                  <a:lnTo>
                    <a:pt x="5335322" y="4626269"/>
                  </a:lnTo>
                  <a:lnTo>
                    <a:pt x="5341547" y="4617792"/>
                  </a:lnTo>
                  <a:lnTo>
                    <a:pt x="5341547" y="4600865"/>
                  </a:lnTo>
                  <a:lnTo>
                    <a:pt x="5335322" y="4592388"/>
                  </a:lnTo>
                  <a:close/>
                </a:path>
                <a:path w="9542780" h="6570345">
                  <a:moveTo>
                    <a:pt x="5335322" y="4636866"/>
                  </a:moveTo>
                  <a:lnTo>
                    <a:pt x="5314096" y="4636866"/>
                  </a:lnTo>
                  <a:lnTo>
                    <a:pt x="5307586" y="4643225"/>
                  </a:lnTo>
                  <a:lnTo>
                    <a:pt x="5307586" y="4662270"/>
                  </a:lnTo>
                  <a:lnTo>
                    <a:pt x="5314096" y="4670748"/>
                  </a:lnTo>
                  <a:lnTo>
                    <a:pt x="5335322" y="4670748"/>
                  </a:lnTo>
                  <a:lnTo>
                    <a:pt x="5341547" y="4662270"/>
                  </a:lnTo>
                  <a:lnTo>
                    <a:pt x="5341547" y="4645343"/>
                  </a:lnTo>
                  <a:lnTo>
                    <a:pt x="5335322" y="4636866"/>
                  </a:lnTo>
                  <a:close/>
                </a:path>
                <a:path w="9542780" h="6570345">
                  <a:moveTo>
                    <a:pt x="5335322" y="4681316"/>
                  </a:moveTo>
                  <a:lnTo>
                    <a:pt x="5314096" y="4681316"/>
                  </a:lnTo>
                  <a:lnTo>
                    <a:pt x="5307586" y="4687675"/>
                  </a:lnTo>
                  <a:lnTo>
                    <a:pt x="5307586" y="4706721"/>
                  </a:lnTo>
                  <a:lnTo>
                    <a:pt x="5314096" y="4715198"/>
                  </a:lnTo>
                  <a:lnTo>
                    <a:pt x="5335322" y="4715198"/>
                  </a:lnTo>
                  <a:lnTo>
                    <a:pt x="5341547" y="4706721"/>
                  </a:lnTo>
                  <a:lnTo>
                    <a:pt x="5341547" y="4689795"/>
                  </a:lnTo>
                  <a:lnTo>
                    <a:pt x="5335322" y="4681316"/>
                  </a:lnTo>
                  <a:close/>
                </a:path>
                <a:path w="9542780" h="6570345">
                  <a:moveTo>
                    <a:pt x="5335322" y="5077270"/>
                  </a:moveTo>
                  <a:lnTo>
                    <a:pt x="5314096" y="5077270"/>
                  </a:lnTo>
                  <a:lnTo>
                    <a:pt x="5307586" y="5083629"/>
                  </a:lnTo>
                  <a:lnTo>
                    <a:pt x="5307586" y="5102675"/>
                  </a:lnTo>
                  <a:lnTo>
                    <a:pt x="5314096" y="5111153"/>
                  </a:lnTo>
                  <a:lnTo>
                    <a:pt x="5335322" y="5111153"/>
                  </a:lnTo>
                  <a:lnTo>
                    <a:pt x="5341547" y="5104795"/>
                  </a:lnTo>
                  <a:lnTo>
                    <a:pt x="5341547" y="5085720"/>
                  </a:lnTo>
                  <a:lnTo>
                    <a:pt x="5335322" y="5077270"/>
                  </a:lnTo>
                  <a:close/>
                </a:path>
                <a:path w="9542780" h="6570345">
                  <a:moveTo>
                    <a:pt x="5335322" y="5121722"/>
                  </a:moveTo>
                  <a:lnTo>
                    <a:pt x="5314096" y="5121722"/>
                  </a:lnTo>
                  <a:lnTo>
                    <a:pt x="5307586" y="5128079"/>
                  </a:lnTo>
                  <a:lnTo>
                    <a:pt x="5307586" y="5147125"/>
                  </a:lnTo>
                  <a:lnTo>
                    <a:pt x="5314096" y="5155603"/>
                  </a:lnTo>
                  <a:lnTo>
                    <a:pt x="5335322" y="5155603"/>
                  </a:lnTo>
                  <a:lnTo>
                    <a:pt x="5341547" y="5149245"/>
                  </a:lnTo>
                  <a:lnTo>
                    <a:pt x="5341547" y="5130199"/>
                  </a:lnTo>
                  <a:lnTo>
                    <a:pt x="5335322" y="5121722"/>
                  </a:lnTo>
                  <a:close/>
                </a:path>
                <a:path w="9542780" h="6570345">
                  <a:moveTo>
                    <a:pt x="5335322" y="6138029"/>
                  </a:moveTo>
                  <a:lnTo>
                    <a:pt x="5314096" y="6138029"/>
                  </a:lnTo>
                  <a:lnTo>
                    <a:pt x="5307586" y="6144386"/>
                  </a:lnTo>
                  <a:lnTo>
                    <a:pt x="5307586" y="6163461"/>
                  </a:lnTo>
                  <a:lnTo>
                    <a:pt x="5314096" y="6171910"/>
                  </a:lnTo>
                  <a:lnTo>
                    <a:pt x="5335322" y="6171910"/>
                  </a:lnTo>
                  <a:lnTo>
                    <a:pt x="5341548" y="6163461"/>
                  </a:lnTo>
                  <a:lnTo>
                    <a:pt x="5341548" y="6146506"/>
                  </a:lnTo>
                  <a:lnTo>
                    <a:pt x="5335322" y="6138029"/>
                  </a:lnTo>
                  <a:close/>
                </a:path>
                <a:path w="9542780" h="6570345">
                  <a:moveTo>
                    <a:pt x="5335322" y="6182507"/>
                  </a:moveTo>
                  <a:lnTo>
                    <a:pt x="5314096" y="6182507"/>
                  </a:lnTo>
                  <a:lnTo>
                    <a:pt x="5307586" y="6188866"/>
                  </a:lnTo>
                  <a:lnTo>
                    <a:pt x="5307586" y="6210030"/>
                  </a:lnTo>
                  <a:lnTo>
                    <a:pt x="5314096" y="6216389"/>
                  </a:lnTo>
                  <a:lnTo>
                    <a:pt x="5335322" y="6216389"/>
                  </a:lnTo>
                  <a:lnTo>
                    <a:pt x="5341548" y="6207911"/>
                  </a:lnTo>
                  <a:lnTo>
                    <a:pt x="5341548" y="6190984"/>
                  </a:lnTo>
                  <a:lnTo>
                    <a:pt x="5335322" y="6182507"/>
                  </a:lnTo>
                  <a:close/>
                </a:path>
                <a:path w="9542780" h="6570345">
                  <a:moveTo>
                    <a:pt x="5335322" y="6271436"/>
                  </a:moveTo>
                  <a:lnTo>
                    <a:pt x="5314096" y="6271436"/>
                  </a:lnTo>
                  <a:lnTo>
                    <a:pt x="5307586" y="6277794"/>
                  </a:lnTo>
                  <a:lnTo>
                    <a:pt x="5307586" y="6298957"/>
                  </a:lnTo>
                  <a:lnTo>
                    <a:pt x="5314096" y="6305309"/>
                  </a:lnTo>
                  <a:lnTo>
                    <a:pt x="5335322" y="6305309"/>
                  </a:lnTo>
                  <a:lnTo>
                    <a:pt x="5341548" y="6296840"/>
                  </a:lnTo>
                  <a:lnTo>
                    <a:pt x="5341548" y="6279913"/>
                  </a:lnTo>
                  <a:lnTo>
                    <a:pt x="5335322" y="6271436"/>
                  </a:lnTo>
                  <a:close/>
                </a:path>
                <a:path w="9542780" h="6570345">
                  <a:moveTo>
                    <a:pt x="5335322" y="6313778"/>
                  </a:moveTo>
                  <a:lnTo>
                    <a:pt x="5314096" y="6313778"/>
                  </a:lnTo>
                  <a:lnTo>
                    <a:pt x="5307586" y="6320130"/>
                  </a:lnTo>
                  <a:lnTo>
                    <a:pt x="5307586" y="6341301"/>
                  </a:lnTo>
                  <a:lnTo>
                    <a:pt x="5314096" y="6347654"/>
                  </a:lnTo>
                  <a:lnTo>
                    <a:pt x="5335322" y="6347654"/>
                  </a:lnTo>
                  <a:lnTo>
                    <a:pt x="5341548" y="6341301"/>
                  </a:lnTo>
                  <a:lnTo>
                    <a:pt x="5341548" y="6322247"/>
                  </a:lnTo>
                  <a:lnTo>
                    <a:pt x="5335322" y="6313778"/>
                  </a:lnTo>
                  <a:close/>
                </a:path>
                <a:path w="9542780" h="6570345">
                  <a:moveTo>
                    <a:pt x="5335322" y="6358239"/>
                  </a:moveTo>
                  <a:lnTo>
                    <a:pt x="5314096" y="6358239"/>
                  </a:lnTo>
                  <a:lnTo>
                    <a:pt x="5307586" y="6364592"/>
                  </a:lnTo>
                  <a:lnTo>
                    <a:pt x="5307586" y="6385765"/>
                  </a:lnTo>
                  <a:lnTo>
                    <a:pt x="5314096" y="6392118"/>
                  </a:lnTo>
                  <a:lnTo>
                    <a:pt x="5335322" y="6392118"/>
                  </a:lnTo>
                  <a:lnTo>
                    <a:pt x="5341548" y="6385765"/>
                  </a:lnTo>
                  <a:lnTo>
                    <a:pt x="5341548" y="6366711"/>
                  </a:lnTo>
                  <a:lnTo>
                    <a:pt x="5335322" y="6358239"/>
                  </a:lnTo>
                  <a:close/>
                </a:path>
                <a:path w="9542780" h="6570345">
                  <a:moveTo>
                    <a:pt x="5335322" y="6402703"/>
                  </a:moveTo>
                  <a:lnTo>
                    <a:pt x="5314096" y="6402703"/>
                  </a:lnTo>
                  <a:lnTo>
                    <a:pt x="5307586" y="6409056"/>
                  </a:lnTo>
                  <a:lnTo>
                    <a:pt x="5307586" y="6430230"/>
                  </a:lnTo>
                  <a:lnTo>
                    <a:pt x="5314096" y="6436583"/>
                  </a:lnTo>
                  <a:lnTo>
                    <a:pt x="5335322" y="6436583"/>
                  </a:lnTo>
                  <a:lnTo>
                    <a:pt x="5341548" y="6428113"/>
                  </a:lnTo>
                  <a:lnTo>
                    <a:pt x="5341548" y="6411173"/>
                  </a:lnTo>
                  <a:lnTo>
                    <a:pt x="5335322" y="6402703"/>
                  </a:lnTo>
                  <a:close/>
                </a:path>
                <a:path w="9542780" h="6570345">
                  <a:moveTo>
                    <a:pt x="5290606" y="2472879"/>
                  </a:moveTo>
                  <a:lnTo>
                    <a:pt x="5269379" y="2472879"/>
                  </a:lnTo>
                  <a:lnTo>
                    <a:pt x="5263154" y="2479379"/>
                  </a:lnTo>
                  <a:lnTo>
                    <a:pt x="5263155" y="2498312"/>
                  </a:lnTo>
                  <a:lnTo>
                    <a:pt x="5269379" y="2506789"/>
                  </a:lnTo>
                  <a:lnTo>
                    <a:pt x="5290606" y="2506789"/>
                  </a:lnTo>
                  <a:lnTo>
                    <a:pt x="5297115" y="2498312"/>
                  </a:lnTo>
                  <a:lnTo>
                    <a:pt x="5297115" y="2481356"/>
                  </a:lnTo>
                  <a:lnTo>
                    <a:pt x="5290606" y="2472879"/>
                  </a:lnTo>
                  <a:close/>
                </a:path>
                <a:path w="9542780" h="6570345">
                  <a:moveTo>
                    <a:pt x="5290606" y="2517527"/>
                  </a:moveTo>
                  <a:lnTo>
                    <a:pt x="5269379" y="2517527"/>
                  </a:lnTo>
                  <a:lnTo>
                    <a:pt x="5263154" y="2523743"/>
                  </a:lnTo>
                  <a:lnTo>
                    <a:pt x="5263154" y="2544937"/>
                  </a:lnTo>
                  <a:lnTo>
                    <a:pt x="5269379" y="2551437"/>
                  </a:lnTo>
                  <a:lnTo>
                    <a:pt x="5290606" y="2551437"/>
                  </a:lnTo>
                  <a:lnTo>
                    <a:pt x="5297115" y="2542959"/>
                  </a:lnTo>
                  <a:lnTo>
                    <a:pt x="5297115" y="2526004"/>
                  </a:lnTo>
                  <a:lnTo>
                    <a:pt x="5290606" y="2517527"/>
                  </a:lnTo>
                  <a:close/>
                </a:path>
                <a:path w="9542780" h="6570345">
                  <a:moveTo>
                    <a:pt x="5290606" y="2561892"/>
                  </a:moveTo>
                  <a:lnTo>
                    <a:pt x="5269379" y="2561892"/>
                  </a:lnTo>
                  <a:lnTo>
                    <a:pt x="5263154" y="2568108"/>
                  </a:lnTo>
                  <a:lnTo>
                    <a:pt x="5263154" y="2589302"/>
                  </a:lnTo>
                  <a:lnTo>
                    <a:pt x="5269379" y="2595802"/>
                  </a:lnTo>
                  <a:lnTo>
                    <a:pt x="5290606" y="2595802"/>
                  </a:lnTo>
                  <a:lnTo>
                    <a:pt x="5297115" y="2587325"/>
                  </a:lnTo>
                  <a:lnTo>
                    <a:pt x="5297115" y="2570369"/>
                  </a:lnTo>
                  <a:lnTo>
                    <a:pt x="5290606" y="2561892"/>
                  </a:lnTo>
                  <a:close/>
                </a:path>
                <a:path w="9542780" h="6570345">
                  <a:moveTo>
                    <a:pt x="5290606" y="2648645"/>
                  </a:moveTo>
                  <a:lnTo>
                    <a:pt x="5269379" y="2648645"/>
                  </a:lnTo>
                  <a:lnTo>
                    <a:pt x="5263154" y="2655144"/>
                  </a:lnTo>
                  <a:lnTo>
                    <a:pt x="5263154" y="2676338"/>
                  </a:lnTo>
                  <a:lnTo>
                    <a:pt x="5269379" y="2682554"/>
                  </a:lnTo>
                  <a:lnTo>
                    <a:pt x="5290606" y="2682554"/>
                  </a:lnTo>
                  <a:lnTo>
                    <a:pt x="5297115" y="2676338"/>
                  </a:lnTo>
                  <a:lnTo>
                    <a:pt x="5297115" y="2657123"/>
                  </a:lnTo>
                  <a:lnTo>
                    <a:pt x="5290606" y="2648645"/>
                  </a:lnTo>
                  <a:close/>
                </a:path>
                <a:path w="9542780" h="6570345">
                  <a:moveTo>
                    <a:pt x="5290606" y="2693294"/>
                  </a:moveTo>
                  <a:lnTo>
                    <a:pt x="5269379" y="2693294"/>
                  </a:lnTo>
                  <a:lnTo>
                    <a:pt x="5263154" y="2699510"/>
                  </a:lnTo>
                  <a:lnTo>
                    <a:pt x="5263154" y="2718443"/>
                  </a:lnTo>
                  <a:lnTo>
                    <a:pt x="5269379" y="2726921"/>
                  </a:lnTo>
                  <a:lnTo>
                    <a:pt x="5290606" y="2726921"/>
                  </a:lnTo>
                  <a:lnTo>
                    <a:pt x="5297115" y="2718443"/>
                  </a:lnTo>
                  <a:lnTo>
                    <a:pt x="5297115" y="2701771"/>
                  </a:lnTo>
                  <a:lnTo>
                    <a:pt x="5290606" y="2693294"/>
                  </a:lnTo>
                  <a:close/>
                </a:path>
                <a:path w="9542780" h="6570345">
                  <a:moveTo>
                    <a:pt x="5290606" y="3180182"/>
                  </a:moveTo>
                  <a:lnTo>
                    <a:pt x="5269379" y="3180182"/>
                  </a:lnTo>
                  <a:lnTo>
                    <a:pt x="5263154" y="3186399"/>
                  </a:lnTo>
                  <a:lnTo>
                    <a:pt x="5263154" y="3205615"/>
                  </a:lnTo>
                  <a:lnTo>
                    <a:pt x="5269379" y="3214093"/>
                  </a:lnTo>
                  <a:lnTo>
                    <a:pt x="5290606" y="3214093"/>
                  </a:lnTo>
                  <a:lnTo>
                    <a:pt x="5297115" y="3205615"/>
                  </a:lnTo>
                  <a:lnTo>
                    <a:pt x="5297115" y="3188660"/>
                  </a:lnTo>
                  <a:lnTo>
                    <a:pt x="5290606" y="3180182"/>
                  </a:lnTo>
                  <a:close/>
                </a:path>
                <a:path w="9542780" h="6570345">
                  <a:moveTo>
                    <a:pt x="5290606" y="3222570"/>
                  </a:moveTo>
                  <a:lnTo>
                    <a:pt x="5269379" y="3222570"/>
                  </a:lnTo>
                  <a:lnTo>
                    <a:pt x="5263154" y="3228787"/>
                  </a:lnTo>
                  <a:lnTo>
                    <a:pt x="5263154" y="3248002"/>
                  </a:lnTo>
                  <a:lnTo>
                    <a:pt x="5269379" y="3256480"/>
                  </a:lnTo>
                  <a:lnTo>
                    <a:pt x="5290606" y="3256480"/>
                  </a:lnTo>
                  <a:lnTo>
                    <a:pt x="5297115" y="3249980"/>
                  </a:lnTo>
                  <a:lnTo>
                    <a:pt x="5297115" y="3231047"/>
                  </a:lnTo>
                  <a:lnTo>
                    <a:pt x="5290606" y="3222570"/>
                  </a:lnTo>
                  <a:close/>
                </a:path>
                <a:path w="9542780" h="6570345">
                  <a:moveTo>
                    <a:pt x="5290606" y="3400314"/>
                  </a:moveTo>
                  <a:lnTo>
                    <a:pt x="5269379" y="3400314"/>
                  </a:lnTo>
                  <a:lnTo>
                    <a:pt x="5263154" y="3406814"/>
                  </a:lnTo>
                  <a:lnTo>
                    <a:pt x="5263154" y="3425747"/>
                  </a:lnTo>
                  <a:lnTo>
                    <a:pt x="5269379" y="3434224"/>
                  </a:lnTo>
                  <a:lnTo>
                    <a:pt x="5290606" y="3434224"/>
                  </a:lnTo>
                  <a:lnTo>
                    <a:pt x="5297115" y="3425747"/>
                  </a:lnTo>
                  <a:lnTo>
                    <a:pt x="5297115" y="3408791"/>
                  </a:lnTo>
                  <a:lnTo>
                    <a:pt x="5290606" y="3400314"/>
                  </a:lnTo>
                  <a:close/>
                </a:path>
                <a:path w="9542780" h="6570345">
                  <a:moveTo>
                    <a:pt x="5290606" y="3444679"/>
                  </a:moveTo>
                  <a:lnTo>
                    <a:pt x="5269379" y="3444679"/>
                  </a:lnTo>
                  <a:lnTo>
                    <a:pt x="5263154" y="3451179"/>
                  </a:lnTo>
                  <a:lnTo>
                    <a:pt x="5263154" y="3470112"/>
                  </a:lnTo>
                  <a:lnTo>
                    <a:pt x="5269379" y="3478589"/>
                  </a:lnTo>
                  <a:lnTo>
                    <a:pt x="5290606" y="3478589"/>
                  </a:lnTo>
                  <a:lnTo>
                    <a:pt x="5297115" y="3470112"/>
                  </a:lnTo>
                  <a:lnTo>
                    <a:pt x="5297115" y="3453157"/>
                  </a:lnTo>
                  <a:lnTo>
                    <a:pt x="5290606" y="3444679"/>
                  </a:lnTo>
                  <a:close/>
                </a:path>
                <a:path w="9542780" h="6570345">
                  <a:moveTo>
                    <a:pt x="5290606" y="3489327"/>
                  </a:moveTo>
                  <a:lnTo>
                    <a:pt x="5269379" y="3489327"/>
                  </a:lnTo>
                  <a:lnTo>
                    <a:pt x="5263154" y="3495544"/>
                  </a:lnTo>
                  <a:lnTo>
                    <a:pt x="5263154" y="3514760"/>
                  </a:lnTo>
                  <a:lnTo>
                    <a:pt x="5269379" y="3523237"/>
                  </a:lnTo>
                  <a:lnTo>
                    <a:pt x="5290606" y="3523237"/>
                  </a:lnTo>
                  <a:lnTo>
                    <a:pt x="5297115" y="3514760"/>
                  </a:lnTo>
                  <a:lnTo>
                    <a:pt x="5297115" y="3497806"/>
                  </a:lnTo>
                  <a:lnTo>
                    <a:pt x="5290606" y="3489327"/>
                  </a:lnTo>
                  <a:close/>
                </a:path>
                <a:path w="9542780" h="6570345">
                  <a:moveTo>
                    <a:pt x="5290606" y="3531715"/>
                  </a:moveTo>
                  <a:lnTo>
                    <a:pt x="5269379" y="3531715"/>
                  </a:lnTo>
                  <a:lnTo>
                    <a:pt x="5263154" y="3537931"/>
                  </a:lnTo>
                  <a:lnTo>
                    <a:pt x="5263154" y="3557148"/>
                  </a:lnTo>
                  <a:lnTo>
                    <a:pt x="5269379" y="3565625"/>
                  </a:lnTo>
                  <a:lnTo>
                    <a:pt x="5290606" y="3565625"/>
                  </a:lnTo>
                  <a:lnTo>
                    <a:pt x="5297115" y="3559125"/>
                  </a:lnTo>
                  <a:lnTo>
                    <a:pt x="5297115" y="3540192"/>
                  </a:lnTo>
                  <a:lnTo>
                    <a:pt x="5290606" y="3531715"/>
                  </a:lnTo>
                  <a:close/>
                </a:path>
                <a:path w="9542780" h="6570345">
                  <a:moveTo>
                    <a:pt x="5290606" y="3576081"/>
                  </a:moveTo>
                  <a:lnTo>
                    <a:pt x="5269379" y="3576081"/>
                  </a:lnTo>
                  <a:lnTo>
                    <a:pt x="5263154" y="3582297"/>
                  </a:lnTo>
                  <a:lnTo>
                    <a:pt x="5263154" y="3601512"/>
                  </a:lnTo>
                  <a:lnTo>
                    <a:pt x="5269379" y="3609990"/>
                  </a:lnTo>
                  <a:lnTo>
                    <a:pt x="5290606" y="3609990"/>
                  </a:lnTo>
                  <a:lnTo>
                    <a:pt x="5297115" y="3603491"/>
                  </a:lnTo>
                  <a:lnTo>
                    <a:pt x="5297115" y="3584558"/>
                  </a:lnTo>
                  <a:lnTo>
                    <a:pt x="5290606" y="3576081"/>
                  </a:lnTo>
                  <a:close/>
                </a:path>
                <a:path w="9542780" h="6570345">
                  <a:moveTo>
                    <a:pt x="5290606" y="3620446"/>
                  </a:moveTo>
                  <a:lnTo>
                    <a:pt x="5269379" y="3620446"/>
                  </a:lnTo>
                  <a:lnTo>
                    <a:pt x="5263154" y="3626946"/>
                  </a:lnTo>
                  <a:lnTo>
                    <a:pt x="5263154" y="3648139"/>
                  </a:lnTo>
                  <a:lnTo>
                    <a:pt x="5269379" y="3654356"/>
                  </a:lnTo>
                  <a:lnTo>
                    <a:pt x="5290606" y="3654356"/>
                  </a:lnTo>
                  <a:lnTo>
                    <a:pt x="5297115" y="3645879"/>
                  </a:lnTo>
                  <a:lnTo>
                    <a:pt x="5297115" y="3628923"/>
                  </a:lnTo>
                  <a:lnTo>
                    <a:pt x="5290606" y="3620446"/>
                  </a:lnTo>
                  <a:close/>
                </a:path>
                <a:path w="9542780" h="6570345">
                  <a:moveTo>
                    <a:pt x="5290606" y="3665094"/>
                  </a:moveTo>
                  <a:lnTo>
                    <a:pt x="5269379" y="3665094"/>
                  </a:lnTo>
                  <a:lnTo>
                    <a:pt x="5263154" y="3671310"/>
                  </a:lnTo>
                  <a:lnTo>
                    <a:pt x="5263154" y="3692504"/>
                  </a:lnTo>
                  <a:lnTo>
                    <a:pt x="5269379" y="3699004"/>
                  </a:lnTo>
                  <a:lnTo>
                    <a:pt x="5290606" y="3699004"/>
                  </a:lnTo>
                  <a:lnTo>
                    <a:pt x="5297115" y="3690526"/>
                  </a:lnTo>
                  <a:lnTo>
                    <a:pt x="5297115" y="3673571"/>
                  </a:lnTo>
                  <a:lnTo>
                    <a:pt x="5290606" y="3665094"/>
                  </a:lnTo>
                  <a:close/>
                </a:path>
                <a:path w="9542780" h="6570345">
                  <a:moveTo>
                    <a:pt x="5290606" y="3709459"/>
                  </a:moveTo>
                  <a:lnTo>
                    <a:pt x="5269379" y="3709459"/>
                  </a:lnTo>
                  <a:lnTo>
                    <a:pt x="5263154" y="3715959"/>
                  </a:lnTo>
                  <a:lnTo>
                    <a:pt x="5263154" y="3734892"/>
                  </a:lnTo>
                  <a:lnTo>
                    <a:pt x="5269379" y="3743369"/>
                  </a:lnTo>
                  <a:lnTo>
                    <a:pt x="5290606" y="3743369"/>
                  </a:lnTo>
                  <a:lnTo>
                    <a:pt x="5297115" y="3734892"/>
                  </a:lnTo>
                  <a:lnTo>
                    <a:pt x="5297115" y="3717937"/>
                  </a:lnTo>
                  <a:lnTo>
                    <a:pt x="5290606" y="3709459"/>
                  </a:lnTo>
                  <a:close/>
                </a:path>
                <a:path w="9542780" h="6570345">
                  <a:moveTo>
                    <a:pt x="5290606" y="3753825"/>
                  </a:moveTo>
                  <a:lnTo>
                    <a:pt x="5269379" y="3753825"/>
                  </a:lnTo>
                  <a:lnTo>
                    <a:pt x="5263154" y="3760296"/>
                  </a:lnTo>
                  <a:lnTo>
                    <a:pt x="5263154" y="3779342"/>
                  </a:lnTo>
                  <a:lnTo>
                    <a:pt x="5269379" y="3787819"/>
                  </a:lnTo>
                  <a:lnTo>
                    <a:pt x="5290606" y="3787819"/>
                  </a:lnTo>
                  <a:lnTo>
                    <a:pt x="5297115" y="3779342"/>
                  </a:lnTo>
                  <a:lnTo>
                    <a:pt x="5297115" y="3762415"/>
                  </a:lnTo>
                  <a:lnTo>
                    <a:pt x="5290606" y="3753825"/>
                  </a:lnTo>
                  <a:close/>
                </a:path>
                <a:path w="9542780" h="6570345">
                  <a:moveTo>
                    <a:pt x="5290606" y="3798416"/>
                  </a:moveTo>
                  <a:lnTo>
                    <a:pt x="5269379" y="3798416"/>
                  </a:lnTo>
                  <a:lnTo>
                    <a:pt x="5263154" y="3804746"/>
                  </a:lnTo>
                  <a:lnTo>
                    <a:pt x="5263154" y="3823820"/>
                  </a:lnTo>
                  <a:lnTo>
                    <a:pt x="5269379" y="3832269"/>
                  </a:lnTo>
                  <a:lnTo>
                    <a:pt x="5290606" y="3832269"/>
                  </a:lnTo>
                  <a:lnTo>
                    <a:pt x="5297115" y="3823820"/>
                  </a:lnTo>
                  <a:lnTo>
                    <a:pt x="5297115" y="3806865"/>
                  </a:lnTo>
                  <a:lnTo>
                    <a:pt x="5290606" y="3798416"/>
                  </a:lnTo>
                  <a:close/>
                </a:path>
                <a:path w="9542780" h="6570345">
                  <a:moveTo>
                    <a:pt x="5290606" y="4636866"/>
                  </a:moveTo>
                  <a:lnTo>
                    <a:pt x="5269379" y="4636866"/>
                  </a:lnTo>
                  <a:lnTo>
                    <a:pt x="5263154" y="4643225"/>
                  </a:lnTo>
                  <a:lnTo>
                    <a:pt x="5263154" y="4662270"/>
                  </a:lnTo>
                  <a:lnTo>
                    <a:pt x="5269379" y="4670748"/>
                  </a:lnTo>
                  <a:lnTo>
                    <a:pt x="5290606" y="4670748"/>
                  </a:lnTo>
                  <a:lnTo>
                    <a:pt x="5297115" y="4662270"/>
                  </a:lnTo>
                  <a:lnTo>
                    <a:pt x="5297115" y="4645343"/>
                  </a:lnTo>
                  <a:lnTo>
                    <a:pt x="5290606" y="4636866"/>
                  </a:lnTo>
                  <a:close/>
                </a:path>
                <a:path w="9542780" h="6570345">
                  <a:moveTo>
                    <a:pt x="5290606" y="4681316"/>
                  </a:moveTo>
                  <a:lnTo>
                    <a:pt x="5269379" y="4681316"/>
                  </a:lnTo>
                  <a:lnTo>
                    <a:pt x="5263154" y="4687675"/>
                  </a:lnTo>
                  <a:lnTo>
                    <a:pt x="5263154" y="4706721"/>
                  </a:lnTo>
                  <a:lnTo>
                    <a:pt x="5269379" y="4715198"/>
                  </a:lnTo>
                  <a:lnTo>
                    <a:pt x="5290606" y="4715198"/>
                  </a:lnTo>
                  <a:lnTo>
                    <a:pt x="5297115" y="4706721"/>
                  </a:lnTo>
                  <a:lnTo>
                    <a:pt x="5297115" y="4689795"/>
                  </a:lnTo>
                  <a:lnTo>
                    <a:pt x="5290606" y="4681316"/>
                  </a:lnTo>
                  <a:close/>
                </a:path>
                <a:path w="9542780" h="6570345">
                  <a:moveTo>
                    <a:pt x="5290606" y="4725795"/>
                  </a:moveTo>
                  <a:lnTo>
                    <a:pt x="5269379" y="4725795"/>
                  </a:lnTo>
                  <a:lnTo>
                    <a:pt x="5263154" y="4732153"/>
                  </a:lnTo>
                  <a:lnTo>
                    <a:pt x="5263154" y="4753319"/>
                  </a:lnTo>
                  <a:lnTo>
                    <a:pt x="5269379" y="4759676"/>
                  </a:lnTo>
                  <a:lnTo>
                    <a:pt x="5290606" y="4759676"/>
                  </a:lnTo>
                  <a:lnTo>
                    <a:pt x="5297115" y="4751199"/>
                  </a:lnTo>
                  <a:lnTo>
                    <a:pt x="5297115" y="4734245"/>
                  </a:lnTo>
                  <a:lnTo>
                    <a:pt x="5290606" y="4725795"/>
                  </a:lnTo>
                  <a:close/>
                </a:path>
                <a:path w="9542780" h="6570345">
                  <a:moveTo>
                    <a:pt x="5290606" y="5121722"/>
                  </a:moveTo>
                  <a:lnTo>
                    <a:pt x="5269379" y="5121722"/>
                  </a:lnTo>
                  <a:lnTo>
                    <a:pt x="5263154" y="5128079"/>
                  </a:lnTo>
                  <a:lnTo>
                    <a:pt x="5263154" y="5147125"/>
                  </a:lnTo>
                  <a:lnTo>
                    <a:pt x="5269379" y="5155603"/>
                  </a:lnTo>
                  <a:lnTo>
                    <a:pt x="5290606" y="5155603"/>
                  </a:lnTo>
                  <a:lnTo>
                    <a:pt x="5297115" y="5149245"/>
                  </a:lnTo>
                  <a:lnTo>
                    <a:pt x="5297115" y="5130199"/>
                  </a:lnTo>
                  <a:lnTo>
                    <a:pt x="5290606" y="5121722"/>
                  </a:lnTo>
                  <a:close/>
                </a:path>
                <a:path w="9542780" h="6570345">
                  <a:moveTo>
                    <a:pt x="5290606" y="6138029"/>
                  </a:moveTo>
                  <a:lnTo>
                    <a:pt x="5269381" y="6138029"/>
                  </a:lnTo>
                  <a:lnTo>
                    <a:pt x="5263154" y="6144386"/>
                  </a:lnTo>
                  <a:lnTo>
                    <a:pt x="5263154" y="6163461"/>
                  </a:lnTo>
                  <a:lnTo>
                    <a:pt x="5269381" y="6171910"/>
                  </a:lnTo>
                  <a:lnTo>
                    <a:pt x="5290606" y="6171910"/>
                  </a:lnTo>
                  <a:lnTo>
                    <a:pt x="5297115" y="6163461"/>
                  </a:lnTo>
                  <a:lnTo>
                    <a:pt x="5297115" y="6146506"/>
                  </a:lnTo>
                  <a:lnTo>
                    <a:pt x="5290606" y="6138029"/>
                  </a:lnTo>
                  <a:close/>
                </a:path>
                <a:path w="9542780" h="6570345">
                  <a:moveTo>
                    <a:pt x="5290606" y="6182507"/>
                  </a:moveTo>
                  <a:lnTo>
                    <a:pt x="5269381" y="6182507"/>
                  </a:lnTo>
                  <a:lnTo>
                    <a:pt x="5263154" y="6188866"/>
                  </a:lnTo>
                  <a:lnTo>
                    <a:pt x="5263154" y="6210030"/>
                  </a:lnTo>
                  <a:lnTo>
                    <a:pt x="5269381" y="6216389"/>
                  </a:lnTo>
                  <a:lnTo>
                    <a:pt x="5290606" y="6216389"/>
                  </a:lnTo>
                  <a:lnTo>
                    <a:pt x="5297115" y="6207911"/>
                  </a:lnTo>
                  <a:lnTo>
                    <a:pt x="5297115" y="6190984"/>
                  </a:lnTo>
                  <a:lnTo>
                    <a:pt x="5290606" y="6182507"/>
                  </a:lnTo>
                  <a:close/>
                </a:path>
                <a:path w="9542780" h="6570345">
                  <a:moveTo>
                    <a:pt x="5290606" y="6313778"/>
                  </a:moveTo>
                  <a:lnTo>
                    <a:pt x="5269381" y="6313778"/>
                  </a:lnTo>
                  <a:lnTo>
                    <a:pt x="5263154" y="6320130"/>
                  </a:lnTo>
                  <a:lnTo>
                    <a:pt x="5263154" y="6341301"/>
                  </a:lnTo>
                  <a:lnTo>
                    <a:pt x="5269381" y="6347654"/>
                  </a:lnTo>
                  <a:lnTo>
                    <a:pt x="5290606" y="6347654"/>
                  </a:lnTo>
                  <a:lnTo>
                    <a:pt x="5297115" y="6341301"/>
                  </a:lnTo>
                  <a:lnTo>
                    <a:pt x="5297115" y="6322247"/>
                  </a:lnTo>
                  <a:lnTo>
                    <a:pt x="5290606" y="6313778"/>
                  </a:lnTo>
                  <a:close/>
                </a:path>
                <a:path w="9542780" h="6570345">
                  <a:moveTo>
                    <a:pt x="5290606" y="6358239"/>
                  </a:moveTo>
                  <a:lnTo>
                    <a:pt x="5269381" y="6358239"/>
                  </a:lnTo>
                  <a:lnTo>
                    <a:pt x="5263154" y="6364592"/>
                  </a:lnTo>
                  <a:lnTo>
                    <a:pt x="5263154" y="6385765"/>
                  </a:lnTo>
                  <a:lnTo>
                    <a:pt x="5269381" y="6392118"/>
                  </a:lnTo>
                  <a:lnTo>
                    <a:pt x="5290606" y="6392118"/>
                  </a:lnTo>
                  <a:lnTo>
                    <a:pt x="5297115" y="6385765"/>
                  </a:lnTo>
                  <a:lnTo>
                    <a:pt x="5297115" y="6366711"/>
                  </a:lnTo>
                  <a:lnTo>
                    <a:pt x="5290606" y="6358239"/>
                  </a:lnTo>
                  <a:close/>
                </a:path>
                <a:path w="9542780" h="6570345">
                  <a:moveTo>
                    <a:pt x="5290606" y="6402703"/>
                  </a:moveTo>
                  <a:lnTo>
                    <a:pt x="5269381" y="6402703"/>
                  </a:lnTo>
                  <a:lnTo>
                    <a:pt x="5263154" y="6409056"/>
                  </a:lnTo>
                  <a:lnTo>
                    <a:pt x="5263154" y="6430230"/>
                  </a:lnTo>
                  <a:lnTo>
                    <a:pt x="5269381" y="6436583"/>
                  </a:lnTo>
                  <a:lnTo>
                    <a:pt x="5290606" y="6436583"/>
                  </a:lnTo>
                  <a:lnTo>
                    <a:pt x="5297115" y="6428113"/>
                  </a:lnTo>
                  <a:lnTo>
                    <a:pt x="5297115" y="6411173"/>
                  </a:lnTo>
                  <a:lnTo>
                    <a:pt x="5290606" y="6402703"/>
                  </a:lnTo>
                  <a:close/>
                </a:path>
                <a:path w="9542780" h="6570345">
                  <a:moveTo>
                    <a:pt x="5290606" y="6447168"/>
                  </a:moveTo>
                  <a:lnTo>
                    <a:pt x="5269381" y="6447168"/>
                  </a:lnTo>
                  <a:lnTo>
                    <a:pt x="5263154" y="6453521"/>
                  </a:lnTo>
                  <a:lnTo>
                    <a:pt x="5263154" y="6474692"/>
                  </a:lnTo>
                  <a:lnTo>
                    <a:pt x="5269381" y="6481047"/>
                  </a:lnTo>
                  <a:lnTo>
                    <a:pt x="5290606" y="6481047"/>
                  </a:lnTo>
                  <a:lnTo>
                    <a:pt x="5297115" y="6472575"/>
                  </a:lnTo>
                  <a:lnTo>
                    <a:pt x="5297115" y="6455637"/>
                  </a:lnTo>
                  <a:lnTo>
                    <a:pt x="5290606" y="6447168"/>
                  </a:lnTo>
                  <a:close/>
                </a:path>
                <a:path w="9542780" h="6570345">
                  <a:moveTo>
                    <a:pt x="5246173" y="2604279"/>
                  </a:moveTo>
                  <a:lnTo>
                    <a:pt x="5227212" y="2604279"/>
                  </a:lnTo>
                  <a:lnTo>
                    <a:pt x="5218720" y="2610496"/>
                  </a:lnTo>
                  <a:lnTo>
                    <a:pt x="5218720" y="2631690"/>
                  </a:lnTo>
                  <a:lnTo>
                    <a:pt x="5224947" y="2638190"/>
                  </a:lnTo>
                  <a:lnTo>
                    <a:pt x="5244191" y="2638190"/>
                  </a:lnTo>
                  <a:lnTo>
                    <a:pt x="5252683" y="2631690"/>
                  </a:lnTo>
                  <a:lnTo>
                    <a:pt x="5252683" y="2612757"/>
                  </a:lnTo>
                  <a:lnTo>
                    <a:pt x="5246173" y="2604279"/>
                  </a:lnTo>
                  <a:close/>
                </a:path>
                <a:path w="9542780" h="6570345">
                  <a:moveTo>
                    <a:pt x="5246173" y="2648645"/>
                  </a:moveTo>
                  <a:lnTo>
                    <a:pt x="5227212" y="2648645"/>
                  </a:lnTo>
                  <a:lnTo>
                    <a:pt x="5218720" y="2655144"/>
                  </a:lnTo>
                  <a:lnTo>
                    <a:pt x="5218720" y="2676338"/>
                  </a:lnTo>
                  <a:lnTo>
                    <a:pt x="5224947" y="2682554"/>
                  </a:lnTo>
                  <a:lnTo>
                    <a:pt x="5244191" y="2682554"/>
                  </a:lnTo>
                  <a:lnTo>
                    <a:pt x="5252683" y="2676338"/>
                  </a:lnTo>
                  <a:lnTo>
                    <a:pt x="5252683" y="2657123"/>
                  </a:lnTo>
                  <a:lnTo>
                    <a:pt x="5246173" y="2648645"/>
                  </a:lnTo>
                  <a:close/>
                </a:path>
                <a:path w="9542780" h="6570345">
                  <a:moveTo>
                    <a:pt x="5246173" y="2693294"/>
                  </a:moveTo>
                  <a:lnTo>
                    <a:pt x="5227212" y="2693294"/>
                  </a:lnTo>
                  <a:lnTo>
                    <a:pt x="5218720" y="2699510"/>
                  </a:lnTo>
                  <a:lnTo>
                    <a:pt x="5218720" y="2718443"/>
                  </a:lnTo>
                  <a:lnTo>
                    <a:pt x="5224947" y="2726921"/>
                  </a:lnTo>
                  <a:lnTo>
                    <a:pt x="5244191" y="2726921"/>
                  </a:lnTo>
                  <a:lnTo>
                    <a:pt x="5252683" y="2718443"/>
                  </a:lnTo>
                  <a:lnTo>
                    <a:pt x="5252683" y="2701771"/>
                  </a:lnTo>
                  <a:lnTo>
                    <a:pt x="5246173" y="2693294"/>
                  </a:lnTo>
                  <a:close/>
                </a:path>
                <a:path w="9542780" h="6570345">
                  <a:moveTo>
                    <a:pt x="5246173" y="2826672"/>
                  </a:moveTo>
                  <a:lnTo>
                    <a:pt x="5227212" y="2826672"/>
                  </a:lnTo>
                  <a:lnTo>
                    <a:pt x="5218720" y="2832888"/>
                  </a:lnTo>
                  <a:lnTo>
                    <a:pt x="5218720" y="2851821"/>
                  </a:lnTo>
                  <a:lnTo>
                    <a:pt x="5224947" y="2860299"/>
                  </a:lnTo>
                  <a:lnTo>
                    <a:pt x="5235702" y="2860299"/>
                  </a:lnTo>
                  <a:lnTo>
                    <a:pt x="5244191" y="2858321"/>
                  </a:lnTo>
                  <a:lnTo>
                    <a:pt x="5252683" y="2851821"/>
                  </a:lnTo>
                  <a:lnTo>
                    <a:pt x="5252683" y="2835149"/>
                  </a:lnTo>
                  <a:lnTo>
                    <a:pt x="5246173" y="2826672"/>
                  </a:lnTo>
                  <a:close/>
                </a:path>
                <a:path w="9542780" h="6570345">
                  <a:moveTo>
                    <a:pt x="5246173" y="3135817"/>
                  </a:moveTo>
                  <a:lnTo>
                    <a:pt x="5227212" y="3135817"/>
                  </a:lnTo>
                  <a:lnTo>
                    <a:pt x="5218720" y="3142034"/>
                  </a:lnTo>
                  <a:lnTo>
                    <a:pt x="5218720" y="3163228"/>
                  </a:lnTo>
                  <a:lnTo>
                    <a:pt x="5224947" y="3169445"/>
                  </a:lnTo>
                  <a:lnTo>
                    <a:pt x="5235702" y="3169445"/>
                  </a:lnTo>
                  <a:lnTo>
                    <a:pt x="5244191" y="3167466"/>
                  </a:lnTo>
                  <a:lnTo>
                    <a:pt x="5252683" y="3160967"/>
                  </a:lnTo>
                  <a:lnTo>
                    <a:pt x="5252683" y="3144011"/>
                  </a:lnTo>
                  <a:lnTo>
                    <a:pt x="5246173" y="3135817"/>
                  </a:lnTo>
                  <a:close/>
                </a:path>
                <a:path w="9542780" h="6570345">
                  <a:moveTo>
                    <a:pt x="5246173" y="3180182"/>
                  </a:moveTo>
                  <a:lnTo>
                    <a:pt x="5227212" y="3180182"/>
                  </a:lnTo>
                  <a:lnTo>
                    <a:pt x="5218720" y="3186399"/>
                  </a:lnTo>
                  <a:lnTo>
                    <a:pt x="5218720" y="3205615"/>
                  </a:lnTo>
                  <a:lnTo>
                    <a:pt x="5224947" y="3214093"/>
                  </a:lnTo>
                  <a:lnTo>
                    <a:pt x="5235702" y="3214093"/>
                  </a:lnTo>
                  <a:lnTo>
                    <a:pt x="5244191" y="3211832"/>
                  </a:lnTo>
                  <a:lnTo>
                    <a:pt x="5252683" y="3205615"/>
                  </a:lnTo>
                  <a:lnTo>
                    <a:pt x="5252683" y="3188660"/>
                  </a:lnTo>
                  <a:lnTo>
                    <a:pt x="5246173" y="3180182"/>
                  </a:lnTo>
                  <a:close/>
                </a:path>
                <a:path w="9542780" h="6570345">
                  <a:moveTo>
                    <a:pt x="5246173" y="3222570"/>
                  </a:moveTo>
                  <a:lnTo>
                    <a:pt x="5227212" y="3222570"/>
                  </a:lnTo>
                  <a:lnTo>
                    <a:pt x="5218720" y="3228787"/>
                  </a:lnTo>
                  <a:lnTo>
                    <a:pt x="5218720" y="3248002"/>
                  </a:lnTo>
                  <a:lnTo>
                    <a:pt x="5224947" y="3256480"/>
                  </a:lnTo>
                  <a:lnTo>
                    <a:pt x="5244191" y="3256480"/>
                  </a:lnTo>
                  <a:lnTo>
                    <a:pt x="5252683" y="3249980"/>
                  </a:lnTo>
                  <a:lnTo>
                    <a:pt x="5252683" y="3231047"/>
                  </a:lnTo>
                  <a:lnTo>
                    <a:pt x="5246173" y="3222570"/>
                  </a:lnTo>
                  <a:close/>
                </a:path>
                <a:path w="9542780" h="6570345">
                  <a:moveTo>
                    <a:pt x="5246173" y="3400314"/>
                  </a:moveTo>
                  <a:lnTo>
                    <a:pt x="5227212" y="3400314"/>
                  </a:lnTo>
                  <a:lnTo>
                    <a:pt x="5218720" y="3406814"/>
                  </a:lnTo>
                  <a:lnTo>
                    <a:pt x="5218720" y="3425747"/>
                  </a:lnTo>
                  <a:lnTo>
                    <a:pt x="5224947" y="3434224"/>
                  </a:lnTo>
                  <a:lnTo>
                    <a:pt x="5244191" y="3434224"/>
                  </a:lnTo>
                  <a:lnTo>
                    <a:pt x="5252683" y="3425747"/>
                  </a:lnTo>
                  <a:lnTo>
                    <a:pt x="5252683" y="3408791"/>
                  </a:lnTo>
                  <a:lnTo>
                    <a:pt x="5246173" y="3400314"/>
                  </a:lnTo>
                  <a:close/>
                </a:path>
                <a:path w="9542780" h="6570345">
                  <a:moveTo>
                    <a:pt x="5246173" y="3444679"/>
                  </a:moveTo>
                  <a:lnTo>
                    <a:pt x="5227212" y="3444679"/>
                  </a:lnTo>
                  <a:lnTo>
                    <a:pt x="5218720" y="3451179"/>
                  </a:lnTo>
                  <a:lnTo>
                    <a:pt x="5218720" y="3470112"/>
                  </a:lnTo>
                  <a:lnTo>
                    <a:pt x="5224947" y="3478589"/>
                  </a:lnTo>
                  <a:lnTo>
                    <a:pt x="5235702" y="3478589"/>
                  </a:lnTo>
                  <a:lnTo>
                    <a:pt x="5244191" y="3476612"/>
                  </a:lnTo>
                  <a:lnTo>
                    <a:pt x="5252683" y="3470112"/>
                  </a:lnTo>
                  <a:lnTo>
                    <a:pt x="5252683" y="3453157"/>
                  </a:lnTo>
                  <a:lnTo>
                    <a:pt x="5246173" y="3444679"/>
                  </a:lnTo>
                  <a:close/>
                </a:path>
                <a:path w="9542780" h="6570345">
                  <a:moveTo>
                    <a:pt x="5246173" y="3489327"/>
                  </a:moveTo>
                  <a:lnTo>
                    <a:pt x="5227212" y="3489327"/>
                  </a:lnTo>
                  <a:lnTo>
                    <a:pt x="5218720" y="3495544"/>
                  </a:lnTo>
                  <a:lnTo>
                    <a:pt x="5218720" y="3514760"/>
                  </a:lnTo>
                  <a:lnTo>
                    <a:pt x="5224947" y="3523237"/>
                  </a:lnTo>
                  <a:lnTo>
                    <a:pt x="5235702" y="3523237"/>
                  </a:lnTo>
                  <a:lnTo>
                    <a:pt x="5244191" y="3520977"/>
                  </a:lnTo>
                  <a:lnTo>
                    <a:pt x="5252683" y="3514760"/>
                  </a:lnTo>
                  <a:lnTo>
                    <a:pt x="5252683" y="3497806"/>
                  </a:lnTo>
                  <a:lnTo>
                    <a:pt x="5246173" y="3489327"/>
                  </a:lnTo>
                  <a:close/>
                </a:path>
                <a:path w="9542780" h="6570345">
                  <a:moveTo>
                    <a:pt x="5246173" y="3531715"/>
                  </a:moveTo>
                  <a:lnTo>
                    <a:pt x="5227212" y="3531715"/>
                  </a:lnTo>
                  <a:lnTo>
                    <a:pt x="5218720" y="3537931"/>
                  </a:lnTo>
                  <a:lnTo>
                    <a:pt x="5218720" y="3557148"/>
                  </a:lnTo>
                  <a:lnTo>
                    <a:pt x="5224947" y="3565625"/>
                  </a:lnTo>
                  <a:lnTo>
                    <a:pt x="5244191" y="3565625"/>
                  </a:lnTo>
                  <a:lnTo>
                    <a:pt x="5252683" y="3559125"/>
                  </a:lnTo>
                  <a:lnTo>
                    <a:pt x="5252683" y="3540192"/>
                  </a:lnTo>
                  <a:lnTo>
                    <a:pt x="5246173" y="3531715"/>
                  </a:lnTo>
                  <a:close/>
                </a:path>
                <a:path w="9542780" h="6570345">
                  <a:moveTo>
                    <a:pt x="5246173" y="3753825"/>
                  </a:moveTo>
                  <a:lnTo>
                    <a:pt x="5227212" y="3753825"/>
                  </a:lnTo>
                  <a:lnTo>
                    <a:pt x="5218720" y="3760296"/>
                  </a:lnTo>
                  <a:lnTo>
                    <a:pt x="5218720" y="3779342"/>
                  </a:lnTo>
                  <a:lnTo>
                    <a:pt x="5224947" y="3787819"/>
                  </a:lnTo>
                  <a:lnTo>
                    <a:pt x="5235702" y="3787819"/>
                  </a:lnTo>
                  <a:lnTo>
                    <a:pt x="5244191" y="3785699"/>
                  </a:lnTo>
                  <a:lnTo>
                    <a:pt x="5252683" y="3779342"/>
                  </a:lnTo>
                  <a:lnTo>
                    <a:pt x="5252683" y="3762415"/>
                  </a:lnTo>
                  <a:lnTo>
                    <a:pt x="5246173" y="3753825"/>
                  </a:lnTo>
                  <a:close/>
                </a:path>
                <a:path w="9542780" h="6570345">
                  <a:moveTo>
                    <a:pt x="5246173" y="3798416"/>
                  </a:moveTo>
                  <a:lnTo>
                    <a:pt x="5227212" y="3798416"/>
                  </a:lnTo>
                  <a:lnTo>
                    <a:pt x="5218720" y="3804746"/>
                  </a:lnTo>
                  <a:lnTo>
                    <a:pt x="5218720" y="3823820"/>
                  </a:lnTo>
                  <a:lnTo>
                    <a:pt x="5224947" y="3832269"/>
                  </a:lnTo>
                  <a:lnTo>
                    <a:pt x="5235702" y="3832269"/>
                  </a:lnTo>
                  <a:lnTo>
                    <a:pt x="5244191" y="3830151"/>
                  </a:lnTo>
                  <a:lnTo>
                    <a:pt x="5252683" y="3823820"/>
                  </a:lnTo>
                  <a:lnTo>
                    <a:pt x="5252683" y="3806865"/>
                  </a:lnTo>
                  <a:lnTo>
                    <a:pt x="5246173" y="3798416"/>
                  </a:lnTo>
                  <a:close/>
                </a:path>
                <a:path w="9542780" h="6570345">
                  <a:moveTo>
                    <a:pt x="5246173" y="4681316"/>
                  </a:moveTo>
                  <a:lnTo>
                    <a:pt x="5227212" y="4681316"/>
                  </a:lnTo>
                  <a:lnTo>
                    <a:pt x="5218722" y="4687675"/>
                  </a:lnTo>
                  <a:lnTo>
                    <a:pt x="5218722" y="4706721"/>
                  </a:lnTo>
                  <a:lnTo>
                    <a:pt x="5224947" y="4715198"/>
                  </a:lnTo>
                  <a:lnTo>
                    <a:pt x="5235702" y="4715198"/>
                  </a:lnTo>
                  <a:lnTo>
                    <a:pt x="5244191" y="4713079"/>
                  </a:lnTo>
                  <a:lnTo>
                    <a:pt x="5252683" y="4706721"/>
                  </a:lnTo>
                  <a:lnTo>
                    <a:pt x="5252683" y="4689795"/>
                  </a:lnTo>
                  <a:lnTo>
                    <a:pt x="5246173" y="4681316"/>
                  </a:lnTo>
                  <a:close/>
                </a:path>
                <a:path w="9542780" h="6570345">
                  <a:moveTo>
                    <a:pt x="5246173" y="4725795"/>
                  </a:moveTo>
                  <a:lnTo>
                    <a:pt x="5227212" y="4725795"/>
                  </a:lnTo>
                  <a:lnTo>
                    <a:pt x="5218722" y="4732153"/>
                  </a:lnTo>
                  <a:lnTo>
                    <a:pt x="5218722" y="4753319"/>
                  </a:lnTo>
                  <a:lnTo>
                    <a:pt x="5224947" y="4759676"/>
                  </a:lnTo>
                  <a:lnTo>
                    <a:pt x="5235702" y="4759676"/>
                  </a:lnTo>
                  <a:lnTo>
                    <a:pt x="5244191" y="4757557"/>
                  </a:lnTo>
                  <a:lnTo>
                    <a:pt x="5252683" y="4751199"/>
                  </a:lnTo>
                  <a:lnTo>
                    <a:pt x="5252683" y="4734245"/>
                  </a:lnTo>
                  <a:lnTo>
                    <a:pt x="5246173" y="4725795"/>
                  </a:lnTo>
                  <a:close/>
                </a:path>
                <a:path w="9542780" h="6570345">
                  <a:moveTo>
                    <a:pt x="5246173" y="6313778"/>
                  </a:moveTo>
                  <a:lnTo>
                    <a:pt x="5227212" y="6313778"/>
                  </a:lnTo>
                  <a:lnTo>
                    <a:pt x="5218722" y="6320130"/>
                  </a:lnTo>
                  <a:lnTo>
                    <a:pt x="5218722" y="6341301"/>
                  </a:lnTo>
                  <a:lnTo>
                    <a:pt x="5224947" y="6347654"/>
                  </a:lnTo>
                  <a:lnTo>
                    <a:pt x="5244191" y="6347654"/>
                  </a:lnTo>
                  <a:lnTo>
                    <a:pt x="5252683" y="6341301"/>
                  </a:lnTo>
                  <a:lnTo>
                    <a:pt x="5252683" y="6322247"/>
                  </a:lnTo>
                  <a:lnTo>
                    <a:pt x="5246173" y="6313778"/>
                  </a:lnTo>
                  <a:close/>
                </a:path>
                <a:path w="9542780" h="6570345">
                  <a:moveTo>
                    <a:pt x="5246173" y="6358239"/>
                  </a:moveTo>
                  <a:lnTo>
                    <a:pt x="5227212" y="6358239"/>
                  </a:lnTo>
                  <a:lnTo>
                    <a:pt x="5218722" y="6364592"/>
                  </a:lnTo>
                  <a:lnTo>
                    <a:pt x="5218722" y="6385765"/>
                  </a:lnTo>
                  <a:lnTo>
                    <a:pt x="5224947" y="6392118"/>
                  </a:lnTo>
                  <a:lnTo>
                    <a:pt x="5244191" y="6392118"/>
                  </a:lnTo>
                  <a:lnTo>
                    <a:pt x="5252683" y="6385765"/>
                  </a:lnTo>
                  <a:lnTo>
                    <a:pt x="5252683" y="6366711"/>
                  </a:lnTo>
                  <a:lnTo>
                    <a:pt x="5246173" y="6358239"/>
                  </a:lnTo>
                  <a:close/>
                </a:path>
                <a:path w="9542780" h="6570345">
                  <a:moveTo>
                    <a:pt x="5246173" y="6402703"/>
                  </a:moveTo>
                  <a:lnTo>
                    <a:pt x="5227212" y="6402703"/>
                  </a:lnTo>
                  <a:lnTo>
                    <a:pt x="5218722" y="6409056"/>
                  </a:lnTo>
                  <a:lnTo>
                    <a:pt x="5218722" y="6430230"/>
                  </a:lnTo>
                  <a:lnTo>
                    <a:pt x="5224947" y="6436583"/>
                  </a:lnTo>
                  <a:lnTo>
                    <a:pt x="5244191" y="6436583"/>
                  </a:lnTo>
                  <a:lnTo>
                    <a:pt x="5252683" y="6428113"/>
                  </a:lnTo>
                  <a:lnTo>
                    <a:pt x="5252683" y="6411173"/>
                  </a:lnTo>
                  <a:lnTo>
                    <a:pt x="5246173" y="6402703"/>
                  </a:lnTo>
                  <a:close/>
                </a:path>
                <a:path w="9542780" h="6570345">
                  <a:moveTo>
                    <a:pt x="5246173" y="6447168"/>
                  </a:moveTo>
                  <a:lnTo>
                    <a:pt x="5227212" y="6447168"/>
                  </a:lnTo>
                  <a:lnTo>
                    <a:pt x="5218722" y="6453521"/>
                  </a:lnTo>
                  <a:lnTo>
                    <a:pt x="5218722" y="6474692"/>
                  </a:lnTo>
                  <a:lnTo>
                    <a:pt x="5224947" y="6481047"/>
                  </a:lnTo>
                  <a:lnTo>
                    <a:pt x="5244191" y="6481047"/>
                  </a:lnTo>
                  <a:lnTo>
                    <a:pt x="5252683" y="6472575"/>
                  </a:lnTo>
                  <a:lnTo>
                    <a:pt x="5252683" y="6455637"/>
                  </a:lnTo>
                  <a:lnTo>
                    <a:pt x="5246173" y="6447168"/>
                  </a:lnTo>
                  <a:close/>
                </a:path>
                <a:path w="9542780" h="6570345">
                  <a:moveTo>
                    <a:pt x="5201740" y="2472879"/>
                  </a:moveTo>
                  <a:lnTo>
                    <a:pt x="5182496" y="2472879"/>
                  </a:lnTo>
                  <a:lnTo>
                    <a:pt x="5174005" y="2479379"/>
                  </a:lnTo>
                  <a:lnTo>
                    <a:pt x="5174005" y="2498310"/>
                  </a:lnTo>
                  <a:lnTo>
                    <a:pt x="5180515" y="2506789"/>
                  </a:lnTo>
                  <a:lnTo>
                    <a:pt x="5199476" y="2506789"/>
                  </a:lnTo>
                  <a:lnTo>
                    <a:pt x="5207966" y="2498310"/>
                  </a:lnTo>
                  <a:lnTo>
                    <a:pt x="5207966" y="2481356"/>
                  </a:lnTo>
                  <a:lnTo>
                    <a:pt x="5201740" y="2472879"/>
                  </a:lnTo>
                  <a:close/>
                </a:path>
                <a:path w="9542780" h="6570345">
                  <a:moveTo>
                    <a:pt x="5201740" y="2517527"/>
                  </a:moveTo>
                  <a:lnTo>
                    <a:pt x="5182496" y="2517527"/>
                  </a:lnTo>
                  <a:lnTo>
                    <a:pt x="5174005" y="2523743"/>
                  </a:lnTo>
                  <a:lnTo>
                    <a:pt x="5174005" y="2544937"/>
                  </a:lnTo>
                  <a:lnTo>
                    <a:pt x="5180515" y="2551437"/>
                  </a:lnTo>
                  <a:lnTo>
                    <a:pt x="5190986" y="2551437"/>
                  </a:lnTo>
                  <a:lnTo>
                    <a:pt x="5199476" y="2549177"/>
                  </a:lnTo>
                  <a:lnTo>
                    <a:pt x="5207966" y="2542959"/>
                  </a:lnTo>
                  <a:lnTo>
                    <a:pt x="5207966" y="2526004"/>
                  </a:lnTo>
                  <a:lnTo>
                    <a:pt x="5201740" y="2517527"/>
                  </a:lnTo>
                  <a:close/>
                </a:path>
                <a:path w="9542780" h="6570345">
                  <a:moveTo>
                    <a:pt x="5201740" y="2561892"/>
                  </a:moveTo>
                  <a:lnTo>
                    <a:pt x="5182496" y="2561892"/>
                  </a:lnTo>
                  <a:lnTo>
                    <a:pt x="5174005" y="2568108"/>
                  </a:lnTo>
                  <a:lnTo>
                    <a:pt x="5174005" y="2589302"/>
                  </a:lnTo>
                  <a:lnTo>
                    <a:pt x="5180515" y="2595802"/>
                  </a:lnTo>
                  <a:lnTo>
                    <a:pt x="5190986" y="2595802"/>
                  </a:lnTo>
                  <a:lnTo>
                    <a:pt x="5199476" y="2593541"/>
                  </a:lnTo>
                  <a:lnTo>
                    <a:pt x="5207966" y="2587325"/>
                  </a:lnTo>
                  <a:lnTo>
                    <a:pt x="5207966" y="2570369"/>
                  </a:lnTo>
                  <a:lnTo>
                    <a:pt x="5201740" y="2561892"/>
                  </a:lnTo>
                  <a:close/>
                </a:path>
                <a:path w="9542780" h="6570345">
                  <a:moveTo>
                    <a:pt x="5201740" y="2604279"/>
                  </a:moveTo>
                  <a:lnTo>
                    <a:pt x="5182496" y="2604279"/>
                  </a:lnTo>
                  <a:lnTo>
                    <a:pt x="5174005" y="2610496"/>
                  </a:lnTo>
                  <a:lnTo>
                    <a:pt x="5174005" y="2631690"/>
                  </a:lnTo>
                  <a:lnTo>
                    <a:pt x="5180515" y="2638190"/>
                  </a:lnTo>
                  <a:lnTo>
                    <a:pt x="5199476" y="2638190"/>
                  </a:lnTo>
                  <a:lnTo>
                    <a:pt x="5207966" y="2631690"/>
                  </a:lnTo>
                  <a:lnTo>
                    <a:pt x="5207966" y="2612757"/>
                  </a:lnTo>
                  <a:lnTo>
                    <a:pt x="5201740" y="2604279"/>
                  </a:lnTo>
                  <a:close/>
                </a:path>
                <a:path w="9542780" h="6570345">
                  <a:moveTo>
                    <a:pt x="5201740" y="2648645"/>
                  </a:moveTo>
                  <a:lnTo>
                    <a:pt x="5182496" y="2648645"/>
                  </a:lnTo>
                  <a:lnTo>
                    <a:pt x="5174005" y="2655144"/>
                  </a:lnTo>
                  <a:lnTo>
                    <a:pt x="5174005" y="2676338"/>
                  </a:lnTo>
                  <a:lnTo>
                    <a:pt x="5180515" y="2682554"/>
                  </a:lnTo>
                  <a:lnTo>
                    <a:pt x="5199476" y="2682554"/>
                  </a:lnTo>
                  <a:lnTo>
                    <a:pt x="5207966" y="2676338"/>
                  </a:lnTo>
                  <a:lnTo>
                    <a:pt x="5207966" y="2657123"/>
                  </a:lnTo>
                  <a:lnTo>
                    <a:pt x="5201740" y="2648645"/>
                  </a:lnTo>
                  <a:close/>
                </a:path>
                <a:path w="9542780" h="6570345">
                  <a:moveTo>
                    <a:pt x="5201740" y="2782023"/>
                  </a:moveTo>
                  <a:lnTo>
                    <a:pt x="5182496" y="2782023"/>
                  </a:lnTo>
                  <a:lnTo>
                    <a:pt x="5174005" y="2788523"/>
                  </a:lnTo>
                  <a:lnTo>
                    <a:pt x="5174005" y="2807456"/>
                  </a:lnTo>
                  <a:lnTo>
                    <a:pt x="5180515" y="2815934"/>
                  </a:lnTo>
                  <a:lnTo>
                    <a:pt x="5199476" y="2815934"/>
                  </a:lnTo>
                  <a:lnTo>
                    <a:pt x="5207966" y="2807456"/>
                  </a:lnTo>
                  <a:lnTo>
                    <a:pt x="5207966" y="2790501"/>
                  </a:lnTo>
                  <a:lnTo>
                    <a:pt x="5201740" y="2782023"/>
                  </a:lnTo>
                  <a:close/>
                </a:path>
                <a:path w="9542780" h="6570345">
                  <a:moveTo>
                    <a:pt x="5201740" y="2826672"/>
                  </a:moveTo>
                  <a:lnTo>
                    <a:pt x="5182496" y="2826672"/>
                  </a:lnTo>
                  <a:lnTo>
                    <a:pt x="5174005" y="2832888"/>
                  </a:lnTo>
                  <a:lnTo>
                    <a:pt x="5174005" y="2851821"/>
                  </a:lnTo>
                  <a:lnTo>
                    <a:pt x="5180515" y="2860299"/>
                  </a:lnTo>
                  <a:lnTo>
                    <a:pt x="5190986" y="2860299"/>
                  </a:lnTo>
                  <a:lnTo>
                    <a:pt x="5199476" y="2858321"/>
                  </a:lnTo>
                  <a:lnTo>
                    <a:pt x="5207966" y="2851821"/>
                  </a:lnTo>
                  <a:lnTo>
                    <a:pt x="5207966" y="2835149"/>
                  </a:lnTo>
                  <a:lnTo>
                    <a:pt x="5201740" y="2826672"/>
                  </a:lnTo>
                  <a:close/>
                </a:path>
                <a:path w="9542780" h="6570345">
                  <a:moveTo>
                    <a:pt x="5201740" y="3400314"/>
                  </a:moveTo>
                  <a:lnTo>
                    <a:pt x="5182496" y="3400314"/>
                  </a:lnTo>
                  <a:lnTo>
                    <a:pt x="5174005" y="3406814"/>
                  </a:lnTo>
                  <a:lnTo>
                    <a:pt x="5174005" y="3425747"/>
                  </a:lnTo>
                  <a:lnTo>
                    <a:pt x="5180515" y="3434224"/>
                  </a:lnTo>
                  <a:lnTo>
                    <a:pt x="5199476" y="3434224"/>
                  </a:lnTo>
                  <a:lnTo>
                    <a:pt x="5207966" y="3425747"/>
                  </a:lnTo>
                  <a:lnTo>
                    <a:pt x="5207966" y="3408791"/>
                  </a:lnTo>
                  <a:lnTo>
                    <a:pt x="5201740" y="3400314"/>
                  </a:lnTo>
                  <a:close/>
                </a:path>
                <a:path w="9542780" h="6570345">
                  <a:moveTo>
                    <a:pt x="5201740" y="3444679"/>
                  </a:moveTo>
                  <a:lnTo>
                    <a:pt x="5182496" y="3444679"/>
                  </a:lnTo>
                  <a:lnTo>
                    <a:pt x="5174005" y="3451179"/>
                  </a:lnTo>
                  <a:lnTo>
                    <a:pt x="5174005" y="3470112"/>
                  </a:lnTo>
                  <a:lnTo>
                    <a:pt x="5180515" y="3478589"/>
                  </a:lnTo>
                  <a:lnTo>
                    <a:pt x="5190986" y="3478589"/>
                  </a:lnTo>
                  <a:lnTo>
                    <a:pt x="5199476" y="3476612"/>
                  </a:lnTo>
                  <a:lnTo>
                    <a:pt x="5207966" y="3470112"/>
                  </a:lnTo>
                  <a:lnTo>
                    <a:pt x="5207966" y="3453157"/>
                  </a:lnTo>
                  <a:lnTo>
                    <a:pt x="5201740" y="3444679"/>
                  </a:lnTo>
                  <a:close/>
                </a:path>
                <a:path w="9542780" h="6570345">
                  <a:moveTo>
                    <a:pt x="5201740" y="3489327"/>
                  </a:moveTo>
                  <a:lnTo>
                    <a:pt x="5182496" y="3489327"/>
                  </a:lnTo>
                  <a:lnTo>
                    <a:pt x="5174005" y="3495544"/>
                  </a:lnTo>
                  <a:lnTo>
                    <a:pt x="5174005" y="3514760"/>
                  </a:lnTo>
                  <a:lnTo>
                    <a:pt x="5180515" y="3523237"/>
                  </a:lnTo>
                  <a:lnTo>
                    <a:pt x="5190986" y="3523237"/>
                  </a:lnTo>
                  <a:lnTo>
                    <a:pt x="5199476" y="3520977"/>
                  </a:lnTo>
                  <a:lnTo>
                    <a:pt x="5207966" y="3514760"/>
                  </a:lnTo>
                  <a:lnTo>
                    <a:pt x="5207966" y="3497806"/>
                  </a:lnTo>
                  <a:lnTo>
                    <a:pt x="5201740" y="3489327"/>
                  </a:lnTo>
                  <a:close/>
                </a:path>
                <a:path w="9542780" h="6570345">
                  <a:moveTo>
                    <a:pt x="5201740" y="4681316"/>
                  </a:moveTo>
                  <a:lnTo>
                    <a:pt x="5182496" y="4681316"/>
                  </a:lnTo>
                  <a:lnTo>
                    <a:pt x="5174005" y="4687675"/>
                  </a:lnTo>
                  <a:lnTo>
                    <a:pt x="5174005" y="4706721"/>
                  </a:lnTo>
                  <a:lnTo>
                    <a:pt x="5180515" y="4715198"/>
                  </a:lnTo>
                  <a:lnTo>
                    <a:pt x="5190986" y="4715198"/>
                  </a:lnTo>
                  <a:lnTo>
                    <a:pt x="5199476" y="4713079"/>
                  </a:lnTo>
                  <a:lnTo>
                    <a:pt x="5207966" y="4706721"/>
                  </a:lnTo>
                  <a:lnTo>
                    <a:pt x="5207966" y="4689795"/>
                  </a:lnTo>
                  <a:lnTo>
                    <a:pt x="5201740" y="4681316"/>
                  </a:lnTo>
                  <a:close/>
                </a:path>
                <a:path w="9542780" h="6570345">
                  <a:moveTo>
                    <a:pt x="5201740" y="4725795"/>
                  </a:moveTo>
                  <a:lnTo>
                    <a:pt x="5182496" y="4725795"/>
                  </a:lnTo>
                  <a:lnTo>
                    <a:pt x="5174005" y="4732153"/>
                  </a:lnTo>
                  <a:lnTo>
                    <a:pt x="5174005" y="4753319"/>
                  </a:lnTo>
                  <a:lnTo>
                    <a:pt x="5180515" y="4759676"/>
                  </a:lnTo>
                  <a:lnTo>
                    <a:pt x="5190986" y="4759676"/>
                  </a:lnTo>
                  <a:lnTo>
                    <a:pt x="5199476" y="4757557"/>
                  </a:lnTo>
                  <a:lnTo>
                    <a:pt x="5207966" y="4751199"/>
                  </a:lnTo>
                  <a:lnTo>
                    <a:pt x="5207966" y="4734245"/>
                  </a:lnTo>
                  <a:lnTo>
                    <a:pt x="5201740" y="4725795"/>
                  </a:lnTo>
                  <a:close/>
                </a:path>
                <a:path w="9542780" h="6570345">
                  <a:moveTo>
                    <a:pt x="5201740" y="6358239"/>
                  </a:moveTo>
                  <a:lnTo>
                    <a:pt x="5182496" y="6358239"/>
                  </a:lnTo>
                  <a:lnTo>
                    <a:pt x="5174005" y="6364592"/>
                  </a:lnTo>
                  <a:lnTo>
                    <a:pt x="5174005" y="6385765"/>
                  </a:lnTo>
                  <a:lnTo>
                    <a:pt x="5180515" y="6392118"/>
                  </a:lnTo>
                  <a:lnTo>
                    <a:pt x="5199476" y="6392118"/>
                  </a:lnTo>
                  <a:lnTo>
                    <a:pt x="5207967" y="6385765"/>
                  </a:lnTo>
                  <a:lnTo>
                    <a:pt x="5207967" y="6366711"/>
                  </a:lnTo>
                  <a:lnTo>
                    <a:pt x="5201740" y="6358239"/>
                  </a:lnTo>
                  <a:close/>
                </a:path>
                <a:path w="9542780" h="6570345">
                  <a:moveTo>
                    <a:pt x="5201740" y="6402703"/>
                  </a:moveTo>
                  <a:lnTo>
                    <a:pt x="5182496" y="6402703"/>
                  </a:lnTo>
                  <a:lnTo>
                    <a:pt x="5174005" y="6409056"/>
                  </a:lnTo>
                  <a:lnTo>
                    <a:pt x="5174005" y="6430230"/>
                  </a:lnTo>
                  <a:lnTo>
                    <a:pt x="5180515" y="6436583"/>
                  </a:lnTo>
                  <a:lnTo>
                    <a:pt x="5199476" y="6436583"/>
                  </a:lnTo>
                  <a:lnTo>
                    <a:pt x="5207967" y="6428113"/>
                  </a:lnTo>
                  <a:lnTo>
                    <a:pt x="5207967" y="6411173"/>
                  </a:lnTo>
                  <a:lnTo>
                    <a:pt x="5201740" y="6402703"/>
                  </a:lnTo>
                  <a:close/>
                </a:path>
                <a:path w="9542780" h="6570345">
                  <a:moveTo>
                    <a:pt x="5201740" y="6447168"/>
                  </a:moveTo>
                  <a:lnTo>
                    <a:pt x="5182496" y="6447168"/>
                  </a:lnTo>
                  <a:lnTo>
                    <a:pt x="5174005" y="6453521"/>
                  </a:lnTo>
                  <a:lnTo>
                    <a:pt x="5174005" y="6474692"/>
                  </a:lnTo>
                  <a:lnTo>
                    <a:pt x="5180515" y="6481047"/>
                  </a:lnTo>
                  <a:lnTo>
                    <a:pt x="5199476" y="6481047"/>
                  </a:lnTo>
                  <a:lnTo>
                    <a:pt x="5207967" y="6472575"/>
                  </a:lnTo>
                  <a:lnTo>
                    <a:pt x="5207967" y="6455637"/>
                  </a:lnTo>
                  <a:lnTo>
                    <a:pt x="5201740" y="6447168"/>
                  </a:lnTo>
                  <a:close/>
                </a:path>
                <a:path w="9542780" h="6570345">
                  <a:moveTo>
                    <a:pt x="5157025" y="2517527"/>
                  </a:moveTo>
                  <a:lnTo>
                    <a:pt x="5138063" y="2517527"/>
                  </a:lnTo>
                  <a:lnTo>
                    <a:pt x="5129573" y="2523743"/>
                  </a:lnTo>
                  <a:lnTo>
                    <a:pt x="5129573" y="2544937"/>
                  </a:lnTo>
                  <a:lnTo>
                    <a:pt x="5135798" y="2551437"/>
                  </a:lnTo>
                  <a:lnTo>
                    <a:pt x="5146553" y="2551437"/>
                  </a:lnTo>
                  <a:lnTo>
                    <a:pt x="5157025" y="2549177"/>
                  </a:lnTo>
                  <a:lnTo>
                    <a:pt x="5163534" y="2542959"/>
                  </a:lnTo>
                  <a:lnTo>
                    <a:pt x="5163534" y="2526004"/>
                  </a:lnTo>
                  <a:lnTo>
                    <a:pt x="5157025" y="2517527"/>
                  </a:lnTo>
                  <a:close/>
                </a:path>
                <a:path w="9542780" h="6570345">
                  <a:moveTo>
                    <a:pt x="5157025" y="2561892"/>
                  </a:moveTo>
                  <a:lnTo>
                    <a:pt x="5138063" y="2561892"/>
                  </a:lnTo>
                  <a:lnTo>
                    <a:pt x="5129573" y="2568108"/>
                  </a:lnTo>
                  <a:lnTo>
                    <a:pt x="5129573" y="2589302"/>
                  </a:lnTo>
                  <a:lnTo>
                    <a:pt x="5135798" y="2595802"/>
                  </a:lnTo>
                  <a:lnTo>
                    <a:pt x="5146553" y="2595802"/>
                  </a:lnTo>
                  <a:lnTo>
                    <a:pt x="5157025" y="2593541"/>
                  </a:lnTo>
                  <a:lnTo>
                    <a:pt x="5163534" y="2587325"/>
                  </a:lnTo>
                  <a:lnTo>
                    <a:pt x="5163534" y="2570369"/>
                  </a:lnTo>
                  <a:lnTo>
                    <a:pt x="5157025" y="2561892"/>
                  </a:lnTo>
                  <a:close/>
                </a:path>
                <a:path w="9542780" h="6570345">
                  <a:moveTo>
                    <a:pt x="5157025" y="2604279"/>
                  </a:moveTo>
                  <a:lnTo>
                    <a:pt x="5138063" y="2604279"/>
                  </a:lnTo>
                  <a:lnTo>
                    <a:pt x="5129573" y="2610496"/>
                  </a:lnTo>
                  <a:lnTo>
                    <a:pt x="5129573" y="2631690"/>
                  </a:lnTo>
                  <a:lnTo>
                    <a:pt x="5135798" y="2638190"/>
                  </a:lnTo>
                  <a:lnTo>
                    <a:pt x="5157025" y="2638190"/>
                  </a:lnTo>
                  <a:lnTo>
                    <a:pt x="5163534" y="2631690"/>
                  </a:lnTo>
                  <a:lnTo>
                    <a:pt x="5163534" y="2612757"/>
                  </a:lnTo>
                  <a:lnTo>
                    <a:pt x="5157025" y="2604279"/>
                  </a:lnTo>
                  <a:close/>
                </a:path>
                <a:path w="9542780" h="6570345">
                  <a:moveTo>
                    <a:pt x="5157025" y="2737658"/>
                  </a:moveTo>
                  <a:lnTo>
                    <a:pt x="5138063" y="2737658"/>
                  </a:lnTo>
                  <a:lnTo>
                    <a:pt x="5129573" y="2743875"/>
                  </a:lnTo>
                  <a:lnTo>
                    <a:pt x="5129573" y="2763090"/>
                  </a:lnTo>
                  <a:lnTo>
                    <a:pt x="5135798" y="2771569"/>
                  </a:lnTo>
                  <a:lnTo>
                    <a:pt x="5157025" y="2771569"/>
                  </a:lnTo>
                  <a:lnTo>
                    <a:pt x="5163534" y="2763090"/>
                  </a:lnTo>
                  <a:lnTo>
                    <a:pt x="5163534" y="2746136"/>
                  </a:lnTo>
                  <a:lnTo>
                    <a:pt x="5157025" y="2737658"/>
                  </a:lnTo>
                  <a:close/>
                </a:path>
                <a:path w="9542780" h="6570345">
                  <a:moveTo>
                    <a:pt x="5157025" y="2782023"/>
                  </a:moveTo>
                  <a:lnTo>
                    <a:pt x="5138063" y="2782023"/>
                  </a:lnTo>
                  <a:lnTo>
                    <a:pt x="5129573" y="2788523"/>
                  </a:lnTo>
                  <a:lnTo>
                    <a:pt x="5129573" y="2807456"/>
                  </a:lnTo>
                  <a:lnTo>
                    <a:pt x="5135798" y="2815934"/>
                  </a:lnTo>
                  <a:lnTo>
                    <a:pt x="5157025" y="2815934"/>
                  </a:lnTo>
                  <a:lnTo>
                    <a:pt x="5163534" y="2807456"/>
                  </a:lnTo>
                  <a:lnTo>
                    <a:pt x="5163534" y="2790501"/>
                  </a:lnTo>
                  <a:lnTo>
                    <a:pt x="5157025" y="2782023"/>
                  </a:lnTo>
                  <a:close/>
                </a:path>
                <a:path w="9542780" h="6570345">
                  <a:moveTo>
                    <a:pt x="5157025" y="3002155"/>
                  </a:moveTo>
                  <a:lnTo>
                    <a:pt x="5138063" y="3002155"/>
                  </a:lnTo>
                  <a:lnTo>
                    <a:pt x="5129573" y="3008655"/>
                  </a:lnTo>
                  <a:lnTo>
                    <a:pt x="5129573" y="3027588"/>
                  </a:lnTo>
                  <a:lnTo>
                    <a:pt x="5135798" y="3036065"/>
                  </a:lnTo>
                  <a:lnTo>
                    <a:pt x="5157025" y="3036065"/>
                  </a:lnTo>
                  <a:lnTo>
                    <a:pt x="5163534" y="3027588"/>
                  </a:lnTo>
                  <a:lnTo>
                    <a:pt x="5163534" y="3010634"/>
                  </a:lnTo>
                  <a:lnTo>
                    <a:pt x="5157025" y="3002155"/>
                  </a:lnTo>
                  <a:close/>
                </a:path>
                <a:path w="9542780" h="6570345">
                  <a:moveTo>
                    <a:pt x="5157025" y="3046803"/>
                  </a:moveTo>
                  <a:lnTo>
                    <a:pt x="5138063" y="3046803"/>
                  </a:lnTo>
                  <a:lnTo>
                    <a:pt x="5129573" y="3053020"/>
                  </a:lnTo>
                  <a:lnTo>
                    <a:pt x="5129573" y="3072236"/>
                  </a:lnTo>
                  <a:lnTo>
                    <a:pt x="5135798" y="3080713"/>
                  </a:lnTo>
                  <a:lnTo>
                    <a:pt x="5157025" y="3080713"/>
                  </a:lnTo>
                  <a:lnTo>
                    <a:pt x="5163534" y="3072236"/>
                  </a:lnTo>
                  <a:lnTo>
                    <a:pt x="5163534" y="3055280"/>
                  </a:lnTo>
                  <a:lnTo>
                    <a:pt x="5157025" y="3046803"/>
                  </a:lnTo>
                  <a:close/>
                </a:path>
                <a:path w="9542780" h="6570345">
                  <a:moveTo>
                    <a:pt x="5157025" y="3091169"/>
                  </a:moveTo>
                  <a:lnTo>
                    <a:pt x="5138063" y="3091169"/>
                  </a:lnTo>
                  <a:lnTo>
                    <a:pt x="5129573" y="3097668"/>
                  </a:lnTo>
                  <a:lnTo>
                    <a:pt x="5129573" y="3118862"/>
                  </a:lnTo>
                  <a:lnTo>
                    <a:pt x="5135798" y="3125078"/>
                  </a:lnTo>
                  <a:lnTo>
                    <a:pt x="5157025" y="3125078"/>
                  </a:lnTo>
                  <a:lnTo>
                    <a:pt x="5163534" y="3116601"/>
                  </a:lnTo>
                  <a:lnTo>
                    <a:pt x="5163534" y="3099647"/>
                  </a:lnTo>
                  <a:lnTo>
                    <a:pt x="5157025" y="3091169"/>
                  </a:lnTo>
                  <a:close/>
                </a:path>
                <a:path w="9542780" h="6570345">
                  <a:moveTo>
                    <a:pt x="5157025" y="3400314"/>
                  </a:moveTo>
                  <a:lnTo>
                    <a:pt x="5138063" y="3400314"/>
                  </a:lnTo>
                  <a:lnTo>
                    <a:pt x="5129573" y="3406814"/>
                  </a:lnTo>
                  <a:lnTo>
                    <a:pt x="5129573" y="3425747"/>
                  </a:lnTo>
                  <a:lnTo>
                    <a:pt x="5135798" y="3434224"/>
                  </a:lnTo>
                  <a:lnTo>
                    <a:pt x="5157025" y="3434224"/>
                  </a:lnTo>
                  <a:lnTo>
                    <a:pt x="5163534" y="3425747"/>
                  </a:lnTo>
                  <a:lnTo>
                    <a:pt x="5163534" y="3408791"/>
                  </a:lnTo>
                  <a:lnTo>
                    <a:pt x="5157025" y="3400314"/>
                  </a:lnTo>
                  <a:close/>
                </a:path>
                <a:path w="9542780" h="6570345">
                  <a:moveTo>
                    <a:pt x="5157025" y="3444679"/>
                  </a:moveTo>
                  <a:lnTo>
                    <a:pt x="5138063" y="3444679"/>
                  </a:lnTo>
                  <a:lnTo>
                    <a:pt x="5129573" y="3451179"/>
                  </a:lnTo>
                  <a:lnTo>
                    <a:pt x="5129573" y="3470112"/>
                  </a:lnTo>
                  <a:lnTo>
                    <a:pt x="5135798" y="3478589"/>
                  </a:lnTo>
                  <a:lnTo>
                    <a:pt x="5146553" y="3478589"/>
                  </a:lnTo>
                  <a:lnTo>
                    <a:pt x="5157025" y="3476612"/>
                  </a:lnTo>
                  <a:lnTo>
                    <a:pt x="5163534" y="3470112"/>
                  </a:lnTo>
                  <a:lnTo>
                    <a:pt x="5163534" y="3453157"/>
                  </a:lnTo>
                  <a:lnTo>
                    <a:pt x="5157025" y="3444679"/>
                  </a:lnTo>
                  <a:close/>
                </a:path>
                <a:path w="9542780" h="6570345">
                  <a:moveTo>
                    <a:pt x="5157025" y="3489327"/>
                  </a:moveTo>
                  <a:lnTo>
                    <a:pt x="5138063" y="3489327"/>
                  </a:lnTo>
                  <a:lnTo>
                    <a:pt x="5129573" y="3495544"/>
                  </a:lnTo>
                  <a:lnTo>
                    <a:pt x="5129573" y="3514760"/>
                  </a:lnTo>
                  <a:lnTo>
                    <a:pt x="5135798" y="3523237"/>
                  </a:lnTo>
                  <a:lnTo>
                    <a:pt x="5146553" y="3523237"/>
                  </a:lnTo>
                  <a:lnTo>
                    <a:pt x="5157025" y="3520977"/>
                  </a:lnTo>
                  <a:lnTo>
                    <a:pt x="5163534" y="3514760"/>
                  </a:lnTo>
                  <a:lnTo>
                    <a:pt x="5163534" y="3497806"/>
                  </a:lnTo>
                  <a:lnTo>
                    <a:pt x="5157025" y="3489327"/>
                  </a:lnTo>
                  <a:close/>
                </a:path>
                <a:path w="9542780" h="6570345">
                  <a:moveTo>
                    <a:pt x="5157025" y="3531715"/>
                  </a:moveTo>
                  <a:lnTo>
                    <a:pt x="5138063" y="3531715"/>
                  </a:lnTo>
                  <a:lnTo>
                    <a:pt x="5129573" y="3537931"/>
                  </a:lnTo>
                  <a:lnTo>
                    <a:pt x="5129573" y="3557148"/>
                  </a:lnTo>
                  <a:lnTo>
                    <a:pt x="5135798" y="3565625"/>
                  </a:lnTo>
                  <a:lnTo>
                    <a:pt x="5157025" y="3565625"/>
                  </a:lnTo>
                  <a:lnTo>
                    <a:pt x="5163534" y="3559125"/>
                  </a:lnTo>
                  <a:lnTo>
                    <a:pt x="5163534" y="3540192"/>
                  </a:lnTo>
                  <a:lnTo>
                    <a:pt x="5157025" y="3531715"/>
                  </a:lnTo>
                  <a:close/>
                </a:path>
                <a:path w="9542780" h="6570345">
                  <a:moveTo>
                    <a:pt x="5157025" y="4681316"/>
                  </a:moveTo>
                  <a:lnTo>
                    <a:pt x="5138063" y="4681316"/>
                  </a:lnTo>
                  <a:lnTo>
                    <a:pt x="5129573" y="4687675"/>
                  </a:lnTo>
                  <a:lnTo>
                    <a:pt x="5129573" y="4706721"/>
                  </a:lnTo>
                  <a:lnTo>
                    <a:pt x="5135798" y="4715198"/>
                  </a:lnTo>
                  <a:lnTo>
                    <a:pt x="5146554" y="4715198"/>
                  </a:lnTo>
                  <a:lnTo>
                    <a:pt x="5157025" y="4713079"/>
                  </a:lnTo>
                  <a:lnTo>
                    <a:pt x="5163534" y="4706721"/>
                  </a:lnTo>
                  <a:lnTo>
                    <a:pt x="5163534" y="4689795"/>
                  </a:lnTo>
                  <a:lnTo>
                    <a:pt x="5157025" y="4681316"/>
                  </a:lnTo>
                  <a:close/>
                </a:path>
                <a:path w="9542780" h="6570345">
                  <a:moveTo>
                    <a:pt x="5157025" y="4725795"/>
                  </a:moveTo>
                  <a:lnTo>
                    <a:pt x="5138063" y="4725795"/>
                  </a:lnTo>
                  <a:lnTo>
                    <a:pt x="5129573" y="4732153"/>
                  </a:lnTo>
                  <a:lnTo>
                    <a:pt x="5129573" y="4753319"/>
                  </a:lnTo>
                  <a:lnTo>
                    <a:pt x="5135798" y="4759676"/>
                  </a:lnTo>
                  <a:lnTo>
                    <a:pt x="5146554" y="4759676"/>
                  </a:lnTo>
                  <a:lnTo>
                    <a:pt x="5157025" y="4757557"/>
                  </a:lnTo>
                  <a:lnTo>
                    <a:pt x="5163534" y="4751199"/>
                  </a:lnTo>
                  <a:lnTo>
                    <a:pt x="5163534" y="4734245"/>
                  </a:lnTo>
                  <a:lnTo>
                    <a:pt x="5157025" y="4725795"/>
                  </a:lnTo>
                  <a:close/>
                </a:path>
                <a:path w="9542780" h="6570345">
                  <a:moveTo>
                    <a:pt x="5157025" y="4901533"/>
                  </a:moveTo>
                  <a:lnTo>
                    <a:pt x="5138063" y="4901533"/>
                  </a:lnTo>
                  <a:lnTo>
                    <a:pt x="5129573" y="4907890"/>
                  </a:lnTo>
                  <a:lnTo>
                    <a:pt x="5129573" y="4926937"/>
                  </a:lnTo>
                  <a:lnTo>
                    <a:pt x="5135799" y="4935415"/>
                  </a:lnTo>
                  <a:lnTo>
                    <a:pt x="5157025" y="4935415"/>
                  </a:lnTo>
                  <a:lnTo>
                    <a:pt x="5163534" y="4926937"/>
                  </a:lnTo>
                  <a:lnTo>
                    <a:pt x="5163534" y="4909982"/>
                  </a:lnTo>
                  <a:lnTo>
                    <a:pt x="5157025" y="4901533"/>
                  </a:lnTo>
                  <a:close/>
                </a:path>
                <a:path w="9542780" h="6570345">
                  <a:moveTo>
                    <a:pt x="5157025" y="4945983"/>
                  </a:moveTo>
                  <a:lnTo>
                    <a:pt x="5138063" y="4945983"/>
                  </a:lnTo>
                  <a:lnTo>
                    <a:pt x="5129573" y="4952342"/>
                  </a:lnTo>
                  <a:lnTo>
                    <a:pt x="5129573" y="4971388"/>
                  </a:lnTo>
                  <a:lnTo>
                    <a:pt x="5135799" y="4979865"/>
                  </a:lnTo>
                  <a:lnTo>
                    <a:pt x="5157025" y="4979865"/>
                  </a:lnTo>
                  <a:lnTo>
                    <a:pt x="5163534" y="4971388"/>
                  </a:lnTo>
                  <a:lnTo>
                    <a:pt x="5163534" y="4954460"/>
                  </a:lnTo>
                  <a:lnTo>
                    <a:pt x="5157025" y="4945983"/>
                  </a:lnTo>
                  <a:close/>
                </a:path>
                <a:path w="9542780" h="6570345">
                  <a:moveTo>
                    <a:pt x="5157025" y="5034912"/>
                  </a:moveTo>
                  <a:lnTo>
                    <a:pt x="5138063" y="5034912"/>
                  </a:lnTo>
                  <a:lnTo>
                    <a:pt x="5129573" y="5041270"/>
                  </a:lnTo>
                  <a:lnTo>
                    <a:pt x="5129573" y="5060316"/>
                  </a:lnTo>
                  <a:lnTo>
                    <a:pt x="5135799" y="5068793"/>
                  </a:lnTo>
                  <a:lnTo>
                    <a:pt x="5146554" y="5068793"/>
                  </a:lnTo>
                  <a:lnTo>
                    <a:pt x="5157025" y="5066673"/>
                  </a:lnTo>
                  <a:lnTo>
                    <a:pt x="5163534" y="5060316"/>
                  </a:lnTo>
                  <a:lnTo>
                    <a:pt x="5163534" y="5043389"/>
                  </a:lnTo>
                  <a:lnTo>
                    <a:pt x="5157025" y="5034912"/>
                  </a:lnTo>
                  <a:close/>
                </a:path>
                <a:path w="9542780" h="6570345">
                  <a:moveTo>
                    <a:pt x="5157025" y="6402703"/>
                  </a:moveTo>
                  <a:lnTo>
                    <a:pt x="5138063" y="6402703"/>
                  </a:lnTo>
                  <a:lnTo>
                    <a:pt x="5129573" y="6409056"/>
                  </a:lnTo>
                  <a:lnTo>
                    <a:pt x="5129573" y="6430230"/>
                  </a:lnTo>
                  <a:lnTo>
                    <a:pt x="5135799" y="6436583"/>
                  </a:lnTo>
                  <a:lnTo>
                    <a:pt x="5157025" y="6436583"/>
                  </a:lnTo>
                  <a:lnTo>
                    <a:pt x="5163534" y="6428113"/>
                  </a:lnTo>
                  <a:lnTo>
                    <a:pt x="5163534" y="6411173"/>
                  </a:lnTo>
                  <a:lnTo>
                    <a:pt x="5157025" y="6402703"/>
                  </a:lnTo>
                  <a:close/>
                </a:path>
                <a:path w="9542780" h="6570345">
                  <a:moveTo>
                    <a:pt x="5157025" y="6447168"/>
                  </a:moveTo>
                  <a:lnTo>
                    <a:pt x="5138063" y="6447168"/>
                  </a:lnTo>
                  <a:lnTo>
                    <a:pt x="5129573" y="6453521"/>
                  </a:lnTo>
                  <a:lnTo>
                    <a:pt x="5129573" y="6474692"/>
                  </a:lnTo>
                  <a:lnTo>
                    <a:pt x="5135799" y="6481047"/>
                  </a:lnTo>
                  <a:lnTo>
                    <a:pt x="5157025" y="6481047"/>
                  </a:lnTo>
                  <a:lnTo>
                    <a:pt x="5163534" y="6472575"/>
                  </a:lnTo>
                  <a:lnTo>
                    <a:pt x="5163534" y="6455637"/>
                  </a:lnTo>
                  <a:lnTo>
                    <a:pt x="5157025" y="6447168"/>
                  </a:lnTo>
                  <a:close/>
                </a:path>
                <a:path w="9542780" h="6570345">
                  <a:moveTo>
                    <a:pt x="5112592" y="2472879"/>
                  </a:moveTo>
                  <a:lnTo>
                    <a:pt x="5093630" y="2472879"/>
                  </a:lnTo>
                  <a:lnTo>
                    <a:pt x="5085139" y="2479379"/>
                  </a:lnTo>
                  <a:lnTo>
                    <a:pt x="5085139" y="2498310"/>
                  </a:lnTo>
                  <a:lnTo>
                    <a:pt x="5091366" y="2506789"/>
                  </a:lnTo>
                  <a:lnTo>
                    <a:pt x="5112592" y="2506789"/>
                  </a:lnTo>
                  <a:lnTo>
                    <a:pt x="5118818" y="2498310"/>
                  </a:lnTo>
                  <a:lnTo>
                    <a:pt x="5118818" y="2481356"/>
                  </a:lnTo>
                  <a:lnTo>
                    <a:pt x="5112592" y="2472879"/>
                  </a:lnTo>
                  <a:close/>
                </a:path>
                <a:path w="9542780" h="6570345">
                  <a:moveTo>
                    <a:pt x="5112592" y="2517527"/>
                  </a:moveTo>
                  <a:lnTo>
                    <a:pt x="5093630" y="2517527"/>
                  </a:lnTo>
                  <a:lnTo>
                    <a:pt x="5085139" y="2523743"/>
                  </a:lnTo>
                  <a:lnTo>
                    <a:pt x="5085139" y="2544937"/>
                  </a:lnTo>
                  <a:lnTo>
                    <a:pt x="5091366" y="2551437"/>
                  </a:lnTo>
                  <a:lnTo>
                    <a:pt x="5102120" y="2551437"/>
                  </a:lnTo>
                  <a:lnTo>
                    <a:pt x="5112592" y="2549177"/>
                  </a:lnTo>
                  <a:lnTo>
                    <a:pt x="5118818" y="2542959"/>
                  </a:lnTo>
                  <a:lnTo>
                    <a:pt x="5118818" y="2526004"/>
                  </a:lnTo>
                  <a:lnTo>
                    <a:pt x="5112592" y="2517527"/>
                  </a:lnTo>
                  <a:close/>
                </a:path>
                <a:path w="9542780" h="6570345">
                  <a:moveTo>
                    <a:pt x="5112592" y="2561892"/>
                  </a:moveTo>
                  <a:lnTo>
                    <a:pt x="5093630" y="2561892"/>
                  </a:lnTo>
                  <a:lnTo>
                    <a:pt x="5085139" y="2568108"/>
                  </a:lnTo>
                  <a:lnTo>
                    <a:pt x="5085139" y="2589302"/>
                  </a:lnTo>
                  <a:lnTo>
                    <a:pt x="5091366" y="2595802"/>
                  </a:lnTo>
                  <a:lnTo>
                    <a:pt x="5102120" y="2595802"/>
                  </a:lnTo>
                  <a:lnTo>
                    <a:pt x="5112592" y="2593541"/>
                  </a:lnTo>
                  <a:lnTo>
                    <a:pt x="5118818" y="2587325"/>
                  </a:lnTo>
                  <a:lnTo>
                    <a:pt x="5118818" y="2570369"/>
                  </a:lnTo>
                  <a:lnTo>
                    <a:pt x="5112592" y="2561892"/>
                  </a:lnTo>
                  <a:close/>
                </a:path>
                <a:path w="9542780" h="6570345">
                  <a:moveTo>
                    <a:pt x="5112592" y="2737658"/>
                  </a:moveTo>
                  <a:lnTo>
                    <a:pt x="5093630" y="2737658"/>
                  </a:lnTo>
                  <a:lnTo>
                    <a:pt x="5085139" y="2743875"/>
                  </a:lnTo>
                  <a:lnTo>
                    <a:pt x="5085139" y="2763090"/>
                  </a:lnTo>
                  <a:lnTo>
                    <a:pt x="5091366" y="2771569"/>
                  </a:lnTo>
                  <a:lnTo>
                    <a:pt x="5112592" y="2771569"/>
                  </a:lnTo>
                  <a:lnTo>
                    <a:pt x="5118818" y="2763090"/>
                  </a:lnTo>
                  <a:lnTo>
                    <a:pt x="5118818" y="2746136"/>
                  </a:lnTo>
                  <a:lnTo>
                    <a:pt x="5112592" y="2737658"/>
                  </a:lnTo>
                  <a:close/>
                </a:path>
                <a:path w="9542780" h="6570345">
                  <a:moveTo>
                    <a:pt x="5112592" y="2782023"/>
                  </a:moveTo>
                  <a:lnTo>
                    <a:pt x="5093630" y="2782023"/>
                  </a:lnTo>
                  <a:lnTo>
                    <a:pt x="5085139" y="2788523"/>
                  </a:lnTo>
                  <a:lnTo>
                    <a:pt x="5085139" y="2807456"/>
                  </a:lnTo>
                  <a:lnTo>
                    <a:pt x="5091366" y="2815934"/>
                  </a:lnTo>
                  <a:lnTo>
                    <a:pt x="5112592" y="2815934"/>
                  </a:lnTo>
                  <a:lnTo>
                    <a:pt x="5118818" y="2807456"/>
                  </a:lnTo>
                  <a:lnTo>
                    <a:pt x="5118818" y="2790501"/>
                  </a:lnTo>
                  <a:lnTo>
                    <a:pt x="5112592" y="2782023"/>
                  </a:lnTo>
                  <a:close/>
                </a:path>
                <a:path w="9542780" h="6570345">
                  <a:moveTo>
                    <a:pt x="5112592" y="2826672"/>
                  </a:moveTo>
                  <a:lnTo>
                    <a:pt x="5093630" y="2826672"/>
                  </a:lnTo>
                  <a:lnTo>
                    <a:pt x="5085139" y="2832888"/>
                  </a:lnTo>
                  <a:lnTo>
                    <a:pt x="5085139" y="2851821"/>
                  </a:lnTo>
                  <a:lnTo>
                    <a:pt x="5091366" y="2860299"/>
                  </a:lnTo>
                  <a:lnTo>
                    <a:pt x="5102120" y="2860299"/>
                  </a:lnTo>
                  <a:lnTo>
                    <a:pt x="5112592" y="2858321"/>
                  </a:lnTo>
                  <a:lnTo>
                    <a:pt x="5118818" y="2851821"/>
                  </a:lnTo>
                  <a:lnTo>
                    <a:pt x="5118818" y="2835149"/>
                  </a:lnTo>
                  <a:lnTo>
                    <a:pt x="5112592" y="2826672"/>
                  </a:lnTo>
                  <a:close/>
                </a:path>
                <a:path w="9542780" h="6570345">
                  <a:moveTo>
                    <a:pt x="5112592" y="3002155"/>
                  </a:moveTo>
                  <a:lnTo>
                    <a:pt x="5093630" y="3002155"/>
                  </a:lnTo>
                  <a:lnTo>
                    <a:pt x="5085140" y="3008655"/>
                  </a:lnTo>
                  <a:lnTo>
                    <a:pt x="5085140" y="3027588"/>
                  </a:lnTo>
                  <a:lnTo>
                    <a:pt x="5091366" y="3036065"/>
                  </a:lnTo>
                  <a:lnTo>
                    <a:pt x="5112592" y="3036065"/>
                  </a:lnTo>
                  <a:lnTo>
                    <a:pt x="5118818" y="3027588"/>
                  </a:lnTo>
                  <a:lnTo>
                    <a:pt x="5118818" y="3010634"/>
                  </a:lnTo>
                  <a:lnTo>
                    <a:pt x="5112592" y="3002155"/>
                  </a:lnTo>
                  <a:close/>
                </a:path>
                <a:path w="9542780" h="6570345">
                  <a:moveTo>
                    <a:pt x="5112592" y="3046803"/>
                  </a:moveTo>
                  <a:lnTo>
                    <a:pt x="5093630" y="3046803"/>
                  </a:lnTo>
                  <a:lnTo>
                    <a:pt x="5085140" y="3053020"/>
                  </a:lnTo>
                  <a:lnTo>
                    <a:pt x="5085140" y="3072236"/>
                  </a:lnTo>
                  <a:lnTo>
                    <a:pt x="5091366" y="3080713"/>
                  </a:lnTo>
                  <a:lnTo>
                    <a:pt x="5112592" y="3080713"/>
                  </a:lnTo>
                  <a:lnTo>
                    <a:pt x="5118818" y="3072236"/>
                  </a:lnTo>
                  <a:lnTo>
                    <a:pt x="5118818" y="3055280"/>
                  </a:lnTo>
                  <a:lnTo>
                    <a:pt x="5112592" y="3046803"/>
                  </a:lnTo>
                  <a:close/>
                </a:path>
                <a:path w="9542780" h="6570345">
                  <a:moveTo>
                    <a:pt x="5112592" y="3091169"/>
                  </a:moveTo>
                  <a:lnTo>
                    <a:pt x="5093630" y="3091169"/>
                  </a:lnTo>
                  <a:lnTo>
                    <a:pt x="5085140" y="3097668"/>
                  </a:lnTo>
                  <a:lnTo>
                    <a:pt x="5085140" y="3118862"/>
                  </a:lnTo>
                  <a:lnTo>
                    <a:pt x="5091366" y="3125078"/>
                  </a:lnTo>
                  <a:lnTo>
                    <a:pt x="5112592" y="3125078"/>
                  </a:lnTo>
                  <a:lnTo>
                    <a:pt x="5118818" y="3116601"/>
                  </a:lnTo>
                  <a:lnTo>
                    <a:pt x="5118818" y="3099647"/>
                  </a:lnTo>
                  <a:lnTo>
                    <a:pt x="5112592" y="3091169"/>
                  </a:lnTo>
                  <a:close/>
                </a:path>
                <a:path w="9542780" h="6570345">
                  <a:moveTo>
                    <a:pt x="5112592" y="3135817"/>
                  </a:moveTo>
                  <a:lnTo>
                    <a:pt x="5093630" y="3135817"/>
                  </a:lnTo>
                  <a:lnTo>
                    <a:pt x="5085140" y="3142034"/>
                  </a:lnTo>
                  <a:lnTo>
                    <a:pt x="5085140" y="3163228"/>
                  </a:lnTo>
                  <a:lnTo>
                    <a:pt x="5091366" y="3169445"/>
                  </a:lnTo>
                  <a:lnTo>
                    <a:pt x="5102120" y="3169445"/>
                  </a:lnTo>
                  <a:lnTo>
                    <a:pt x="5112592" y="3167466"/>
                  </a:lnTo>
                  <a:lnTo>
                    <a:pt x="5118818" y="3160967"/>
                  </a:lnTo>
                  <a:lnTo>
                    <a:pt x="5118818" y="3144011"/>
                  </a:lnTo>
                  <a:lnTo>
                    <a:pt x="5112592" y="3135817"/>
                  </a:lnTo>
                  <a:close/>
                </a:path>
                <a:path w="9542780" h="6570345">
                  <a:moveTo>
                    <a:pt x="5112592" y="3180182"/>
                  </a:moveTo>
                  <a:lnTo>
                    <a:pt x="5093630" y="3180182"/>
                  </a:lnTo>
                  <a:lnTo>
                    <a:pt x="5085140" y="3186399"/>
                  </a:lnTo>
                  <a:lnTo>
                    <a:pt x="5085140" y="3205615"/>
                  </a:lnTo>
                  <a:lnTo>
                    <a:pt x="5091366" y="3214093"/>
                  </a:lnTo>
                  <a:lnTo>
                    <a:pt x="5102120" y="3214093"/>
                  </a:lnTo>
                  <a:lnTo>
                    <a:pt x="5112592" y="3211832"/>
                  </a:lnTo>
                  <a:lnTo>
                    <a:pt x="5118818" y="3205615"/>
                  </a:lnTo>
                  <a:lnTo>
                    <a:pt x="5118818" y="3188660"/>
                  </a:lnTo>
                  <a:lnTo>
                    <a:pt x="5112592" y="3180182"/>
                  </a:lnTo>
                  <a:close/>
                </a:path>
                <a:path w="9542780" h="6570345">
                  <a:moveTo>
                    <a:pt x="5112592" y="3222570"/>
                  </a:moveTo>
                  <a:lnTo>
                    <a:pt x="5093630" y="3222570"/>
                  </a:lnTo>
                  <a:lnTo>
                    <a:pt x="5085140" y="3228787"/>
                  </a:lnTo>
                  <a:lnTo>
                    <a:pt x="5085140" y="3248002"/>
                  </a:lnTo>
                  <a:lnTo>
                    <a:pt x="5091366" y="3256480"/>
                  </a:lnTo>
                  <a:lnTo>
                    <a:pt x="5112592" y="3256480"/>
                  </a:lnTo>
                  <a:lnTo>
                    <a:pt x="5118818" y="3249980"/>
                  </a:lnTo>
                  <a:lnTo>
                    <a:pt x="5118818" y="3231047"/>
                  </a:lnTo>
                  <a:lnTo>
                    <a:pt x="5112592" y="3222570"/>
                  </a:lnTo>
                  <a:close/>
                </a:path>
                <a:path w="9542780" h="6570345">
                  <a:moveTo>
                    <a:pt x="5112592" y="3266935"/>
                  </a:moveTo>
                  <a:lnTo>
                    <a:pt x="5093630" y="3266935"/>
                  </a:lnTo>
                  <a:lnTo>
                    <a:pt x="5085140" y="3273435"/>
                  </a:lnTo>
                  <a:lnTo>
                    <a:pt x="5085140" y="3292368"/>
                  </a:lnTo>
                  <a:lnTo>
                    <a:pt x="5091366" y="3300845"/>
                  </a:lnTo>
                  <a:lnTo>
                    <a:pt x="5112592" y="3300845"/>
                  </a:lnTo>
                  <a:lnTo>
                    <a:pt x="5118818" y="3294345"/>
                  </a:lnTo>
                  <a:lnTo>
                    <a:pt x="5118818" y="3275412"/>
                  </a:lnTo>
                  <a:lnTo>
                    <a:pt x="5112592" y="3266935"/>
                  </a:lnTo>
                  <a:close/>
                </a:path>
                <a:path w="9542780" h="6570345">
                  <a:moveTo>
                    <a:pt x="5112592" y="3444679"/>
                  </a:moveTo>
                  <a:lnTo>
                    <a:pt x="5093630" y="3444679"/>
                  </a:lnTo>
                  <a:lnTo>
                    <a:pt x="5085140" y="3451179"/>
                  </a:lnTo>
                  <a:lnTo>
                    <a:pt x="5085140" y="3470112"/>
                  </a:lnTo>
                  <a:lnTo>
                    <a:pt x="5091366" y="3478589"/>
                  </a:lnTo>
                  <a:lnTo>
                    <a:pt x="5102120" y="3478589"/>
                  </a:lnTo>
                  <a:lnTo>
                    <a:pt x="5112592" y="3476612"/>
                  </a:lnTo>
                  <a:lnTo>
                    <a:pt x="5118818" y="3470112"/>
                  </a:lnTo>
                  <a:lnTo>
                    <a:pt x="5118818" y="3453157"/>
                  </a:lnTo>
                  <a:lnTo>
                    <a:pt x="5112592" y="3444679"/>
                  </a:lnTo>
                  <a:close/>
                </a:path>
                <a:path w="9542780" h="6570345">
                  <a:moveTo>
                    <a:pt x="5112592" y="3489327"/>
                  </a:moveTo>
                  <a:lnTo>
                    <a:pt x="5093630" y="3489327"/>
                  </a:lnTo>
                  <a:lnTo>
                    <a:pt x="5085140" y="3495544"/>
                  </a:lnTo>
                  <a:lnTo>
                    <a:pt x="5085140" y="3514760"/>
                  </a:lnTo>
                  <a:lnTo>
                    <a:pt x="5091366" y="3523237"/>
                  </a:lnTo>
                  <a:lnTo>
                    <a:pt x="5102120" y="3523237"/>
                  </a:lnTo>
                  <a:lnTo>
                    <a:pt x="5112592" y="3520977"/>
                  </a:lnTo>
                  <a:lnTo>
                    <a:pt x="5118818" y="3514760"/>
                  </a:lnTo>
                  <a:lnTo>
                    <a:pt x="5118818" y="3497806"/>
                  </a:lnTo>
                  <a:lnTo>
                    <a:pt x="5112592" y="3489327"/>
                  </a:lnTo>
                  <a:close/>
                </a:path>
                <a:path w="9542780" h="6570345">
                  <a:moveTo>
                    <a:pt x="5112592" y="3531715"/>
                  </a:moveTo>
                  <a:lnTo>
                    <a:pt x="5093630" y="3531715"/>
                  </a:lnTo>
                  <a:lnTo>
                    <a:pt x="5085140" y="3537931"/>
                  </a:lnTo>
                  <a:lnTo>
                    <a:pt x="5085140" y="3557148"/>
                  </a:lnTo>
                  <a:lnTo>
                    <a:pt x="5091366" y="3565625"/>
                  </a:lnTo>
                  <a:lnTo>
                    <a:pt x="5112592" y="3565625"/>
                  </a:lnTo>
                  <a:lnTo>
                    <a:pt x="5118818" y="3559125"/>
                  </a:lnTo>
                  <a:lnTo>
                    <a:pt x="5118818" y="3540192"/>
                  </a:lnTo>
                  <a:lnTo>
                    <a:pt x="5112592" y="3531715"/>
                  </a:lnTo>
                  <a:close/>
                </a:path>
                <a:path w="9542780" h="6570345">
                  <a:moveTo>
                    <a:pt x="5112592" y="3576081"/>
                  </a:moveTo>
                  <a:lnTo>
                    <a:pt x="5093630" y="3576081"/>
                  </a:lnTo>
                  <a:lnTo>
                    <a:pt x="5085140" y="3582297"/>
                  </a:lnTo>
                  <a:lnTo>
                    <a:pt x="5085140" y="3601512"/>
                  </a:lnTo>
                  <a:lnTo>
                    <a:pt x="5091366" y="3609990"/>
                  </a:lnTo>
                  <a:lnTo>
                    <a:pt x="5112592" y="3609990"/>
                  </a:lnTo>
                  <a:lnTo>
                    <a:pt x="5118818" y="3603491"/>
                  </a:lnTo>
                  <a:lnTo>
                    <a:pt x="5118818" y="3584558"/>
                  </a:lnTo>
                  <a:lnTo>
                    <a:pt x="5112592" y="3576081"/>
                  </a:lnTo>
                  <a:close/>
                </a:path>
                <a:path w="9542780" h="6570345">
                  <a:moveTo>
                    <a:pt x="5112592" y="4681316"/>
                  </a:moveTo>
                  <a:lnTo>
                    <a:pt x="5093630" y="4681316"/>
                  </a:lnTo>
                  <a:lnTo>
                    <a:pt x="5085140" y="4687675"/>
                  </a:lnTo>
                  <a:lnTo>
                    <a:pt x="5085140" y="4706721"/>
                  </a:lnTo>
                  <a:lnTo>
                    <a:pt x="5091366" y="4715198"/>
                  </a:lnTo>
                  <a:lnTo>
                    <a:pt x="5102120" y="4715198"/>
                  </a:lnTo>
                  <a:lnTo>
                    <a:pt x="5112592" y="4713079"/>
                  </a:lnTo>
                  <a:lnTo>
                    <a:pt x="5118818" y="4706721"/>
                  </a:lnTo>
                  <a:lnTo>
                    <a:pt x="5118818" y="4689795"/>
                  </a:lnTo>
                  <a:lnTo>
                    <a:pt x="5112592" y="4681316"/>
                  </a:lnTo>
                  <a:close/>
                </a:path>
                <a:path w="9542780" h="6570345">
                  <a:moveTo>
                    <a:pt x="5112592" y="4725795"/>
                  </a:moveTo>
                  <a:lnTo>
                    <a:pt x="5093630" y="4725795"/>
                  </a:lnTo>
                  <a:lnTo>
                    <a:pt x="5085140" y="4732153"/>
                  </a:lnTo>
                  <a:lnTo>
                    <a:pt x="5085140" y="4753319"/>
                  </a:lnTo>
                  <a:lnTo>
                    <a:pt x="5091366" y="4759676"/>
                  </a:lnTo>
                  <a:lnTo>
                    <a:pt x="5102120" y="4759676"/>
                  </a:lnTo>
                  <a:lnTo>
                    <a:pt x="5112592" y="4757557"/>
                  </a:lnTo>
                  <a:lnTo>
                    <a:pt x="5118818" y="4751199"/>
                  </a:lnTo>
                  <a:lnTo>
                    <a:pt x="5118818" y="4734245"/>
                  </a:lnTo>
                  <a:lnTo>
                    <a:pt x="5112592" y="4725795"/>
                  </a:lnTo>
                  <a:close/>
                </a:path>
                <a:path w="9542780" h="6570345">
                  <a:moveTo>
                    <a:pt x="5112592" y="4901533"/>
                  </a:moveTo>
                  <a:lnTo>
                    <a:pt x="5093630" y="4901533"/>
                  </a:lnTo>
                  <a:lnTo>
                    <a:pt x="5085140" y="4907890"/>
                  </a:lnTo>
                  <a:lnTo>
                    <a:pt x="5085140" y="4926937"/>
                  </a:lnTo>
                  <a:lnTo>
                    <a:pt x="5091366" y="4935415"/>
                  </a:lnTo>
                  <a:lnTo>
                    <a:pt x="5112592" y="4935415"/>
                  </a:lnTo>
                  <a:lnTo>
                    <a:pt x="5118818" y="4926937"/>
                  </a:lnTo>
                  <a:lnTo>
                    <a:pt x="5118818" y="4909982"/>
                  </a:lnTo>
                  <a:lnTo>
                    <a:pt x="5112592" y="4901533"/>
                  </a:lnTo>
                  <a:close/>
                </a:path>
                <a:path w="9542780" h="6570345">
                  <a:moveTo>
                    <a:pt x="5112592" y="5034912"/>
                  </a:moveTo>
                  <a:lnTo>
                    <a:pt x="5093630" y="5034912"/>
                  </a:lnTo>
                  <a:lnTo>
                    <a:pt x="5085140" y="5041270"/>
                  </a:lnTo>
                  <a:lnTo>
                    <a:pt x="5085140" y="5060316"/>
                  </a:lnTo>
                  <a:lnTo>
                    <a:pt x="5091366" y="5068793"/>
                  </a:lnTo>
                  <a:lnTo>
                    <a:pt x="5102120" y="5068793"/>
                  </a:lnTo>
                  <a:lnTo>
                    <a:pt x="5112592" y="5066673"/>
                  </a:lnTo>
                  <a:lnTo>
                    <a:pt x="5118818" y="5060316"/>
                  </a:lnTo>
                  <a:lnTo>
                    <a:pt x="5118818" y="5043389"/>
                  </a:lnTo>
                  <a:lnTo>
                    <a:pt x="5112592" y="5034912"/>
                  </a:lnTo>
                  <a:close/>
                </a:path>
                <a:path w="9542780" h="6570345">
                  <a:moveTo>
                    <a:pt x="5112592" y="5475316"/>
                  </a:moveTo>
                  <a:lnTo>
                    <a:pt x="5093630" y="5475316"/>
                  </a:lnTo>
                  <a:lnTo>
                    <a:pt x="5085140" y="5481675"/>
                  </a:lnTo>
                  <a:lnTo>
                    <a:pt x="5085140" y="5502840"/>
                  </a:lnTo>
                  <a:lnTo>
                    <a:pt x="5091366" y="5509199"/>
                  </a:lnTo>
                  <a:lnTo>
                    <a:pt x="5112592" y="5509199"/>
                  </a:lnTo>
                  <a:lnTo>
                    <a:pt x="5118818" y="5500720"/>
                  </a:lnTo>
                  <a:lnTo>
                    <a:pt x="5118818" y="5483793"/>
                  </a:lnTo>
                  <a:lnTo>
                    <a:pt x="5112592" y="5475316"/>
                  </a:lnTo>
                  <a:close/>
                </a:path>
                <a:path w="9542780" h="6570345">
                  <a:moveTo>
                    <a:pt x="5112592" y="5564245"/>
                  </a:moveTo>
                  <a:lnTo>
                    <a:pt x="5093630" y="5564245"/>
                  </a:lnTo>
                  <a:lnTo>
                    <a:pt x="5085140" y="5570603"/>
                  </a:lnTo>
                  <a:lnTo>
                    <a:pt x="5085140" y="5589649"/>
                  </a:lnTo>
                  <a:lnTo>
                    <a:pt x="5091366" y="5598126"/>
                  </a:lnTo>
                  <a:lnTo>
                    <a:pt x="5112592" y="5598126"/>
                  </a:lnTo>
                  <a:lnTo>
                    <a:pt x="5118818" y="5589649"/>
                  </a:lnTo>
                  <a:lnTo>
                    <a:pt x="5118818" y="5572723"/>
                  </a:lnTo>
                  <a:lnTo>
                    <a:pt x="5112592" y="5564245"/>
                  </a:lnTo>
                  <a:close/>
                </a:path>
                <a:path w="9542780" h="6570345">
                  <a:moveTo>
                    <a:pt x="5112592" y="5608723"/>
                  </a:moveTo>
                  <a:lnTo>
                    <a:pt x="5093630" y="5608723"/>
                  </a:lnTo>
                  <a:lnTo>
                    <a:pt x="5085140" y="5615053"/>
                  </a:lnTo>
                  <a:lnTo>
                    <a:pt x="5085140" y="5634127"/>
                  </a:lnTo>
                  <a:lnTo>
                    <a:pt x="5091366" y="5642576"/>
                  </a:lnTo>
                  <a:lnTo>
                    <a:pt x="5112592" y="5642576"/>
                  </a:lnTo>
                  <a:lnTo>
                    <a:pt x="5118818" y="5634127"/>
                  </a:lnTo>
                  <a:lnTo>
                    <a:pt x="5118818" y="5617173"/>
                  </a:lnTo>
                  <a:lnTo>
                    <a:pt x="5112592" y="5608723"/>
                  </a:lnTo>
                  <a:close/>
                </a:path>
                <a:path w="9542780" h="6570345">
                  <a:moveTo>
                    <a:pt x="5112592" y="5653173"/>
                  </a:moveTo>
                  <a:lnTo>
                    <a:pt x="5093630" y="5653173"/>
                  </a:lnTo>
                  <a:lnTo>
                    <a:pt x="5085140" y="5659532"/>
                  </a:lnTo>
                  <a:lnTo>
                    <a:pt x="5085140" y="5678578"/>
                  </a:lnTo>
                  <a:lnTo>
                    <a:pt x="5091366" y="5687056"/>
                  </a:lnTo>
                  <a:lnTo>
                    <a:pt x="5102120" y="5687056"/>
                  </a:lnTo>
                  <a:lnTo>
                    <a:pt x="5112592" y="5684936"/>
                  </a:lnTo>
                  <a:lnTo>
                    <a:pt x="5118818" y="5678578"/>
                  </a:lnTo>
                  <a:lnTo>
                    <a:pt x="5118818" y="5661651"/>
                  </a:lnTo>
                  <a:lnTo>
                    <a:pt x="5112592" y="5653173"/>
                  </a:lnTo>
                  <a:close/>
                </a:path>
                <a:path w="9542780" h="6570345">
                  <a:moveTo>
                    <a:pt x="5112592" y="6226957"/>
                  </a:moveTo>
                  <a:lnTo>
                    <a:pt x="5093630" y="6226957"/>
                  </a:lnTo>
                  <a:lnTo>
                    <a:pt x="5085140" y="6233316"/>
                  </a:lnTo>
                  <a:lnTo>
                    <a:pt x="5085140" y="6254480"/>
                  </a:lnTo>
                  <a:lnTo>
                    <a:pt x="5091366" y="6260839"/>
                  </a:lnTo>
                  <a:lnTo>
                    <a:pt x="5112592" y="6260839"/>
                  </a:lnTo>
                  <a:lnTo>
                    <a:pt x="5118818" y="6252362"/>
                  </a:lnTo>
                  <a:lnTo>
                    <a:pt x="5118818" y="6235435"/>
                  </a:lnTo>
                  <a:lnTo>
                    <a:pt x="5112592" y="6226957"/>
                  </a:lnTo>
                  <a:close/>
                </a:path>
                <a:path w="9542780" h="6570345">
                  <a:moveTo>
                    <a:pt x="5068159" y="2428514"/>
                  </a:moveTo>
                  <a:lnTo>
                    <a:pt x="5048915" y="2428514"/>
                  </a:lnTo>
                  <a:lnTo>
                    <a:pt x="5040424" y="2434730"/>
                  </a:lnTo>
                  <a:lnTo>
                    <a:pt x="5040424" y="2453946"/>
                  </a:lnTo>
                  <a:lnTo>
                    <a:pt x="5046934" y="2462423"/>
                  </a:lnTo>
                  <a:lnTo>
                    <a:pt x="5068159" y="2462423"/>
                  </a:lnTo>
                  <a:lnTo>
                    <a:pt x="5074385" y="2453946"/>
                  </a:lnTo>
                  <a:lnTo>
                    <a:pt x="5074385" y="2436991"/>
                  </a:lnTo>
                  <a:lnTo>
                    <a:pt x="5068159" y="2428514"/>
                  </a:lnTo>
                  <a:close/>
                </a:path>
                <a:path w="9542780" h="6570345">
                  <a:moveTo>
                    <a:pt x="5068159" y="2472879"/>
                  </a:moveTo>
                  <a:lnTo>
                    <a:pt x="5048915" y="2472879"/>
                  </a:lnTo>
                  <a:lnTo>
                    <a:pt x="5040424" y="2479379"/>
                  </a:lnTo>
                  <a:lnTo>
                    <a:pt x="5040424" y="2498310"/>
                  </a:lnTo>
                  <a:lnTo>
                    <a:pt x="5046934" y="2506789"/>
                  </a:lnTo>
                  <a:lnTo>
                    <a:pt x="5068159" y="2506789"/>
                  </a:lnTo>
                  <a:lnTo>
                    <a:pt x="5074385" y="2498310"/>
                  </a:lnTo>
                  <a:lnTo>
                    <a:pt x="5074385" y="2481356"/>
                  </a:lnTo>
                  <a:lnTo>
                    <a:pt x="5068159" y="2472879"/>
                  </a:lnTo>
                  <a:close/>
                </a:path>
                <a:path w="9542780" h="6570345">
                  <a:moveTo>
                    <a:pt x="5068159" y="2517527"/>
                  </a:moveTo>
                  <a:lnTo>
                    <a:pt x="5048915" y="2517527"/>
                  </a:lnTo>
                  <a:lnTo>
                    <a:pt x="5040424" y="2523743"/>
                  </a:lnTo>
                  <a:lnTo>
                    <a:pt x="5040424" y="2544937"/>
                  </a:lnTo>
                  <a:lnTo>
                    <a:pt x="5046934" y="2551437"/>
                  </a:lnTo>
                  <a:lnTo>
                    <a:pt x="5057405" y="2551437"/>
                  </a:lnTo>
                  <a:lnTo>
                    <a:pt x="5068159" y="2549177"/>
                  </a:lnTo>
                  <a:lnTo>
                    <a:pt x="5074385" y="2542959"/>
                  </a:lnTo>
                  <a:lnTo>
                    <a:pt x="5074385" y="2526004"/>
                  </a:lnTo>
                  <a:lnTo>
                    <a:pt x="5068159" y="2517527"/>
                  </a:lnTo>
                  <a:close/>
                </a:path>
                <a:path w="9542780" h="6570345">
                  <a:moveTo>
                    <a:pt x="5068159" y="2913425"/>
                  </a:moveTo>
                  <a:lnTo>
                    <a:pt x="5048915" y="2913425"/>
                  </a:lnTo>
                  <a:lnTo>
                    <a:pt x="5040424" y="2919642"/>
                  </a:lnTo>
                  <a:lnTo>
                    <a:pt x="5040424" y="2938857"/>
                  </a:lnTo>
                  <a:lnTo>
                    <a:pt x="5046934" y="2947334"/>
                  </a:lnTo>
                  <a:lnTo>
                    <a:pt x="5068159" y="2947334"/>
                  </a:lnTo>
                  <a:lnTo>
                    <a:pt x="5074385" y="2940836"/>
                  </a:lnTo>
                  <a:lnTo>
                    <a:pt x="5074385" y="2921902"/>
                  </a:lnTo>
                  <a:lnTo>
                    <a:pt x="5068159" y="2913425"/>
                  </a:lnTo>
                  <a:close/>
                </a:path>
                <a:path w="9542780" h="6570345">
                  <a:moveTo>
                    <a:pt x="5068159" y="2957790"/>
                  </a:moveTo>
                  <a:lnTo>
                    <a:pt x="5048915" y="2957790"/>
                  </a:lnTo>
                  <a:lnTo>
                    <a:pt x="5040424" y="2964290"/>
                  </a:lnTo>
                  <a:lnTo>
                    <a:pt x="5040424" y="2983222"/>
                  </a:lnTo>
                  <a:lnTo>
                    <a:pt x="5046934" y="2991700"/>
                  </a:lnTo>
                  <a:lnTo>
                    <a:pt x="5068159" y="2991700"/>
                  </a:lnTo>
                  <a:lnTo>
                    <a:pt x="5074385" y="2985482"/>
                  </a:lnTo>
                  <a:lnTo>
                    <a:pt x="5074385" y="2966267"/>
                  </a:lnTo>
                  <a:lnTo>
                    <a:pt x="5068159" y="2957790"/>
                  </a:lnTo>
                  <a:close/>
                </a:path>
                <a:path w="9542780" h="6570345">
                  <a:moveTo>
                    <a:pt x="5068159" y="3135817"/>
                  </a:moveTo>
                  <a:lnTo>
                    <a:pt x="5048915" y="3135817"/>
                  </a:lnTo>
                  <a:lnTo>
                    <a:pt x="5040424" y="3142034"/>
                  </a:lnTo>
                  <a:lnTo>
                    <a:pt x="5040424" y="3163228"/>
                  </a:lnTo>
                  <a:lnTo>
                    <a:pt x="5046934" y="3169445"/>
                  </a:lnTo>
                  <a:lnTo>
                    <a:pt x="5057405" y="3169445"/>
                  </a:lnTo>
                  <a:lnTo>
                    <a:pt x="5068159" y="3167466"/>
                  </a:lnTo>
                  <a:lnTo>
                    <a:pt x="5074385" y="3160967"/>
                  </a:lnTo>
                  <a:lnTo>
                    <a:pt x="5074385" y="3144011"/>
                  </a:lnTo>
                  <a:lnTo>
                    <a:pt x="5068159" y="3135817"/>
                  </a:lnTo>
                  <a:close/>
                </a:path>
                <a:path w="9542780" h="6570345">
                  <a:moveTo>
                    <a:pt x="5068159" y="3180182"/>
                  </a:moveTo>
                  <a:lnTo>
                    <a:pt x="5048915" y="3180182"/>
                  </a:lnTo>
                  <a:lnTo>
                    <a:pt x="5040424" y="3186399"/>
                  </a:lnTo>
                  <a:lnTo>
                    <a:pt x="5040424" y="3205615"/>
                  </a:lnTo>
                  <a:lnTo>
                    <a:pt x="5046934" y="3214093"/>
                  </a:lnTo>
                  <a:lnTo>
                    <a:pt x="5057405" y="3214093"/>
                  </a:lnTo>
                  <a:lnTo>
                    <a:pt x="5068159" y="3211832"/>
                  </a:lnTo>
                  <a:lnTo>
                    <a:pt x="5074385" y="3205615"/>
                  </a:lnTo>
                  <a:lnTo>
                    <a:pt x="5074385" y="3188660"/>
                  </a:lnTo>
                  <a:lnTo>
                    <a:pt x="5068159" y="3180182"/>
                  </a:lnTo>
                  <a:close/>
                </a:path>
                <a:path w="9542780" h="6570345">
                  <a:moveTo>
                    <a:pt x="5068159" y="3222570"/>
                  </a:moveTo>
                  <a:lnTo>
                    <a:pt x="5048915" y="3222570"/>
                  </a:lnTo>
                  <a:lnTo>
                    <a:pt x="5040424" y="3228787"/>
                  </a:lnTo>
                  <a:lnTo>
                    <a:pt x="5040424" y="3248002"/>
                  </a:lnTo>
                  <a:lnTo>
                    <a:pt x="5046934" y="3256480"/>
                  </a:lnTo>
                  <a:lnTo>
                    <a:pt x="5068159" y="3256480"/>
                  </a:lnTo>
                  <a:lnTo>
                    <a:pt x="5074385" y="3249980"/>
                  </a:lnTo>
                  <a:lnTo>
                    <a:pt x="5074385" y="3231047"/>
                  </a:lnTo>
                  <a:lnTo>
                    <a:pt x="5068159" y="3222570"/>
                  </a:lnTo>
                  <a:close/>
                </a:path>
                <a:path w="9542780" h="6570345">
                  <a:moveTo>
                    <a:pt x="5068159" y="3266935"/>
                  </a:moveTo>
                  <a:lnTo>
                    <a:pt x="5048915" y="3266935"/>
                  </a:lnTo>
                  <a:lnTo>
                    <a:pt x="5040424" y="3273435"/>
                  </a:lnTo>
                  <a:lnTo>
                    <a:pt x="5040424" y="3292368"/>
                  </a:lnTo>
                  <a:lnTo>
                    <a:pt x="5046934" y="3300845"/>
                  </a:lnTo>
                  <a:lnTo>
                    <a:pt x="5068159" y="3300845"/>
                  </a:lnTo>
                  <a:lnTo>
                    <a:pt x="5074385" y="3294345"/>
                  </a:lnTo>
                  <a:lnTo>
                    <a:pt x="5074385" y="3275412"/>
                  </a:lnTo>
                  <a:lnTo>
                    <a:pt x="5068159" y="3266935"/>
                  </a:lnTo>
                  <a:close/>
                </a:path>
                <a:path w="9542780" h="6570345">
                  <a:moveTo>
                    <a:pt x="5068159" y="3444679"/>
                  </a:moveTo>
                  <a:lnTo>
                    <a:pt x="5048915" y="3444679"/>
                  </a:lnTo>
                  <a:lnTo>
                    <a:pt x="5040424" y="3451179"/>
                  </a:lnTo>
                  <a:lnTo>
                    <a:pt x="5040424" y="3470112"/>
                  </a:lnTo>
                  <a:lnTo>
                    <a:pt x="5046934" y="3478589"/>
                  </a:lnTo>
                  <a:lnTo>
                    <a:pt x="5057405" y="3478589"/>
                  </a:lnTo>
                  <a:lnTo>
                    <a:pt x="5068159" y="3476612"/>
                  </a:lnTo>
                  <a:lnTo>
                    <a:pt x="5074385" y="3470112"/>
                  </a:lnTo>
                  <a:lnTo>
                    <a:pt x="5074385" y="3453157"/>
                  </a:lnTo>
                  <a:lnTo>
                    <a:pt x="5068159" y="3444679"/>
                  </a:lnTo>
                  <a:close/>
                </a:path>
                <a:path w="9542780" h="6570345">
                  <a:moveTo>
                    <a:pt x="5068159" y="3489327"/>
                  </a:moveTo>
                  <a:lnTo>
                    <a:pt x="5048915" y="3489327"/>
                  </a:lnTo>
                  <a:lnTo>
                    <a:pt x="5040424" y="3495544"/>
                  </a:lnTo>
                  <a:lnTo>
                    <a:pt x="5040424" y="3514760"/>
                  </a:lnTo>
                  <a:lnTo>
                    <a:pt x="5046934" y="3523237"/>
                  </a:lnTo>
                  <a:lnTo>
                    <a:pt x="5057405" y="3523237"/>
                  </a:lnTo>
                  <a:lnTo>
                    <a:pt x="5068159" y="3520977"/>
                  </a:lnTo>
                  <a:lnTo>
                    <a:pt x="5074385" y="3514760"/>
                  </a:lnTo>
                  <a:lnTo>
                    <a:pt x="5074385" y="3497806"/>
                  </a:lnTo>
                  <a:lnTo>
                    <a:pt x="5068159" y="3489327"/>
                  </a:lnTo>
                  <a:close/>
                </a:path>
                <a:path w="9542780" h="6570345">
                  <a:moveTo>
                    <a:pt x="5068159" y="3531715"/>
                  </a:moveTo>
                  <a:lnTo>
                    <a:pt x="5048915" y="3531715"/>
                  </a:lnTo>
                  <a:lnTo>
                    <a:pt x="5040424" y="3537931"/>
                  </a:lnTo>
                  <a:lnTo>
                    <a:pt x="5040424" y="3557148"/>
                  </a:lnTo>
                  <a:lnTo>
                    <a:pt x="5046934" y="3565625"/>
                  </a:lnTo>
                  <a:lnTo>
                    <a:pt x="5068159" y="3565625"/>
                  </a:lnTo>
                  <a:lnTo>
                    <a:pt x="5074385" y="3559125"/>
                  </a:lnTo>
                  <a:lnTo>
                    <a:pt x="5074385" y="3540192"/>
                  </a:lnTo>
                  <a:lnTo>
                    <a:pt x="5068159" y="3531715"/>
                  </a:lnTo>
                  <a:close/>
                </a:path>
                <a:path w="9542780" h="6570345">
                  <a:moveTo>
                    <a:pt x="5068159" y="4681316"/>
                  </a:moveTo>
                  <a:lnTo>
                    <a:pt x="5048915" y="4681316"/>
                  </a:lnTo>
                  <a:lnTo>
                    <a:pt x="5040424" y="4687675"/>
                  </a:lnTo>
                  <a:lnTo>
                    <a:pt x="5040424" y="4706721"/>
                  </a:lnTo>
                  <a:lnTo>
                    <a:pt x="5046934" y="4715198"/>
                  </a:lnTo>
                  <a:lnTo>
                    <a:pt x="5057405" y="4715198"/>
                  </a:lnTo>
                  <a:lnTo>
                    <a:pt x="5068159" y="4713079"/>
                  </a:lnTo>
                  <a:lnTo>
                    <a:pt x="5074386" y="4706721"/>
                  </a:lnTo>
                  <a:lnTo>
                    <a:pt x="5074386" y="4689795"/>
                  </a:lnTo>
                  <a:lnTo>
                    <a:pt x="5068159" y="4681316"/>
                  </a:lnTo>
                  <a:close/>
                </a:path>
                <a:path w="9542780" h="6570345">
                  <a:moveTo>
                    <a:pt x="5068159" y="4725795"/>
                  </a:moveTo>
                  <a:lnTo>
                    <a:pt x="5048915" y="4725795"/>
                  </a:lnTo>
                  <a:lnTo>
                    <a:pt x="5040424" y="4732153"/>
                  </a:lnTo>
                  <a:lnTo>
                    <a:pt x="5040424" y="4753319"/>
                  </a:lnTo>
                  <a:lnTo>
                    <a:pt x="5046934" y="4759676"/>
                  </a:lnTo>
                  <a:lnTo>
                    <a:pt x="5057405" y="4759676"/>
                  </a:lnTo>
                  <a:lnTo>
                    <a:pt x="5068159" y="4757557"/>
                  </a:lnTo>
                  <a:lnTo>
                    <a:pt x="5074386" y="4751199"/>
                  </a:lnTo>
                  <a:lnTo>
                    <a:pt x="5074386" y="4734245"/>
                  </a:lnTo>
                  <a:lnTo>
                    <a:pt x="5068159" y="4725795"/>
                  </a:lnTo>
                  <a:close/>
                </a:path>
                <a:path w="9542780" h="6570345">
                  <a:moveTo>
                    <a:pt x="5068159" y="5653173"/>
                  </a:moveTo>
                  <a:lnTo>
                    <a:pt x="5048915" y="5653173"/>
                  </a:lnTo>
                  <a:lnTo>
                    <a:pt x="5040424" y="5659532"/>
                  </a:lnTo>
                  <a:lnTo>
                    <a:pt x="5040424" y="5678578"/>
                  </a:lnTo>
                  <a:lnTo>
                    <a:pt x="5046934" y="5687056"/>
                  </a:lnTo>
                  <a:lnTo>
                    <a:pt x="5057405" y="5687056"/>
                  </a:lnTo>
                  <a:lnTo>
                    <a:pt x="5068159" y="5684936"/>
                  </a:lnTo>
                  <a:lnTo>
                    <a:pt x="5074386" y="5678578"/>
                  </a:lnTo>
                  <a:lnTo>
                    <a:pt x="5074386" y="5661651"/>
                  </a:lnTo>
                  <a:lnTo>
                    <a:pt x="5068159" y="5653173"/>
                  </a:lnTo>
                  <a:close/>
                </a:path>
                <a:path w="9542780" h="6570345">
                  <a:moveTo>
                    <a:pt x="5068159" y="5695533"/>
                  </a:moveTo>
                  <a:lnTo>
                    <a:pt x="5048915" y="5695533"/>
                  </a:lnTo>
                  <a:lnTo>
                    <a:pt x="5040424" y="5701863"/>
                  </a:lnTo>
                  <a:lnTo>
                    <a:pt x="5040424" y="5720937"/>
                  </a:lnTo>
                  <a:lnTo>
                    <a:pt x="5046934" y="5729386"/>
                  </a:lnTo>
                  <a:lnTo>
                    <a:pt x="5068159" y="5729386"/>
                  </a:lnTo>
                  <a:lnTo>
                    <a:pt x="5074386" y="5723056"/>
                  </a:lnTo>
                  <a:lnTo>
                    <a:pt x="5074386" y="5703982"/>
                  </a:lnTo>
                  <a:lnTo>
                    <a:pt x="5068159" y="5695533"/>
                  </a:lnTo>
                  <a:close/>
                </a:path>
                <a:path w="9542780" h="6570345">
                  <a:moveTo>
                    <a:pt x="5068159" y="6182507"/>
                  </a:moveTo>
                  <a:lnTo>
                    <a:pt x="5048915" y="6182507"/>
                  </a:lnTo>
                  <a:lnTo>
                    <a:pt x="5040424" y="6188866"/>
                  </a:lnTo>
                  <a:lnTo>
                    <a:pt x="5040424" y="6210030"/>
                  </a:lnTo>
                  <a:lnTo>
                    <a:pt x="5046934" y="6216389"/>
                  </a:lnTo>
                  <a:lnTo>
                    <a:pt x="5068159" y="6216389"/>
                  </a:lnTo>
                  <a:lnTo>
                    <a:pt x="5074386" y="6207911"/>
                  </a:lnTo>
                  <a:lnTo>
                    <a:pt x="5074386" y="6190984"/>
                  </a:lnTo>
                  <a:lnTo>
                    <a:pt x="5068159" y="6182507"/>
                  </a:lnTo>
                  <a:close/>
                </a:path>
                <a:path w="9542780" h="6570345">
                  <a:moveTo>
                    <a:pt x="5068159" y="6226957"/>
                  </a:moveTo>
                  <a:lnTo>
                    <a:pt x="5048915" y="6226957"/>
                  </a:lnTo>
                  <a:lnTo>
                    <a:pt x="5040424" y="6233316"/>
                  </a:lnTo>
                  <a:lnTo>
                    <a:pt x="5040424" y="6254480"/>
                  </a:lnTo>
                  <a:lnTo>
                    <a:pt x="5046934" y="6260839"/>
                  </a:lnTo>
                  <a:lnTo>
                    <a:pt x="5068159" y="6260839"/>
                  </a:lnTo>
                  <a:lnTo>
                    <a:pt x="5074386" y="6252362"/>
                  </a:lnTo>
                  <a:lnTo>
                    <a:pt x="5074386" y="6235434"/>
                  </a:lnTo>
                  <a:lnTo>
                    <a:pt x="5068159" y="6226957"/>
                  </a:lnTo>
                  <a:close/>
                </a:path>
                <a:path w="9542780" h="6570345">
                  <a:moveTo>
                    <a:pt x="5025707" y="1985989"/>
                  </a:moveTo>
                  <a:lnTo>
                    <a:pt x="5006463" y="1985989"/>
                  </a:lnTo>
                  <a:lnTo>
                    <a:pt x="4997973" y="1992207"/>
                  </a:lnTo>
                  <a:lnTo>
                    <a:pt x="4997973" y="2013400"/>
                  </a:lnTo>
                  <a:lnTo>
                    <a:pt x="5004481" y="2019899"/>
                  </a:lnTo>
                  <a:lnTo>
                    <a:pt x="5023444" y="2019899"/>
                  </a:lnTo>
                  <a:lnTo>
                    <a:pt x="5031934" y="2013400"/>
                  </a:lnTo>
                  <a:lnTo>
                    <a:pt x="5031934" y="1994467"/>
                  </a:lnTo>
                  <a:lnTo>
                    <a:pt x="5025707" y="1985989"/>
                  </a:lnTo>
                  <a:close/>
                </a:path>
                <a:path w="9542780" h="6570345">
                  <a:moveTo>
                    <a:pt x="5025707" y="2030355"/>
                  </a:moveTo>
                  <a:lnTo>
                    <a:pt x="5006463" y="2030355"/>
                  </a:lnTo>
                  <a:lnTo>
                    <a:pt x="4997973" y="2036855"/>
                  </a:lnTo>
                  <a:lnTo>
                    <a:pt x="4997973" y="2058047"/>
                  </a:lnTo>
                  <a:lnTo>
                    <a:pt x="5004481" y="2064265"/>
                  </a:lnTo>
                  <a:lnTo>
                    <a:pt x="5023444" y="2064265"/>
                  </a:lnTo>
                  <a:lnTo>
                    <a:pt x="5031934" y="2058047"/>
                  </a:lnTo>
                  <a:lnTo>
                    <a:pt x="5031934" y="2038832"/>
                  </a:lnTo>
                  <a:lnTo>
                    <a:pt x="5025707" y="2030355"/>
                  </a:lnTo>
                  <a:close/>
                </a:path>
                <a:path w="9542780" h="6570345">
                  <a:moveTo>
                    <a:pt x="5025707" y="2428514"/>
                  </a:moveTo>
                  <a:lnTo>
                    <a:pt x="5006463" y="2428514"/>
                  </a:lnTo>
                  <a:lnTo>
                    <a:pt x="4997973" y="2434730"/>
                  </a:lnTo>
                  <a:lnTo>
                    <a:pt x="4997973" y="2453946"/>
                  </a:lnTo>
                  <a:lnTo>
                    <a:pt x="5004481" y="2462423"/>
                  </a:lnTo>
                  <a:lnTo>
                    <a:pt x="5023444" y="2462423"/>
                  </a:lnTo>
                  <a:lnTo>
                    <a:pt x="5031934" y="2453946"/>
                  </a:lnTo>
                  <a:lnTo>
                    <a:pt x="5031934" y="2436991"/>
                  </a:lnTo>
                  <a:lnTo>
                    <a:pt x="5025707" y="2428514"/>
                  </a:lnTo>
                  <a:close/>
                </a:path>
                <a:path w="9542780" h="6570345">
                  <a:moveTo>
                    <a:pt x="5025707" y="2472879"/>
                  </a:moveTo>
                  <a:lnTo>
                    <a:pt x="5006463" y="2472879"/>
                  </a:lnTo>
                  <a:lnTo>
                    <a:pt x="4997973" y="2479379"/>
                  </a:lnTo>
                  <a:lnTo>
                    <a:pt x="4997973" y="2498310"/>
                  </a:lnTo>
                  <a:lnTo>
                    <a:pt x="5004481" y="2506789"/>
                  </a:lnTo>
                  <a:lnTo>
                    <a:pt x="5023444" y="2506789"/>
                  </a:lnTo>
                  <a:lnTo>
                    <a:pt x="5031934" y="2498310"/>
                  </a:lnTo>
                  <a:lnTo>
                    <a:pt x="5031934" y="2481356"/>
                  </a:lnTo>
                  <a:lnTo>
                    <a:pt x="5025707" y="2472879"/>
                  </a:lnTo>
                  <a:close/>
                </a:path>
                <a:path w="9542780" h="6570345">
                  <a:moveTo>
                    <a:pt x="5025707" y="2517527"/>
                  </a:moveTo>
                  <a:lnTo>
                    <a:pt x="5006463" y="2517527"/>
                  </a:lnTo>
                  <a:lnTo>
                    <a:pt x="4997973" y="2523743"/>
                  </a:lnTo>
                  <a:lnTo>
                    <a:pt x="4997973" y="2544937"/>
                  </a:lnTo>
                  <a:lnTo>
                    <a:pt x="5004481" y="2551437"/>
                  </a:lnTo>
                  <a:lnTo>
                    <a:pt x="5014953" y="2551437"/>
                  </a:lnTo>
                  <a:lnTo>
                    <a:pt x="5023444" y="2549177"/>
                  </a:lnTo>
                  <a:lnTo>
                    <a:pt x="5031934" y="2542959"/>
                  </a:lnTo>
                  <a:lnTo>
                    <a:pt x="5031934" y="2526004"/>
                  </a:lnTo>
                  <a:lnTo>
                    <a:pt x="5025707" y="2517527"/>
                  </a:lnTo>
                  <a:close/>
                </a:path>
                <a:path w="9542780" h="6570345">
                  <a:moveTo>
                    <a:pt x="5025707" y="2561892"/>
                  </a:moveTo>
                  <a:lnTo>
                    <a:pt x="5006463" y="2561892"/>
                  </a:lnTo>
                  <a:lnTo>
                    <a:pt x="4997973" y="2568108"/>
                  </a:lnTo>
                  <a:lnTo>
                    <a:pt x="4997973" y="2589302"/>
                  </a:lnTo>
                  <a:lnTo>
                    <a:pt x="5004481" y="2595802"/>
                  </a:lnTo>
                  <a:lnTo>
                    <a:pt x="5014953" y="2595802"/>
                  </a:lnTo>
                  <a:lnTo>
                    <a:pt x="5023444" y="2593541"/>
                  </a:lnTo>
                  <a:lnTo>
                    <a:pt x="5031934" y="2587325"/>
                  </a:lnTo>
                  <a:lnTo>
                    <a:pt x="5031934" y="2570369"/>
                  </a:lnTo>
                  <a:lnTo>
                    <a:pt x="5025707" y="2561892"/>
                  </a:lnTo>
                  <a:close/>
                </a:path>
                <a:path w="9542780" h="6570345">
                  <a:moveTo>
                    <a:pt x="5025707" y="2604279"/>
                  </a:moveTo>
                  <a:lnTo>
                    <a:pt x="5006463" y="2604279"/>
                  </a:lnTo>
                  <a:lnTo>
                    <a:pt x="4997973" y="2610496"/>
                  </a:lnTo>
                  <a:lnTo>
                    <a:pt x="4997973" y="2631690"/>
                  </a:lnTo>
                  <a:lnTo>
                    <a:pt x="5004481" y="2638190"/>
                  </a:lnTo>
                  <a:lnTo>
                    <a:pt x="5023444" y="2638190"/>
                  </a:lnTo>
                  <a:lnTo>
                    <a:pt x="5031934" y="2631690"/>
                  </a:lnTo>
                  <a:lnTo>
                    <a:pt x="5031934" y="2612757"/>
                  </a:lnTo>
                  <a:lnTo>
                    <a:pt x="5025707" y="2604279"/>
                  </a:lnTo>
                  <a:close/>
                </a:path>
                <a:path w="9542780" h="6570345">
                  <a:moveTo>
                    <a:pt x="5025707" y="2693292"/>
                  </a:moveTo>
                  <a:lnTo>
                    <a:pt x="5006463" y="2693292"/>
                  </a:lnTo>
                  <a:lnTo>
                    <a:pt x="4997973" y="2699510"/>
                  </a:lnTo>
                  <a:lnTo>
                    <a:pt x="4997973" y="2718443"/>
                  </a:lnTo>
                  <a:lnTo>
                    <a:pt x="5004481" y="2726921"/>
                  </a:lnTo>
                  <a:lnTo>
                    <a:pt x="5023444" y="2726921"/>
                  </a:lnTo>
                  <a:lnTo>
                    <a:pt x="5031934" y="2718443"/>
                  </a:lnTo>
                  <a:lnTo>
                    <a:pt x="5031934" y="2701771"/>
                  </a:lnTo>
                  <a:lnTo>
                    <a:pt x="5025707" y="2693292"/>
                  </a:lnTo>
                  <a:close/>
                </a:path>
                <a:path w="9542780" h="6570345">
                  <a:moveTo>
                    <a:pt x="5025707" y="2737658"/>
                  </a:moveTo>
                  <a:lnTo>
                    <a:pt x="5006463" y="2737658"/>
                  </a:lnTo>
                  <a:lnTo>
                    <a:pt x="4997973" y="2743875"/>
                  </a:lnTo>
                  <a:lnTo>
                    <a:pt x="4997973" y="2763090"/>
                  </a:lnTo>
                  <a:lnTo>
                    <a:pt x="5004481" y="2771569"/>
                  </a:lnTo>
                  <a:lnTo>
                    <a:pt x="5023444" y="2771569"/>
                  </a:lnTo>
                  <a:lnTo>
                    <a:pt x="5031934" y="2763090"/>
                  </a:lnTo>
                  <a:lnTo>
                    <a:pt x="5031934" y="2746136"/>
                  </a:lnTo>
                  <a:lnTo>
                    <a:pt x="5025707" y="2737658"/>
                  </a:lnTo>
                  <a:close/>
                </a:path>
                <a:path w="9542780" h="6570345">
                  <a:moveTo>
                    <a:pt x="5025707" y="2871038"/>
                  </a:moveTo>
                  <a:lnTo>
                    <a:pt x="5006463" y="2871038"/>
                  </a:lnTo>
                  <a:lnTo>
                    <a:pt x="4997973" y="2877254"/>
                  </a:lnTo>
                  <a:lnTo>
                    <a:pt x="4997973" y="2896469"/>
                  </a:lnTo>
                  <a:lnTo>
                    <a:pt x="5004481" y="2904947"/>
                  </a:lnTo>
                  <a:lnTo>
                    <a:pt x="5014953" y="2904947"/>
                  </a:lnTo>
                  <a:lnTo>
                    <a:pt x="5023444" y="2902686"/>
                  </a:lnTo>
                  <a:lnTo>
                    <a:pt x="5031934" y="2896469"/>
                  </a:lnTo>
                  <a:lnTo>
                    <a:pt x="5031934" y="2879515"/>
                  </a:lnTo>
                  <a:lnTo>
                    <a:pt x="5025707" y="2871038"/>
                  </a:lnTo>
                  <a:close/>
                </a:path>
                <a:path w="9542780" h="6570345">
                  <a:moveTo>
                    <a:pt x="5025707" y="2913425"/>
                  </a:moveTo>
                  <a:lnTo>
                    <a:pt x="5006463" y="2913425"/>
                  </a:lnTo>
                  <a:lnTo>
                    <a:pt x="4997973" y="2919642"/>
                  </a:lnTo>
                  <a:lnTo>
                    <a:pt x="4997973" y="2938857"/>
                  </a:lnTo>
                  <a:lnTo>
                    <a:pt x="5004481" y="2947334"/>
                  </a:lnTo>
                  <a:lnTo>
                    <a:pt x="5023444" y="2947334"/>
                  </a:lnTo>
                  <a:lnTo>
                    <a:pt x="5031934" y="2940836"/>
                  </a:lnTo>
                  <a:lnTo>
                    <a:pt x="5031934" y="2921902"/>
                  </a:lnTo>
                  <a:lnTo>
                    <a:pt x="5025707" y="2913425"/>
                  </a:lnTo>
                  <a:close/>
                </a:path>
                <a:path w="9542780" h="6570345">
                  <a:moveTo>
                    <a:pt x="5025707" y="2957790"/>
                  </a:moveTo>
                  <a:lnTo>
                    <a:pt x="5006463" y="2957790"/>
                  </a:lnTo>
                  <a:lnTo>
                    <a:pt x="4997973" y="2964290"/>
                  </a:lnTo>
                  <a:lnTo>
                    <a:pt x="4997973" y="2983222"/>
                  </a:lnTo>
                  <a:lnTo>
                    <a:pt x="5004481" y="2991700"/>
                  </a:lnTo>
                  <a:lnTo>
                    <a:pt x="5023444" y="2991700"/>
                  </a:lnTo>
                  <a:lnTo>
                    <a:pt x="5031934" y="2985482"/>
                  </a:lnTo>
                  <a:lnTo>
                    <a:pt x="5031934" y="2966267"/>
                  </a:lnTo>
                  <a:lnTo>
                    <a:pt x="5025707" y="2957790"/>
                  </a:lnTo>
                  <a:close/>
                </a:path>
                <a:path w="9542780" h="6570345">
                  <a:moveTo>
                    <a:pt x="5025707" y="3002155"/>
                  </a:moveTo>
                  <a:lnTo>
                    <a:pt x="5006463" y="3002155"/>
                  </a:lnTo>
                  <a:lnTo>
                    <a:pt x="4997973" y="3008655"/>
                  </a:lnTo>
                  <a:lnTo>
                    <a:pt x="4997973" y="3027588"/>
                  </a:lnTo>
                  <a:lnTo>
                    <a:pt x="5004481" y="3036065"/>
                  </a:lnTo>
                  <a:lnTo>
                    <a:pt x="5023444" y="3036065"/>
                  </a:lnTo>
                  <a:lnTo>
                    <a:pt x="5031934" y="3027588"/>
                  </a:lnTo>
                  <a:lnTo>
                    <a:pt x="5031934" y="3010634"/>
                  </a:lnTo>
                  <a:lnTo>
                    <a:pt x="5025707" y="3002155"/>
                  </a:lnTo>
                  <a:close/>
                </a:path>
                <a:path w="9542780" h="6570345">
                  <a:moveTo>
                    <a:pt x="5025707" y="3046803"/>
                  </a:moveTo>
                  <a:lnTo>
                    <a:pt x="5006463" y="3046803"/>
                  </a:lnTo>
                  <a:lnTo>
                    <a:pt x="4997973" y="3053020"/>
                  </a:lnTo>
                  <a:lnTo>
                    <a:pt x="4997973" y="3072236"/>
                  </a:lnTo>
                  <a:lnTo>
                    <a:pt x="5004481" y="3080713"/>
                  </a:lnTo>
                  <a:lnTo>
                    <a:pt x="5023444" y="3080713"/>
                  </a:lnTo>
                  <a:lnTo>
                    <a:pt x="5031934" y="3072236"/>
                  </a:lnTo>
                  <a:lnTo>
                    <a:pt x="5031934" y="3055280"/>
                  </a:lnTo>
                  <a:lnTo>
                    <a:pt x="5025707" y="3046803"/>
                  </a:lnTo>
                  <a:close/>
                </a:path>
                <a:path w="9542780" h="6570345">
                  <a:moveTo>
                    <a:pt x="5025707" y="3135817"/>
                  </a:moveTo>
                  <a:lnTo>
                    <a:pt x="5006463" y="3135817"/>
                  </a:lnTo>
                  <a:lnTo>
                    <a:pt x="4997973" y="3142034"/>
                  </a:lnTo>
                  <a:lnTo>
                    <a:pt x="4997973" y="3163228"/>
                  </a:lnTo>
                  <a:lnTo>
                    <a:pt x="5004481" y="3169445"/>
                  </a:lnTo>
                  <a:lnTo>
                    <a:pt x="5014953" y="3169445"/>
                  </a:lnTo>
                  <a:lnTo>
                    <a:pt x="5023444" y="3167466"/>
                  </a:lnTo>
                  <a:lnTo>
                    <a:pt x="5031934" y="3160967"/>
                  </a:lnTo>
                  <a:lnTo>
                    <a:pt x="5031934" y="3144011"/>
                  </a:lnTo>
                  <a:lnTo>
                    <a:pt x="5025707" y="3135817"/>
                  </a:lnTo>
                  <a:close/>
                </a:path>
                <a:path w="9542780" h="6570345">
                  <a:moveTo>
                    <a:pt x="5025707" y="3180182"/>
                  </a:moveTo>
                  <a:lnTo>
                    <a:pt x="5006463" y="3180182"/>
                  </a:lnTo>
                  <a:lnTo>
                    <a:pt x="4997973" y="3186399"/>
                  </a:lnTo>
                  <a:lnTo>
                    <a:pt x="4997973" y="3205615"/>
                  </a:lnTo>
                  <a:lnTo>
                    <a:pt x="5004481" y="3214093"/>
                  </a:lnTo>
                  <a:lnTo>
                    <a:pt x="5014953" y="3214093"/>
                  </a:lnTo>
                  <a:lnTo>
                    <a:pt x="5023444" y="3211832"/>
                  </a:lnTo>
                  <a:lnTo>
                    <a:pt x="5031934" y="3205615"/>
                  </a:lnTo>
                  <a:lnTo>
                    <a:pt x="5031934" y="3188660"/>
                  </a:lnTo>
                  <a:lnTo>
                    <a:pt x="5025707" y="3180182"/>
                  </a:lnTo>
                  <a:close/>
                </a:path>
                <a:path w="9542780" h="6570345">
                  <a:moveTo>
                    <a:pt x="5025707" y="3222570"/>
                  </a:moveTo>
                  <a:lnTo>
                    <a:pt x="5006463" y="3222570"/>
                  </a:lnTo>
                  <a:lnTo>
                    <a:pt x="4997973" y="3228787"/>
                  </a:lnTo>
                  <a:lnTo>
                    <a:pt x="4997973" y="3248002"/>
                  </a:lnTo>
                  <a:lnTo>
                    <a:pt x="5004481" y="3256480"/>
                  </a:lnTo>
                  <a:lnTo>
                    <a:pt x="5023444" y="3256480"/>
                  </a:lnTo>
                  <a:lnTo>
                    <a:pt x="5031934" y="3249980"/>
                  </a:lnTo>
                  <a:lnTo>
                    <a:pt x="5031934" y="3231047"/>
                  </a:lnTo>
                  <a:lnTo>
                    <a:pt x="5025707" y="3222570"/>
                  </a:lnTo>
                  <a:close/>
                </a:path>
                <a:path w="9542780" h="6570345">
                  <a:moveTo>
                    <a:pt x="5025707" y="3444679"/>
                  </a:moveTo>
                  <a:lnTo>
                    <a:pt x="5006463" y="3444679"/>
                  </a:lnTo>
                  <a:lnTo>
                    <a:pt x="4997973" y="3451179"/>
                  </a:lnTo>
                  <a:lnTo>
                    <a:pt x="4997973" y="3470112"/>
                  </a:lnTo>
                  <a:lnTo>
                    <a:pt x="5004481" y="3478589"/>
                  </a:lnTo>
                  <a:lnTo>
                    <a:pt x="5014953" y="3478589"/>
                  </a:lnTo>
                  <a:lnTo>
                    <a:pt x="5023444" y="3476612"/>
                  </a:lnTo>
                  <a:lnTo>
                    <a:pt x="5031934" y="3470112"/>
                  </a:lnTo>
                  <a:lnTo>
                    <a:pt x="5031934" y="3453157"/>
                  </a:lnTo>
                  <a:lnTo>
                    <a:pt x="5025707" y="3444679"/>
                  </a:lnTo>
                  <a:close/>
                </a:path>
                <a:path w="9542780" h="6570345">
                  <a:moveTo>
                    <a:pt x="5025707" y="3489327"/>
                  </a:moveTo>
                  <a:lnTo>
                    <a:pt x="5006463" y="3489327"/>
                  </a:lnTo>
                  <a:lnTo>
                    <a:pt x="4997973" y="3495544"/>
                  </a:lnTo>
                  <a:lnTo>
                    <a:pt x="4997973" y="3514760"/>
                  </a:lnTo>
                  <a:lnTo>
                    <a:pt x="5004481" y="3523237"/>
                  </a:lnTo>
                  <a:lnTo>
                    <a:pt x="5014953" y="3523237"/>
                  </a:lnTo>
                  <a:lnTo>
                    <a:pt x="5023444" y="3520977"/>
                  </a:lnTo>
                  <a:lnTo>
                    <a:pt x="5031934" y="3514760"/>
                  </a:lnTo>
                  <a:lnTo>
                    <a:pt x="5031934" y="3497806"/>
                  </a:lnTo>
                  <a:lnTo>
                    <a:pt x="5025707" y="3489327"/>
                  </a:lnTo>
                  <a:close/>
                </a:path>
                <a:path w="9542780" h="6570345">
                  <a:moveTo>
                    <a:pt x="5025707" y="3531715"/>
                  </a:moveTo>
                  <a:lnTo>
                    <a:pt x="5006463" y="3531715"/>
                  </a:lnTo>
                  <a:lnTo>
                    <a:pt x="4997973" y="3537931"/>
                  </a:lnTo>
                  <a:lnTo>
                    <a:pt x="4997973" y="3557148"/>
                  </a:lnTo>
                  <a:lnTo>
                    <a:pt x="5004481" y="3565625"/>
                  </a:lnTo>
                  <a:lnTo>
                    <a:pt x="5023444" y="3565625"/>
                  </a:lnTo>
                  <a:lnTo>
                    <a:pt x="5031934" y="3559125"/>
                  </a:lnTo>
                  <a:lnTo>
                    <a:pt x="5031934" y="3540192"/>
                  </a:lnTo>
                  <a:lnTo>
                    <a:pt x="5025707" y="3531715"/>
                  </a:lnTo>
                  <a:close/>
                </a:path>
                <a:path w="9542780" h="6570345">
                  <a:moveTo>
                    <a:pt x="5025708" y="4636866"/>
                  </a:moveTo>
                  <a:lnTo>
                    <a:pt x="5006463" y="4636866"/>
                  </a:lnTo>
                  <a:lnTo>
                    <a:pt x="4997973" y="4643225"/>
                  </a:lnTo>
                  <a:lnTo>
                    <a:pt x="4997973" y="4662270"/>
                  </a:lnTo>
                  <a:lnTo>
                    <a:pt x="5004481" y="4670748"/>
                  </a:lnTo>
                  <a:lnTo>
                    <a:pt x="5023444" y="4670748"/>
                  </a:lnTo>
                  <a:lnTo>
                    <a:pt x="5031934" y="4662270"/>
                  </a:lnTo>
                  <a:lnTo>
                    <a:pt x="5031934" y="4645343"/>
                  </a:lnTo>
                  <a:lnTo>
                    <a:pt x="5025708" y="4636866"/>
                  </a:lnTo>
                  <a:close/>
                </a:path>
                <a:path w="9542780" h="6570345">
                  <a:moveTo>
                    <a:pt x="5025708" y="4681316"/>
                  </a:moveTo>
                  <a:lnTo>
                    <a:pt x="5006463" y="4681316"/>
                  </a:lnTo>
                  <a:lnTo>
                    <a:pt x="4997973" y="4687675"/>
                  </a:lnTo>
                  <a:lnTo>
                    <a:pt x="4997973" y="4706721"/>
                  </a:lnTo>
                  <a:lnTo>
                    <a:pt x="5004481" y="4715198"/>
                  </a:lnTo>
                  <a:lnTo>
                    <a:pt x="5014953" y="4715198"/>
                  </a:lnTo>
                  <a:lnTo>
                    <a:pt x="5023444" y="4713079"/>
                  </a:lnTo>
                  <a:lnTo>
                    <a:pt x="5031934" y="4706721"/>
                  </a:lnTo>
                  <a:lnTo>
                    <a:pt x="5031934" y="4689793"/>
                  </a:lnTo>
                  <a:lnTo>
                    <a:pt x="5025708" y="4681316"/>
                  </a:lnTo>
                  <a:close/>
                </a:path>
                <a:path w="9542780" h="6570345">
                  <a:moveTo>
                    <a:pt x="5025708" y="4725795"/>
                  </a:moveTo>
                  <a:lnTo>
                    <a:pt x="5006463" y="4725795"/>
                  </a:lnTo>
                  <a:lnTo>
                    <a:pt x="4997973" y="4732153"/>
                  </a:lnTo>
                  <a:lnTo>
                    <a:pt x="4997973" y="4753319"/>
                  </a:lnTo>
                  <a:lnTo>
                    <a:pt x="5004481" y="4759676"/>
                  </a:lnTo>
                  <a:lnTo>
                    <a:pt x="5014953" y="4759676"/>
                  </a:lnTo>
                  <a:lnTo>
                    <a:pt x="5023444" y="4757557"/>
                  </a:lnTo>
                  <a:lnTo>
                    <a:pt x="5031934" y="4751199"/>
                  </a:lnTo>
                  <a:lnTo>
                    <a:pt x="5031934" y="4734245"/>
                  </a:lnTo>
                  <a:lnTo>
                    <a:pt x="5025708" y="4725795"/>
                  </a:lnTo>
                  <a:close/>
                </a:path>
                <a:path w="9542780" h="6570345">
                  <a:moveTo>
                    <a:pt x="5025708" y="4945983"/>
                  </a:moveTo>
                  <a:lnTo>
                    <a:pt x="5006463" y="4945983"/>
                  </a:lnTo>
                  <a:lnTo>
                    <a:pt x="4997973" y="4952342"/>
                  </a:lnTo>
                  <a:lnTo>
                    <a:pt x="4997973" y="4971388"/>
                  </a:lnTo>
                  <a:lnTo>
                    <a:pt x="5004481" y="4979865"/>
                  </a:lnTo>
                  <a:lnTo>
                    <a:pt x="5023444" y="4979865"/>
                  </a:lnTo>
                  <a:lnTo>
                    <a:pt x="5031934" y="4971388"/>
                  </a:lnTo>
                  <a:lnTo>
                    <a:pt x="5031934" y="4954460"/>
                  </a:lnTo>
                  <a:lnTo>
                    <a:pt x="5025708" y="4945983"/>
                  </a:lnTo>
                  <a:close/>
                </a:path>
                <a:path w="9542780" h="6570345">
                  <a:moveTo>
                    <a:pt x="5025708" y="4990462"/>
                  </a:moveTo>
                  <a:lnTo>
                    <a:pt x="5006463" y="4990462"/>
                  </a:lnTo>
                  <a:lnTo>
                    <a:pt x="4997973" y="4996792"/>
                  </a:lnTo>
                  <a:lnTo>
                    <a:pt x="4997973" y="5015866"/>
                  </a:lnTo>
                  <a:lnTo>
                    <a:pt x="5004481" y="5024343"/>
                  </a:lnTo>
                  <a:lnTo>
                    <a:pt x="5023444" y="5024343"/>
                  </a:lnTo>
                  <a:lnTo>
                    <a:pt x="5031934" y="5015866"/>
                  </a:lnTo>
                  <a:lnTo>
                    <a:pt x="5031934" y="4998911"/>
                  </a:lnTo>
                  <a:lnTo>
                    <a:pt x="5025708" y="4990462"/>
                  </a:lnTo>
                  <a:close/>
                </a:path>
                <a:path w="9542780" h="6570345">
                  <a:moveTo>
                    <a:pt x="5025708" y="5430866"/>
                  </a:moveTo>
                  <a:lnTo>
                    <a:pt x="5006463" y="5430866"/>
                  </a:lnTo>
                  <a:lnTo>
                    <a:pt x="4997973" y="5437196"/>
                  </a:lnTo>
                  <a:lnTo>
                    <a:pt x="4997973" y="5458390"/>
                  </a:lnTo>
                  <a:lnTo>
                    <a:pt x="5004481" y="5464719"/>
                  </a:lnTo>
                  <a:lnTo>
                    <a:pt x="5023444" y="5464719"/>
                  </a:lnTo>
                  <a:lnTo>
                    <a:pt x="5031934" y="5458390"/>
                  </a:lnTo>
                  <a:lnTo>
                    <a:pt x="5031934" y="5439316"/>
                  </a:lnTo>
                  <a:lnTo>
                    <a:pt x="5025708" y="5430866"/>
                  </a:lnTo>
                  <a:close/>
                </a:path>
                <a:path w="9542780" h="6570345">
                  <a:moveTo>
                    <a:pt x="5025708" y="5475316"/>
                  </a:moveTo>
                  <a:lnTo>
                    <a:pt x="5006463" y="5475316"/>
                  </a:lnTo>
                  <a:lnTo>
                    <a:pt x="4997973" y="5481675"/>
                  </a:lnTo>
                  <a:lnTo>
                    <a:pt x="4997973" y="5502840"/>
                  </a:lnTo>
                  <a:lnTo>
                    <a:pt x="5004481" y="5509199"/>
                  </a:lnTo>
                  <a:lnTo>
                    <a:pt x="5023444" y="5509199"/>
                  </a:lnTo>
                  <a:lnTo>
                    <a:pt x="5031934" y="5500720"/>
                  </a:lnTo>
                  <a:lnTo>
                    <a:pt x="5031934" y="5483793"/>
                  </a:lnTo>
                  <a:lnTo>
                    <a:pt x="5025708" y="5475316"/>
                  </a:lnTo>
                  <a:close/>
                </a:path>
                <a:path w="9542780" h="6570345">
                  <a:moveTo>
                    <a:pt x="5025708" y="5564245"/>
                  </a:moveTo>
                  <a:lnTo>
                    <a:pt x="5006463" y="5564245"/>
                  </a:lnTo>
                  <a:lnTo>
                    <a:pt x="4997973" y="5570603"/>
                  </a:lnTo>
                  <a:lnTo>
                    <a:pt x="4997973" y="5589649"/>
                  </a:lnTo>
                  <a:lnTo>
                    <a:pt x="5004481" y="5598126"/>
                  </a:lnTo>
                  <a:lnTo>
                    <a:pt x="5023444" y="5598126"/>
                  </a:lnTo>
                  <a:lnTo>
                    <a:pt x="5031934" y="5589649"/>
                  </a:lnTo>
                  <a:lnTo>
                    <a:pt x="5031934" y="5572723"/>
                  </a:lnTo>
                  <a:lnTo>
                    <a:pt x="5025708" y="5564245"/>
                  </a:lnTo>
                  <a:close/>
                </a:path>
                <a:path w="9542780" h="6570345">
                  <a:moveTo>
                    <a:pt x="5025708" y="5608723"/>
                  </a:moveTo>
                  <a:lnTo>
                    <a:pt x="5006463" y="5608723"/>
                  </a:lnTo>
                  <a:lnTo>
                    <a:pt x="4997973" y="5615053"/>
                  </a:lnTo>
                  <a:lnTo>
                    <a:pt x="4997973" y="5634127"/>
                  </a:lnTo>
                  <a:lnTo>
                    <a:pt x="5004481" y="5642576"/>
                  </a:lnTo>
                  <a:lnTo>
                    <a:pt x="5023444" y="5642576"/>
                  </a:lnTo>
                  <a:lnTo>
                    <a:pt x="5031934" y="5634127"/>
                  </a:lnTo>
                  <a:lnTo>
                    <a:pt x="5031934" y="5617173"/>
                  </a:lnTo>
                  <a:lnTo>
                    <a:pt x="5025708" y="5608723"/>
                  </a:lnTo>
                  <a:close/>
                </a:path>
                <a:path w="9542780" h="6570345">
                  <a:moveTo>
                    <a:pt x="5025708" y="6182507"/>
                  </a:moveTo>
                  <a:lnTo>
                    <a:pt x="5006463" y="6182507"/>
                  </a:lnTo>
                  <a:lnTo>
                    <a:pt x="4997973" y="6188866"/>
                  </a:lnTo>
                  <a:lnTo>
                    <a:pt x="4997973" y="6210030"/>
                  </a:lnTo>
                  <a:lnTo>
                    <a:pt x="5004481" y="6216389"/>
                  </a:lnTo>
                  <a:lnTo>
                    <a:pt x="5023444" y="6216389"/>
                  </a:lnTo>
                  <a:lnTo>
                    <a:pt x="5031934" y="6207911"/>
                  </a:lnTo>
                  <a:lnTo>
                    <a:pt x="5031934" y="6190984"/>
                  </a:lnTo>
                  <a:lnTo>
                    <a:pt x="5025708" y="6182507"/>
                  </a:lnTo>
                  <a:close/>
                </a:path>
                <a:path w="9542780" h="6570345">
                  <a:moveTo>
                    <a:pt x="5025708" y="6226957"/>
                  </a:moveTo>
                  <a:lnTo>
                    <a:pt x="5006463" y="6226957"/>
                  </a:lnTo>
                  <a:lnTo>
                    <a:pt x="4997973" y="6233316"/>
                  </a:lnTo>
                  <a:lnTo>
                    <a:pt x="4997973" y="6254480"/>
                  </a:lnTo>
                  <a:lnTo>
                    <a:pt x="5004481" y="6260839"/>
                  </a:lnTo>
                  <a:lnTo>
                    <a:pt x="5023444" y="6260839"/>
                  </a:lnTo>
                  <a:lnTo>
                    <a:pt x="5031934" y="6252362"/>
                  </a:lnTo>
                  <a:lnTo>
                    <a:pt x="5031934" y="6235434"/>
                  </a:lnTo>
                  <a:lnTo>
                    <a:pt x="5025708" y="6226957"/>
                  </a:lnTo>
                  <a:close/>
                </a:path>
                <a:path w="9542780" h="6570345">
                  <a:moveTo>
                    <a:pt x="4980992" y="1810223"/>
                  </a:moveTo>
                  <a:lnTo>
                    <a:pt x="4962030" y="1810223"/>
                  </a:lnTo>
                  <a:lnTo>
                    <a:pt x="4953539" y="1816722"/>
                  </a:lnTo>
                  <a:lnTo>
                    <a:pt x="4953539" y="1837634"/>
                  </a:lnTo>
                  <a:lnTo>
                    <a:pt x="4960049" y="1844133"/>
                  </a:lnTo>
                  <a:lnTo>
                    <a:pt x="4979010" y="1844133"/>
                  </a:lnTo>
                  <a:lnTo>
                    <a:pt x="4987502" y="1835655"/>
                  </a:lnTo>
                  <a:lnTo>
                    <a:pt x="4987502" y="1818700"/>
                  </a:lnTo>
                  <a:lnTo>
                    <a:pt x="4980992" y="1810223"/>
                  </a:lnTo>
                  <a:close/>
                </a:path>
                <a:path w="9542780" h="6570345">
                  <a:moveTo>
                    <a:pt x="4980992" y="1854588"/>
                  </a:moveTo>
                  <a:lnTo>
                    <a:pt x="4962030" y="1854588"/>
                  </a:lnTo>
                  <a:lnTo>
                    <a:pt x="4953539" y="1861088"/>
                  </a:lnTo>
                  <a:lnTo>
                    <a:pt x="4953539" y="1880021"/>
                  </a:lnTo>
                  <a:lnTo>
                    <a:pt x="4960049" y="1888498"/>
                  </a:lnTo>
                  <a:lnTo>
                    <a:pt x="4979010" y="1888498"/>
                  </a:lnTo>
                  <a:lnTo>
                    <a:pt x="4987502" y="1880021"/>
                  </a:lnTo>
                  <a:lnTo>
                    <a:pt x="4987502" y="1863065"/>
                  </a:lnTo>
                  <a:lnTo>
                    <a:pt x="4980992" y="1854588"/>
                  </a:lnTo>
                  <a:close/>
                </a:path>
                <a:path w="9542780" h="6570345">
                  <a:moveTo>
                    <a:pt x="4980992" y="1943602"/>
                  </a:moveTo>
                  <a:lnTo>
                    <a:pt x="4962030" y="1943602"/>
                  </a:lnTo>
                  <a:lnTo>
                    <a:pt x="4953539" y="1950101"/>
                  </a:lnTo>
                  <a:lnTo>
                    <a:pt x="4953539" y="1971295"/>
                  </a:lnTo>
                  <a:lnTo>
                    <a:pt x="4960049" y="1977511"/>
                  </a:lnTo>
                  <a:lnTo>
                    <a:pt x="4970520" y="1977511"/>
                  </a:lnTo>
                  <a:lnTo>
                    <a:pt x="4979010" y="1975251"/>
                  </a:lnTo>
                  <a:lnTo>
                    <a:pt x="4987502" y="1969034"/>
                  </a:lnTo>
                  <a:lnTo>
                    <a:pt x="4987502" y="1952080"/>
                  </a:lnTo>
                  <a:lnTo>
                    <a:pt x="4980992" y="1943602"/>
                  </a:lnTo>
                  <a:close/>
                </a:path>
                <a:path w="9542780" h="6570345">
                  <a:moveTo>
                    <a:pt x="4980992" y="1985989"/>
                  </a:moveTo>
                  <a:lnTo>
                    <a:pt x="4962030" y="1985989"/>
                  </a:lnTo>
                  <a:lnTo>
                    <a:pt x="4953539" y="1992207"/>
                  </a:lnTo>
                  <a:lnTo>
                    <a:pt x="4953539" y="2013400"/>
                  </a:lnTo>
                  <a:lnTo>
                    <a:pt x="4960049" y="2019899"/>
                  </a:lnTo>
                  <a:lnTo>
                    <a:pt x="4979010" y="2019899"/>
                  </a:lnTo>
                  <a:lnTo>
                    <a:pt x="4987502" y="2013400"/>
                  </a:lnTo>
                  <a:lnTo>
                    <a:pt x="4987502" y="1994467"/>
                  </a:lnTo>
                  <a:lnTo>
                    <a:pt x="4980992" y="1985989"/>
                  </a:lnTo>
                  <a:close/>
                </a:path>
                <a:path w="9542780" h="6570345">
                  <a:moveTo>
                    <a:pt x="4980992" y="2030355"/>
                  </a:moveTo>
                  <a:lnTo>
                    <a:pt x="4962030" y="2030355"/>
                  </a:lnTo>
                  <a:lnTo>
                    <a:pt x="4953539" y="2036853"/>
                  </a:lnTo>
                  <a:lnTo>
                    <a:pt x="4953539" y="2058047"/>
                  </a:lnTo>
                  <a:lnTo>
                    <a:pt x="4960049" y="2064265"/>
                  </a:lnTo>
                  <a:lnTo>
                    <a:pt x="4979010" y="2064265"/>
                  </a:lnTo>
                  <a:lnTo>
                    <a:pt x="4987502" y="2058047"/>
                  </a:lnTo>
                  <a:lnTo>
                    <a:pt x="4987502" y="2038832"/>
                  </a:lnTo>
                  <a:lnTo>
                    <a:pt x="4980992" y="2030355"/>
                  </a:lnTo>
                  <a:close/>
                </a:path>
                <a:path w="9542780" h="6570345">
                  <a:moveTo>
                    <a:pt x="4980992" y="2075003"/>
                  </a:moveTo>
                  <a:lnTo>
                    <a:pt x="4962030" y="2075003"/>
                  </a:lnTo>
                  <a:lnTo>
                    <a:pt x="4953539" y="2081220"/>
                  </a:lnTo>
                  <a:lnTo>
                    <a:pt x="4953539" y="2102413"/>
                  </a:lnTo>
                  <a:lnTo>
                    <a:pt x="4960049" y="2108912"/>
                  </a:lnTo>
                  <a:lnTo>
                    <a:pt x="4979010" y="2108912"/>
                  </a:lnTo>
                  <a:lnTo>
                    <a:pt x="4987502" y="2100435"/>
                  </a:lnTo>
                  <a:lnTo>
                    <a:pt x="4987502" y="2083480"/>
                  </a:lnTo>
                  <a:lnTo>
                    <a:pt x="4980992" y="2075003"/>
                  </a:lnTo>
                  <a:close/>
                </a:path>
                <a:path w="9542780" h="6570345">
                  <a:moveTo>
                    <a:pt x="4980992" y="2119368"/>
                  </a:moveTo>
                  <a:lnTo>
                    <a:pt x="4962030" y="2119368"/>
                  </a:lnTo>
                  <a:lnTo>
                    <a:pt x="4953539" y="2125585"/>
                  </a:lnTo>
                  <a:lnTo>
                    <a:pt x="4953539" y="2144801"/>
                  </a:lnTo>
                  <a:lnTo>
                    <a:pt x="4960049" y="2153278"/>
                  </a:lnTo>
                  <a:lnTo>
                    <a:pt x="4979010" y="2153278"/>
                  </a:lnTo>
                  <a:lnTo>
                    <a:pt x="4987502" y="2144801"/>
                  </a:lnTo>
                  <a:lnTo>
                    <a:pt x="4987502" y="2127845"/>
                  </a:lnTo>
                  <a:lnTo>
                    <a:pt x="4980992" y="2119368"/>
                  </a:lnTo>
                  <a:close/>
                </a:path>
                <a:path w="9542780" h="6570345">
                  <a:moveTo>
                    <a:pt x="4980992" y="2472879"/>
                  </a:moveTo>
                  <a:lnTo>
                    <a:pt x="4962030" y="2472879"/>
                  </a:lnTo>
                  <a:lnTo>
                    <a:pt x="4953539" y="2479379"/>
                  </a:lnTo>
                  <a:lnTo>
                    <a:pt x="4953539" y="2498310"/>
                  </a:lnTo>
                  <a:lnTo>
                    <a:pt x="4960049" y="2506789"/>
                  </a:lnTo>
                  <a:lnTo>
                    <a:pt x="4979010" y="2506789"/>
                  </a:lnTo>
                  <a:lnTo>
                    <a:pt x="4987502" y="2498310"/>
                  </a:lnTo>
                  <a:lnTo>
                    <a:pt x="4987502" y="2481356"/>
                  </a:lnTo>
                  <a:lnTo>
                    <a:pt x="4980992" y="2472879"/>
                  </a:lnTo>
                  <a:close/>
                </a:path>
                <a:path w="9542780" h="6570345">
                  <a:moveTo>
                    <a:pt x="4980992" y="2517527"/>
                  </a:moveTo>
                  <a:lnTo>
                    <a:pt x="4962030" y="2517527"/>
                  </a:lnTo>
                  <a:lnTo>
                    <a:pt x="4953539" y="2523743"/>
                  </a:lnTo>
                  <a:lnTo>
                    <a:pt x="4953539" y="2544937"/>
                  </a:lnTo>
                  <a:lnTo>
                    <a:pt x="4960049" y="2551437"/>
                  </a:lnTo>
                  <a:lnTo>
                    <a:pt x="4970520" y="2551437"/>
                  </a:lnTo>
                  <a:lnTo>
                    <a:pt x="4979010" y="2549177"/>
                  </a:lnTo>
                  <a:lnTo>
                    <a:pt x="4987502" y="2542959"/>
                  </a:lnTo>
                  <a:lnTo>
                    <a:pt x="4987502" y="2526004"/>
                  </a:lnTo>
                  <a:lnTo>
                    <a:pt x="4980992" y="2517527"/>
                  </a:lnTo>
                  <a:close/>
                </a:path>
                <a:path w="9542780" h="6570345">
                  <a:moveTo>
                    <a:pt x="4980992" y="2561892"/>
                  </a:moveTo>
                  <a:lnTo>
                    <a:pt x="4962030" y="2561892"/>
                  </a:lnTo>
                  <a:lnTo>
                    <a:pt x="4953539" y="2568108"/>
                  </a:lnTo>
                  <a:lnTo>
                    <a:pt x="4953539" y="2589302"/>
                  </a:lnTo>
                  <a:lnTo>
                    <a:pt x="4960049" y="2595802"/>
                  </a:lnTo>
                  <a:lnTo>
                    <a:pt x="4970520" y="2595802"/>
                  </a:lnTo>
                  <a:lnTo>
                    <a:pt x="4979010" y="2593541"/>
                  </a:lnTo>
                  <a:lnTo>
                    <a:pt x="4987502" y="2587325"/>
                  </a:lnTo>
                  <a:lnTo>
                    <a:pt x="4987502" y="2570369"/>
                  </a:lnTo>
                  <a:lnTo>
                    <a:pt x="4980992" y="2561892"/>
                  </a:lnTo>
                  <a:close/>
                </a:path>
                <a:path w="9542780" h="6570345">
                  <a:moveTo>
                    <a:pt x="4980992" y="2648645"/>
                  </a:moveTo>
                  <a:lnTo>
                    <a:pt x="4962030" y="2648645"/>
                  </a:lnTo>
                  <a:lnTo>
                    <a:pt x="4953539" y="2655144"/>
                  </a:lnTo>
                  <a:lnTo>
                    <a:pt x="4953539" y="2676338"/>
                  </a:lnTo>
                  <a:lnTo>
                    <a:pt x="4960049" y="2682554"/>
                  </a:lnTo>
                  <a:lnTo>
                    <a:pt x="4979010" y="2682554"/>
                  </a:lnTo>
                  <a:lnTo>
                    <a:pt x="4987502" y="2676338"/>
                  </a:lnTo>
                  <a:lnTo>
                    <a:pt x="4987502" y="2657123"/>
                  </a:lnTo>
                  <a:lnTo>
                    <a:pt x="4980992" y="2648645"/>
                  </a:lnTo>
                  <a:close/>
                </a:path>
                <a:path w="9542780" h="6570345">
                  <a:moveTo>
                    <a:pt x="4980992" y="2693292"/>
                  </a:moveTo>
                  <a:lnTo>
                    <a:pt x="4962030" y="2693292"/>
                  </a:lnTo>
                  <a:lnTo>
                    <a:pt x="4953539" y="2699510"/>
                  </a:lnTo>
                  <a:lnTo>
                    <a:pt x="4953540" y="2718443"/>
                  </a:lnTo>
                  <a:lnTo>
                    <a:pt x="4960049" y="2726921"/>
                  </a:lnTo>
                  <a:lnTo>
                    <a:pt x="4979010" y="2726921"/>
                  </a:lnTo>
                  <a:lnTo>
                    <a:pt x="4987502" y="2718443"/>
                  </a:lnTo>
                  <a:lnTo>
                    <a:pt x="4987502" y="2701771"/>
                  </a:lnTo>
                  <a:lnTo>
                    <a:pt x="4980992" y="2693292"/>
                  </a:lnTo>
                  <a:close/>
                </a:path>
                <a:path w="9542780" h="6570345">
                  <a:moveTo>
                    <a:pt x="4980992" y="2737658"/>
                  </a:moveTo>
                  <a:lnTo>
                    <a:pt x="4962030" y="2737658"/>
                  </a:lnTo>
                  <a:lnTo>
                    <a:pt x="4953539" y="2743875"/>
                  </a:lnTo>
                  <a:lnTo>
                    <a:pt x="4953539" y="2763090"/>
                  </a:lnTo>
                  <a:lnTo>
                    <a:pt x="4960049" y="2771569"/>
                  </a:lnTo>
                  <a:lnTo>
                    <a:pt x="4979010" y="2771569"/>
                  </a:lnTo>
                  <a:lnTo>
                    <a:pt x="4987502" y="2763090"/>
                  </a:lnTo>
                  <a:lnTo>
                    <a:pt x="4987502" y="2746136"/>
                  </a:lnTo>
                  <a:lnTo>
                    <a:pt x="4980992" y="2737658"/>
                  </a:lnTo>
                  <a:close/>
                </a:path>
                <a:path w="9542780" h="6570345">
                  <a:moveTo>
                    <a:pt x="4980992" y="2871038"/>
                  </a:moveTo>
                  <a:lnTo>
                    <a:pt x="4962030" y="2871038"/>
                  </a:lnTo>
                  <a:lnTo>
                    <a:pt x="4953539" y="2877254"/>
                  </a:lnTo>
                  <a:lnTo>
                    <a:pt x="4953539" y="2896469"/>
                  </a:lnTo>
                  <a:lnTo>
                    <a:pt x="4960049" y="2904947"/>
                  </a:lnTo>
                  <a:lnTo>
                    <a:pt x="4970520" y="2904947"/>
                  </a:lnTo>
                  <a:lnTo>
                    <a:pt x="4979010" y="2902686"/>
                  </a:lnTo>
                  <a:lnTo>
                    <a:pt x="4987502" y="2896469"/>
                  </a:lnTo>
                  <a:lnTo>
                    <a:pt x="4987502" y="2879515"/>
                  </a:lnTo>
                  <a:lnTo>
                    <a:pt x="4980992" y="2871038"/>
                  </a:lnTo>
                  <a:close/>
                </a:path>
                <a:path w="9542780" h="6570345">
                  <a:moveTo>
                    <a:pt x="4980992" y="2913425"/>
                  </a:moveTo>
                  <a:lnTo>
                    <a:pt x="4962030" y="2913425"/>
                  </a:lnTo>
                  <a:lnTo>
                    <a:pt x="4953539" y="2919642"/>
                  </a:lnTo>
                  <a:lnTo>
                    <a:pt x="4953539" y="2938857"/>
                  </a:lnTo>
                  <a:lnTo>
                    <a:pt x="4960049" y="2947334"/>
                  </a:lnTo>
                  <a:lnTo>
                    <a:pt x="4979010" y="2947334"/>
                  </a:lnTo>
                  <a:lnTo>
                    <a:pt x="4987502" y="2940836"/>
                  </a:lnTo>
                  <a:lnTo>
                    <a:pt x="4987502" y="2921902"/>
                  </a:lnTo>
                  <a:lnTo>
                    <a:pt x="4980992" y="2913425"/>
                  </a:lnTo>
                  <a:close/>
                </a:path>
                <a:path w="9542780" h="6570345">
                  <a:moveTo>
                    <a:pt x="4980992" y="2957790"/>
                  </a:moveTo>
                  <a:lnTo>
                    <a:pt x="4962030" y="2957790"/>
                  </a:lnTo>
                  <a:lnTo>
                    <a:pt x="4953539" y="2964290"/>
                  </a:lnTo>
                  <a:lnTo>
                    <a:pt x="4953539" y="2983222"/>
                  </a:lnTo>
                  <a:lnTo>
                    <a:pt x="4960049" y="2991700"/>
                  </a:lnTo>
                  <a:lnTo>
                    <a:pt x="4979010" y="2991700"/>
                  </a:lnTo>
                  <a:lnTo>
                    <a:pt x="4987502" y="2985482"/>
                  </a:lnTo>
                  <a:lnTo>
                    <a:pt x="4987502" y="2966267"/>
                  </a:lnTo>
                  <a:lnTo>
                    <a:pt x="4980992" y="2957790"/>
                  </a:lnTo>
                  <a:close/>
                </a:path>
                <a:path w="9542780" h="6570345">
                  <a:moveTo>
                    <a:pt x="4980992" y="3002155"/>
                  </a:moveTo>
                  <a:lnTo>
                    <a:pt x="4962030" y="3002155"/>
                  </a:lnTo>
                  <a:lnTo>
                    <a:pt x="4953539" y="3008655"/>
                  </a:lnTo>
                  <a:lnTo>
                    <a:pt x="4953539" y="3027588"/>
                  </a:lnTo>
                  <a:lnTo>
                    <a:pt x="4960049" y="3036065"/>
                  </a:lnTo>
                  <a:lnTo>
                    <a:pt x="4979010" y="3036065"/>
                  </a:lnTo>
                  <a:lnTo>
                    <a:pt x="4987502" y="3027588"/>
                  </a:lnTo>
                  <a:lnTo>
                    <a:pt x="4987502" y="3010634"/>
                  </a:lnTo>
                  <a:lnTo>
                    <a:pt x="4980992" y="3002155"/>
                  </a:lnTo>
                  <a:close/>
                </a:path>
                <a:path w="9542780" h="6570345">
                  <a:moveTo>
                    <a:pt x="4980992" y="3489327"/>
                  </a:moveTo>
                  <a:lnTo>
                    <a:pt x="4962030" y="3489327"/>
                  </a:lnTo>
                  <a:lnTo>
                    <a:pt x="4953539" y="3495544"/>
                  </a:lnTo>
                  <a:lnTo>
                    <a:pt x="4953539" y="3514760"/>
                  </a:lnTo>
                  <a:lnTo>
                    <a:pt x="4960049" y="3523237"/>
                  </a:lnTo>
                  <a:lnTo>
                    <a:pt x="4970520" y="3523237"/>
                  </a:lnTo>
                  <a:lnTo>
                    <a:pt x="4979010" y="3520977"/>
                  </a:lnTo>
                  <a:lnTo>
                    <a:pt x="4987502" y="3514760"/>
                  </a:lnTo>
                  <a:lnTo>
                    <a:pt x="4987502" y="3497806"/>
                  </a:lnTo>
                  <a:lnTo>
                    <a:pt x="4980992" y="3489327"/>
                  </a:lnTo>
                  <a:close/>
                </a:path>
                <a:path w="9542780" h="6570345">
                  <a:moveTo>
                    <a:pt x="4980992" y="3531715"/>
                  </a:moveTo>
                  <a:lnTo>
                    <a:pt x="4962030" y="3531715"/>
                  </a:lnTo>
                  <a:lnTo>
                    <a:pt x="4953539" y="3537931"/>
                  </a:lnTo>
                  <a:lnTo>
                    <a:pt x="4953539" y="3557148"/>
                  </a:lnTo>
                  <a:lnTo>
                    <a:pt x="4960049" y="3565625"/>
                  </a:lnTo>
                  <a:lnTo>
                    <a:pt x="4979010" y="3565625"/>
                  </a:lnTo>
                  <a:lnTo>
                    <a:pt x="4987502" y="3559125"/>
                  </a:lnTo>
                  <a:lnTo>
                    <a:pt x="4987502" y="3540192"/>
                  </a:lnTo>
                  <a:lnTo>
                    <a:pt x="4980992" y="3531715"/>
                  </a:lnTo>
                  <a:close/>
                </a:path>
                <a:path w="9542780" h="6570345">
                  <a:moveTo>
                    <a:pt x="4980992" y="3576081"/>
                  </a:moveTo>
                  <a:lnTo>
                    <a:pt x="4962030" y="3576081"/>
                  </a:lnTo>
                  <a:lnTo>
                    <a:pt x="4953539" y="3582297"/>
                  </a:lnTo>
                  <a:lnTo>
                    <a:pt x="4953539" y="3601512"/>
                  </a:lnTo>
                  <a:lnTo>
                    <a:pt x="4960049" y="3609990"/>
                  </a:lnTo>
                  <a:lnTo>
                    <a:pt x="4979010" y="3609990"/>
                  </a:lnTo>
                  <a:lnTo>
                    <a:pt x="4987502" y="3603491"/>
                  </a:lnTo>
                  <a:lnTo>
                    <a:pt x="4987502" y="3584558"/>
                  </a:lnTo>
                  <a:lnTo>
                    <a:pt x="4980992" y="3576081"/>
                  </a:lnTo>
                  <a:close/>
                </a:path>
                <a:path w="9542780" h="6570345">
                  <a:moveTo>
                    <a:pt x="4980992" y="3753825"/>
                  </a:moveTo>
                  <a:lnTo>
                    <a:pt x="4962030" y="3753825"/>
                  </a:lnTo>
                  <a:lnTo>
                    <a:pt x="4953539" y="3760296"/>
                  </a:lnTo>
                  <a:lnTo>
                    <a:pt x="4953539" y="3779342"/>
                  </a:lnTo>
                  <a:lnTo>
                    <a:pt x="4960049" y="3787819"/>
                  </a:lnTo>
                  <a:lnTo>
                    <a:pt x="4970520" y="3787819"/>
                  </a:lnTo>
                  <a:lnTo>
                    <a:pt x="4979010" y="3785699"/>
                  </a:lnTo>
                  <a:lnTo>
                    <a:pt x="4987502" y="3779342"/>
                  </a:lnTo>
                  <a:lnTo>
                    <a:pt x="4987502" y="3762415"/>
                  </a:lnTo>
                  <a:lnTo>
                    <a:pt x="4980992" y="3753825"/>
                  </a:lnTo>
                  <a:close/>
                </a:path>
                <a:path w="9542780" h="6570345">
                  <a:moveTo>
                    <a:pt x="4980992" y="4636866"/>
                  </a:moveTo>
                  <a:lnTo>
                    <a:pt x="4962030" y="4636866"/>
                  </a:lnTo>
                  <a:lnTo>
                    <a:pt x="4953541" y="4643225"/>
                  </a:lnTo>
                  <a:lnTo>
                    <a:pt x="4953541" y="4662270"/>
                  </a:lnTo>
                  <a:lnTo>
                    <a:pt x="4960049" y="4670748"/>
                  </a:lnTo>
                  <a:lnTo>
                    <a:pt x="4979010" y="4670748"/>
                  </a:lnTo>
                  <a:lnTo>
                    <a:pt x="4987502" y="4662270"/>
                  </a:lnTo>
                  <a:lnTo>
                    <a:pt x="4987502" y="4645343"/>
                  </a:lnTo>
                  <a:lnTo>
                    <a:pt x="4980992" y="4636866"/>
                  </a:lnTo>
                  <a:close/>
                </a:path>
                <a:path w="9542780" h="6570345">
                  <a:moveTo>
                    <a:pt x="4980992" y="4681316"/>
                  </a:moveTo>
                  <a:lnTo>
                    <a:pt x="4962030" y="4681316"/>
                  </a:lnTo>
                  <a:lnTo>
                    <a:pt x="4953541" y="4687675"/>
                  </a:lnTo>
                  <a:lnTo>
                    <a:pt x="4953541" y="4706721"/>
                  </a:lnTo>
                  <a:lnTo>
                    <a:pt x="4960049" y="4715198"/>
                  </a:lnTo>
                  <a:lnTo>
                    <a:pt x="4970520" y="4715198"/>
                  </a:lnTo>
                  <a:lnTo>
                    <a:pt x="4979010" y="4713079"/>
                  </a:lnTo>
                  <a:lnTo>
                    <a:pt x="4987502" y="4706721"/>
                  </a:lnTo>
                  <a:lnTo>
                    <a:pt x="4987502" y="4689793"/>
                  </a:lnTo>
                  <a:lnTo>
                    <a:pt x="4980992" y="4681316"/>
                  </a:lnTo>
                  <a:close/>
                </a:path>
                <a:path w="9542780" h="6570345">
                  <a:moveTo>
                    <a:pt x="4980992" y="4725795"/>
                  </a:moveTo>
                  <a:lnTo>
                    <a:pt x="4962030" y="4725795"/>
                  </a:lnTo>
                  <a:lnTo>
                    <a:pt x="4953541" y="4732153"/>
                  </a:lnTo>
                  <a:lnTo>
                    <a:pt x="4953541" y="4753319"/>
                  </a:lnTo>
                  <a:lnTo>
                    <a:pt x="4960049" y="4759676"/>
                  </a:lnTo>
                  <a:lnTo>
                    <a:pt x="4970520" y="4759676"/>
                  </a:lnTo>
                  <a:lnTo>
                    <a:pt x="4979010" y="4757557"/>
                  </a:lnTo>
                  <a:lnTo>
                    <a:pt x="4987502" y="4751199"/>
                  </a:lnTo>
                  <a:lnTo>
                    <a:pt x="4987502" y="4734245"/>
                  </a:lnTo>
                  <a:lnTo>
                    <a:pt x="4980992" y="4725795"/>
                  </a:lnTo>
                  <a:close/>
                </a:path>
                <a:path w="9542780" h="6570345">
                  <a:moveTo>
                    <a:pt x="4980992" y="4945983"/>
                  </a:moveTo>
                  <a:lnTo>
                    <a:pt x="4962030" y="4945983"/>
                  </a:lnTo>
                  <a:lnTo>
                    <a:pt x="4953541" y="4952342"/>
                  </a:lnTo>
                  <a:lnTo>
                    <a:pt x="4953541" y="4971388"/>
                  </a:lnTo>
                  <a:lnTo>
                    <a:pt x="4960049" y="4979865"/>
                  </a:lnTo>
                  <a:lnTo>
                    <a:pt x="4979010" y="4979865"/>
                  </a:lnTo>
                  <a:lnTo>
                    <a:pt x="4987502" y="4971388"/>
                  </a:lnTo>
                  <a:lnTo>
                    <a:pt x="4987502" y="4954460"/>
                  </a:lnTo>
                  <a:lnTo>
                    <a:pt x="4980992" y="4945983"/>
                  </a:lnTo>
                  <a:close/>
                </a:path>
                <a:path w="9542780" h="6570345">
                  <a:moveTo>
                    <a:pt x="4980992" y="4990462"/>
                  </a:moveTo>
                  <a:lnTo>
                    <a:pt x="4962030" y="4990462"/>
                  </a:lnTo>
                  <a:lnTo>
                    <a:pt x="4953541" y="4996792"/>
                  </a:lnTo>
                  <a:lnTo>
                    <a:pt x="4953541" y="5015866"/>
                  </a:lnTo>
                  <a:lnTo>
                    <a:pt x="4960049" y="5024343"/>
                  </a:lnTo>
                  <a:lnTo>
                    <a:pt x="4979010" y="5024343"/>
                  </a:lnTo>
                  <a:lnTo>
                    <a:pt x="4987502" y="5015866"/>
                  </a:lnTo>
                  <a:lnTo>
                    <a:pt x="4987502" y="4998911"/>
                  </a:lnTo>
                  <a:lnTo>
                    <a:pt x="4980992" y="4990462"/>
                  </a:lnTo>
                  <a:close/>
                </a:path>
                <a:path w="9542780" h="6570345">
                  <a:moveTo>
                    <a:pt x="4980992" y="5034912"/>
                  </a:moveTo>
                  <a:lnTo>
                    <a:pt x="4962030" y="5034912"/>
                  </a:lnTo>
                  <a:lnTo>
                    <a:pt x="4953541" y="5041270"/>
                  </a:lnTo>
                  <a:lnTo>
                    <a:pt x="4953541" y="5060316"/>
                  </a:lnTo>
                  <a:lnTo>
                    <a:pt x="4960049" y="5068793"/>
                  </a:lnTo>
                  <a:lnTo>
                    <a:pt x="4970520" y="5068793"/>
                  </a:lnTo>
                  <a:lnTo>
                    <a:pt x="4979010" y="5066673"/>
                  </a:lnTo>
                  <a:lnTo>
                    <a:pt x="4987502" y="5060316"/>
                  </a:lnTo>
                  <a:lnTo>
                    <a:pt x="4987502" y="5043389"/>
                  </a:lnTo>
                  <a:lnTo>
                    <a:pt x="4980992" y="5034912"/>
                  </a:lnTo>
                  <a:close/>
                </a:path>
                <a:path w="9542780" h="6570345">
                  <a:moveTo>
                    <a:pt x="4980992" y="5077270"/>
                  </a:moveTo>
                  <a:lnTo>
                    <a:pt x="4962030" y="5077270"/>
                  </a:lnTo>
                  <a:lnTo>
                    <a:pt x="4953541" y="5083629"/>
                  </a:lnTo>
                  <a:lnTo>
                    <a:pt x="4953541" y="5102675"/>
                  </a:lnTo>
                  <a:lnTo>
                    <a:pt x="4960049" y="5111153"/>
                  </a:lnTo>
                  <a:lnTo>
                    <a:pt x="4979010" y="5111153"/>
                  </a:lnTo>
                  <a:lnTo>
                    <a:pt x="4987502" y="5104795"/>
                  </a:lnTo>
                  <a:lnTo>
                    <a:pt x="4987502" y="5085720"/>
                  </a:lnTo>
                  <a:lnTo>
                    <a:pt x="4980992" y="5077270"/>
                  </a:lnTo>
                  <a:close/>
                </a:path>
                <a:path w="9542780" h="6570345">
                  <a:moveTo>
                    <a:pt x="4980992" y="5299579"/>
                  </a:moveTo>
                  <a:lnTo>
                    <a:pt x="4962030" y="5299579"/>
                  </a:lnTo>
                  <a:lnTo>
                    <a:pt x="4953541" y="5305936"/>
                  </a:lnTo>
                  <a:lnTo>
                    <a:pt x="4953541" y="5327102"/>
                  </a:lnTo>
                  <a:lnTo>
                    <a:pt x="4960049" y="5333460"/>
                  </a:lnTo>
                  <a:lnTo>
                    <a:pt x="4979010" y="5333460"/>
                  </a:lnTo>
                  <a:lnTo>
                    <a:pt x="4987502" y="5324983"/>
                  </a:lnTo>
                  <a:lnTo>
                    <a:pt x="4987502" y="5308056"/>
                  </a:lnTo>
                  <a:lnTo>
                    <a:pt x="4980992" y="5299579"/>
                  </a:lnTo>
                  <a:close/>
                </a:path>
                <a:path w="9542780" h="6570345">
                  <a:moveTo>
                    <a:pt x="4980992" y="5344057"/>
                  </a:moveTo>
                  <a:lnTo>
                    <a:pt x="4962030" y="5344057"/>
                  </a:lnTo>
                  <a:lnTo>
                    <a:pt x="4953541" y="5350386"/>
                  </a:lnTo>
                  <a:lnTo>
                    <a:pt x="4953541" y="5369460"/>
                  </a:lnTo>
                  <a:lnTo>
                    <a:pt x="4960049" y="5377910"/>
                  </a:lnTo>
                  <a:lnTo>
                    <a:pt x="4970520" y="5377910"/>
                  </a:lnTo>
                  <a:lnTo>
                    <a:pt x="4979010" y="5375791"/>
                  </a:lnTo>
                  <a:lnTo>
                    <a:pt x="4987502" y="5369460"/>
                  </a:lnTo>
                  <a:lnTo>
                    <a:pt x="4987502" y="5352506"/>
                  </a:lnTo>
                  <a:lnTo>
                    <a:pt x="4980992" y="5344057"/>
                  </a:lnTo>
                  <a:close/>
                </a:path>
                <a:path w="9542780" h="6570345">
                  <a:moveTo>
                    <a:pt x="4980992" y="5386388"/>
                  </a:moveTo>
                  <a:lnTo>
                    <a:pt x="4962030" y="5386388"/>
                  </a:lnTo>
                  <a:lnTo>
                    <a:pt x="4953541" y="5392746"/>
                  </a:lnTo>
                  <a:lnTo>
                    <a:pt x="4953541" y="5411792"/>
                  </a:lnTo>
                  <a:lnTo>
                    <a:pt x="4960049" y="5420269"/>
                  </a:lnTo>
                  <a:lnTo>
                    <a:pt x="4979010" y="5420269"/>
                  </a:lnTo>
                  <a:lnTo>
                    <a:pt x="4987502" y="5413912"/>
                  </a:lnTo>
                  <a:lnTo>
                    <a:pt x="4987502" y="5394866"/>
                  </a:lnTo>
                  <a:lnTo>
                    <a:pt x="4980992" y="5386388"/>
                  </a:lnTo>
                  <a:close/>
                </a:path>
                <a:path w="9542780" h="6570345">
                  <a:moveTo>
                    <a:pt x="4980992" y="5430866"/>
                  </a:moveTo>
                  <a:lnTo>
                    <a:pt x="4962030" y="5430866"/>
                  </a:lnTo>
                  <a:lnTo>
                    <a:pt x="4953541" y="5437196"/>
                  </a:lnTo>
                  <a:lnTo>
                    <a:pt x="4953541" y="5458390"/>
                  </a:lnTo>
                  <a:lnTo>
                    <a:pt x="4960049" y="5464719"/>
                  </a:lnTo>
                  <a:lnTo>
                    <a:pt x="4979010" y="5464719"/>
                  </a:lnTo>
                  <a:lnTo>
                    <a:pt x="4987502" y="5458390"/>
                  </a:lnTo>
                  <a:lnTo>
                    <a:pt x="4987502" y="5439316"/>
                  </a:lnTo>
                  <a:lnTo>
                    <a:pt x="4980992" y="5430866"/>
                  </a:lnTo>
                  <a:close/>
                </a:path>
                <a:path w="9542780" h="6570345">
                  <a:moveTo>
                    <a:pt x="4980992" y="5475316"/>
                  </a:moveTo>
                  <a:lnTo>
                    <a:pt x="4962030" y="5475316"/>
                  </a:lnTo>
                  <a:lnTo>
                    <a:pt x="4953541" y="5481675"/>
                  </a:lnTo>
                  <a:lnTo>
                    <a:pt x="4953541" y="5502840"/>
                  </a:lnTo>
                  <a:lnTo>
                    <a:pt x="4960049" y="5509199"/>
                  </a:lnTo>
                  <a:lnTo>
                    <a:pt x="4979010" y="5509199"/>
                  </a:lnTo>
                  <a:lnTo>
                    <a:pt x="4987502" y="5500720"/>
                  </a:lnTo>
                  <a:lnTo>
                    <a:pt x="4987502" y="5483793"/>
                  </a:lnTo>
                  <a:lnTo>
                    <a:pt x="4980992" y="5475316"/>
                  </a:lnTo>
                  <a:close/>
                </a:path>
                <a:path w="9542780" h="6570345">
                  <a:moveTo>
                    <a:pt x="4980992" y="5519795"/>
                  </a:moveTo>
                  <a:lnTo>
                    <a:pt x="4962030" y="5519795"/>
                  </a:lnTo>
                  <a:lnTo>
                    <a:pt x="4953541" y="5526125"/>
                  </a:lnTo>
                  <a:lnTo>
                    <a:pt x="4953541" y="5545199"/>
                  </a:lnTo>
                  <a:lnTo>
                    <a:pt x="4960049" y="5553649"/>
                  </a:lnTo>
                  <a:lnTo>
                    <a:pt x="4979010" y="5553649"/>
                  </a:lnTo>
                  <a:lnTo>
                    <a:pt x="4987502" y="5545199"/>
                  </a:lnTo>
                  <a:lnTo>
                    <a:pt x="4987502" y="5528243"/>
                  </a:lnTo>
                  <a:lnTo>
                    <a:pt x="4980992" y="5519795"/>
                  </a:lnTo>
                  <a:close/>
                </a:path>
                <a:path w="9542780" h="6570345">
                  <a:moveTo>
                    <a:pt x="4980992" y="5608723"/>
                  </a:moveTo>
                  <a:lnTo>
                    <a:pt x="4962030" y="5608723"/>
                  </a:lnTo>
                  <a:lnTo>
                    <a:pt x="4953541" y="5615053"/>
                  </a:lnTo>
                  <a:lnTo>
                    <a:pt x="4953541" y="5634127"/>
                  </a:lnTo>
                  <a:lnTo>
                    <a:pt x="4960049" y="5642576"/>
                  </a:lnTo>
                  <a:lnTo>
                    <a:pt x="4979010" y="5642576"/>
                  </a:lnTo>
                  <a:lnTo>
                    <a:pt x="4987502" y="5634127"/>
                  </a:lnTo>
                  <a:lnTo>
                    <a:pt x="4987502" y="5617173"/>
                  </a:lnTo>
                  <a:lnTo>
                    <a:pt x="4980992" y="5608723"/>
                  </a:lnTo>
                  <a:close/>
                </a:path>
                <a:path w="9542780" h="6570345">
                  <a:moveTo>
                    <a:pt x="4980992" y="5653173"/>
                  </a:moveTo>
                  <a:lnTo>
                    <a:pt x="4962030" y="5653173"/>
                  </a:lnTo>
                  <a:lnTo>
                    <a:pt x="4953541" y="5659532"/>
                  </a:lnTo>
                  <a:lnTo>
                    <a:pt x="4953541" y="5678578"/>
                  </a:lnTo>
                  <a:lnTo>
                    <a:pt x="4960049" y="5687056"/>
                  </a:lnTo>
                  <a:lnTo>
                    <a:pt x="4970520" y="5687056"/>
                  </a:lnTo>
                  <a:lnTo>
                    <a:pt x="4979010" y="5684936"/>
                  </a:lnTo>
                  <a:lnTo>
                    <a:pt x="4987502" y="5678578"/>
                  </a:lnTo>
                  <a:lnTo>
                    <a:pt x="4987502" y="5661651"/>
                  </a:lnTo>
                  <a:lnTo>
                    <a:pt x="4980992" y="5653173"/>
                  </a:lnTo>
                  <a:close/>
                </a:path>
                <a:path w="9542780" h="6570345">
                  <a:moveTo>
                    <a:pt x="4980992" y="6182507"/>
                  </a:moveTo>
                  <a:lnTo>
                    <a:pt x="4962030" y="6182507"/>
                  </a:lnTo>
                  <a:lnTo>
                    <a:pt x="4953541" y="6188866"/>
                  </a:lnTo>
                  <a:lnTo>
                    <a:pt x="4953541" y="6210030"/>
                  </a:lnTo>
                  <a:lnTo>
                    <a:pt x="4960049" y="6216389"/>
                  </a:lnTo>
                  <a:lnTo>
                    <a:pt x="4979010" y="6216389"/>
                  </a:lnTo>
                  <a:lnTo>
                    <a:pt x="4987502" y="6207911"/>
                  </a:lnTo>
                  <a:lnTo>
                    <a:pt x="4987502" y="6190984"/>
                  </a:lnTo>
                  <a:lnTo>
                    <a:pt x="4980992" y="6182507"/>
                  </a:lnTo>
                  <a:close/>
                </a:path>
                <a:path w="9542780" h="6570345">
                  <a:moveTo>
                    <a:pt x="4980992" y="6226957"/>
                  </a:moveTo>
                  <a:lnTo>
                    <a:pt x="4962030" y="6226957"/>
                  </a:lnTo>
                  <a:lnTo>
                    <a:pt x="4953541" y="6233316"/>
                  </a:lnTo>
                  <a:lnTo>
                    <a:pt x="4953541" y="6254480"/>
                  </a:lnTo>
                  <a:lnTo>
                    <a:pt x="4960049" y="6260839"/>
                  </a:lnTo>
                  <a:lnTo>
                    <a:pt x="4979010" y="6260839"/>
                  </a:lnTo>
                  <a:lnTo>
                    <a:pt x="4987502" y="6252362"/>
                  </a:lnTo>
                  <a:lnTo>
                    <a:pt x="4987502" y="6235434"/>
                  </a:lnTo>
                  <a:lnTo>
                    <a:pt x="4980992" y="6226957"/>
                  </a:lnTo>
                  <a:close/>
                </a:path>
                <a:path w="9542780" h="6570345">
                  <a:moveTo>
                    <a:pt x="4980992" y="6271436"/>
                  </a:moveTo>
                  <a:lnTo>
                    <a:pt x="4962030" y="6271436"/>
                  </a:lnTo>
                  <a:lnTo>
                    <a:pt x="4953541" y="6277794"/>
                  </a:lnTo>
                  <a:lnTo>
                    <a:pt x="4953541" y="6298957"/>
                  </a:lnTo>
                  <a:lnTo>
                    <a:pt x="4960049" y="6305309"/>
                  </a:lnTo>
                  <a:lnTo>
                    <a:pt x="4970520" y="6305309"/>
                  </a:lnTo>
                  <a:lnTo>
                    <a:pt x="4979010" y="6303190"/>
                  </a:lnTo>
                  <a:lnTo>
                    <a:pt x="4987502" y="6296840"/>
                  </a:lnTo>
                  <a:lnTo>
                    <a:pt x="4987502" y="6279913"/>
                  </a:lnTo>
                  <a:lnTo>
                    <a:pt x="4980992" y="6271436"/>
                  </a:lnTo>
                  <a:close/>
                </a:path>
                <a:path w="9542780" h="6570345">
                  <a:moveTo>
                    <a:pt x="4936559" y="1765857"/>
                  </a:moveTo>
                  <a:lnTo>
                    <a:pt x="4917597" y="1765857"/>
                  </a:lnTo>
                  <a:lnTo>
                    <a:pt x="4909107" y="1772075"/>
                  </a:lnTo>
                  <a:lnTo>
                    <a:pt x="4909107" y="1793267"/>
                  </a:lnTo>
                  <a:lnTo>
                    <a:pt x="4915334" y="1799767"/>
                  </a:lnTo>
                  <a:lnTo>
                    <a:pt x="4934578" y="1799767"/>
                  </a:lnTo>
                  <a:lnTo>
                    <a:pt x="4943068" y="1791290"/>
                  </a:lnTo>
                  <a:lnTo>
                    <a:pt x="4943068" y="1774336"/>
                  </a:lnTo>
                  <a:lnTo>
                    <a:pt x="4936559" y="1765857"/>
                  </a:lnTo>
                  <a:close/>
                </a:path>
                <a:path w="9542780" h="6570345">
                  <a:moveTo>
                    <a:pt x="4936559" y="1810223"/>
                  </a:moveTo>
                  <a:lnTo>
                    <a:pt x="4917597" y="1810223"/>
                  </a:lnTo>
                  <a:lnTo>
                    <a:pt x="4909107" y="1816722"/>
                  </a:lnTo>
                  <a:lnTo>
                    <a:pt x="4909107" y="1837634"/>
                  </a:lnTo>
                  <a:lnTo>
                    <a:pt x="4915334" y="1844133"/>
                  </a:lnTo>
                  <a:lnTo>
                    <a:pt x="4934578" y="1844133"/>
                  </a:lnTo>
                  <a:lnTo>
                    <a:pt x="4943068" y="1835655"/>
                  </a:lnTo>
                  <a:lnTo>
                    <a:pt x="4943068" y="1818700"/>
                  </a:lnTo>
                  <a:lnTo>
                    <a:pt x="4936559" y="1810223"/>
                  </a:lnTo>
                  <a:close/>
                </a:path>
                <a:path w="9542780" h="6570345">
                  <a:moveTo>
                    <a:pt x="4936559" y="1854588"/>
                  </a:moveTo>
                  <a:lnTo>
                    <a:pt x="4917597" y="1854588"/>
                  </a:lnTo>
                  <a:lnTo>
                    <a:pt x="4909107" y="1861088"/>
                  </a:lnTo>
                  <a:lnTo>
                    <a:pt x="4909107" y="1880021"/>
                  </a:lnTo>
                  <a:lnTo>
                    <a:pt x="4915334" y="1888498"/>
                  </a:lnTo>
                  <a:lnTo>
                    <a:pt x="4934578" y="1888498"/>
                  </a:lnTo>
                  <a:lnTo>
                    <a:pt x="4943068" y="1880021"/>
                  </a:lnTo>
                  <a:lnTo>
                    <a:pt x="4943068" y="1863065"/>
                  </a:lnTo>
                  <a:lnTo>
                    <a:pt x="4936559" y="1854588"/>
                  </a:lnTo>
                  <a:close/>
                </a:path>
                <a:path w="9542780" h="6570345">
                  <a:moveTo>
                    <a:pt x="4936559" y="1899236"/>
                  </a:moveTo>
                  <a:lnTo>
                    <a:pt x="4917597" y="1899236"/>
                  </a:lnTo>
                  <a:lnTo>
                    <a:pt x="4909107" y="1905453"/>
                  </a:lnTo>
                  <a:lnTo>
                    <a:pt x="4909107" y="1924669"/>
                  </a:lnTo>
                  <a:lnTo>
                    <a:pt x="4915334" y="1933147"/>
                  </a:lnTo>
                  <a:lnTo>
                    <a:pt x="4926088" y="1933147"/>
                  </a:lnTo>
                  <a:lnTo>
                    <a:pt x="4934578" y="1930886"/>
                  </a:lnTo>
                  <a:lnTo>
                    <a:pt x="4943068" y="1924669"/>
                  </a:lnTo>
                  <a:lnTo>
                    <a:pt x="4943068" y="1907713"/>
                  </a:lnTo>
                  <a:lnTo>
                    <a:pt x="4936559" y="1899236"/>
                  </a:lnTo>
                  <a:close/>
                </a:path>
                <a:path w="9542780" h="6570345">
                  <a:moveTo>
                    <a:pt x="4936559" y="1943602"/>
                  </a:moveTo>
                  <a:lnTo>
                    <a:pt x="4917597" y="1943602"/>
                  </a:lnTo>
                  <a:lnTo>
                    <a:pt x="4909107" y="1950101"/>
                  </a:lnTo>
                  <a:lnTo>
                    <a:pt x="4909107" y="1971295"/>
                  </a:lnTo>
                  <a:lnTo>
                    <a:pt x="4915334" y="1977511"/>
                  </a:lnTo>
                  <a:lnTo>
                    <a:pt x="4926088" y="1977511"/>
                  </a:lnTo>
                  <a:lnTo>
                    <a:pt x="4934578" y="1975251"/>
                  </a:lnTo>
                  <a:lnTo>
                    <a:pt x="4943068" y="1969034"/>
                  </a:lnTo>
                  <a:lnTo>
                    <a:pt x="4943068" y="1952080"/>
                  </a:lnTo>
                  <a:lnTo>
                    <a:pt x="4936559" y="1943602"/>
                  </a:lnTo>
                  <a:close/>
                </a:path>
                <a:path w="9542780" h="6570345">
                  <a:moveTo>
                    <a:pt x="4936559" y="1985989"/>
                  </a:moveTo>
                  <a:lnTo>
                    <a:pt x="4917597" y="1985989"/>
                  </a:lnTo>
                  <a:lnTo>
                    <a:pt x="4909107" y="1992207"/>
                  </a:lnTo>
                  <a:lnTo>
                    <a:pt x="4909107" y="2013400"/>
                  </a:lnTo>
                  <a:lnTo>
                    <a:pt x="4915334" y="2019899"/>
                  </a:lnTo>
                  <a:lnTo>
                    <a:pt x="4934578" y="2019899"/>
                  </a:lnTo>
                  <a:lnTo>
                    <a:pt x="4943068" y="2013400"/>
                  </a:lnTo>
                  <a:lnTo>
                    <a:pt x="4943068" y="1994467"/>
                  </a:lnTo>
                  <a:lnTo>
                    <a:pt x="4936559" y="1985989"/>
                  </a:lnTo>
                  <a:close/>
                </a:path>
                <a:path w="9542780" h="6570345">
                  <a:moveTo>
                    <a:pt x="4936559" y="2030355"/>
                  </a:moveTo>
                  <a:lnTo>
                    <a:pt x="4917597" y="2030355"/>
                  </a:lnTo>
                  <a:lnTo>
                    <a:pt x="4909107" y="2036853"/>
                  </a:lnTo>
                  <a:lnTo>
                    <a:pt x="4909107" y="2058047"/>
                  </a:lnTo>
                  <a:lnTo>
                    <a:pt x="4915334" y="2064265"/>
                  </a:lnTo>
                  <a:lnTo>
                    <a:pt x="4934578" y="2064265"/>
                  </a:lnTo>
                  <a:lnTo>
                    <a:pt x="4943068" y="2058047"/>
                  </a:lnTo>
                  <a:lnTo>
                    <a:pt x="4943068" y="2038832"/>
                  </a:lnTo>
                  <a:lnTo>
                    <a:pt x="4936559" y="2030355"/>
                  </a:lnTo>
                  <a:close/>
                </a:path>
                <a:path w="9542780" h="6570345">
                  <a:moveTo>
                    <a:pt x="4936559" y="2075003"/>
                  </a:moveTo>
                  <a:lnTo>
                    <a:pt x="4917597" y="2075003"/>
                  </a:lnTo>
                  <a:lnTo>
                    <a:pt x="4909107" y="2081220"/>
                  </a:lnTo>
                  <a:lnTo>
                    <a:pt x="4909107" y="2102413"/>
                  </a:lnTo>
                  <a:lnTo>
                    <a:pt x="4915334" y="2108912"/>
                  </a:lnTo>
                  <a:lnTo>
                    <a:pt x="4934578" y="2108912"/>
                  </a:lnTo>
                  <a:lnTo>
                    <a:pt x="4943068" y="2100435"/>
                  </a:lnTo>
                  <a:lnTo>
                    <a:pt x="4943068" y="2083480"/>
                  </a:lnTo>
                  <a:lnTo>
                    <a:pt x="4936559" y="2075003"/>
                  </a:lnTo>
                  <a:close/>
                </a:path>
                <a:path w="9542780" h="6570345">
                  <a:moveTo>
                    <a:pt x="4936559" y="2119368"/>
                  </a:moveTo>
                  <a:lnTo>
                    <a:pt x="4917597" y="2119368"/>
                  </a:lnTo>
                  <a:lnTo>
                    <a:pt x="4909107" y="2125585"/>
                  </a:lnTo>
                  <a:lnTo>
                    <a:pt x="4909107" y="2144801"/>
                  </a:lnTo>
                  <a:lnTo>
                    <a:pt x="4915334" y="2153278"/>
                  </a:lnTo>
                  <a:lnTo>
                    <a:pt x="4934578" y="2153278"/>
                  </a:lnTo>
                  <a:lnTo>
                    <a:pt x="4943068" y="2144801"/>
                  </a:lnTo>
                  <a:lnTo>
                    <a:pt x="4943068" y="2127845"/>
                  </a:lnTo>
                  <a:lnTo>
                    <a:pt x="4936559" y="2119368"/>
                  </a:lnTo>
                  <a:close/>
                </a:path>
                <a:path w="9542780" h="6570345">
                  <a:moveTo>
                    <a:pt x="4936559" y="2472879"/>
                  </a:moveTo>
                  <a:lnTo>
                    <a:pt x="4917597" y="2472879"/>
                  </a:lnTo>
                  <a:lnTo>
                    <a:pt x="4909107" y="2479379"/>
                  </a:lnTo>
                  <a:lnTo>
                    <a:pt x="4909107" y="2498310"/>
                  </a:lnTo>
                  <a:lnTo>
                    <a:pt x="4915334" y="2506789"/>
                  </a:lnTo>
                  <a:lnTo>
                    <a:pt x="4934578" y="2506789"/>
                  </a:lnTo>
                  <a:lnTo>
                    <a:pt x="4943068" y="2498310"/>
                  </a:lnTo>
                  <a:lnTo>
                    <a:pt x="4943068" y="2481356"/>
                  </a:lnTo>
                  <a:lnTo>
                    <a:pt x="4936559" y="2472879"/>
                  </a:lnTo>
                  <a:close/>
                </a:path>
                <a:path w="9542780" h="6570345">
                  <a:moveTo>
                    <a:pt x="4936559" y="2517527"/>
                  </a:moveTo>
                  <a:lnTo>
                    <a:pt x="4917597" y="2517527"/>
                  </a:lnTo>
                  <a:lnTo>
                    <a:pt x="4909107" y="2523743"/>
                  </a:lnTo>
                  <a:lnTo>
                    <a:pt x="4909107" y="2544937"/>
                  </a:lnTo>
                  <a:lnTo>
                    <a:pt x="4915334" y="2551437"/>
                  </a:lnTo>
                  <a:lnTo>
                    <a:pt x="4926088" y="2551437"/>
                  </a:lnTo>
                  <a:lnTo>
                    <a:pt x="4934578" y="2549177"/>
                  </a:lnTo>
                  <a:lnTo>
                    <a:pt x="4943068" y="2542959"/>
                  </a:lnTo>
                  <a:lnTo>
                    <a:pt x="4943068" y="2526004"/>
                  </a:lnTo>
                  <a:lnTo>
                    <a:pt x="4936559" y="2517527"/>
                  </a:lnTo>
                  <a:close/>
                </a:path>
                <a:path w="9542780" h="6570345">
                  <a:moveTo>
                    <a:pt x="4936559" y="2957790"/>
                  </a:moveTo>
                  <a:lnTo>
                    <a:pt x="4917597" y="2957790"/>
                  </a:lnTo>
                  <a:lnTo>
                    <a:pt x="4909107" y="2964290"/>
                  </a:lnTo>
                  <a:lnTo>
                    <a:pt x="4909107" y="2983222"/>
                  </a:lnTo>
                  <a:lnTo>
                    <a:pt x="4915334" y="2991700"/>
                  </a:lnTo>
                  <a:lnTo>
                    <a:pt x="4934578" y="2991700"/>
                  </a:lnTo>
                  <a:lnTo>
                    <a:pt x="4943068" y="2985482"/>
                  </a:lnTo>
                  <a:lnTo>
                    <a:pt x="4943068" y="2966267"/>
                  </a:lnTo>
                  <a:lnTo>
                    <a:pt x="4936559" y="2957790"/>
                  </a:lnTo>
                  <a:close/>
                </a:path>
                <a:path w="9542780" h="6570345">
                  <a:moveTo>
                    <a:pt x="4936559" y="3002155"/>
                  </a:moveTo>
                  <a:lnTo>
                    <a:pt x="4917597" y="3002155"/>
                  </a:lnTo>
                  <a:lnTo>
                    <a:pt x="4909107" y="3008655"/>
                  </a:lnTo>
                  <a:lnTo>
                    <a:pt x="4909107" y="3027588"/>
                  </a:lnTo>
                  <a:lnTo>
                    <a:pt x="4915334" y="3036065"/>
                  </a:lnTo>
                  <a:lnTo>
                    <a:pt x="4934578" y="3036065"/>
                  </a:lnTo>
                  <a:lnTo>
                    <a:pt x="4943068" y="3027588"/>
                  </a:lnTo>
                  <a:lnTo>
                    <a:pt x="4943068" y="3010634"/>
                  </a:lnTo>
                  <a:lnTo>
                    <a:pt x="4936559" y="3002155"/>
                  </a:lnTo>
                  <a:close/>
                </a:path>
                <a:path w="9542780" h="6570345">
                  <a:moveTo>
                    <a:pt x="4936559" y="3046803"/>
                  </a:moveTo>
                  <a:lnTo>
                    <a:pt x="4917597" y="3046803"/>
                  </a:lnTo>
                  <a:lnTo>
                    <a:pt x="4909107" y="3053020"/>
                  </a:lnTo>
                  <a:lnTo>
                    <a:pt x="4909107" y="3072236"/>
                  </a:lnTo>
                  <a:lnTo>
                    <a:pt x="4915334" y="3080713"/>
                  </a:lnTo>
                  <a:lnTo>
                    <a:pt x="4934578" y="3080713"/>
                  </a:lnTo>
                  <a:lnTo>
                    <a:pt x="4943068" y="3072236"/>
                  </a:lnTo>
                  <a:lnTo>
                    <a:pt x="4943068" y="3055280"/>
                  </a:lnTo>
                  <a:lnTo>
                    <a:pt x="4936559" y="3046803"/>
                  </a:lnTo>
                  <a:close/>
                </a:path>
                <a:path w="9542780" h="6570345">
                  <a:moveTo>
                    <a:pt x="4936559" y="3576081"/>
                  </a:moveTo>
                  <a:lnTo>
                    <a:pt x="4917597" y="3576081"/>
                  </a:lnTo>
                  <a:lnTo>
                    <a:pt x="4909107" y="3582297"/>
                  </a:lnTo>
                  <a:lnTo>
                    <a:pt x="4909107" y="3601512"/>
                  </a:lnTo>
                  <a:lnTo>
                    <a:pt x="4915334" y="3609990"/>
                  </a:lnTo>
                  <a:lnTo>
                    <a:pt x="4934578" y="3609990"/>
                  </a:lnTo>
                  <a:lnTo>
                    <a:pt x="4943068" y="3603491"/>
                  </a:lnTo>
                  <a:lnTo>
                    <a:pt x="4943068" y="3584558"/>
                  </a:lnTo>
                  <a:lnTo>
                    <a:pt x="4936559" y="3576081"/>
                  </a:lnTo>
                  <a:close/>
                </a:path>
                <a:path w="9542780" h="6570345">
                  <a:moveTo>
                    <a:pt x="4936559" y="3620446"/>
                  </a:moveTo>
                  <a:lnTo>
                    <a:pt x="4917597" y="3620446"/>
                  </a:lnTo>
                  <a:lnTo>
                    <a:pt x="4909107" y="3626946"/>
                  </a:lnTo>
                  <a:lnTo>
                    <a:pt x="4909107" y="3648139"/>
                  </a:lnTo>
                  <a:lnTo>
                    <a:pt x="4915334" y="3654356"/>
                  </a:lnTo>
                  <a:lnTo>
                    <a:pt x="4934578" y="3654356"/>
                  </a:lnTo>
                  <a:lnTo>
                    <a:pt x="4943068" y="3645879"/>
                  </a:lnTo>
                  <a:lnTo>
                    <a:pt x="4943068" y="3628923"/>
                  </a:lnTo>
                  <a:lnTo>
                    <a:pt x="4936559" y="3620446"/>
                  </a:lnTo>
                  <a:close/>
                </a:path>
                <a:path w="9542780" h="6570345">
                  <a:moveTo>
                    <a:pt x="4936559" y="3709459"/>
                  </a:moveTo>
                  <a:lnTo>
                    <a:pt x="4917597" y="3709459"/>
                  </a:lnTo>
                  <a:lnTo>
                    <a:pt x="4909107" y="3715959"/>
                  </a:lnTo>
                  <a:lnTo>
                    <a:pt x="4909107" y="3734892"/>
                  </a:lnTo>
                  <a:lnTo>
                    <a:pt x="4915334" y="3743369"/>
                  </a:lnTo>
                  <a:lnTo>
                    <a:pt x="4934578" y="3743369"/>
                  </a:lnTo>
                  <a:lnTo>
                    <a:pt x="4943068" y="3734892"/>
                  </a:lnTo>
                  <a:lnTo>
                    <a:pt x="4943068" y="3717937"/>
                  </a:lnTo>
                  <a:lnTo>
                    <a:pt x="4936559" y="3709459"/>
                  </a:lnTo>
                  <a:close/>
                </a:path>
                <a:path w="9542780" h="6570345">
                  <a:moveTo>
                    <a:pt x="4936559" y="3753825"/>
                  </a:moveTo>
                  <a:lnTo>
                    <a:pt x="4917597" y="3753825"/>
                  </a:lnTo>
                  <a:lnTo>
                    <a:pt x="4909107" y="3760296"/>
                  </a:lnTo>
                  <a:lnTo>
                    <a:pt x="4909107" y="3779342"/>
                  </a:lnTo>
                  <a:lnTo>
                    <a:pt x="4915334" y="3787819"/>
                  </a:lnTo>
                  <a:lnTo>
                    <a:pt x="4926088" y="3787819"/>
                  </a:lnTo>
                  <a:lnTo>
                    <a:pt x="4934578" y="3785699"/>
                  </a:lnTo>
                  <a:lnTo>
                    <a:pt x="4943068" y="3779342"/>
                  </a:lnTo>
                  <a:lnTo>
                    <a:pt x="4943068" y="3762415"/>
                  </a:lnTo>
                  <a:lnTo>
                    <a:pt x="4936559" y="3753825"/>
                  </a:lnTo>
                  <a:close/>
                </a:path>
                <a:path w="9542780" h="6570345">
                  <a:moveTo>
                    <a:pt x="4936559" y="4636866"/>
                  </a:moveTo>
                  <a:lnTo>
                    <a:pt x="4917597" y="4636866"/>
                  </a:lnTo>
                  <a:lnTo>
                    <a:pt x="4909107" y="4643225"/>
                  </a:lnTo>
                  <a:lnTo>
                    <a:pt x="4909107" y="4662270"/>
                  </a:lnTo>
                  <a:lnTo>
                    <a:pt x="4915334" y="4670748"/>
                  </a:lnTo>
                  <a:lnTo>
                    <a:pt x="4934578" y="4670748"/>
                  </a:lnTo>
                  <a:lnTo>
                    <a:pt x="4943068" y="4662270"/>
                  </a:lnTo>
                  <a:lnTo>
                    <a:pt x="4943068" y="4645343"/>
                  </a:lnTo>
                  <a:lnTo>
                    <a:pt x="4936559" y="4636866"/>
                  </a:lnTo>
                  <a:close/>
                </a:path>
                <a:path w="9542780" h="6570345">
                  <a:moveTo>
                    <a:pt x="4936559" y="4681316"/>
                  </a:moveTo>
                  <a:lnTo>
                    <a:pt x="4917597" y="4681316"/>
                  </a:lnTo>
                  <a:lnTo>
                    <a:pt x="4909107" y="4687675"/>
                  </a:lnTo>
                  <a:lnTo>
                    <a:pt x="4909107" y="4706721"/>
                  </a:lnTo>
                  <a:lnTo>
                    <a:pt x="4915334" y="4715198"/>
                  </a:lnTo>
                  <a:lnTo>
                    <a:pt x="4926088" y="4715198"/>
                  </a:lnTo>
                  <a:lnTo>
                    <a:pt x="4934578" y="4713079"/>
                  </a:lnTo>
                  <a:lnTo>
                    <a:pt x="4943068" y="4706721"/>
                  </a:lnTo>
                  <a:lnTo>
                    <a:pt x="4943068" y="4689793"/>
                  </a:lnTo>
                  <a:lnTo>
                    <a:pt x="4936559" y="4681316"/>
                  </a:lnTo>
                  <a:close/>
                </a:path>
                <a:path w="9542780" h="6570345">
                  <a:moveTo>
                    <a:pt x="4936559" y="4945983"/>
                  </a:moveTo>
                  <a:lnTo>
                    <a:pt x="4917597" y="4945983"/>
                  </a:lnTo>
                  <a:lnTo>
                    <a:pt x="4909107" y="4952342"/>
                  </a:lnTo>
                  <a:lnTo>
                    <a:pt x="4909107" y="4971388"/>
                  </a:lnTo>
                  <a:lnTo>
                    <a:pt x="4915334" y="4979865"/>
                  </a:lnTo>
                  <a:lnTo>
                    <a:pt x="4934578" y="4979865"/>
                  </a:lnTo>
                  <a:lnTo>
                    <a:pt x="4943068" y="4971388"/>
                  </a:lnTo>
                  <a:lnTo>
                    <a:pt x="4943068" y="4954460"/>
                  </a:lnTo>
                  <a:lnTo>
                    <a:pt x="4936559" y="4945983"/>
                  </a:lnTo>
                  <a:close/>
                </a:path>
                <a:path w="9542780" h="6570345">
                  <a:moveTo>
                    <a:pt x="4936559" y="4990462"/>
                  </a:moveTo>
                  <a:lnTo>
                    <a:pt x="4917597" y="4990462"/>
                  </a:lnTo>
                  <a:lnTo>
                    <a:pt x="4909107" y="4996792"/>
                  </a:lnTo>
                  <a:lnTo>
                    <a:pt x="4909107" y="5015866"/>
                  </a:lnTo>
                  <a:lnTo>
                    <a:pt x="4915334" y="5024343"/>
                  </a:lnTo>
                  <a:lnTo>
                    <a:pt x="4934578" y="5024343"/>
                  </a:lnTo>
                  <a:lnTo>
                    <a:pt x="4943068" y="5015866"/>
                  </a:lnTo>
                  <a:lnTo>
                    <a:pt x="4943068" y="4998911"/>
                  </a:lnTo>
                  <a:lnTo>
                    <a:pt x="4936559" y="4990462"/>
                  </a:lnTo>
                  <a:close/>
                </a:path>
                <a:path w="9542780" h="6570345">
                  <a:moveTo>
                    <a:pt x="4936559" y="5034912"/>
                  </a:moveTo>
                  <a:lnTo>
                    <a:pt x="4917597" y="5034912"/>
                  </a:lnTo>
                  <a:lnTo>
                    <a:pt x="4909107" y="5041270"/>
                  </a:lnTo>
                  <a:lnTo>
                    <a:pt x="4909107" y="5060316"/>
                  </a:lnTo>
                  <a:lnTo>
                    <a:pt x="4915334" y="5068793"/>
                  </a:lnTo>
                  <a:lnTo>
                    <a:pt x="4926088" y="5068793"/>
                  </a:lnTo>
                  <a:lnTo>
                    <a:pt x="4934578" y="5066673"/>
                  </a:lnTo>
                  <a:lnTo>
                    <a:pt x="4943068" y="5060316"/>
                  </a:lnTo>
                  <a:lnTo>
                    <a:pt x="4943068" y="5043389"/>
                  </a:lnTo>
                  <a:lnTo>
                    <a:pt x="4936559" y="5034912"/>
                  </a:lnTo>
                  <a:close/>
                </a:path>
                <a:path w="9542780" h="6570345">
                  <a:moveTo>
                    <a:pt x="4936559" y="5077270"/>
                  </a:moveTo>
                  <a:lnTo>
                    <a:pt x="4917597" y="5077270"/>
                  </a:lnTo>
                  <a:lnTo>
                    <a:pt x="4909107" y="5083629"/>
                  </a:lnTo>
                  <a:lnTo>
                    <a:pt x="4909107" y="5102675"/>
                  </a:lnTo>
                  <a:lnTo>
                    <a:pt x="4915334" y="5111153"/>
                  </a:lnTo>
                  <a:lnTo>
                    <a:pt x="4934578" y="5111153"/>
                  </a:lnTo>
                  <a:lnTo>
                    <a:pt x="4943068" y="5104795"/>
                  </a:lnTo>
                  <a:lnTo>
                    <a:pt x="4943068" y="5085720"/>
                  </a:lnTo>
                  <a:lnTo>
                    <a:pt x="4936559" y="5077270"/>
                  </a:lnTo>
                  <a:close/>
                </a:path>
                <a:path w="9542780" h="6570345">
                  <a:moveTo>
                    <a:pt x="4936559" y="5255129"/>
                  </a:moveTo>
                  <a:lnTo>
                    <a:pt x="4917597" y="5255129"/>
                  </a:lnTo>
                  <a:lnTo>
                    <a:pt x="4909107" y="5261458"/>
                  </a:lnTo>
                  <a:lnTo>
                    <a:pt x="4909107" y="5282652"/>
                  </a:lnTo>
                  <a:lnTo>
                    <a:pt x="4915334" y="5288982"/>
                  </a:lnTo>
                  <a:lnTo>
                    <a:pt x="4934578" y="5288982"/>
                  </a:lnTo>
                  <a:lnTo>
                    <a:pt x="4943068" y="5280533"/>
                  </a:lnTo>
                  <a:lnTo>
                    <a:pt x="4943068" y="5263578"/>
                  </a:lnTo>
                  <a:lnTo>
                    <a:pt x="4936559" y="5255129"/>
                  </a:lnTo>
                  <a:close/>
                </a:path>
                <a:path w="9542780" h="6570345">
                  <a:moveTo>
                    <a:pt x="4936559" y="5299579"/>
                  </a:moveTo>
                  <a:lnTo>
                    <a:pt x="4917597" y="5299579"/>
                  </a:lnTo>
                  <a:lnTo>
                    <a:pt x="4909107" y="5305936"/>
                  </a:lnTo>
                  <a:lnTo>
                    <a:pt x="4909107" y="5327102"/>
                  </a:lnTo>
                  <a:lnTo>
                    <a:pt x="4915334" y="5333460"/>
                  </a:lnTo>
                  <a:lnTo>
                    <a:pt x="4934578" y="5333460"/>
                  </a:lnTo>
                  <a:lnTo>
                    <a:pt x="4943068" y="5324983"/>
                  </a:lnTo>
                  <a:lnTo>
                    <a:pt x="4943068" y="5308056"/>
                  </a:lnTo>
                  <a:lnTo>
                    <a:pt x="4936559" y="5299579"/>
                  </a:lnTo>
                  <a:close/>
                </a:path>
                <a:path w="9542780" h="6570345">
                  <a:moveTo>
                    <a:pt x="4936559" y="5344057"/>
                  </a:moveTo>
                  <a:lnTo>
                    <a:pt x="4917597" y="5344057"/>
                  </a:lnTo>
                  <a:lnTo>
                    <a:pt x="4909107" y="5350386"/>
                  </a:lnTo>
                  <a:lnTo>
                    <a:pt x="4909107" y="5369460"/>
                  </a:lnTo>
                  <a:lnTo>
                    <a:pt x="4915334" y="5377910"/>
                  </a:lnTo>
                  <a:lnTo>
                    <a:pt x="4926088" y="5377910"/>
                  </a:lnTo>
                  <a:lnTo>
                    <a:pt x="4934578" y="5375791"/>
                  </a:lnTo>
                  <a:lnTo>
                    <a:pt x="4943068" y="5369460"/>
                  </a:lnTo>
                  <a:lnTo>
                    <a:pt x="4943068" y="5352506"/>
                  </a:lnTo>
                  <a:lnTo>
                    <a:pt x="4936559" y="5344057"/>
                  </a:lnTo>
                  <a:close/>
                </a:path>
                <a:path w="9542780" h="6570345">
                  <a:moveTo>
                    <a:pt x="4936559" y="5386388"/>
                  </a:moveTo>
                  <a:lnTo>
                    <a:pt x="4917597" y="5386388"/>
                  </a:lnTo>
                  <a:lnTo>
                    <a:pt x="4909107" y="5392746"/>
                  </a:lnTo>
                  <a:lnTo>
                    <a:pt x="4909107" y="5411792"/>
                  </a:lnTo>
                  <a:lnTo>
                    <a:pt x="4915334" y="5420269"/>
                  </a:lnTo>
                  <a:lnTo>
                    <a:pt x="4934578" y="5420269"/>
                  </a:lnTo>
                  <a:lnTo>
                    <a:pt x="4943068" y="5413912"/>
                  </a:lnTo>
                  <a:lnTo>
                    <a:pt x="4943068" y="5394866"/>
                  </a:lnTo>
                  <a:lnTo>
                    <a:pt x="4936559" y="5386388"/>
                  </a:lnTo>
                  <a:close/>
                </a:path>
                <a:path w="9542780" h="6570345">
                  <a:moveTo>
                    <a:pt x="4936559" y="5430866"/>
                  </a:moveTo>
                  <a:lnTo>
                    <a:pt x="4917597" y="5430866"/>
                  </a:lnTo>
                  <a:lnTo>
                    <a:pt x="4909107" y="5437196"/>
                  </a:lnTo>
                  <a:lnTo>
                    <a:pt x="4909107" y="5458390"/>
                  </a:lnTo>
                  <a:lnTo>
                    <a:pt x="4915334" y="5464719"/>
                  </a:lnTo>
                  <a:lnTo>
                    <a:pt x="4934578" y="5464719"/>
                  </a:lnTo>
                  <a:lnTo>
                    <a:pt x="4943068" y="5458390"/>
                  </a:lnTo>
                  <a:lnTo>
                    <a:pt x="4943068" y="5439316"/>
                  </a:lnTo>
                  <a:lnTo>
                    <a:pt x="4936559" y="5430866"/>
                  </a:lnTo>
                  <a:close/>
                </a:path>
                <a:path w="9542780" h="6570345">
                  <a:moveTo>
                    <a:pt x="4936559" y="5475316"/>
                  </a:moveTo>
                  <a:lnTo>
                    <a:pt x="4917597" y="5475316"/>
                  </a:lnTo>
                  <a:lnTo>
                    <a:pt x="4909107" y="5481675"/>
                  </a:lnTo>
                  <a:lnTo>
                    <a:pt x="4909107" y="5502840"/>
                  </a:lnTo>
                  <a:lnTo>
                    <a:pt x="4915334" y="5509199"/>
                  </a:lnTo>
                  <a:lnTo>
                    <a:pt x="4934578" y="5509199"/>
                  </a:lnTo>
                  <a:lnTo>
                    <a:pt x="4943068" y="5500720"/>
                  </a:lnTo>
                  <a:lnTo>
                    <a:pt x="4943068" y="5483793"/>
                  </a:lnTo>
                  <a:lnTo>
                    <a:pt x="4936559" y="5475316"/>
                  </a:lnTo>
                  <a:close/>
                </a:path>
                <a:path w="9542780" h="6570345">
                  <a:moveTo>
                    <a:pt x="4936559" y="5519795"/>
                  </a:moveTo>
                  <a:lnTo>
                    <a:pt x="4917597" y="5519795"/>
                  </a:lnTo>
                  <a:lnTo>
                    <a:pt x="4909107" y="5526125"/>
                  </a:lnTo>
                  <a:lnTo>
                    <a:pt x="4909107" y="5545199"/>
                  </a:lnTo>
                  <a:lnTo>
                    <a:pt x="4915334" y="5553649"/>
                  </a:lnTo>
                  <a:lnTo>
                    <a:pt x="4934578" y="5553649"/>
                  </a:lnTo>
                  <a:lnTo>
                    <a:pt x="4943068" y="5545199"/>
                  </a:lnTo>
                  <a:lnTo>
                    <a:pt x="4943068" y="5528243"/>
                  </a:lnTo>
                  <a:lnTo>
                    <a:pt x="4936559" y="5519795"/>
                  </a:lnTo>
                  <a:close/>
                </a:path>
                <a:path w="9542780" h="6570345">
                  <a:moveTo>
                    <a:pt x="4936559" y="6182507"/>
                  </a:moveTo>
                  <a:lnTo>
                    <a:pt x="4917597" y="6182507"/>
                  </a:lnTo>
                  <a:lnTo>
                    <a:pt x="4909107" y="6188866"/>
                  </a:lnTo>
                  <a:lnTo>
                    <a:pt x="4909107" y="6210030"/>
                  </a:lnTo>
                  <a:lnTo>
                    <a:pt x="4915334" y="6216389"/>
                  </a:lnTo>
                  <a:lnTo>
                    <a:pt x="4934578" y="6216389"/>
                  </a:lnTo>
                  <a:lnTo>
                    <a:pt x="4943068" y="6207911"/>
                  </a:lnTo>
                  <a:lnTo>
                    <a:pt x="4943068" y="6190984"/>
                  </a:lnTo>
                  <a:lnTo>
                    <a:pt x="4936559" y="6182507"/>
                  </a:lnTo>
                  <a:close/>
                </a:path>
                <a:path w="9542780" h="6570345">
                  <a:moveTo>
                    <a:pt x="4936559" y="6226957"/>
                  </a:moveTo>
                  <a:lnTo>
                    <a:pt x="4917597" y="6226957"/>
                  </a:lnTo>
                  <a:lnTo>
                    <a:pt x="4909107" y="6233316"/>
                  </a:lnTo>
                  <a:lnTo>
                    <a:pt x="4909107" y="6254480"/>
                  </a:lnTo>
                  <a:lnTo>
                    <a:pt x="4915334" y="6260839"/>
                  </a:lnTo>
                  <a:lnTo>
                    <a:pt x="4934578" y="6260839"/>
                  </a:lnTo>
                  <a:lnTo>
                    <a:pt x="4943068" y="6252362"/>
                  </a:lnTo>
                  <a:lnTo>
                    <a:pt x="4943068" y="6235434"/>
                  </a:lnTo>
                  <a:lnTo>
                    <a:pt x="4936559" y="6226957"/>
                  </a:lnTo>
                  <a:close/>
                </a:path>
                <a:path w="9542780" h="6570345">
                  <a:moveTo>
                    <a:pt x="4936559" y="6271436"/>
                  </a:moveTo>
                  <a:lnTo>
                    <a:pt x="4917597" y="6271436"/>
                  </a:lnTo>
                  <a:lnTo>
                    <a:pt x="4909107" y="6277794"/>
                  </a:lnTo>
                  <a:lnTo>
                    <a:pt x="4909107" y="6298957"/>
                  </a:lnTo>
                  <a:lnTo>
                    <a:pt x="4915334" y="6305308"/>
                  </a:lnTo>
                  <a:lnTo>
                    <a:pt x="4926088" y="6305308"/>
                  </a:lnTo>
                  <a:lnTo>
                    <a:pt x="4934578" y="6303190"/>
                  </a:lnTo>
                  <a:lnTo>
                    <a:pt x="4943068" y="6296840"/>
                  </a:lnTo>
                  <a:lnTo>
                    <a:pt x="4943068" y="6279913"/>
                  </a:lnTo>
                  <a:lnTo>
                    <a:pt x="4936559" y="6271436"/>
                  </a:lnTo>
                  <a:close/>
                </a:path>
                <a:path w="9542780" h="6570345">
                  <a:moveTo>
                    <a:pt x="4892126" y="1721210"/>
                  </a:moveTo>
                  <a:lnTo>
                    <a:pt x="4872882" y="1721210"/>
                  </a:lnTo>
                  <a:lnTo>
                    <a:pt x="4864392" y="1727709"/>
                  </a:lnTo>
                  <a:lnTo>
                    <a:pt x="4864392" y="1748903"/>
                  </a:lnTo>
                  <a:lnTo>
                    <a:pt x="4870900" y="1755119"/>
                  </a:lnTo>
                  <a:lnTo>
                    <a:pt x="4889863" y="1755119"/>
                  </a:lnTo>
                  <a:lnTo>
                    <a:pt x="4898353" y="1748903"/>
                  </a:lnTo>
                  <a:lnTo>
                    <a:pt x="4898353" y="1729687"/>
                  </a:lnTo>
                  <a:lnTo>
                    <a:pt x="4892126" y="1721210"/>
                  </a:lnTo>
                  <a:close/>
                </a:path>
                <a:path w="9542780" h="6570345">
                  <a:moveTo>
                    <a:pt x="4892126" y="1765857"/>
                  </a:moveTo>
                  <a:lnTo>
                    <a:pt x="4872882" y="1765857"/>
                  </a:lnTo>
                  <a:lnTo>
                    <a:pt x="4864392" y="1772075"/>
                  </a:lnTo>
                  <a:lnTo>
                    <a:pt x="4864392" y="1793267"/>
                  </a:lnTo>
                  <a:lnTo>
                    <a:pt x="4870900" y="1799767"/>
                  </a:lnTo>
                  <a:lnTo>
                    <a:pt x="4889863" y="1799767"/>
                  </a:lnTo>
                  <a:lnTo>
                    <a:pt x="4898353" y="1791290"/>
                  </a:lnTo>
                  <a:lnTo>
                    <a:pt x="4898353" y="1774336"/>
                  </a:lnTo>
                  <a:lnTo>
                    <a:pt x="4892126" y="1765857"/>
                  </a:lnTo>
                  <a:close/>
                </a:path>
                <a:path w="9542780" h="6570345">
                  <a:moveTo>
                    <a:pt x="4892126" y="1810223"/>
                  </a:moveTo>
                  <a:lnTo>
                    <a:pt x="4872882" y="1810223"/>
                  </a:lnTo>
                  <a:lnTo>
                    <a:pt x="4864392" y="1816722"/>
                  </a:lnTo>
                  <a:lnTo>
                    <a:pt x="4864392" y="1837634"/>
                  </a:lnTo>
                  <a:lnTo>
                    <a:pt x="4870900" y="1844133"/>
                  </a:lnTo>
                  <a:lnTo>
                    <a:pt x="4889863" y="1844133"/>
                  </a:lnTo>
                  <a:lnTo>
                    <a:pt x="4898353" y="1835655"/>
                  </a:lnTo>
                  <a:lnTo>
                    <a:pt x="4898353" y="1818700"/>
                  </a:lnTo>
                  <a:lnTo>
                    <a:pt x="4892126" y="1810223"/>
                  </a:lnTo>
                  <a:close/>
                </a:path>
                <a:path w="9542780" h="6570345">
                  <a:moveTo>
                    <a:pt x="4892126" y="1854588"/>
                  </a:moveTo>
                  <a:lnTo>
                    <a:pt x="4872882" y="1854588"/>
                  </a:lnTo>
                  <a:lnTo>
                    <a:pt x="4864392" y="1861088"/>
                  </a:lnTo>
                  <a:lnTo>
                    <a:pt x="4864392" y="1880021"/>
                  </a:lnTo>
                  <a:lnTo>
                    <a:pt x="4870900" y="1888498"/>
                  </a:lnTo>
                  <a:lnTo>
                    <a:pt x="4889863" y="1888498"/>
                  </a:lnTo>
                  <a:lnTo>
                    <a:pt x="4898353" y="1880021"/>
                  </a:lnTo>
                  <a:lnTo>
                    <a:pt x="4898353" y="1863065"/>
                  </a:lnTo>
                  <a:lnTo>
                    <a:pt x="4892126" y="1854588"/>
                  </a:lnTo>
                  <a:close/>
                </a:path>
                <a:path w="9542780" h="6570345">
                  <a:moveTo>
                    <a:pt x="4892126" y="1899236"/>
                  </a:moveTo>
                  <a:lnTo>
                    <a:pt x="4872882" y="1899236"/>
                  </a:lnTo>
                  <a:lnTo>
                    <a:pt x="4864392" y="1905453"/>
                  </a:lnTo>
                  <a:lnTo>
                    <a:pt x="4864392" y="1924669"/>
                  </a:lnTo>
                  <a:lnTo>
                    <a:pt x="4870900" y="1933147"/>
                  </a:lnTo>
                  <a:lnTo>
                    <a:pt x="4881372" y="1933147"/>
                  </a:lnTo>
                  <a:lnTo>
                    <a:pt x="4889863" y="1930886"/>
                  </a:lnTo>
                  <a:lnTo>
                    <a:pt x="4898353" y="1924669"/>
                  </a:lnTo>
                  <a:lnTo>
                    <a:pt x="4898353" y="1907713"/>
                  </a:lnTo>
                  <a:lnTo>
                    <a:pt x="4892126" y="1899236"/>
                  </a:lnTo>
                  <a:close/>
                </a:path>
                <a:path w="9542780" h="6570345">
                  <a:moveTo>
                    <a:pt x="4892126" y="1943602"/>
                  </a:moveTo>
                  <a:lnTo>
                    <a:pt x="4872882" y="1943602"/>
                  </a:lnTo>
                  <a:lnTo>
                    <a:pt x="4864392" y="1950101"/>
                  </a:lnTo>
                  <a:lnTo>
                    <a:pt x="4864392" y="1971295"/>
                  </a:lnTo>
                  <a:lnTo>
                    <a:pt x="4870900" y="1977511"/>
                  </a:lnTo>
                  <a:lnTo>
                    <a:pt x="4881372" y="1977511"/>
                  </a:lnTo>
                  <a:lnTo>
                    <a:pt x="4889863" y="1975251"/>
                  </a:lnTo>
                  <a:lnTo>
                    <a:pt x="4898353" y="1969034"/>
                  </a:lnTo>
                  <a:lnTo>
                    <a:pt x="4898353" y="1952080"/>
                  </a:lnTo>
                  <a:lnTo>
                    <a:pt x="4892126" y="1943602"/>
                  </a:lnTo>
                  <a:close/>
                </a:path>
                <a:path w="9542780" h="6570345">
                  <a:moveTo>
                    <a:pt x="4892126" y="1985989"/>
                  </a:moveTo>
                  <a:lnTo>
                    <a:pt x="4872882" y="1985989"/>
                  </a:lnTo>
                  <a:lnTo>
                    <a:pt x="4864392" y="1992207"/>
                  </a:lnTo>
                  <a:lnTo>
                    <a:pt x="4864392" y="2013400"/>
                  </a:lnTo>
                  <a:lnTo>
                    <a:pt x="4870900" y="2019899"/>
                  </a:lnTo>
                  <a:lnTo>
                    <a:pt x="4889863" y="2019899"/>
                  </a:lnTo>
                  <a:lnTo>
                    <a:pt x="4898353" y="2013400"/>
                  </a:lnTo>
                  <a:lnTo>
                    <a:pt x="4898353" y="1994467"/>
                  </a:lnTo>
                  <a:lnTo>
                    <a:pt x="4892126" y="1985989"/>
                  </a:lnTo>
                  <a:close/>
                </a:path>
                <a:path w="9542780" h="6570345">
                  <a:moveTo>
                    <a:pt x="4892126" y="2030355"/>
                  </a:moveTo>
                  <a:lnTo>
                    <a:pt x="4872882" y="2030355"/>
                  </a:lnTo>
                  <a:lnTo>
                    <a:pt x="4864392" y="2036853"/>
                  </a:lnTo>
                  <a:lnTo>
                    <a:pt x="4864392" y="2058047"/>
                  </a:lnTo>
                  <a:lnTo>
                    <a:pt x="4870900" y="2064265"/>
                  </a:lnTo>
                  <a:lnTo>
                    <a:pt x="4889863" y="2064265"/>
                  </a:lnTo>
                  <a:lnTo>
                    <a:pt x="4898353" y="2058047"/>
                  </a:lnTo>
                  <a:lnTo>
                    <a:pt x="4898353" y="2038832"/>
                  </a:lnTo>
                  <a:lnTo>
                    <a:pt x="4892126" y="2030355"/>
                  </a:lnTo>
                  <a:close/>
                </a:path>
                <a:path w="9542780" h="6570345">
                  <a:moveTo>
                    <a:pt x="4892126" y="2075003"/>
                  </a:moveTo>
                  <a:lnTo>
                    <a:pt x="4872882" y="2075003"/>
                  </a:lnTo>
                  <a:lnTo>
                    <a:pt x="4864392" y="2081220"/>
                  </a:lnTo>
                  <a:lnTo>
                    <a:pt x="4864392" y="2102413"/>
                  </a:lnTo>
                  <a:lnTo>
                    <a:pt x="4870900" y="2108912"/>
                  </a:lnTo>
                  <a:lnTo>
                    <a:pt x="4889863" y="2108912"/>
                  </a:lnTo>
                  <a:lnTo>
                    <a:pt x="4898353" y="2100435"/>
                  </a:lnTo>
                  <a:lnTo>
                    <a:pt x="4898353" y="2083480"/>
                  </a:lnTo>
                  <a:lnTo>
                    <a:pt x="4892126" y="2075003"/>
                  </a:lnTo>
                  <a:close/>
                </a:path>
                <a:path w="9542780" h="6570345">
                  <a:moveTo>
                    <a:pt x="4892126" y="2119368"/>
                  </a:moveTo>
                  <a:lnTo>
                    <a:pt x="4872882" y="2119368"/>
                  </a:lnTo>
                  <a:lnTo>
                    <a:pt x="4864392" y="2125585"/>
                  </a:lnTo>
                  <a:lnTo>
                    <a:pt x="4864392" y="2144801"/>
                  </a:lnTo>
                  <a:lnTo>
                    <a:pt x="4870900" y="2153278"/>
                  </a:lnTo>
                  <a:lnTo>
                    <a:pt x="4889863" y="2153278"/>
                  </a:lnTo>
                  <a:lnTo>
                    <a:pt x="4898353" y="2144801"/>
                  </a:lnTo>
                  <a:lnTo>
                    <a:pt x="4898353" y="2127845"/>
                  </a:lnTo>
                  <a:lnTo>
                    <a:pt x="4892126" y="2119368"/>
                  </a:lnTo>
                  <a:close/>
                </a:path>
                <a:path w="9542780" h="6570345">
                  <a:moveTo>
                    <a:pt x="4892126" y="2428514"/>
                  </a:moveTo>
                  <a:lnTo>
                    <a:pt x="4872882" y="2428514"/>
                  </a:lnTo>
                  <a:lnTo>
                    <a:pt x="4864392" y="2434730"/>
                  </a:lnTo>
                  <a:lnTo>
                    <a:pt x="4864392" y="2453946"/>
                  </a:lnTo>
                  <a:lnTo>
                    <a:pt x="4870900" y="2462423"/>
                  </a:lnTo>
                  <a:lnTo>
                    <a:pt x="4889863" y="2462423"/>
                  </a:lnTo>
                  <a:lnTo>
                    <a:pt x="4898353" y="2453946"/>
                  </a:lnTo>
                  <a:lnTo>
                    <a:pt x="4898353" y="2436991"/>
                  </a:lnTo>
                  <a:lnTo>
                    <a:pt x="4892126" y="2428514"/>
                  </a:lnTo>
                  <a:close/>
                </a:path>
                <a:path w="9542780" h="6570345">
                  <a:moveTo>
                    <a:pt x="4892126" y="2472879"/>
                  </a:moveTo>
                  <a:lnTo>
                    <a:pt x="4872882" y="2472879"/>
                  </a:lnTo>
                  <a:lnTo>
                    <a:pt x="4864392" y="2479379"/>
                  </a:lnTo>
                  <a:lnTo>
                    <a:pt x="4864392" y="2498310"/>
                  </a:lnTo>
                  <a:lnTo>
                    <a:pt x="4870900" y="2506789"/>
                  </a:lnTo>
                  <a:lnTo>
                    <a:pt x="4889863" y="2506789"/>
                  </a:lnTo>
                  <a:lnTo>
                    <a:pt x="4898353" y="2498310"/>
                  </a:lnTo>
                  <a:lnTo>
                    <a:pt x="4898353" y="2481356"/>
                  </a:lnTo>
                  <a:lnTo>
                    <a:pt x="4892126" y="2472879"/>
                  </a:lnTo>
                  <a:close/>
                </a:path>
                <a:path w="9542780" h="6570345">
                  <a:moveTo>
                    <a:pt x="4892126" y="2517527"/>
                  </a:moveTo>
                  <a:lnTo>
                    <a:pt x="4872882" y="2517527"/>
                  </a:lnTo>
                  <a:lnTo>
                    <a:pt x="4864392" y="2523743"/>
                  </a:lnTo>
                  <a:lnTo>
                    <a:pt x="4864392" y="2544937"/>
                  </a:lnTo>
                  <a:lnTo>
                    <a:pt x="4870900" y="2551437"/>
                  </a:lnTo>
                  <a:lnTo>
                    <a:pt x="4881372" y="2551437"/>
                  </a:lnTo>
                  <a:lnTo>
                    <a:pt x="4889863" y="2549177"/>
                  </a:lnTo>
                  <a:lnTo>
                    <a:pt x="4898353" y="2542959"/>
                  </a:lnTo>
                  <a:lnTo>
                    <a:pt x="4898353" y="2526004"/>
                  </a:lnTo>
                  <a:lnTo>
                    <a:pt x="4892126" y="2517527"/>
                  </a:lnTo>
                  <a:close/>
                </a:path>
                <a:path w="9542780" h="6570345">
                  <a:moveTo>
                    <a:pt x="4892126" y="3002155"/>
                  </a:moveTo>
                  <a:lnTo>
                    <a:pt x="4872882" y="3002155"/>
                  </a:lnTo>
                  <a:lnTo>
                    <a:pt x="4864392" y="3008655"/>
                  </a:lnTo>
                  <a:lnTo>
                    <a:pt x="4864392" y="3027588"/>
                  </a:lnTo>
                  <a:lnTo>
                    <a:pt x="4870900" y="3036065"/>
                  </a:lnTo>
                  <a:lnTo>
                    <a:pt x="4889863" y="3036065"/>
                  </a:lnTo>
                  <a:lnTo>
                    <a:pt x="4898353" y="3027588"/>
                  </a:lnTo>
                  <a:lnTo>
                    <a:pt x="4898353" y="3010632"/>
                  </a:lnTo>
                  <a:lnTo>
                    <a:pt x="4892126" y="3002155"/>
                  </a:lnTo>
                  <a:close/>
                </a:path>
                <a:path w="9542780" h="6570345">
                  <a:moveTo>
                    <a:pt x="4892127" y="4592388"/>
                  </a:moveTo>
                  <a:lnTo>
                    <a:pt x="4872882" y="4592388"/>
                  </a:lnTo>
                  <a:lnTo>
                    <a:pt x="4864392" y="4598746"/>
                  </a:lnTo>
                  <a:lnTo>
                    <a:pt x="4864392" y="4617792"/>
                  </a:lnTo>
                  <a:lnTo>
                    <a:pt x="4870900" y="4626269"/>
                  </a:lnTo>
                  <a:lnTo>
                    <a:pt x="4889863" y="4626269"/>
                  </a:lnTo>
                  <a:lnTo>
                    <a:pt x="4898353" y="4617792"/>
                  </a:lnTo>
                  <a:lnTo>
                    <a:pt x="4898353" y="4600865"/>
                  </a:lnTo>
                  <a:lnTo>
                    <a:pt x="4892127" y="4592388"/>
                  </a:lnTo>
                  <a:close/>
                </a:path>
                <a:path w="9542780" h="6570345">
                  <a:moveTo>
                    <a:pt x="4892127" y="4636866"/>
                  </a:moveTo>
                  <a:lnTo>
                    <a:pt x="4872882" y="4636866"/>
                  </a:lnTo>
                  <a:lnTo>
                    <a:pt x="4864392" y="4643225"/>
                  </a:lnTo>
                  <a:lnTo>
                    <a:pt x="4864392" y="4662270"/>
                  </a:lnTo>
                  <a:lnTo>
                    <a:pt x="4870900" y="4670748"/>
                  </a:lnTo>
                  <a:lnTo>
                    <a:pt x="4889863" y="4670748"/>
                  </a:lnTo>
                  <a:lnTo>
                    <a:pt x="4898353" y="4662270"/>
                  </a:lnTo>
                  <a:lnTo>
                    <a:pt x="4898353" y="4645343"/>
                  </a:lnTo>
                  <a:lnTo>
                    <a:pt x="4892127" y="4636866"/>
                  </a:lnTo>
                  <a:close/>
                </a:path>
                <a:path w="9542780" h="6570345">
                  <a:moveTo>
                    <a:pt x="4892127" y="4681316"/>
                  </a:moveTo>
                  <a:lnTo>
                    <a:pt x="4872882" y="4681316"/>
                  </a:lnTo>
                  <a:lnTo>
                    <a:pt x="4864392" y="4687675"/>
                  </a:lnTo>
                  <a:lnTo>
                    <a:pt x="4864392" y="4706721"/>
                  </a:lnTo>
                  <a:lnTo>
                    <a:pt x="4870900" y="4715198"/>
                  </a:lnTo>
                  <a:lnTo>
                    <a:pt x="4881373" y="4715198"/>
                  </a:lnTo>
                  <a:lnTo>
                    <a:pt x="4889863" y="4713079"/>
                  </a:lnTo>
                  <a:lnTo>
                    <a:pt x="4898353" y="4706721"/>
                  </a:lnTo>
                  <a:lnTo>
                    <a:pt x="4898353" y="4689793"/>
                  </a:lnTo>
                  <a:lnTo>
                    <a:pt x="4892127" y="4681316"/>
                  </a:lnTo>
                  <a:close/>
                </a:path>
                <a:path w="9542780" h="6570345">
                  <a:moveTo>
                    <a:pt x="4892127" y="4945983"/>
                  </a:moveTo>
                  <a:lnTo>
                    <a:pt x="4872882" y="4945983"/>
                  </a:lnTo>
                  <a:lnTo>
                    <a:pt x="4864392" y="4952342"/>
                  </a:lnTo>
                  <a:lnTo>
                    <a:pt x="4864392" y="4971388"/>
                  </a:lnTo>
                  <a:lnTo>
                    <a:pt x="4870900" y="4979865"/>
                  </a:lnTo>
                  <a:lnTo>
                    <a:pt x="4889863" y="4979865"/>
                  </a:lnTo>
                  <a:lnTo>
                    <a:pt x="4898353" y="4971388"/>
                  </a:lnTo>
                  <a:lnTo>
                    <a:pt x="4898353" y="4954460"/>
                  </a:lnTo>
                  <a:lnTo>
                    <a:pt x="4892127" y="4945983"/>
                  </a:lnTo>
                  <a:close/>
                </a:path>
                <a:path w="9542780" h="6570345">
                  <a:moveTo>
                    <a:pt x="4892127" y="4990462"/>
                  </a:moveTo>
                  <a:lnTo>
                    <a:pt x="4872882" y="4990462"/>
                  </a:lnTo>
                  <a:lnTo>
                    <a:pt x="4864392" y="4996792"/>
                  </a:lnTo>
                  <a:lnTo>
                    <a:pt x="4864392" y="5015866"/>
                  </a:lnTo>
                  <a:lnTo>
                    <a:pt x="4870900" y="5024343"/>
                  </a:lnTo>
                  <a:lnTo>
                    <a:pt x="4889863" y="5024343"/>
                  </a:lnTo>
                  <a:lnTo>
                    <a:pt x="4898353" y="5015866"/>
                  </a:lnTo>
                  <a:lnTo>
                    <a:pt x="4898353" y="4998911"/>
                  </a:lnTo>
                  <a:lnTo>
                    <a:pt x="4892127" y="4990462"/>
                  </a:lnTo>
                  <a:close/>
                </a:path>
                <a:path w="9542780" h="6570345">
                  <a:moveTo>
                    <a:pt x="4892127" y="5034912"/>
                  </a:moveTo>
                  <a:lnTo>
                    <a:pt x="4872882" y="5034912"/>
                  </a:lnTo>
                  <a:lnTo>
                    <a:pt x="4864392" y="5041270"/>
                  </a:lnTo>
                  <a:lnTo>
                    <a:pt x="4864392" y="5060316"/>
                  </a:lnTo>
                  <a:lnTo>
                    <a:pt x="4870900" y="5068793"/>
                  </a:lnTo>
                  <a:lnTo>
                    <a:pt x="4881373" y="5068793"/>
                  </a:lnTo>
                  <a:lnTo>
                    <a:pt x="4889863" y="5066673"/>
                  </a:lnTo>
                  <a:lnTo>
                    <a:pt x="4898353" y="5060316"/>
                  </a:lnTo>
                  <a:lnTo>
                    <a:pt x="4898353" y="5043389"/>
                  </a:lnTo>
                  <a:lnTo>
                    <a:pt x="4892127" y="5034912"/>
                  </a:lnTo>
                  <a:close/>
                </a:path>
                <a:path w="9542780" h="6570345">
                  <a:moveTo>
                    <a:pt x="4892127" y="5077270"/>
                  </a:moveTo>
                  <a:lnTo>
                    <a:pt x="4872882" y="5077270"/>
                  </a:lnTo>
                  <a:lnTo>
                    <a:pt x="4864392" y="5083629"/>
                  </a:lnTo>
                  <a:lnTo>
                    <a:pt x="4864392" y="5102675"/>
                  </a:lnTo>
                  <a:lnTo>
                    <a:pt x="4870900" y="5111153"/>
                  </a:lnTo>
                  <a:lnTo>
                    <a:pt x="4889863" y="5111153"/>
                  </a:lnTo>
                  <a:lnTo>
                    <a:pt x="4898353" y="5104795"/>
                  </a:lnTo>
                  <a:lnTo>
                    <a:pt x="4898353" y="5085720"/>
                  </a:lnTo>
                  <a:lnTo>
                    <a:pt x="4892127" y="5077270"/>
                  </a:lnTo>
                  <a:close/>
                </a:path>
                <a:path w="9542780" h="6570345">
                  <a:moveTo>
                    <a:pt x="4892127" y="5166199"/>
                  </a:moveTo>
                  <a:lnTo>
                    <a:pt x="4872882" y="5166199"/>
                  </a:lnTo>
                  <a:lnTo>
                    <a:pt x="4864392" y="5172529"/>
                  </a:lnTo>
                  <a:lnTo>
                    <a:pt x="4864392" y="5191603"/>
                  </a:lnTo>
                  <a:lnTo>
                    <a:pt x="4870900" y="5200081"/>
                  </a:lnTo>
                  <a:lnTo>
                    <a:pt x="4889863" y="5200081"/>
                  </a:lnTo>
                  <a:lnTo>
                    <a:pt x="4898353" y="5191603"/>
                  </a:lnTo>
                  <a:lnTo>
                    <a:pt x="4898353" y="5174649"/>
                  </a:lnTo>
                  <a:lnTo>
                    <a:pt x="4892127" y="5166199"/>
                  </a:lnTo>
                  <a:close/>
                </a:path>
                <a:path w="9542780" h="6570345">
                  <a:moveTo>
                    <a:pt x="4892127" y="5210649"/>
                  </a:moveTo>
                  <a:lnTo>
                    <a:pt x="4872882" y="5210649"/>
                  </a:lnTo>
                  <a:lnTo>
                    <a:pt x="4864392" y="5217008"/>
                  </a:lnTo>
                  <a:lnTo>
                    <a:pt x="4864392" y="5236053"/>
                  </a:lnTo>
                  <a:lnTo>
                    <a:pt x="4870900" y="5244532"/>
                  </a:lnTo>
                  <a:lnTo>
                    <a:pt x="4889863" y="5244532"/>
                  </a:lnTo>
                  <a:lnTo>
                    <a:pt x="4898353" y="5236053"/>
                  </a:lnTo>
                  <a:lnTo>
                    <a:pt x="4898353" y="5219127"/>
                  </a:lnTo>
                  <a:lnTo>
                    <a:pt x="4892127" y="5210649"/>
                  </a:lnTo>
                  <a:close/>
                </a:path>
                <a:path w="9542780" h="6570345">
                  <a:moveTo>
                    <a:pt x="4892127" y="5255129"/>
                  </a:moveTo>
                  <a:lnTo>
                    <a:pt x="4872882" y="5255129"/>
                  </a:lnTo>
                  <a:lnTo>
                    <a:pt x="4864392" y="5261458"/>
                  </a:lnTo>
                  <a:lnTo>
                    <a:pt x="4864392" y="5282652"/>
                  </a:lnTo>
                  <a:lnTo>
                    <a:pt x="4870900" y="5288982"/>
                  </a:lnTo>
                  <a:lnTo>
                    <a:pt x="4889863" y="5288982"/>
                  </a:lnTo>
                  <a:lnTo>
                    <a:pt x="4898353" y="5280533"/>
                  </a:lnTo>
                  <a:lnTo>
                    <a:pt x="4898353" y="5263578"/>
                  </a:lnTo>
                  <a:lnTo>
                    <a:pt x="4892127" y="5255129"/>
                  </a:lnTo>
                  <a:close/>
                </a:path>
                <a:path w="9542780" h="6570345">
                  <a:moveTo>
                    <a:pt x="4892127" y="5299579"/>
                  </a:moveTo>
                  <a:lnTo>
                    <a:pt x="4872882" y="5299579"/>
                  </a:lnTo>
                  <a:lnTo>
                    <a:pt x="4864392" y="5305936"/>
                  </a:lnTo>
                  <a:lnTo>
                    <a:pt x="4864392" y="5327102"/>
                  </a:lnTo>
                  <a:lnTo>
                    <a:pt x="4870900" y="5333460"/>
                  </a:lnTo>
                  <a:lnTo>
                    <a:pt x="4889863" y="5333460"/>
                  </a:lnTo>
                  <a:lnTo>
                    <a:pt x="4898353" y="5324983"/>
                  </a:lnTo>
                  <a:lnTo>
                    <a:pt x="4898353" y="5308056"/>
                  </a:lnTo>
                  <a:lnTo>
                    <a:pt x="4892127" y="5299579"/>
                  </a:lnTo>
                  <a:close/>
                </a:path>
                <a:path w="9542780" h="6570345">
                  <a:moveTo>
                    <a:pt x="4892127" y="5344057"/>
                  </a:moveTo>
                  <a:lnTo>
                    <a:pt x="4872882" y="5344057"/>
                  </a:lnTo>
                  <a:lnTo>
                    <a:pt x="4864392" y="5350386"/>
                  </a:lnTo>
                  <a:lnTo>
                    <a:pt x="4864392" y="5369460"/>
                  </a:lnTo>
                  <a:lnTo>
                    <a:pt x="4870900" y="5377910"/>
                  </a:lnTo>
                  <a:lnTo>
                    <a:pt x="4881373" y="5377910"/>
                  </a:lnTo>
                  <a:lnTo>
                    <a:pt x="4889863" y="5375791"/>
                  </a:lnTo>
                  <a:lnTo>
                    <a:pt x="4898353" y="5369460"/>
                  </a:lnTo>
                  <a:lnTo>
                    <a:pt x="4898353" y="5352506"/>
                  </a:lnTo>
                  <a:lnTo>
                    <a:pt x="4892127" y="5344057"/>
                  </a:lnTo>
                  <a:close/>
                </a:path>
                <a:path w="9542780" h="6570345">
                  <a:moveTo>
                    <a:pt x="4892127" y="5386388"/>
                  </a:moveTo>
                  <a:lnTo>
                    <a:pt x="4872882" y="5386388"/>
                  </a:lnTo>
                  <a:lnTo>
                    <a:pt x="4864392" y="5392746"/>
                  </a:lnTo>
                  <a:lnTo>
                    <a:pt x="4864392" y="5411792"/>
                  </a:lnTo>
                  <a:lnTo>
                    <a:pt x="4870900" y="5420269"/>
                  </a:lnTo>
                  <a:lnTo>
                    <a:pt x="4889863" y="5420269"/>
                  </a:lnTo>
                  <a:lnTo>
                    <a:pt x="4898353" y="5413912"/>
                  </a:lnTo>
                  <a:lnTo>
                    <a:pt x="4898353" y="5394866"/>
                  </a:lnTo>
                  <a:lnTo>
                    <a:pt x="4892127" y="5386388"/>
                  </a:lnTo>
                  <a:close/>
                </a:path>
                <a:path w="9542780" h="6570345">
                  <a:moveTo>
                    <a:pt x="4892127" y="5430866"/>
                  </a:moveTo>
                  <a:lnTo>
                    <a:pt x="4872882" y="5430866"/>
                  </a:lnTo>
                  <a:lnTo>
                    <a:pt x="4864392" y="5437196"/>
                  </a:lnTo>
                  <a:lnTo>
                    <a:pt x="4864392" y="5458390"/>
                  </a:lnTo>
                  <a:lnTo>
                    <a:pt x="4870900" y="5464719"/>
                  </a:lnTo>
                  <a:lnTo>
                    <a:pt x="4889863" y="5464719"/>
                  </a:lnTo>
                  <a:lnTo>
                    <a:pt x="4898353" y="5458390"/>
                  </a:lnTo>
                  <a:lnTo>
                    <a:pt x="4898353" y="5439316"/>
                  </a:lnTo>
                  <a:lnTo>
                    <a:pt x="4892127" y="5430866"/>
                  </a:lnTo>
                  <a:close/>
                </a:path>
                <a:path w="9542780" h="6570345">
                  <a:moveTo>
                    <a:pt x="4892127" y="5475316"/>
                  </a:moveTo>
                  <a:lnTo>
                    <a:pt x="4872882" y="5475316"/>
                  </a:lnTo>
                  <a:lnTo>
                    <a:pt x="4864392" y="5481675"/>
                  </a:lnTo>
                  <a:lnTo>
                    <a:pt x="4864392" y="5502840"/>
                  </a:lnTo>
                  <a:lnTo>
                    <a:pt x="4870900" y="5509199"/>
                  </a:lnTo>
                  <a:lnTo>
                    <a:pt x="4889863" y="5509199"/>
                  </a:lnTo>
                  <a:lnTo>
                    <a:pt x="4898353" y="5500720"/>
                  </a:lnTo>
                  <a:lnTo>
                    <a:pt x="4898353" y="5483793"/>
                  </a:lnTo>
                  <a:lnTo>
                    <a:pt x="4892127" y="5475316"/>
                  </a:lnTo>
                  <a:close/>
                </a:path>
                <a:path w="9542780" h="6570345">
                  <a:moveTo>
                    <a:pt x="4892127" y="5519795"/>
                  </a:moveTo>
                  <a:lnTo>
                    <a:pt x="4872882" y="5519795"/>
                  </a:lnTo>
                  <a:lnTo>
                    <a:pt x="4864392" y="5526125"/>
                  </a:lnTo>
                  <a:lnTo>
                    <a:pt x="4864392" y="5545199"/>
                  </a:lnTo>
                  <a:lnTo>
                    <a:pt x="4870900" y="5553649"/>
                  </a:lnTo>
                  <a:lnTo>
                    <a:pt x="4889863" y="5553649"/>
                  </a:lnTo>
                  <a:lnTo>
                    <a:pt x="4898353" y="5545199"/>
                  </a:lnTo>
                  <a:lnTo>
                    <a:pt x="4898353" y="5528243"/>
                  </a:lnTo>
                  <a:lnTo>
                    <a:pt x="4892127" y="5519795"/>
                  </a:lnTo>
                  <a:close/>
                </a:path>
                <a:path w="9542780" h="6570345">
                  <a:moveTo>
                    <a:pt x="4892127" y="5564245"/>
                  </a:moveTo>
                  <a:lnTo>
                    <a:pt x="4872882" y="5564245"/>
                  </a:lnTo>
                  <a:lnTo>
                    <a:pt x="4864392" y="5570603"/>
                  </a:lnTo>
                  <a:lnTo>
                    <a:pt x="4864392" y="5589649"/>
                  </a:lnTo>
                  <a:lnTo>
                    <a:pt x="4870900" y="5598126"/>
                  </a:lnTo>
                  <a:lnTo>
                    <a:pt x="4889863" y="5598126"/>
                  </a:lnTo>
                  <a:lnTo>
                    <a:pt x="4898353" y="5589649"/>
                  </a:lnTo>
                  <a:lnTo>
                    <a:pt x="4898353" y="5572723"/>
                  </a:lnTo>
                  <a:lnTo>
                    <a:pt x="4892127" y="5564245"/>
                  </a:lnTo>
                  <a:close/>
                </a:path>
                <a:path w="9542780" h="6570345">
                  <a:moveTo>
                    <a:pt x="4892127" y="5653173"/>
                  </a:moveTo>
                  <a:lnTo>
                    <a:pt x="4872882" y="5653173"/>
                  </a:lnTo>
                  <a:lnTo>
                    <a:pt x="4864392" y="5659532"/>
                  </a:lnTo>
                  <a:lnTo>
                    <a:pt x="4864392" y="5678578"/>
                  </a:lnTo>
                  <a:lnTo>
                    <a:pt x="4870900" y="5687056"/>
                  </a:lnTo>
                  <a:lnTo>
                    <a:pt x="4881373" y="5687056"/>
                  </a:lnTo>
                  <a:lnTo>
                    <a:pt x="4889863" y="5684936"/>
                  </a:lnTo>
                  <a:lnTo>
                    <a:pt x="4898353" y="5678578"/>
                  </a:lnTo>
                  <a:lnTo>
                    <a:pt x="4898353" y="5661651"/>
                  </a:lnTo>
                  <a:lnTo>
                    <a:pt x="4892127" y="5653173"/>
                  </a:lnTo>
                  <a:close/>
                </a:path>
                <a:path w="9542780" h="6570345">
                  <a:moveTo>
                    <a:pt x="4892127" y="6226957"/>
                  </a:moveTo>
                  <a:lnTo>
                    <a:pt x="4872882" y="6226957"/>
                  </a:lnTo>
                  <a:lnTo>
                    <a:pt x="4864392" y="6233316"/>
                  </a:lnTo>
                  <a:lnTo>
                    <a:pt x="4864392" y="6254480"/>
                  </a:lnTo>
                  <a:lnTo>
                    <a:pt x="4870900" y="6260839"/>
                  </a:lnTo>
                  <a:lnTo>
                    <a:pt x="4889863" y="6260839"/>
                  </a:lnTo>
                  <a:lnTo>
                    <a:pt x="4898353" y="6252362"/>
                  </a:lnTo>
                  <a:lnTo>
                    <a:pt x="4898353" y="6235434"/>
                  </a:lnTo>
                  <a:lnTo>
                    <a:pt x="4892127" y="6226957"/>
                  </a:lnTo>
                  <a:close/>
                </a:path>
                <a:path w="9542780" h="6570345">
                  <a:moveTo>
                    <a:pt x="4892127" y="6271436"/>
                  </a:moveTo>
                  <a:lnTo>
                    <a:pt x="4872882" y="6271436"/>
                  </a:lnTo>
                  <a:lnTo>
                    <a:pt x="4864392" y="6277794"/>
                  </a:lnTo>
                  <a:lnTo>
                    <a:pt x="4864392" y="6298957"/>
                  </a:lnTo>
                  <a:lnTo>
                    <a:pt x="4870900" y="6305308"/>
                  </a:lnTo>
                  <a:lnTo>
                    <a:pt x="4881373" y="6305308"/>
                  </a:lnTo>
                  <a:lnTo>
                    <a:pt x="4889863" y="6303190"/>
                  </a:lnTo>
                  <a:lnTo>
                    <a:pt x="4898353" y="6296840"/>
                  </a:lnTo>
                  <a:lnTo>
                    <a:pt x="4898353" y="6279913"/>
                  </a:lnTo>
                  <a:lnTo>
                    <a:pt x="4892127" y="6271436"/>
                  </a:lnTo>
                  <a:close/>
                </a:path>
                <a:path w="9542780" h="6570345">
                  <a:moveTo>
                    <a:pt x="4847410" y="1676844"/>
                  </a:moveTo>
                  <a:lnTo>
                    <a:pt x="4828449" y="1676844"/>
                  </a:lnTo>
                  <a:lnTo>
                    <a:pt x="4819958" y="1683061"/>
                  </a:lnTo>
                  <a:lnTo>
                    <a:pt x="4819958" y="1704254"/>
                  </a:lnTo>
                  <a:lnTo>
                    <a:pt x="4826185" y="1710754"/>
                  </a:lnTo>
                  <a:lnTo>
                    <a:pt x="4847410" y="1710754"/>
                  </a:lnTo>
                  <a:lnTo>
                    <a:pt x="4853920" y="1704254"/>
                  </a:lnTo>
                  <a:lnTo>
                    <a:pt x="4853920" y="1685321"/>
                  </a:lnTo>
                  <a:lnTo>
                    <a:pt x="4847410" y="1676844"/>
                  </a:lnTo>
                  <a:close/>
                </a:path>
                <a:path w="9542780" h="6570345">
                  <a:moveTo>
                    <a:pt x="4847410" y="1721210"/>
                  </a:moveTo>
                  <a:lnTo>
                    <a:pt x="4828449" y="1721210"/>
                  </a:lnTo>
                  <a:lnTo>
                    <a:pt x="4819958" y="1727709"/>
                  </a:lnTo>
                  <a:lnTo>
                    <a:pt x="4819958" y="1748903"/>
                  </a:lnTo>
                  <a:lnTo>
                    <a:pt x="4826185" y="1755119"/>
                  </a:lnTo>
                  <a:lnTo>
                    <a:pt x="4847410" y="1755119"/>
                  </a:lnTo>
                  <a:lnTo>
                    <a:pt x="4853920" y="1748903"/>
                  </a:lnTo>
                  <a:lnTo>
                    <a:pt x="4853920" y="1729687"/>
                  </a:lnTo>
                  <a:lnTo>
                    <a:pt x="4847410" y="1721210"/>
                  </a:lnTo>
                  <a:close/>
                </a:path>
                <a:path w="9542780" h="6570345">
                  <a:moveTo>
                    <a:pt x="4847410" y="1765857"/>
                  </a:moveTo>
                  <a:lnTo>
                    <a:pt x="4828449" y="1765857"/>
                  </a:lnTo>
                  <a:lnTo>
                    <a:pt x="4819958" y="1772075"/>
                  </a:lnTo>
                  <a:lnTo>
                    <a:pt x="4819958" y="1793267"/>
                  </a:lnTo>
                  <a:lnTo>
                    <a:pt x="4826185" y="1799767"/>
                  </a:lnTo>
                  <a:lnTo>
                    <a:pt x="4847410" y="1799767"/>
                  </a:lnTo>
                  <a:lnTo>
                    <a:pt x="4853920" y="1791290"/>
                  </a:lnTo>
                  <a:lnTo>
                    <a:pt x="4853920" y="1774336"/>
                  </a:lnTo>
                  <a:lnTo>
                    <a:pt x="4847410" y="1765857"/>
                  </a:lnTo>
                  <a:close/>
                </a:path>
                <a:path w="9542780" h="6570345">
                  <a:moveTo>
                    <a:pt x="4847410" y="1810223"/>
                  </a:moveTo>
                  <a:lnTo>
                    <a:pt x="4828449" y="1810223"/>
                  </a:lnTo>
                  <a:lnTo>
                    <a:pt x="4819958" y="1816722"/>
                  </a:lnTo>
                  <a:lnTo>
                    <a:pt x="4819958" y="1837634"/>
                  </a:lnTo>
                  <a:lnTo>
                    <a:pt x="4826185" y="1844133"/>
                  </a:lnTo>
                  <a:lnTo>
                    <a:pt x="4847410" y="1844133"/>
                  </a:lnTo>
                  <a:lnTo>
                    <a:pt x="4853920" y="1835655"/>
                  </a:lnTo>
                  <a:lnTo>
                    <a:pt x="4853920" y="1818700"/>
                  </a:lnTo>
                  <a:lnTo>
                    <a:pt x="4847410" y="1810223"/>
                  </a:lnTo>
                  <a:close/>
                </a:path>
                <a:path w="9542780" h="6570345">
                  <a:moveTo>
                    <a:pt x="4847410" y="1854588"/>
                  </a:moveTo>
                  <a:lnTo>
                    <a:pt x="4828449" y="1854588"/>
                  </a:lnTo>
                  <a:lnTo>
                    <a:pt x="4819958" y="1861088"/>
                  </a:lnTo>
                  <a:lnTo>
                    <a:pt x="4819958" y="1880021"/>
                  </a:lnTo>
                  <a:lnTo>
                    <a:pt x="4826185" y="1888498"/>
                  </a:lnTo>
                  <a:lnTo>
                    <a:pt x="4847410" y="1888498"/>
                  </a:lnTo>
                  <a:lnTo>
                    <a:pt x="4853920" y="1880021"/>
                  </a:lnTo>
                  <a:lnTo>
                    <a:pt x="4853920" y="1863065"/>
                  </a:lnTo>
                  <a:lnTo>
                    <a:pt x="4847410" y="1854588"/>
                  </a:lnTo>
                  <a:close/>
                </a:path>
                <a:path w="9542780" h="6570345">
                  <a:moveTo>
                    <a:pt x="4847410" y="1899236"/>
                  </a:moveTo>
                  <a:lnTo>
                    <a:pt x="4828449" y="1899236"/>
                  </a:lnTo>
                  <a:lnTo>
                    <a:pt x="4819958" y="1905453"/>
                  </a:lnTo>
                  <a:lnTo>
                    <a:pt x="4819958" y="1924669"/>
                  </a:lnTo>
                  <a:lnTo>
                    <a:pt x="4826185" y="1933147"/>
                  </a:lnTo>
                  <a:lnTo>
                    <a:pt x="4836939" y="1933147"/>
                  </a:lnTo>
                  <a:lnTo>
                    <a:pt x="4847410" y="1930886"/>
                  </a:lnTo>
                  <a:lnTo>
                    <a:pt x="4853920" y="1924669"/>
                  </a:lnTo>
                  <a:lnTo>
                    <a:pt x="4853920" y="1907713"/>
                  </a:lnTo>
                  <a:lnTo>
                    <a:pt x="4847410" y="1899236"/>
                  </a:lnTo>
                  <a:close/>
                </a:path>
                <a:path w="9542780" h="6570345">
                  <a:moveTo>
                    <a:pt x="4847410" y="1943602"/>
                  </a:moveTo>
                  <a:lnTo>
                    <a:pt x="4828449" y="1943602"/>
                  </a:lnTo>
                  <a:lnTo>
                    <a:pt x="4819958" y="1950101"/>
                  </a:lnTo>
                  <a:lnTo>
                    <a:pt x="4819958" y="1971295"/>
                  </a:lnTo>
                  <a:lnTo>
                    <a:pt x="4826185" y="1977511"/>
                  </a:lnTo>
                  <a:lnTo>
                    <a:pt x="4836939" y="1977511"/>
                  </a:lnTo>
                  <a:lnTo>
                    <a:pt x="4847410" y="1975251"/>
                  </a:lnTo>
                  <a:lnTo>
                    <a:pt x="4853920" y="1969034"/>
                  </a:lnTo>
                  <a:lnTo>
                    <a:pt x="4853920" y="1952080"/>
                  </a:lnTo>
                  <a:lnTo>
                    <a:pt x="4847410" y="1943602"/>
                  </a:lnTo>
                  <a:close/>
                </a:path>
                <a:path w="9542780" h="6570345">
                  <a:moveTo>
                    <a:pt x="4847410" y="1985989"/>
                  </a:moveTo>
                  <a:lnTo>
                    <a:pt x="4828449" y="1985989"/>
                  </a:lnTo>
                  <a:lnTo>
                    <a:pt x="4819958" y="1992207"/>
                  </a:lnTo>
                  <a:lnTo>
                    <a:pt x="4819958" y="2013400"/>
                  </a:lnTo>
                  <a:lnTo>
                    <a:pt x="4826185" y="2019899"/>
                  </a:lnTo>
                  <a:lnTo>
                    <a:pt x="4847410" y="2019899"/>
                  </a:lnTo>
                  <a:lnTo>
                    <a:pt x="4853920" y="2013400"/>
                  </a:lnTo>
                  <a:lnTo>
                    <a:pt x="4853920" y="1994467"/>
                  </a:lnTo>
                  <a:lnTo>
                    <a:pt x="4847410" y="1985989"/>
                  </a:lnTo>
                  <a:close/>
                </a:path>
                <a:path w="9542780" h="6570345">
                  <a:moveTo>
                    <a:pt x="4847410" y="2030355"/>
                  </a:moveTo>
                  <a:lnTo>
                    <a:pt x="4828449" y="2030355"/>
                  </a:lnTo>
                  <a:lnTo>
                    <a:pt x="4819958" y="2036853"/>
                  </a:lnTo>
                  <a:lnTo>
                    <a:pt x="4819958" y="2058047"/>
                  </a:lnTo>
                  <a:lnTo>
                    <a:pt x="4826185" y="2064265"/>
                  </a:lnTo>
                  <a:lnTo>
                    <a:pt x="4847410" y="2064265"/>
                  </a:lnTo>
                  <a:lnTo>
                    <a:pt x="4853920" y="2058047"/>
                  </a:lnTo>
                  <a:lnTo>
                    <a:pt x="4853920" y="2038832"/>
                  </a:lnTo>
                  <a:lnTo>
                    <a:pt x="4847410" y="2030355"/>
                  </a:lnTo>
                  <a:close/>
                </a:path>
                <a:path w="9542780" h="6570345">
                  <a:moveTo>
                    <a:pt x="4847410" y="2075003"/>
                  </a:moveTo>
                  <a:lnTo>
                    <a:pt x="4828449" y="2075003"/>
                  </a:lnTo>
                  <a:lnTo>
                    <a:pt x="4819958" y="2081220"/>
                  </a:lnTo>
                  <a:lnTo>
                    <a:pt x="4819958" y="2102413"/>
                  </a:lnTo>
                  <a:lnTo>
                    <a:pt x="4826185" y="2108912"/>
                  </a:lnTo>
                  <a:lnTo>
                    <a:pt x="4847410" y="2108912"/>
                  </a:lnTo>
                  <a:lnTo>
                    <a:pt x="4853920" y="2100435"/>
                  </a:lnTo>
                  <a:lnTo>
                    <a:pt x="4853920" y="2083480"/>
                  </a:lnTo>
                  <a:lnTo>
                    <a:pt x="4847410" y="2075003"/>
                  </a:lnTo>
                  <a:close/>
                </a:path>
                <a:path w="9542780" h="6570345">
                  <a:moveTo>
                    <a:pt x="4847410" y="2119368"/>
                  </a:moveTo>
                  <a:lnTo>
                    <a:pt x="4828449" y="2119368"/>
                  </a:lnTo>
                  <a:lnTo>
                    <a:pt x="4819958" y="2125585"/>
                  </a:lnTo>
                  <a:lnTo>
                    <a:pt x="4819958" y="2144801"/>
                  </a:lnTo>
                  <a:lnTo>
                    <a:pt x="4826185" y="2153278"/>
                  </a:lnTo>
                  <a:lnTo>
                    <a:pt x="4847410" y="2153278"/>
                  </a:lnTo>
                  <a:lnTo>
                    <a:pt x="4853920" y="2144801"/>
                  </a:lnTo>
                  <a:lnTo>
                    <a:pt x="4853920" y="2127845"/>
                  </a:lnTo>
                  <a:lnTo>
                    <a:pt x="4847410" y="2119368"/>
                  </a:lnTo>
                  <a:close/>
                </a:path>
                <a:path w="9542780" h="6570345">
                  <a:moveTo>
                    <a:pt x="4847410" y="2163734"/>
                  </a:moveTo>
                  <a:lnTo>
                    <a:pt x="4828449" y="2163734"/>
                  </a:lnTo>
                  <a:lnTo>
                    <a:pt x="4819958" y="2170233"/>
                  </a:lnTo>
                  <a:lnTo>
                    <a:pt x="4819958" y="2189166"/>
                  </a:lnTo>
                  <a:lnTo>
                    <a:pt x="4826185" y="2197643"/>
                  </a:lnTo>
                  <a:lnTo>
                    <a:pt x="4847410" y="2197643"/>
                  </a:lnTo>
                  <a:lnTo>
                    <a:pt x="4853920" y="2189166"/>
                  </a:lnTo>
                  <a:lnTo>
                    <a:pt x="4853920" y="2172211"/>
                  </a:lnTo>
                  <a:lnTo>
                    <a:pt x="4847410" y="2163734"/>
                  </a:lnTo>
                  <a:close/>
                </a:path>
                <a:path w="9542780" h="6570345">
                  <a:moveTo>
                    <a:pt x="4847410" y="2208382"/>
                  </a:moveTo>
                  <a:lnTo>
                    <a:pt x="4828449" y="2208382"/>
                  </a:lnTo>
                  <a:lnTo>
                    <a:pt x="4819958" y="2214599"/>
                  </a:lnTo>
                  <a:lnTo>
                    <a:pt x="4819958" y="2233814"/>
                  </a:lnTo>
                  <a:lnTo>
                    <a:pt x="4826185" y="2242291"/>
                  </a:lnTo>
                  <a:lnTo>
                    <a:pt x="4836939" y="2242291"/>
                  </a:lnTo>
                  <a:lnTo>
                    <a:pt x="4847410" y="2240031"/>
                  </a:lnTo>
                  <a:lnTo>
                    <a:pt x="4853920" y="2233814"/>
                  </a:lnTo>
                  <a:lnTo>
                    <a:pt x="4853920" y="2216859"/>
                  </a:lnTo>
                  <a:lnTo>
                    <a:pt x="4847410" y="2208382"/>
                  </a:lnTo>
                  <a:close/>
                </a:path>
                <a:path w="9542780" h="6570345">
                  <a:moveTo>
                    <a:pt x="4847410" y="2252747"/>
                  </a:moveTo>
                  <a:lnTo>
                    <a:pt x="4828449" y="2252747"/>
                  </a:lnTo>
                  <a:lnTo>
                    <a:pt x="4819958" y="2259247"/>
                  </a:lnTo>
                  <a:lnTo>
                    <a:pt x="4819958" y="2280157"/>
                  </a:lnTo>
                  <a:lnTo>
                    <a:pt x="4826185" y="2286657"/>
                  </a:lnTo>
                  <a:lnTo>
                    <a:pt x="4836939" y="2286657"/>
                  </a:lnTo>
                  <a:lnTo>
                    <a:pt x="4847410" y="2284397"/>
                  </a:lnTo>
                  <a:lnTo>
                    <a:pt x="4853920" y="2278179"/>
                  </a:lnTo>
                  <a:lnTo>
                    <a:pt x="4853920" y="2261224"/>
                  </a:lnTo>
                  <a:lnTo>
                    <a:pt x="4847410" y="2252747"/>
                  </a:lnTo>
                  <a:close/>
                </a:path>
                <a:path w="9542780" h="6570345">
                  <a:moveTo>
                    <a:pt x="4847410" y="2295135"/>
                  </a:moveTo>
                  <a:lnTo>
                    <a:pt x="4828449" y="2295135"/>
                  </a:lnTo>
                  <a:lnTo>
                    <a:pt x="4819958" y="2301351"/>
                  </a:lnTo>
                  <a:lnTo>
                    <a:pt x="4819958" y="2322545"/>
                  </a:lnTo>
                  <a:lnTo>
                    <a:pt x="4826185" y="2329044"/>
                  </a:lnTo>
                  <a:lnTo>
                    <a:pt x="4847410" y="2329044"/>
                  </a:lnTo>
                  <a:lnTo>
                    <a:pt x="4853920" y="2322545"/>
                  </a:lnTo>
                  <a:lnTo>
                    <a:pt x="4853920" y="2303612"/>
                  </a:lnTo>
                  <a:lnTo>
                    <a:pt x="4847410" y="2295135"/>
                  </a:lnTo>
                  <a:close/>
                </a:path>
                <a:path w="9542780" h="6570345">
                  <a:moveTo>
                    <a:pt x="4847410" y="2339500"/>
                  </a:moveTo>
                  <a:lnTo>
                    <a:pt x="4828449" y="2339500"/>
                  </a:lnTo>
                  <a:lnTo>
                    <a:pt x="4819958" y="2345999"/>
                  </a:lnTo>
                  <a:lnTo>
                    <a:pt x="4819958" y="2367193"/>
                  </a:lnTo>
                  <a:lnTo>
                    <a:pt x="4826185" y="2373410"/>
                  </a:lnTo>
                  <a:lnTo>
                    <a:pt x="4847410" y="2373410"/>
                  </a:lnTo>
                  <a:lnTo>
                    <a:pt x="4853920" y="2367193"/>
                  </a:lnTo>
                  <a:lnTo>
                    <a:pt x="4853920" y="2347977"/>
                  </a:lnTo>
                  <a:lnTo>
                    <a:pt x="4847410" y="2339500"/>
                  </a:lnTo>
                  <a:close/>
                </a:path>
                <a:path w="9542780" h="6570345">
                  <a:moveTo>
                    <a:pt x="4847410" y="2384148"/>
                  </a:moveTo>
                  <a:lnTo>
                    <a:pt x="4828449" y="2384148"/>
                  </a:lnTo>
                  <a:lnTo>
                    <a:pt x="4819958" y="2390364"/>
                  </a:lnTo>
                  <a:lnTo>
                    <a:pt x="4819958" y="2411558"/>
                  </a:lnTo>
                  <a:lnTo>
                    <a:pt x="4826185" y="2417775"/>
                  </a:lnTo>
                  <a:lnTo>
                    <a:pt x="4847410" y="2417775"/>
                  </a:lnTo>
                  <a:lnTo>
                    <a:pt x="4853920" y="2409581"/>
                  </a:lnTo>
                  <a:lnTo>
                    <a:pt x="4853920" y="2392625"/>
                  </a:lnTo>
                  <a:lnTo>
                    <a:pt x="4847410" y="2384148"/>
                  </a:lnTo>
                  <a:close/>
                </a:path>
                <a:path w="9542780" h="6570345">
                  <a:moveTo>
                    <a:pt x="4847410" y="2428514"/>
                  </a:moveTo>
                  <a:lnTo>
                    <a:pt x="4828449" y="2428514"/>
                  </a:lnTo>
                  <a:lnTo>
                    <a:pt x="4819958" y="2434730"/>
                  </a:lnTo>
                  <a:lnTo>
                    <a:pt x="4819958" y="2453946"/>
                  </a:lnTo>
                  <a:lnTo>
                    <a:pt x="4826185" y="2462423"/>
                  </a:lnTo>
                  <a:lnTo>
                    <a:pt x="4847410" y="2462423"/>
                  </a:lnTo>
                  <a:lnTo>
                    <a:pt x="4853920" y="2453946"/>
                  </a:lnTo>
                  <a:lnTo>
                    <a:pt x="4853920" y="2436991"/>
                  </a:lnTo>
                  <a:lnTo>
                    <a:pt x="4847410" y="2428514"/>
                  </a:lnTo>
                  <a:close/>
                </a:path>
                <a:path w="9542780" h="6570345">
                  <a:moveTo>
                    <a:pt x="4847410" y="2472879"/>
                  </a:moveTo>
                  <a:lnTo>
                    <a:pt x="4828449" y="2472879"/>
                  </a:lnTo>
                  <a:lnTo>
                    <a:pt x="4819958" y="2479379"/>
                  </a:lnTo>
                  <a:lnTo>
                    <a:pt x="4819958" y="2498310"/>
                  </a:lnTo>
                  <a:lnTo>
                    <a:pt x="4826185" y="2506789"/>
                  </a:lnTo>
                  <a:lnTo>
                    <a:pt x="4847410" y="2506789"/>
                  </a:lnTo>
                  <a:lnTo>
                    <a:pt x="4853920" y="2498310"/>
                  </a:lnTo>
                  <a:lnTo>
                    <a:pt x="4853920" y="2481356"/>
                  </a:lnTo>
                  <a:lnTo>
                    <a:pt x="4847410" y="2472879"/>
                  </a:lnTo>
                  <a:close/>
                </a:path>
                <a:path w="9542780" h="6570345">
                  <a:moveTo>
                    <a:pt x="4847410" y="2517527"/>
                  </a:moveTo>
                  <a:lnTo>
                    <a:pt x="4828449" y="2517527"/>
                  </a:lnTo>
                  <a:lnTo>
                    <a:pt x="4819958" y="2523743"/>
                  </a:lnTo>
                  <a:lnTo>
                    <a:pt x="4819958" y="2544937"/>
                  </a:lnTo>
                  <a:lnTo>
                    <a:pt x="4826185" y="2551437"/>
                  </a:lnTo>
                  <a:lnTo>
                    <a:pt x="4836939" y="2551437"/>
                  </a:lnTo>
                  <a:lnTo>
                    <a:pt x="4847410" y="2549177"/>
                  </a:lnTo>
                  <a:lnTo>
                    <a:pt x="4853920" y="2542959"/>
                  </a:lnTo>
                  <a:lnTo>
                    <a:pt x="4853920" y="2526004"/>
                  </a:lnTo>
                  <a:lnTo>
                    <a:pt x="4847410" y="2517527"/>
                  </a:lnTo>
                  <a:close/>
                </a:path>
                <a:path w="9542780" h="6570345">
                  <a:moveTo>
                    <a:pt x="4847410" y="2648645"/>
                  </a:moveTo>
                  <a:lnTo>
                    <a:pt x="4828449" y="2648645"/>
                  </a:lnTo>
                  <a:lnTo>
                    <a:pt x="4819958" y="2655144"/>
                  </a:lnTo>
                  <a:lnTo>
                    <a:pt x="4819958" y="2676338"/>
                  </a:lnTo>
                  <a:lnTo>
                    <a:pt x="4826185" y="2682554"/>
                  </a:lnTo>
                  <a:lnTo>
                    <a:pt x="4847410" y="2682554"/>
                  </a:lnTo>
                  <a:lnTo>
                    <a:pt x="4853920" y="2676338"/>
                  </a:lnTo>
                  <a:lnTo>
                    <a:pt x="4853920" y="2657123"/>
                  </a:lnTo>
                  <a:lnTo>
                    <a:pt x="4847410" y="2648645"/>
                  </a:lnTo>
                  <a:close/>
                </a:path>
                <a:path w="9542780" h="6570345">
                  <a:moveTo>
                    <a:pt x="4847410" y="4636866"/>
                  </a:moveTo>
                  <a:lnTo>
                    <a:pt x="4828449" y="4636866"/>
                  </a:lnTo>
                  <a:lnTo>
                    <a:pt x="4819959" y="4643225"/>
                  </a:lnTo>
                  <a:lnTo>
                    <a:pt x="4819959" y="4662270"/>
                  </a:lnTo>
                  <a:lnTo>
                    <a:pt x="4826185" y="4670748"/>
                  </a:lnTo>
                  <a:lnTo>
                    <a:pt x="4847410" y="4670748"/>
                  </a:lnTo>
                  <a:lnTo>
                    <a:pt x="4853920" y="4662270"/>
                  </a:lnTo>
                  <a:lnTo>
                    <a:pt x="4853920" y="4645343"/>
                  </a:lnTo>
                  <a:lnTo>
                    <a:pt x="4847410" y="4636866"/>
                  </a:lnTo>
                  <a:close/>
                </a:path>
                <a:path w="9542780" h="6570345">
                  <a:moveTo>
                    <a:pt x="4847410" y="4681316"/>
                  </a:moveTo>
                  <a:lnTo>
                    <a:pt x="4828449" y="4681316"/>
                  </a:lnTo>
                  <a:lnTo>
                    <a:pt x="4819959" y="4687675"/>
                  </a:lnTo>
                  <a:lnTo>
                    <a:pt x="4819959" y="4706721"/>
                  </a:lnTo>
                  <a:lnTo>
                    <a:pt x="4826185" y="4715198"/>
                  </a:lnTo>
                  <a:lnTo>
                    <a:pt x="4836939" y="4715198"/>
                  </a:lnTo>
                  <a:lnTo>
                    <a:pt x="4847410" y="4713079"/>
                  </a:lnTo>
                  <a:lnTo>
                    <a:pt x="4853920" y="4706721"/>
                  </a:lnTo>
                  <a:lnTo>
                    <a:pt x="4853920" y="4689793"/>
                  </a:lnTo>
                  <a:lnTo>
                    <a:pt x="4847410" y="4681316"/>
                  </a:lnTo>
                  <a:close/>
                </a:path>
                <a:path w="9542780" h="6570345">
                  <a:moveTo>
                    <a:pt x="4847410" y="4945983"/>
                  </a:moveTo>
                  <a:lnTo>
                    <a:pt x="4828449" y="4945983"/>
                  </a:lnTo>
                  <a:lnTo>
                    <a:pt x="4819959" y="4952342"/>
                  </a:lnTo>
                  <a:lnTo>
                    <a:pt x="4819959" y="4971388"/>
                  </a:lnTo>
                  <a:lnTo>
                    <a:pt x="4826185" y="4979865"/>
                  </a:lnTo>
                  <a:lnTo>
                    <a:pt x="4847410" y="4979865"/>
                  </a:lnTo>
                  <a:lnTo>
                    <a:pt x="4853920" y="4971388"/>
                  </a:lnTo>
                  <a:lnTo>
                    <a:pt x="4853920" y="4954460"/>
                  </a:lnTo>
                  <a:lnTo>
                    <a:pt x="4847410" y="4945983"/>
                  </a:lnTo>
                  <a:close/>
                </a:path>
                <a:path w="9542780" h="6570345">
                  <a:moveTo>
                    <a:pt x="4847410" y="4990462"/>
                  </a:moveTo>
                  <a:lnTo>
                    <a:pt x="4828449" y="4990462"/>
                  </a:lnTo>
                  <a:lnTo>
                    <a:pt x="4819959" y="4996792"/>
                  </a:lnTo>
                  <a:lnTo>
                    <a:pt x="4819959" y="5015866"/>
                  </a:lnTo>
                  <a:lnTo>
                    <a:pt x="4826185" y="5024343"/>
                  </a:lnTo>
                  <a:lnTo>
                    <a:pt x="4847410" y="5024343"/>
                  </a:lnTo>
                  <a:lnTo>
                    <a:pt x="4853920" y="5015866"/>
                  </a:lnTo>
                  <a:lnTo>
                    <a:pt x="4853920" y="4998911"/>
                  </a:lnTo>
                  <a:lnTo>
                    <a:pt x="4847410" y="4990462"/>
                  </a:lnTo>
                  <a:close/>
                </a:path>
                <a:path w="9542780" h="6570345">
                  <a:moveTo>
                    <a:pt x="4847410" y="5034912"/>
                  </a:moveTo>
                  <a:lnTo>
                    <a:pt x="4828449" y="5034912"/>
                  </a:lnTo>
                  <a:lnTo>
                    <a:pt x="4819959" y="5041270"/>
                  </a:lnTo>
                  <a:lnTo>
                    <a:pt x="4819959" y="5060316"/>
                  </a:lnTo>
                  <a:lnTo>
                    <a:pt x="4826185" y="5068793"/>
                  </a:lnTo>
                  <a:lnTo>
                    <a:pt x="4836939" y="5068793"/>
                  </a:lnTo>
                  <a:lnTo>
                    <a:pt x="4847410" y="5066673"/>
                  </a:lnTo>
                  <a:lnTo>
                    <a:pt x="4853920" y="5060316"/>
                  </a:lnTo>
                  <a:lnTo>
                    <a:pt x="4853920" y="5043389"/>
                  </a:lnTo>
                  <a:lnTo>
                    <a:pt x="4847410" y="5034912"/>
                  </a:lnTo>
                  <a:close/>
                </a:path>
                <a:path w="9542780" h="6570345">
                  <a:moveTo>
                    <a:pt x="4847410" y="5077270"/>
                  </a:moveTo>
                  <a:lnTo>
                    <a:pt x="4828449" y="5077270"/>
                  </a:lnTo>
                  <a:lnTo>
                    <a:pt x="4819959" y="5083629"/>
                  </a:lnTo>
                  <a:lnTo>
                    <a:pt x="4819959" y="5102675"/>
                  </a:lnTo>
                  <a:lnTo>
                    <a:pt x="4826185" y="5111153"/>
                  </a:lnTo>
                  <a:lnTo>
                    <a:pt x="4847410" y="5111153"/>
                  </a:lnTo>
                  <a:lnTo>
                    <a:pt x="4853920" y="5104795"/>
                  </a:lnTo>
                  <a:lnTo>
                    <a:pt x="4853920" y="5085720"/>
                  </a:lnTo>
                  <a:lnTo>
                    <a:pt x="4847410" y="5077270"/>
                  </a:lnTo>
                  <a:close/>
                </a:path>
                <a:path w="9542780" h="6570345">
                  <a:moveTo>
                    <a:pt x="4847410" y="5121722"/>
                  </a:moveTo>
                  <a:lnTo>
                    <a:pt x="4828449" y="5121722"/>
                  </a:lnTo>
                  <a:lnTo>
                    <a:pt x="4819959" y="5128079"/>
                  </a:lnTo>
                  <a:lnTo>
                    <a:pt x="4819959" y="5147125"/>
                  </a:lnTo>
                  <a:lnTo>
                    <a:pt x="4826185" y="5155603"/>
                  </a:lnTo>
                  <a:lnTo>
                    <a:pt x="4847410" y="5155603"/>
                  </a:lnTo>
                  <a:lnTo>
                    <a:pt x="4853920" y="5149245"/>
                  </a:lnTo>
                  <a:lnTo>
                    <a:pt x="4853920" y="5130199"/>
                  </a:lnTo>
                  <a:lnTo>
                    <a:pt x="4847410" y="5121722"/>
                  </a:lnTo>
                  <a:close/>
                </a:path>
                <a:path w="9542780" h="6570345">
                  <a:moveTo>
                    <a:pt x="4847410" y="5166199"/>
                  </a:moveTo>
                  <a:lnTo>
                    <a:pt x="4828449" y="5166199"/>
                  </a:lnTo>
                  <a:lnTo>
                    <a:pt x="4819959" y="5172529"/>
                  </a:lnTo>
                  <a:lnTo>
                    <a:pt x="4819959" y="5191603"/>
                  </a:lnTo>
                  <a:lnTo>
                    <a:pt x="4826185" y="5200081"/>
                  </a:lnTo>
                  <a:lnTo>
                    <a:pt x="4847410" y="5200081"/>
                  </a:lnTo>
                  <a:lnTo>
                    <a:pt x="4853920" y="5191603"/>
                  </a:lnTo>
                  <a:lnTo>
                    <a:pt x="4853920" y="5174649"/>
                  </a:lnTo>
                  <a:lnTo>
                    <a:pt x="4847410" y="5166199"/>
                  </a:lnTo>
                  <a:close/>
                </a:path>
                <a:path w="9542780" h="6570345">
                  <a:moveTo>
                    <a:pt x="4847410" y="5210649"/>
                  </a:moveTo>
                  <a:lnTo>
                    <a:pt x="4828449" y="5210649"/>
                  </a:lnTo>
                  <a:lnTo>
                    <a:pt x="4819959" y="5217008"/>
                  </a:lnTo>
                  <a:lnTo>
                    <a:pt x="4819959" y="5236053"/>
                  </a:lnTo>
                  <a:lnTo>
                    <a:pt x="4826185" y="5244532"/>
                  </a:lnTo>
                  <a:lnTo>
                    <a:pt x="4847410" y="5244532"/>
                  </a:lnTo>
                  <a:lnTo>
                    <a:pt x="4853920" y="5236053"/>
                  </a:lnTo>
                  <a:lnTo>
                    <a:pt x="4853920" y="5219127"/>
                  </a:lnTo>
                  <a:lnTo>
                    <a:pt x="4847410" y="5210649"/>
                  </a:lnTo>
                  <a:close/>
                </a:path>
                <a:path w="9542780" h="6570345">
                  <a:moveTo>
                    <a:pt x="4847410" y="5255129"/>
                  </a:moveTo>
                  <a:lnTo>
                    <a:pt x="4828449" y="5255129"/>
                  </a:lnTo>
                  <a:lnTo>
                    <a:pt x="4819959" y="5261458"/>
                  </a:lnTo>
                  <a:lnTo>
                    <a:pt x="4819959" y="5282652"/>
                  </a:lnTo>
                  <a:lnTo>
                    <a:pt x="4826185" y="5288982"/>
                  </a:lnTo>
                  <a:lnTo>
                    <a:pt x="4847410" y="5288982"/>
                  </a:lnTo>
                  <a:lnTo>
                    <a:pt x="4853920" y="5280533"/>
                  </a:lnTo>
                  <a:lnTo>
                    <a:pt x="4853920" y="5263578"/>
                  </a:lnTo>
                  <a:lnTo>
                    <a:pt x="4847410" y="5255129"/>
                  </a:lnTo>
                  <a:close/>
                </a:path>
                <a:path w="9542780" h="6570345">
                  <a:moveTo>
                    <a:pt x="4847410" y="5299579"/>
                  </a:moveTo>
                  <a:lnTo>
                    <a:pt x="4828449" y="5299579"/>
                  </a:lnTo>
                  <a:lnTo>
                    <a:pt x="4819959" y="5305936"/>
                  </a:lnTo>
                  <a:lnTo>
                    <a:pt x="4819959" y="5327102"/>
                  </a:lnTo>
                  <a:lnTo>
                    <a:pt x="4826185" y="5333460"/>
                  </a:lnTo>
                  <a:lnTo>
                    <a:pt x="4847410" y="5333460"/>
                  </a:lnTo>
                  <a:lnTo>
                    <a:pt x="4853920" y="5324983"/>
                  </a:lnTo>
                  <a:lnTo>
                    <a:pt x="4853920" y="5308056"/>
                  </a:lnTo>
                  <a:lnTo>
                    <a:pt x="4847410" y="5299579"/>
                  </a:lnTo>
                  <a:close/>
                </a:path>
                <a:path w="9542780" h="6570345">
                  <a:moveTo>
                    <a:pt x="4847410" y="5344057"/>
                  </a:moveTo>
                  <a:lnTo>
                    <a:pt x="4828449" y="5344057"/>
                  </a:lnTo>
                  <a:lnTo>
                    <a:pt x="4819959" y="5350386"/>
                  </a:lnTo>
                  <a:lnTo>
                    <a:pt x="4819959" y="5369460"/>
                  </a:lnTo>
                  <a:lnTo>
                    <a:pt x="4826185" y="5377910"/>
                  </a:lnTo>
                  <a:lnTo>
                    <a:pt x="4836939" y="5377910"/>
                  </a:lnTo>
                  <a:lnTo>
                    <a:pt x="4847410" y="5375791"/>
                  </a:lnTo>
                  <a:lnTo>
                    <a:pt x="4853920" y="5369460"/>
                  </a:lnTo>
                  <a:lnTo>
                    <a:pt x="4853920" y="5352506"/>
                  </a:lnTo>
                  <a:lnTo>
                    <a:pt x="4847410" y="5344057"/>
                  </a:lnTo>
                  <a:close/>
                </a:path>
                <a:path w="9542780" h="6570345">
                  <a:moveTo>
                    <a:pt x="4847410" y="5386388"/>
                  </a:moveTo>
                  <a:lnTo>
                    <a:pt x="4828449" y="5386388"/>
                  </a:lnTo>
                  <a:lnTo>
                    <a:pt x="4819959" y="5392746"/>
                  </a:lnTo>
                  <a:lnTo>
                    <a:pt x="4819959" y="5411792"/>
                  </a:lnTo>
                  <a:lnTo>
                    <a:pt x="4826185" y="5420269"/>
                  </a:lnTo>
                  <a:lnTo>
                    <a:pt x="4847410" y="5420269"/>
                  </a:lnTo>
                  <a:lnTo>
                    <a:pt x="4853920" y="5413912"/>
                  </a:lnTo>
                  <a:lnTo>
                    <a:pt x="4853920" y="5394866"/>
                  </a:lnTo>
                  <a:lnTo>
                    <a:pt x="4847410" y="5386388"/>
                  </a:lnTo>
                  <a:close/>
                </a:path>
                <a:path w="9542780" h="6570345">
                  <a:moveTo>
                    <a:pt x="4847410" y="5430866"/>
                  </a:moveTo>
                  <a:lnTo>
                    <a:pt x="4828449" y="5430866"/>
                  </a:lnTo>
                  <a:lnTo>
                    <a:pt x="4819959" y="5437196"/>
                  </a:lnTo>
                  <a:lnTo>
                    <a:pt x="4819959" y="5458390"/>
                  </a:lnTo>
                  <a:lnTo>
                    <a:pt x="4826185" y="5464719"/>
                  </a:lnTo>
                  <a:lnTo>
                    <a:pt x="4847410" y="5464719"/>
                  </a:lnTo>
                  <a:lnTo>
                    <a:pt x="4853920" y="5458390"/>
                  </a:lnTo>
                  <a:lnTo>
                    <a:pt x="4853920" y="5439316"/>
                  </a:lnTo>
                  <a:lnTo>
                    <a:pt x="4847410" y="5430866"/>
                  </a:lnTo>
                  <a:close/>
                </a:path>
                <a:path w="9542780" h="6570345">
                  <a:moveTo>
                    <a:pt x="4847410" y="5475316"/>
                  </a:moveTo>
                  <a:lnTo>
                    <a:pt x="4828449" y="5475316"/>
                  </a:lnTo>
                  <a:lnTo>
                    <a:pt x="4819959" y="5481674"/>
                  </a:lnTo>
                  <a:lnTo>
                    <a:pt x="4819959" y="5502840"/>
                  </a:lnTo>
                  <a:lnTo>
                    <a:pt x="4826185" y="5509199"/>
                  </a:lnTo>
                  <a:lnTo>
                    <a:pt x="4847410" y="5509199"/>
                  </a:lnTo>
                  <a:lnTo>
                    <a:pt x="4853920" y="5500720"/>
                  </a:lnTo>
                  <a:lnTo>
                    <a:pt x="4853920" y="5483793"/>
                  </a:lnTo>
                  <a:lnTo>
                    <a:pt x="4847410" y="5475316"/>
                  </a:lnTo>
                  <a:close/>
                </a:path>
                <a:path w="9542780" h="6570345">
                  <a:moveTo>
                    <a:pt x="4847410" y="5519795"/>
                  </a:moveTo>
                  <a:lnTo>
                    <a:pt x="4828449" y="5519795"/>
                  </a:lnTo>
                  <a:lnTo>
                    <a:pt x="4819959" y="5526125"/>
                  </a:lnTo>
                  <a:lnTo>
                    <a:pt x="4819959" y="5545199"/>
                  </a:lnTo>
                  <a:lnTo>
                    <a:pt x="4826185" y="5553649"/>
                  </a:lnTo>
                  <a:lnTo>
                    <a:pt x="4847410" y="5553649"/>
                  </a:lnTo>
                  <a:lnTo>
                    <a:pt x="4853920" y="5545199"/>
                  </a:lnTo>
                  <a:lnTo>
                    <a:pt x="4853920" y="5528243"/>
                  </a:lnTo>
                  <a:lnTo>
                    <a:pt x="4847410" y="5519795"/>
                  </a:lnTo>
                  <a:close/>
                </a:path>
                <a:path w="9542780" h="6570345">
                  <a:moveTo>
                    <a:pt x="4847410" y="5564245"/>
                  </a:moveTo>
                  <a:lnTo>
                    <a:pt x="4828449" y="5564245"/>
                  </a:lnTo>
                  <a:lnTo>
                    <a:pt x="4819959" y="5570603"/>
                  </a:lnTo>
                  <a:lnTo>
                    <a:pt x="4819959" y="5589649"/>
                  </a:lnTo>
                  <a:lnTo>
                    <a:pt x="4826185" y="5598126"/>
                  </a:lnTo>
                  <a:lnTo>
                    <a:pt x="4847410" y="5598126"/>
                  </a:lnTo>
                  <a:lnTo>
                    <a:pt x="4853920" y="5589649"/>
                  </a:lnTo>
                  <a:lnTo>
                    <a:pt x="4853920" y="5572723"/>
                  </a:lnTo>
                  <a:lnTo>
                    <a:pt x="4847410" y="5564245"/>
                  </a:lnTo>
                  <a:close/>
                </a:path>
                <a:path w="9542780" h="6570345">
                  <a:moveTo>
                    <a:pt x="4847410" y="6226957"/>
                  </a:moveTo>
                  <a:lnTo>
                    <a:pt x="4828449" y="6226957"/>
                  </a:lnTo>
                  <a:lnTo>
                    <a:pt x="4819959" y="6233316"/>
                  </a:lnTo>
                  <a:lnTo>
                    <a:pt x="4819959" y="6254480"/>
                  </a:lnTo>
                  <a:lnTo>
                    <a:pt x="4826185" y="6260839"/>
                  </a:lnTo>
                  <a:lnTo>
                    <a:pt x="4847410" y="6260839"/>
                  </a:lnTo>
                  <a:lnTo>
                    <a:pt x="4853920" y="6252362"/>
                  </a:lnTo>
                  <a:lnTo>
                    <a:pt x="4853920" y="6235434"/>
                  </a:lnTo>
                  <a:lnTo>
                    <a:pt x="4847410" y="6226957"/>
                  </a:lnTo>
                  <a:close/>
                </a:path>
                <a:path w="9542780" h="6570345">
                  <a:moveTo>
                    <a:pt x="4847410" y="6271436"/>
                  </a:moveTo>
                  <a:lnTo>
                    <a:pt x="4828449" y="6271436"/>
                  </a:lnTo>
                  <a:lnTo>
                    <a:pt x="4819959" y="6277794"/>
                  </a:lnTo>
                  <a:lnTo>
                    <a:pt x="4819959" y="6298957"/>
                  </a:lnTo>
                  <a:lnTo>
                    <a:pt x="4826185" y="6305308"/>
                  </a:lnTo>
                  <a:lnTo>
                    <a:pt x="4836939" y="6305308"/>
                  </a:lnTo>
                  <a:lnTo>
                    <a:pt x="4847410" y="6303190"/>
                  </a:lnTo>
                  <a:lnTo>
                    <a:pt x="4853920" y="6296840"/>
                  </a:lnTo>
                  <a:lnTo>
                    <a:pt x="4853920" y="6279913"/>
                  </a:lnTo>
                  <a:lnTo>
                    <a:pt x="4847410" y="6271436"/>
                  </a:lnTo>
                  <a:close/>
                </a:path>
                <a:path w="9542780" h="6570345">
                  <a:moveTo>
                    <a:pt x="4802978" y="1676844"/>
                  </a:moveTo>
                  <a:lnTo>
                    <a:pt x="4781753" y="1676844"/>
                  </a:lnTo>
                  <a:lnTo>
                    <a:pt x="4775526" y="1683061"/>
                  </a:lnTo>
                  <a:lnTo>
                    <a:pt x="4775526" y="1704254"/>
                  </a:lnTo>
                  <a:lnTo>
                    <a:pt x="4781753" y="1710754"/>
                  </a:lnTo>
                  <a:lnTo>
                    <a:pt x="4802978" y="1710754"/>
                  </a:lnTo>
                  <a:lnTo>
                    <a:pt x="4809487" y="1704254"/>
                  </a:lnTo>
                  <a:lnTo>
                    <a:pt x="4809487" y="1685321"/>
                  </a:lnTo>
                  <a:lnTo>
                    <a:pt x="4802978" y="1676844"/>
                  </a:lnTo>
                  <a:close/>
                </a:path>
                <a:path w="9542780" h="6570345">
                  <a:moveTo>
                    <a:pt x="4802978" y="1721210"/>
                  </a:moveTo>
                  <a:lnTo>
                    <a:pt x="4781753" y="1721210"/>
                  </a:lnTo>
                  <a:lnTo>
                    <a:pt x="4775526" y="1727709"/>
                  </a:lnTo>
                  <a:lnTo>
                    <a:pt x="4775526" y="1748903"/>
                  </a:lnTo>
                  <a:lnTo>
                    <a:pt x="4781753" y="1755119"/>
                  </a:lnTo>
                  <a:lnTo>
                    <a:pt x="4802978" y="1755119"/>
                  </a:lnTo>
                  <a:lnTo>
                    <a:pt x="4809487" y="1748903"/>
                  </a:lnTo>
                  <a:lnTo>
                    <a:pt x="4809487" y="1729687"/>
                  </a:lnTo>
                  <a:lnTo>
                    <a:pt x="4802978" y="1721210"/>
                  </a:lnTo>
                  <a:close/>
                </a:path>
                <a:path w="9542780" h="6570345">
                  <a:moveTo>
                    <a:pt x="4802978" y="1765857"/>
                  </a:moveTo>
                  <a:lnTo>
                    <a:pt x="4781753" y="1765857"/>
                  </a:lnTo>
                  <a:lnTo>
                    <a:pt x="4775526" y="1772075"/>
                  </a:lnTo>
                  <a:lnTo>
                    <a:pt x="4775526" y="1793267"/>
                  </a:lnTo>
                  <a:lnTo>
                    <a:pt x="4781753" y="1799767"/>
                  </a:lnTo>
                  <a:lnTo>
                    <a:pt x="4802978" y="1799767"/>
                  </a:lnTo>
                  <a:lnTo>
                    <a:pt x="4809487" y="1791290"/>
                  </a:lnTo>
                  <a:lnTo>
                    <a:pt x="4809487" y="1774336"/>
                  </a:lnTo>
                  <a:lnTo>
                    <a:pt x="4802978" y="1765857"/>
                  </a:lnTo>
                  <a:close/>
                </a:path>
                <a:path w="9542780" h="6570345">
                  <a:moveTo>
                    <a:pt x="4802978" y="1810223"/>
                  </a:moveTo>
                  <a:lnTo>
                    <a:pt x="4781753" y="1810223"/>
                  </a:lnTo>
                  <a:lnTo>
                    <a:pt x="4775526" y="1816722"/>
                  </a:lnTo>
                  <a:lnTo>
                    <a:pt x="4775526" y="1837634"/>
                  </a:lnTo>
                  <a:lnTo>
                    <a:pt x="4781753" y="1844133"/>
                  </a:lnTo>
                  <a:lnTo>
                    <a:pt x="4802978" y="1844133"/>
                  </a:lnTo>
                  <a:lnTo>
                    <a:pt x="4809487" y="1835655"/>
                  </a:lnTo>
                  <a:lnTo>
                    <a:pt x="4809487" y="1818700"/>
                  </a:lnTo>
                  <a:lnTo>
                    <a:pt x="4802978" y="1810223"/>
                  </a:lnTo>
                  <a:close/>
                </a:path>
                <a:path w="9542780" h="6570345">
                  <a:moveTo>
                    <a:pt x="4802978" y="1854588"/>
                  </a:moveTo>
                  <a:lnTo>
                    <a:pt x="4781753" y="1854588"/>
                  </a:lnTo>
                  <a:lnTo>
                    <a:pt x="4775526" y="1861088"/>
                  </a:lnTo>
                  <a:lnTo>
                    <a:pt x="4775526" y="1880021"/>
                  </a:lnTo>
                  <a:lnTo>
                    <a:pt x="4781753" y="1888498"/>
                  </a:lnTo>
                  <a:lnTo>
                    <a:pt x="4802978" y="1888498"/>
                  </a:lnTo>
                  <a:lnTo>
                    <a:pt x="4809487" y="1880021"/>
                  </a:lnTo>
                  <a:lnTo>
                    <a:pt x="4809487" y="1863065"/>
                  </a:lnTo>
                  <a:lnTo>
                    <a:pt x="4802978" y="1854588"/>
                  </a:lnTo>
                  <a:close/>
                </a:path>
                <a:path w="9542780" h="6570345">
                  <a:moveTo>
                    <a:pt x="4802978" y="1899236"/>
                  </a:moveTo>
                  <a:lnTo>
                    <a:pt x="4781753" y="1899236"/>
                  </a:lnTo>
                  <a:lnTo>
                    <a:pt x="4775526" y="1905453"/>
                  </a:lnTo>
                  <a:lnTo>
                    <a:pt x="4775526" y="1924669"/>
                  </a:lnTo>
                  <a:lnTo>
                    <a:pt x="4781753" y="1933147"/>
                  </a:lnTo>
                  <a:lnTo>
                    <a:pt x="4802978" y="1933147"/>
                  </a:lnTo>
                  <a:lnTo>
                    <a:pt x="4809487" y="1924669"/>
                  </a:lnTo>
                  <a:lnTo>
                    <a:pt x="4809487" y="1907713"/>
                  </a:lnTo>
                  <a:lnTo>
                    <a:pt x="4802978" y="1899236"/>
                  </a:lnTo>
                  <a:close/>
                </a:path>
                <a:path w="9542780" h="6570345">
                  <a:moveTo>
                    <a:pt x="4802978" y="1943602"/>
                  </a:moveTo>
                  <a:lnTo>
                    <a:pt x="4781753" y="1943602"/>
                  </a:lnTo>
                  <a:lnTo>
                    <a:pt x="4775526" y="1950101"/>
                  </a:lnTo>
                  <a:lnTo>
                    <a:pt x="4775526" y="1971295"/>
                  </a:lnTo>
                  <a:lnTo>
                    <a:pt x="4781753" y="1977511"/>
                  </a:lnTo>
                  <a:lnTo>
                    <a:pt x="4802978" y="1977511"/>
                  </a:lnTo>
                  <a:lnTo>
                    <a:pt x="4809487" y="1969034"/>
                  </a:lnTo>
                  <a:lnTo>
                    <a:pt x="4809487" y="1952080"/>
                  </a:lnTo>
                  <a:lnTo>
                    <a:pt x="4802978" y="1943602"/>
                  </a:lnTo>
                  <a:close/>
                </a:path>
                <a:path w="9542780" h="6570345">
                  <a:moveTo>
                    <a:pt x="4802978" y="1985989"/>
                  </a:moveTo>
                  <a:lnTo>
                    <a:pt x="4781753" y="1985989"/>
                  </a:lnTo>
                  <a:lnTo>
                    <a:pt x="4775526" y="1992207"/>
                  </a:lnTo>
                  <a:lnTo>
                    <a:pt x="4775526" y="2013400"/>
                  </a:lnTo>
                  <a:lnTo>
                    <a:pt x="4781753" y="2019899"/>
                  </a:lnTo>
                  <a:lnTo>
                    <a:pt x="4802978" y="2019899"/>
                  </a:lnTo>
                  <a:lnTo>
                    <a:pt x="4809487" y="2013400"/>
                  </a:lnTo>
                  <a:lnTo>
                    <a:pt x="4809487" y="1994467"/>
                  </a:lnTo>
                  <a:lnTo>
                    <a:pt x="4802978" y="1985989"/>
                  </a:lnTo>
                  <a:close/>
                </a:path>
                <a:path w="9542780" h="6570345">
                  <a:moveTo>
                    <a:pt x="4802978" y="2030355"/>
                  </a:moveTo>
                  <a:lnTo>
                    <a:pt x="4781753" y="2030355"/>
                  </a:lnTo>
                  <a:lnTo>
                    <a:pt x="4775526" y="2036853"/>
                  </a:lnTo>
                  <a:lnTo>
                    <a:pt x="4775526" y="2058047"/>
                  </a:lnTo>
                  <a:lnTo>
                    <a:pt x="4781753" y="2064265"/>
                  </a:lnTo>
                  <a:lnTo>
                    <a:pt x="4802978" y="2064265"/>
                  </a:lnTo>
                  <a:lnTo>
                    <a:pt x="4809487" y="2058047"/>
                  </a:lnTo>
                  <a:lnTo>
                    <a:pt x="4809487" y="2038832"/>
                  </a:lnTo>
                  <a:lnTo>
                    <a:pt x="4802978" y="2030355"/>
                  </a:lnTo>
                  <a:close/>
                </a:path>
                <a:path w="9542780" h="6570345">
                  <a:moveTo>
                    <a:pt x="4802978" y="2075003"/>
                  </a:moveTo>
                  <a:lnTo>
                    <a:pt x="4781753" y="2075003"/>
                  </a:lnTo>
                  <a:lnTo>
                    <a:pt x="4775526" y="2081220"/>
                  </a:lnTo>
                  <a:lnTo>
                    <a:pt x="4775526" y="2102413"/>
                  </a:lnTo>
                  <a:lnTo>
                    <a:pt x="4781753" y="2108912"/>
                  </a:lnTo>
                  <a:lnTo>
                    <a:pt x="4802978" y="2108912"/>
                  </a:lnTo>
                  <a:lnTo>
                    <a:pt x="4809487" y="2100435"/>
                  </a:lnTo>
                  <a:lnTo>
                    <a:pt x="4809487" y="2083480"/>
                  </a:lnTo>
                  <a:lnTo>
                    <a:pt x="4802978" y="2075003"/>
                  </a:lnTo>
                  <a:close/>
                </a:path>
                <a:path w="9542780" h="6570345">
                  <a:moveTo>
                    <a:pt x="4802978" y="2119368"/>
                  </a:moveTo>
                  <a:lnTo>
                    <a:pt x="4781753" y="2119368"/>
                  </a:lnTo>
                  <a:lnTo>
                    <a:pt x="4775526" y="2125585"/>
                  </a:lnTo>
                  <a:lnTo>
                    <a:pt x="4775526" y="2144801"/>
                  </a:lnTo>
                  <a:lnTo>
                    <a:pt x="4781753" y="2153278"/>
                  </a:lnTo>
                  <a:lnTo>
                    <a:pt x="4802978" y="2153278"/>
                  </a:lnTo>
                  <a:lnTo>
                    <a:pt x="4809487" y="2144801"/>
                  </a:lnTo>
                  <a:lnTo>
                    <a:pt x="4809487" y="2127845"/>
                  </a:lnTo>
                  <a:lnTo>
                    <a:pt x="4802978" y="2119368"/>
                  </a:lnTo>
                  <a:close/>
                </a:path>
                <a:path w="9542780" h="6570345">
                  <a:moveTo>
                    <a:pt x="4802978" y="2163734"/>
                  </a:moveTo>
                  <a:lnTo>
                    <a:pt x="4781753" y="2163734"/>
                  </a:lnTo>
                  <a:lnTo>
                    <a:pt x="4775526" y="2170233"/>
                  </a:lnTo>
                  <a:lnTo>
                    <a:pt x="4775526" y="2189166"/>
                  </a:lnTo>
                  <a:lnTo>
                    <a:pt x="4781753" y="2197643"/>
                  </a:lnTo>
                  <a:lnTo>
                    <a:pt x="4802978" y="2197643"/>
                  </a:lnTo>
                  <a:lnTo>
                    <a:pt x="4809487" y="2189166"/>
                  </a:lnTo>
                  <a:lnTo>
                    <a:pt x="4809487" y="2172211"/>
                  </a:lnTo>
                  <a:lnTo>
                    <a:pt x="4802978" y="2163734"/>
                  </a:lnTo>
                  <a:close/>
                </a:path>
                <a:path w="9542780" h="6570345">
                  <a:moveTo>
                    <a:pt x="4802978" y="2208382"/>
                  </a:moveTo>
                  <a:lnTo>
                    <a:pt x="4781753" y="2208382"/>
                  </a:lnTo>
                  <a:lnTo>
                    <a:pt x="4775526" y="2214599"/>
                  </a:lnTo>
                  <a:lnTo>
                    <a:pt x="4775526" y="2233814"/>
                  </a:lnTo>
                  <a:lnTo>
                    <a:pt x="4781753" y="2242291"/>
                  </a:lnTo>
                  <a:lnTo>
                    <a:pt x="4802978" y="2242291"/>
                  </a:lnTo>
                  <a:lnTo>
                    <a:pt x="4809487" y="2233814"/>
                  </a:lnTo>
                  <a:lnTo>
                    <a:pt x="4809487" y="2216859"/>
                  </a:lnTo>
                  <a:lnTo>
                    <a:pt x="4802978" y="2208382"/>
                  </a:lnTo>
                  <a:close/>
                </a:path>
                <a:path w="9542780" h="6570345">
                  <a:moveTo>
                    <a:pt x="4802978" y="2252747"/>
                  </a:moveTo>
                  <a:lnTo>
                    <a:pt x="4781753" y="2252747"/>
                  </a:lnTo>
                  <a:lnTo>
                    <a:pt x="4775526" y="2259247"/>
                  </a:lnTo>
                  <a:lnTo>
                    <a:pt x="4775526" y="2280157"/>
                  </a:lnTo>
                  <a:lnTo>
                    <a:pt x="4781753" y="2286657"/>
                  </a:lnTo>
                  <a:lnTo>
                    <a:pt x="4802978" y="2286657"/>
                  </a:lnTo>
                  <a:lnTo>
                    <a:pt x="4809487" y="2278179"/>
                  </a:lnTo>
                  <a:lnTo>
                    <a:pt x="4809487" y="2261224"/>
                  </a:lnTo>
                  <a:lnTo>
                    <a:pt x="4802978" y="2252747"/>
                  </a:lnTo>
                  <a:close/>
                </a:path>
                <a:path w="9542780" h="6570345">
                  <a:moveTo>
                    <a:pt x="4802978" y="2295135"/>
                  </a:moveTo>
                  <a:lnTo>
                    <a:pt x="4781753" y="2295135"/>
                  </a:lnTo>
                  <a:lnTo>
                    <a:pt x="4775526" y="2301351"/>
                  </a:lnTo>
                  <a:lnTo>
                    <a:pt x="4775526" y="2322545"/>
                  </a:lnTo>
                  <a:lnTo>
                    <a:pt x="4781753" y="2329044"/>
                  </a:lnTo>
                  <a:lnTo>
                    <a:pt x="4802978" y="2329044"/>
                  </a:lnTo>
                  <a:lnTo>
                    <a:pt x="4809487" y="2322545"/>
                  </a:lnTo>
                  <a:lnTo>
                    <a:pt x="4809487" y="2303612"/>
                  </a:lnTo>
                  <a:lnTo>
                    <a:pt x="4802978" y="2295135"/>
                  </a:lnTo>
                  <a:close/>
                </a:path>
                <a:path w="9542780" h="6570345">
                  <a:moveTo>
                    <a:pt x="4802978" y="2339500"/>
                  </a:moveTo>
                  <a:lnTo>
                    <a:pt x="4781753" y="2339500"/>
                  </a:lnTo>
                  <a:lnTo>
                    <a:pt x="4775526" y="2345999"/>
                  </a:lnTo>
                  <a:lnTo>
                    <a:pt x="4775526" y="2367193"/>
                  </a:lnTo>
                  <a:lnTo>
                    <a:pt x="4781753" y="2373410"/>
                  </a:lnTo>
                  <a:lnTo>
                    <a:pt x="4802978" y="2373410"/>
                  </a:lnTo>
                  <a:lnTo>
                    <a:pt x="4809487" y="2367193"/>
                  </a:lnTo>
                  <a:lnTo>
                    <a:pt x="4809487" y="2347977"/>
                  </a:lnTo>
                  <a:lnTo>
                    <a:pt x="4802978" y="2339500"/>
                  </a:lnTo>
                  <a:close/>
                </a:path>
                <a:path w="9542780" h="6570345">
                  <a:moveTo>
                    <a:pt x="4802978" y="2384148"/>
                  </a:moveTo>
                  <a:lnTo>
                    <a:pt x="4781753" y="2384148"/>
                  </a:lnTo>
                  <a:lnTo>
                    <a:pt x="4775526" y="2390364"/>
                  </a:lnTo>
                  <a:lnTo>
                    <a:pt x="4775526" y="2411558"/>
                  </a:lnTo>
                  <a:lnTo>
                    <a:pt x="4781753" y="2417775"/>
                  </a:lnTo>
                  <a:lnTo>
                    <a:pt x="4802978" y="2417775"/>
                  </a:lnTo>
                  <a:lnTo>
                    <a:pt x="4809487" y="2409581"/>
                  </a:lnTo>
                  <a:lnTo>
                    <a:pt x="4809487" y="2392625"/>
                  </a:lnTo>
                  <a:lnTo>
                    <a:pt x="4802978" y="2384148"/>
                  </a:lnTo>
                  <a:close/>
                </a:path>
                <a:path w="9542780" h="6570345">
                  <a:moveTo>
                    <a:pt x="4802978" y="2428514"/>
                  </a:moveTo>
                  <a:lnTo>
                    <a:pt x="4781753" y="2428514"/>
                  </a:lnTo>
                  <a:lnTo>
                    <a:pt x="4775526" y="2434730"/>
                  </a:lnTo>
                  <a:lnTo>
                    <a:pt x="4775526" y="2453946"/>
                  </a:lnTo>
                  <a:lnTo>
                    <a:pt x="4781753" y="2462423"/>
                  </a:lnTo>
                  <a:lnTo>
                    <a:pt x="4802978" y="2462423"/>
                  </a:lnTo>
                  <a:lnTo>
                    <a:pt x="4809487" y="2453946"/>
                  </a:lnTo>
                  <a:lnTo>
                    <a:pt x="4809487" y="2436991"/>
                  </a:lnTo>
                  <a:lnTo>
                    <a:pt x="4802978" y="2428514"/>
                  </a:lnTo>
                  <a:close/>
                </a:path>
                <a:path w="9542780" h="6570345">
                  <a:moveTo>
                    <a:pt x="4802978" y="2472879"/>
                  </a:moveTo>
                  <a:lnTo>
                    <a:pt x="4781753" y="2472879"/>
                  </a:lnTo>
                  <a:lnTo>
                    <a:pt x="4775526" y="2479379"/>
                  </a:lnTo>
                  <a:lnTo>
                    <a:pt x="4775526" y="2498310"/>
                  </a:lnTo>
                  <a:lnTo>
                    <a:pt x="4781753" y="2506789"/>
                  </a:lnTo>
                  <a:lnTo>
                    <a:pt x="4802978" y="2506789"/>
                  </a:lnTo>
                  <a:lnTo>
                    <a:pt x="4809487" y="2498310"/>
                  </a:lnTo>
                  <a:lnTo>
                    <a:pt x="4809487" y="2481356"/>
                  </a:lnTo>
                  <a:lnTo>
                    <a:pt x="4802978" y="2472879"/>
                  </a:lnTo>
                  <a:close/>
                </a:path>
                <a:path w="9542780" h="6570345">
                  <a:moveTo>
                    <a:pt x="4802978" y="2517527"/>
                  </a:moveTo>
                  <a:lnTo>
                    <a:pt x="4781753" y="2517527"/>
                  </a:lnTo>
                  <a:lnTo>
                    <a:pt x="4775526" y="2523743"/>
                  </a:lnTo>
                  <a:lnTo>
                    <a:pt x="4775526" y="2544937"/>
                  </a:lnTo>
                  <a:lnTo>
                    <a:pt x="4781753" y="2551437"/>
                  </a:lnTo>
                  <a:lnTo>
                    <a:pt x="4802978" y="2551437"/>
                  </a:lnTo>
                  <a:lnTo>
                    <a:pt x="4809487" y="2542959"/>
                  </a:lnTo>
                  <a:lnTo>
                    <a:pt x="4809487" y="2526004"/>
                  </a:lnTo>
                  <a:lnTo>
                    <a:pt x="4802978" y="2517527"/>
                  </a:lnTo>
                  <a:close/>
                </a:path>
                <a:path w="9542780" h="6570345">
                  <a:moveTo>
                    <a:pt x="4802978" y="2604279"/>
                  </a:moveTo>
                  <a:lnTo>
                    <a:pt x="4781753" y="2604279"/>
                  </a:lnTo>
                  <a:lnTo>
                    <a:pt x="4775526" y="2610496"/>
                  </a:lnTo>
                  <a:lnTo>
                    <a:pt x="4775526" y="2631690"/>
                  </a:lnTo>
                  <a:lnTo>
                    <a:pt x="4781753" y="2638190"/>
                  </a:lnTo>
                  <a:lnTo>
                    <a:pt x="4802978" y="2638190"/>
                  </a:lnTo>
                  <a:lnTo>
                    <a:pt x="4809487" y="2631690"/>
                  </a:lnTo>
                  <a:lnTo>
                    <a:pt x="4809487" y="2612757"/>
                  </a:lnTo>
                  <a:lnTo>
                    <a:pt x="4802978" y="2604279"/>
                  </a:lnTo>
                  <a:close/>
                </a:path>
                <a:path w="9542780" h="6570345">
                  <a:moveTo>
                    <a:pt x="4802978" y="2648645"/>
                  </a:moveTo>
                  <a:lnTo>
                    <a:pt x="4781753" y="2648645"/>
                  </a:lnTo>
                  <a:lnTo>
                    <a:pt x="4775526" y="2655144"/>
                  </a:lnTo>
                  <a:lnTo>
                    <a:pt x="4775526" y="2676338"/>
                  </a:lnTo>
                  <a:lnTo>
                    <a:pt x="4781753" y="2682554"/>
                  </a:lnTo>
                  <a:lnTo>
                    <a:pt x="4802978" y="2682554"/>
                  </a:lnTo>
                  <a:lnTo>
                    <a:pt x="4809487" y="2676338"/>
                  </a:lnTo>
                  <a:lnTo>
                    <a:pt x="4809487" y="2657123"/>
                  </a:lnTo>
                  <a:lnTo>
                    <a:pt x="4802978" y="2648645"/>
                  </a:lnTo>
                  <a:close/>
                </a:path>
                <a:path w="9542780" h="6570345">
                  <a:moveTo>
                    <a:pt x="4802978" y="2693292"/>
                  </a:moveTo>
                  <a:lnTo>
                    <a:pt x="4781753" y="2693292"/>
                  </a:lnTo>
                  <a:lnTo>
                    <a:pt x="4775526" y="2699510"/>
                  </a:lnTo>
                  <a:lnTo>
                    <a:pt x="4775526" y="2718442"/>
                  </a:lnTo>
                  <a:lnTo>
                    <a:pt x="4781753" y="2726921"/>
                  </a:lnTo>
                  <a:lnTo>
                    <a:pt x="4802978" y="2726921"/>
                  </a:lnTo>
                  <a:lnTo>
                    <a:pt x="4809487" y="2718442"/>
                  </a:lnTo>
                  <a:lnTo>
                    <a:pt x="4809487" y="2701771"/>
                  </a:lnTo>
                  <a:lnTo>
                    <a:pt x="4802978" y="2693292"/>
                  </a:lnTo>
                  <a:close/>
                </a:path>
                <a:path w="9542780" h="6570345">
                  <a:moveTo>
                    <a:pt x="4802978" y="2737658"/>
                  </a:moveTo>
                  <a:lnTo>
                    <a:pt x="4781753" y="2737658"/>
                  </a:lnTo>
                  <a:lnTo>
                    <a:pt x="4775526" y="2743875"/>
                  </a:lnTo>
                  <a:lnTo>
                    <a:pt x="4775526" y="2763090"/>
                  </a:lnTo>
                  <a:lnTo>
                    <a:pt x="4781753" y="2771569"/>
                  </a:lnTo>
                  <a:lnTo>
                    <a:pt x="4802978" y="2771569"/>
                  </a:lnTo>
                  <a:lnTo>
                    <a:pt x="4809487" y="2763090"/>
                  </a:lnTo>
                  <a:lnTo>
                    <a:pt x="4809487" y="2746136"/>
                  </a:lnTo>
                  <a:lnTo>
                    <a:pt x="4802978" y="2737658"/>
                  </a:lnTo>
                  <a:close/>
                </a:path>
                <a:path w="9542780" h="6570345">
                  <a:moveTo>
                    <a:pt x="4802978" y="2782023"/>
                  </a:moveTo>
                  <a:lnTo>
                    <a:pt x="4781753" y="2782023"/>
                  </a:lnTo>
                  <a:lnTo>
                    <a:pt x="4775526" y="2788523"/>
                  </a:lnTo>
                  <a:lnTo>
                    <a:pt x="4775526" y="2807456"/>
                  </a:lnTo>
                  <a:lnTo>
                    <a:pt x="4781753" y="2815934"/>
                  </a:lnTo>
                  <a:lnTo>
                    <a:pt x="4802978" y="2815934"/>
                  </a:lnTo>
                  <a:lnTo>
                    <a:pt x="4809487" y="2807456"/>
                  </a:lnTo>
                  <a:lnTo>
                    <a:pt x="4809487" y="2790501"/>
                  </a:lnTo>
                  <a:lnTo>
                    <a:pt x="4802978" y="2782023"/>
                  </a:lnTo>
                  <a:close/>
                </a:path>
                <a:path w="9542780" h="6570345">
                  <a:moveTo>
                    <a:pt x="4802978" y="3798416"/>
                  </a:moveTo>
                  <a:lnTo>
                    <a:pt x="4781753" y="3798416"/>
                  </a:lnTo>
                  <a:lnTo>
                    <a:pt x="4775526" y="3804746"/>
                  </a:lnTo>
                  <a:lnTo>
                    <a:pt x="4775526" y="3823820"/>
                  </a:lnTo>
                  <a:lnTo>
                    <a:pt x="4781753" y="3832269"/>
                  </a:lnTo>
                  <a:lnTo>
                    <a:pt x="4802978" y="3832269"/>
                  </a:lnTo>
                  <a:lnTo>
                    <a:pt x="4809487" y="3823820"/>
                  </a:lnTo>
                  <a:lnTo>
                    <a:pt x="4809487" y="3806865"/>
                  </a:lnTo>
                  <a:lnTo>
                    <a:pt x="4802978" y="3798416"/>
                  </a:lnTo>
                  <a:close/>
                </a:path>
                <a:path w="9542780" h="6570345">
                  <a:moveTo>
                    <a:pt x="4802978" y="3840747"/>
                  </a:moveTo>
                  <a:lnTo>
                    <a:pt x="4781753" y="3840747"/>
                  </a:lnTo>
                  <a:lnTo>
                    <a:pt x="4775526" y="3847105"/>
                  </a:lnTo>
                  <a:lnTo>
                    <a:pt x="4775526" y="3866151"/>
                  </a:lnTo>
                  <a:lnTo>
                    <a:pt x="4781753" y="3874629"/>
                  </a:lnTo>
                  <a:lnTo>
                    <a:pt x="4802978" y="3874629"/>
                  </a:lnTo>
                  <a:lnTo>
                    <a:pt x="4809487" y="3868271"/>
                  </a:lnTo>
                  <a:lnTo>
                    <a:pt x="4809487" y="3849225"/>
                  </a:lnTo>
                  <a:lnTo>
                    <a:pt x="4802978" y="3840747"/>
                  </a:lnTo>
                  <a:close/>
                </a:path>
                <a:path w="9542780" h="6570345">
                  <a:moveTo>
                    <a:pt x="4802978" y="4636866"/>
                  </a:moveTo>
                  <a:lnTo>
                    <a:pt x="4781753" y="4636866"/>
                  </a:lnTo>
                  <a:lnTo>
                    <a:pt x="4775526" y="4643225"/>
                  </a:lnTo>
                  <a:lnTo>
                    <a:pt x="4775526" y="4662270"/>
                  </a:lnTo>
                  <a:lnTo>
                    <a:pt x="4781753" y="4670748"/>
                  </a:lnTo>
                  <a:lnTo>
                    <a:pt x="4802978" y="4670748"/>
                  </a:lnTo>
                  <a:lnTo>
                    <a:pt x="4809487" y="4662270"/>
                  </a:lnTo>
                  <a:lnTo>
                    <a:pt x="4809487" y="4645343"/>
                  </a:lnTo>
                  <a:lnTo>
                    <a:pt x="4802978" y="4636866"/>
                  </a:lnTo>
                  <a:close/>
                </a:path>
                <a:path w="9542780" h="6570345">
                  <a:moveTo>
                    <a:pt x="4802978" y="4681316"/>
                  </a:moveTo>
                  <a:lnTo>
                    <a:pt x="4781753" y="4681316"/>
                  </a:lnTo>
                  <a:lnTo>
                    <a:pt x="4775526" y="4687675"/>
                  </a:lnTo>
                  <a:lnTo>
                    <a:pt x="4775526" y="4706721"/>
                  </a:lnTo>
                  <a:lnTo>
                    <a:pt x="4781753" y="4715198"/>
                  </a:lnTo>
                  <a:lnTo>
                    <a:pt x="4802978" y="4715198"/>
                  </a:lnTo>
                  <a:lnTo>
                    <a:pt x="4809487" y="4706721"/>
                  </a:lnTo>
                  <a:lnTo>
                    <a:pt x="4809487" y="4689793"/>
                  </a:lnTo>
                  <a:lnTo>
                    <a:pt x="4802978" y="4681316"/>
                  </a:lnTo>
                  <a:close/>
                </a:path>
                <a:path w="9542780" h="6570345">
                  <a:moveTo>
                    <a:pt x="4802978" y="4725795"/>
                  </a:moveTo>
                  <a:lnTo>
                    <a:pt x="4781753" y="4725795"/>
                  </a:lnTo>
                  <a:lnTo>
                    <a:pt x="4775526" y="4732153"/>
                  </a:lnTo>
                  <a:lnTo>
                    <a:pt x="4775526" y="4753319"/>
                  </a:lnTo>
                  <a:lnTo>
                    <a:pt x="4781753" y="4759676"/>
                  </a:lnTo>
                  <a:lnTo>
                    <a:pt x="4802978" y="4759676"/>
                  </a:lnTo>
                  <a:lnTo>
                    <a:pt x="4809487" y="4751199"/>
                  </a:lnTo>
                  <a:lnTo>
                    <a:pt x="4809487" y="4734245"/>
                  </a:lnTo>
                  <a:lnTo>
                    <a:pt x="4802978" y="4725795"/>
                  </a:lnTo>
                  <a:close/>
                </a:path>
                <a:path w="9542780" h="6570345">
                  <a:moveTo>
                    <a:pt x="4802978" y="4990462"/>
                  </a:moveTo>
                  <a:lnTo>
                    <a:pt x="4781753" y="4990462"/>
                  </a:lnTo>
                  <a:lnTo>
                    <a:pt x="4775526" y="4996792"/>
                  </a:lnTo>
                  <a:lnTo>
                    <a:pt x="4775526" y="5015866"/>
                  </a:lnTo>
                  <a:lnTo>
                    <a:pt x="4781753" y="5024343"/>
                  </a:lnTo>
                  <a:lnTo>
                    <a:pt x="4802978" y="5024343"/>
                  </a:lnTo>
                  <a:lnTo>
                    <a:pt x="4809487" y="5015866"/>
                  </a:lnTo>
                  <a:lnTo>
                    <a:pt x="4809487" y="4998911"/>
                  </a:lnTo>
                  <a:lnTo>
                    <a:pt x="4802978" y="4990462"/>
                  </a:lnTo>
                  <a:close/>
                </a:path>
                <a:path w="9542780" h="6570345">
                  <a:moveTo>
                    <a:pt x="4802978" y="5034912"/>
                  </a:moveTo>
                  <a:lnTo>
                    <a:pt x="4781753" y="5034912"/>
                  </a:lnTo>
                  <a:lnTo>
                    <a:pt x="4775526" y="5041270"/>
                  </a:lnTo>
                  <a:lnTo>
                    <a:pt x="4775526" y="5060316"/>
                  </a:lnTo>
                  <a:lnTo>
                    <a:pt x="4781753" y="5068793"/>
                  </a:lnTo>
                  <a:lnTo>
                    <a:pt x="4802978" y="5068793"/>
                  </a:lnTo>
                  <a:lnTo>
                    <a:pt x="4809487" y="5060316"/>
                  </a:lnTo>
                  <a:lnTo>
                    <a:pt x="4809487" y="5043389"/>
                  </a:lnTo>
                  <a:lnTo>
                    <a:pt x="4802978" y="5034912"/>
                  </a:lnTo>
                  <a:close/>
                </a:path>
                <a:path w="9542780" h="6570345">
                  <a:moveTo>
                    <a:pt x="4802978" y="5077270"/>
                  </a:moveTo>
                  <a:lnTo>
                    <a:pt x="4781753" y="5077270"/>
                  </a:lnTo>
                  <a:lnTo>
                    <a:pt x="4775526" y="5083629"/>
                  </a:lnTo>
                  <a:lnTo>
                    <a:pt x="4775526" y="5102675"/>
                  </a:lnTo>
                  <a:lnTo>
                    <a:pt x="4781753" y="5111153"/>
                  </a:lnTo>
                  <a:lnTo>
                    <a:pt x="4802978" y="5111153"/>
                  </a:lnTo>
                  <a:lnTo>
                    <a:pt x="4809487" y="5104795"/>
                  </a:lnTo>
                  <a:lnTo>
                    <a:pt x="4809487" y="5085720"/>
                  </a:lnTo>
                  <a:lnTo>
                    <a:pt x="4802978" y="5077270"/>
                  </a:lnTo>
                  <a:close/>
                </a:path>
                <a:path w="9542780" h="6570345">
                  <a:moveTo>
                    <a:pt x="4802978" y="5121722"/>
                  </a:moveTo>
                  <a:lnTo>
                    <a:pt x="4781753" y="5121722"/>
                  </a:lnTo>
                  <a:lnTo>
                    <a:pt x="4775526" y="5128079"/>
                  </a:lnTo>
                  <a:lnTo>
                    <a:pt x="4775526" y="5147125"/>
                  </a:lnTo>
                  <a:lnTo>
                    <a:pt x="4781753" y="5155603"/>
                  </a:lnTo>
                  <a:lnTo>
                    <a:pt x="4802978" y="5155603"/>
                  </a:lnTo>
                  <a:lnTo>
                    <a:pt x="4809487" y="5149245"/>
                  </a:lnTo>
                  <a:lnTo>
                    <a:pt x="4809487" y="5130199"/>
                  </a:lnTo>
                  <a:lnTo>
                    <a:pt x="4802978" y="5121722"/>
                  </a:lnTo>
                  <a:close/>
                </a:path>
                <a:path w="9542780" h="6570345">
                  <a:moveTo>
                    <a:pt x="4802978" y="5166199"/>
                  </a:moveTo>
                  <a:lnTo>
                    <a:pt x="4781753" y="5166199"/>
                  </a:lnTo>
                  <a:lnTo>
                    <a:pt x="4775526" y="5172529"/>
                  </a:lnTo>
                  <a:lnTo>
                    <a:pt x="4775526" y="5191603"/>
                  </a:lnTo>
                  <a:lnTo>
                    <a:pt x="4781753" y="5200081"/>
                  </a:lnTo>
                  <a:lnTo>
                    <a:pt x="4802978" y="5200081"/>
                  </a:lnTo>
                  <a:lnTo>
                    <a:pt x="4809487" y="5191603"/>
                  </a:lnTo>
                  <a:lnTo>
                    <a:pt x="4809487" y="5174649"/>
                  </a:lnTo>
                  <a:lnTo>
                    <a:pt x="4802978" y="5166199"/>
                  </a:lnTo>
                  <a:close/>
                </a:path>
                <a:path w="9542780" h="6570345">
                  <a:moveTo>
                    <a:pt x="4802978" y="5210649"/>
                  </a:moveTo>
                  <a:lnTo>
                    <a:pt x="4781753" y="5210649"/>
                  </a:lnTo>
                  <a:lnTo>
                    <a:pt x="4775526" y="5217008"/>
                  </a:lnTo>
                  <a:lnTo>
                    <a:pt x="4775526" y="5236053"/>
                  </a:lnTo>
                  <a:lnTo>
                    <a:pt x="4781753" y="5244532"/>
                  </a:lnTo>
                  <a:lnTo>
                    <a:pt x="4802978" y="5244532"/>
                  </a:lnTo>
                  <a:lnTo>
                    <a:pt x="4809487" y="5236053"/>
                  </a:lnTo>
                  <a:lnTo>
                    <a:pt x="4809487" y="5219127"/>
                  </a:lnTo>
                  <a:lnTo>
                    <a:pt x="4802978" y="5210649"/>
                  </a:lnTo>
                  <a:close/>
                </a:path>
                <a:path w="9542780" h="6570345">
                  <a:moveTo>
                    <a:pt x="4802978" y="5255129"/>
                  </a:moveTo>
                  <a:lnTo>
                    <a:pt x="4781753" y="5255129"/>
                  </a:lnTo>
                  <a:lnTo>
                    <a:pt x="4775526" y="5261458"/>
                  </a:lnTo>
                  <a:lnTo>
                    <a:pt x="4775526" y="5282652"/>
                  </a:lnTo>
                  <a:lnTo>
                    <a:pt x="4781753" y="5288982"/>
                  </a:lnTo>
                  <a:lnTo>
                    <a:pt x="4802978" y="5288982"/>
                  </a:lnTo>
                  <a:lnTo>
                    <a:pt x="4809487" y="5280533"/>
                  </a:lnTo>
                  <a:lnTo>
                    <a:pt x="4809487" y="5263578"/>
                  </a:lnTo>
                  <a:lnTo>
                    <a:pt x="4802978" y="5255129"/>
                  </a:lnTo>
                  <a:close/>
                </a:path>
                <a:path w="9542780" h="6570345">
                  <a:moveTo>
                    <a:pt x="4802978" y="5299579"/>
                  </a:moveTo>
                  <a:lnTo>
                    <a:pt x="4781753" y="5299579"/>
                  </a:lnTo>
                  <a:lnTo>
                    <a:pt x="4775526" y="5305936"/>
                  </a:lnTo>
                  <a:lnTo>
                    <a:pt x="4775526" y="5327102"/>
                  </a:lnTo>
                  <a:lnTo>
                    <a:pt x="4781753" y="5333460"/>
                  </a:lnTo>
                  <a:lnTo>
                    <a:pt x="4802978" y="5333460"/>
                  </a:lnTo>
                  <a:lnTo>
                    <a:pt x="4809487" y="5324983"/>
                  </a:lnTo>
                  <a:lnTo>
                    <a:pt x="4809487" y="5308056"/>
                  </a:lnTo>
                  <a:lnTo>
                    <a:pt x="4802978" y="5299579"/>
                  </a:lnTo>
                  <a:close/>
                </a:path>
                <a:path w="9542780" h="6570345">
                  <a:moveTo>
                    <a:pt x="4802978" y="5344057"/>
                  </a:moveTo>
                  <a:lnTo>
                    <a:pt x="4781753" y="5344057"/>
                  </a:lnTo>
                  <a:lnTo>
                    <a:pt x="4775526" y="5350386"/>
                  </a:lnTo>
                  <a:lnTo>
                    <a:pt x="4775526" y="5369460"/>
                  </a:lnTo>
                  <a:lnTo>
                    <a:pt x="4781753" y="5377910"/>
                  </a:lnTo>
                  <a:lnTo>
                    <a:pt x="4802978" y="5377910"/>
                  </a:lnTo>
                  <a:lnTo>
                    <a:pt x="4809487" y="5369460"/>
                  </a:lnTo>
                  <a:lnTo>
                    <a:pt x="4809487" y="5352506"/>
                  </a:lnTo>
                  <a:lnTo>
                    <a:pt x="4802978" y="5344057"/>
                  </a:lnTo>
                  <a:close/>
                </a:path>
                <a:path w="9542780" h="6570345">
                  <a:moveTo>
                    <a:pt x="4802978" y="5386388"/>
                  </a:moveTo>
                  <a:lnTo>
                    <a:pt x="4781753" y="5386388"/>
                  </a:lnTo>
                  <a:lnTo>
                    <a:pt x="4775526" y="5392746"/>
                  </a:lnTo>
                  <a:lnTo>
                    <a:pt x="4775526" y="5411792"/>
                  </a:lnTo>
                  <a:lnTo>
                    <a:pt x="4781753" y="5420269"/>
                  </a:lnTo>
                  <a:lnTo>
                    <a:pt x="4802978" y="5420269"/>
                  </a:lnTo>
                  <a:lnTo>
                    <a:pt x="4809487" y="5413912"/>
                  </a:lnTo>
                  <a:lnTo>
                    <a:pt x="4809487" y="5394866"/>
                  </a:lnTo>
                  <a:lnTo>
                    <a:pt x="4802978" y="5386388"/>
                  </a:lnTo>
                  <a:close/>
                </a:path>
                <a:path w="9542780" h="6570345">
                  <a:moveTo>
                    <a:pt x="4802978" y="5430866"/>
                  </a:moveTo>
                  <a:lnTo>
                    <a:pt x="4781753" y="5430866"/>
                  </a:lnTo>
                  <a:lnTo>
                    <a:pt x="4775526" y="5437196"/>
                  </a:lnTo>
                  <a:lnTo>
                    <a:pt x="4775526" y="5458390"/>
                  </a:lnTo>
                  <a:lnTo>
                    <a:pt x="4781753" y="5464719"/>
                  </a:lnTo>
                  <a:lnTo>
                    <a:pt x="4802978" y="5464719"/>
                  </a:lnTo>
                  <a:lnTo>
                    <a:pt x="4809487" y="5458390"/>
                  </a:lnTo>
                  <a:lnTo>
                    <a:pt x="4809487" y="5439316"/>
                  </a:lnTo>
                  <a:lnTo>
                    <a:pt x="4802978" y="5430866"/>
                  </a:lnTo>
                  <a:close/>
                </a:path>
                <a:path w="9542780" h="6570345">
                  <a:moveTo>
                    <a:pt x="4802978" y="6182507"/>
                  </a:moveTo>
                  <a:lnTo>
                    <a:pt x="4781753" y="6182507"/>
                  </a:lnTo>
                  <a:lnTo>
                    <a:pt x="4775526" y="6188866"/>
                  </a:lnTo>
                  <a:lnTo>
                    <a:pt x="4775526" y="6210030"/>
                  </a:lnTo>
                  <a:lnTo>
                    <a:pt x="4781753" y="6216389"/>
                  </a:lnTo>
                  <a:lnTo>
                    <a:pt x="4802978" y="6216389"/>
                  </a:lnTo>
                  <a:lnTo>
                    <a:pt x="4809487" y="6207911"/>
                  </a:lnTo>
                  <a:lnTo>
                    <a:pt x="4809487" y="6190984"/>
                  </a:lnTo>
                  <a:lnTo>
                    <a:pt x="4802978" y="6182507"/>
                  </a:lnTo>
                  <a:close/>
                </a:path>
                <a:path w="9542780" h="6570345">
                  <a:moveTo>
                    <a:pt x="4802978" y="6226957"/>
                  </a:moveTo>
                  <a:lnTo>
                    <a:pt x="4781753" y="6226957"/>
                  </a:lnTo>
                  <a:lnTo>
                    <a:pt x="4775526" y="6233316"/>
                  </a:lnTo>
                  <a:lnTo>
                    <a:pt x="4775526" y="6254480"/>
                  </a:lnTo>
                  <a:lnTo>
                    <a:pt x="4781753" y="6260839"/>
                  </a:lnTo>
                  <a:lnTo>
                    <a:pt x="4802978" y="6260839"/>
                  </a:lnTo>
                  <a:lnTo>
                    <a:pt x="4809487" y="6252362"/>
                  </a:lnTo>
                  <a:lnTo>
                    <a:pt x="4809487" y="6235434"/>
                  </a:lnTo>
                  <a:lnTo>
                    <a:pt x="4802978" y="6226957"/>
                  </a:lnTo>
                  <a:close/>
                </a:path>
                <a:path w="9542780" h="6570345">
                  <a:moveTo>
                    <a:pt x="4758545" y="1721210"/>
                  </a:moveTo>
                  <a:lnTo>
                    <a:pt x="4737319" y="1721210"/>
                  </a:lnTo>
                  <a:lnTo>
                    <a:pt x="4730810" y="1727709"/>
                  </a:lnTo>
                  <a:lnTo>
                    <a:pt x="4730810" y="1748903"/>
                  </a:lnTo>
                  <a:lnTo>
                    <a:pt x="4737319" y="1755119"/>
                  </a:lnTo>
                  <a:lnTo>
                    <a:pt x="4758545" y="1755119"/>
                  </a:lnTo>
                  <a:lnTo>
                    <a:pt x="4764772" y="1748903"/>
                  </a:lnTo>
                  <a:lnTo>
                    <a:pt x="4764772" y="1729687"/>
                  </a:lnTo>
                  <a:lnTo>
                    <a:pt x="4758545" y="1721210"/>
                  </a:lnTo>
                  <a:close/>
                </a:path>
                <a:path w="9542780" h="6570345">
                  <a:moveTo>
                    <a:pt x="4758545" y="1765857"/>
                  </a:moveTo>
                  <a:lnTo>
                    <a:pt x="4737319" y="1765857"/>
                  </a:lnTo>
                  <a:lnTo>
                    <a:pt x="4730810" y="1772075"/>
                  </a:lnTo>
                  <a:lnTo>
                    <a:pt x="4730810" y="1793267"/>
                  </a:lnTo>
                  <a:lnTo>
                    <a:pt x="4737319" y="1799767"/>
                  </a:lnTo>
                  <a:lnTo>
                    <a:pt x="4758545" y="1799767"/>
                  </a:lnTo>
                  <a:lnTo>
                    <a:pt x="4764772" y="1791290"/>
                  </a:lnTo>
                  <a:lnTo>
                    <a:pt x="4764772" y="1774336"/>
                  </a:lnTo>
                  <a:lnTo>
                    <a:pt x="4758545" y="1765857"/>
                  </a:lnTo>
                  <a:close/>
                </a:path>
                <a:path w="9542780" h="6570345">
                  <a:moveTo>
                    <a:pt x="4758545" y="1810223"/>
                  </a:moveTo>
                  <a:lnTo>
                    <a:pt x="4737319" y="1810223"/>
                  </a:lnTo>
                  <a:lnTo>
                    <a:pt x="4730810" y="1816722"/>
                  </a:lnTo>
                  <a:lnTo>
                    <a:pt x="4730810" y="1837634"/>
                  </a:lnTo>
                  <a:lnTo>
                    <a:pt x="4737319" y="1844133"/>
                  </a:lnTo>
                  <a:lnTo>
                    <a:pt x="4758545" y="1844133"/>
                  </a:lnTo>
                  <a:lnTo>
                    <a:pt x="4764772" y="1835655"/>
                  </a:lnTo>
                  <a:lnTo>
                    <a:pt x="4764772" y="1818700"/>
                  </a:lnTo>
                  <a:lnTo>
                    <a:pt x="4758545" y="1810223"/>
                  </a:lnTo>
                  <a:close/>
                </a:path>
                <a:path w="9542780" h="6570345">
                  <a:moveTo>
                    <a:pt x="4758545" y="1854588"/>
                  </a:moveTo>
                  <a:lnTo>
                    <a:pt x="4737319" y="1854588"/>
                  </a:lnTo>
                  <a:lnTo>
                    <a:pt x="4730810" y="1861088"/>
                  </a:lnTo>
                  <a:lnTo>
                    <a:pt x="4730810" y="1880021"/>
                  </a:lnTo>
                  <a:lnTo>
                    <a:pt x="4737319" y="1888498"/>
                  </a:lnTo>
                  <a:lnTo>
                    <a:pt x="4758545" y="1888498"/>
                  </a:lnTo>
                  <a:lnTo>
                    <a:pt x="4764772" y="1880021"/>
                  </a:lnTo>
                  <a:lnTo>
                    <a:pt x="4764772" y="1863065"/>
                  </a:lnTo>
                  <a:lnTo>
                    <a:pt x="4758545" y="1854588"/>
                  </a:lnTo>
                  <a:close/>
                </a:path>
                <a:path w="9542780" h="6570345">
                  <a:moveTo>
                    <a:pt x="4758545" y="1899236"/>
                  </a:moveTo>
                  <a:lnTo>
                    <a:pt x="4737319" y="1899236"/>
                  </a:lnTo>
                  <a:lnTo>
                    <a:pt x="4730810" y="1905453"/>
                  </a:lnTo>
                  <a:lnTo>
                    <a:pt x="4730810" y="1924669"/>
                  </a:lnTo>
                  <a:lnTo>
                    <a:pt x="4737319" y="1933147"/>
                  </a:lnTo>
                  <a:lnTo>
                    <a:pt x="4758545" y="1933147"/>
                  </a:lnTo>
                  <a:lnTo>
                    <a:pt x="4764772" y="1924669"/>
                  </a:lnTo>
                  <a:lnTo>
                    <a:pt x="4764772" y="1907713"/>
                  </a:lnTo>
                  <a:lnTo>
                    <a:pt x="4758545" y="1899236"/>
                  </a:lnTo>
                  <a:close/>
                </a:path>
                <a:path w="9542780" h="6570345">
                  <a:moveTo>
                    <a:pt x="4758545" y="1943602"/>
                  </a:moveTo>
                  <a:lnTo>
                    <a:pt x="4737319" y="1943602"/>
                  </a:lnTo>
                  <a:lnTo>
                    <a:pt x="4730810" y="1950101"/>
                  </a:lnTo>
                  <a:lnTo>
                    <a:pt x="4730810" y="1971295"/>
                  </a:lnTo>
                  <a:lnTo>
                    <a:pt x="4737319" y="1977511"/>
                  </a:lnTo>
                  <a:lnTo>
                    <a:pt x="4758545" y="1977511"/>
                  </a:lnTo>
                  <a:lnTo>
                    <a:pt x="4764772" y="1969034"/>
                  </a:lnTo>
                  <a:lnTo>
                    <a:pt x="4764772" y="1952080"/>
                  </a:lnTo>
                  <a:lnTo>
                    <a:pt x="4758545" y="1943602"/>
                  </a:lnTo>
                  <a:close/>
                </a:path>
                <a:path w="9542780" h="6570345">
                  <a:moveTo>
                    <a:pt x="4758545" y="1985989"/>
                  </a:moveTo>
                  <a:lnTo>
                    <a:pt x="4737319" y="1985989"/>
                  </a:lnTo>
                  <a:lnTo>
                    <a:pt x="4730810" y="1992207"/>
                  </a:lnTo>
                  <a:lnTo>
                    <a:pt x="4730810" y="2013400"/>
                  </a:lnTo>
                  <a:lnTo>
                    <a:pt x="4737319" y="2019899"/>
                  </a:lnTo>
                  <a:lnTo>
                    <a:pt x="4758545" y="2019899"/>
                  </a:lnTo>
                  <a:lnTo>
                    <a:pt x="4764772" y="2013400"/>
                  </a:lnTo>
                  <a:lnTo>
                    <a:pt x="4764772" y="1994467"/>
                  </a:lnTo>
                  <a:lnTo>
                    <a:pt x="4758545" y="1985989"/>
                  </a:lnTo>
                  <a:close/>
                </a:path>
                <a:path w="9542780" h="6570345">
                  <a:moveTo>
                    <a:pt x="4758545" y="2030355"/>
                  </a:moveTo>
                  <a:lnTo>
                    <a:pt x="4737319" y="2030355"/>
                  </a:lnTo>
                  <a:lnTo>
                    <a:pt x="4730810" y="2036853"/>
                  </a:lnTo>
                  <a:lnTo>
                    <a:pt x="4730810" y="2058047"/>
                  </a:lnTo>
                  <a:lnTo>
                    <a:pt x="4737319" y="2064265"/>
                  </a:lnTo>
                  <a:lnTo>
                    <a:pt x="4758545" y="2064265"/>
                  </a:lnTo>
                  <a:lnTo>
                    <a:pt x="4764772" y="2058047"/>
                  </a:lnTo>
                  <a:lnTo>
                    <a:pt x="4764772" y="2038832"/>
                  </a:lnTo>
                  <a:lnTo>
                    <a:pt x="4758545" y="2030355"/>
                  </a:lnTo>
                  <a:close/>
                </a:path>
                <a:path w="9542780" h="6570345">
                  <a:moveTo>
                    <a:pt x="4758545" y="2075003"/>
                  </a:moveTo>
                  <a:lnTo>
                    <a:pt x="4737319" y="2075003"/>
                  </a:lnTo>
                  <a:lnTo>
                    <a:pt x="4730810" y="2081220"/>
                  </a:lnTo>
                  <a:lnTo>
                    <a:pt x="4730810" y="2102413"/>
                  </a:lnTo>
                  <a:lnTo>
                    <a:pt x="4737319" y="2108912"/>
                  </a:lnTo>
                  <a:lnTo>
                    <a:pt x="4758545" y="2108912"/>
                  </a:lnTo>
                  <a:lnTo>
                    <a:pt x="4764772" y="2100435"/>
                  </a:lnTo>
                  <a:lnTo>
                    <a:pt x="4764772" y="2083480"/>
                  </a:lnTo>
                  <a:lnTo>
                    <a:pt x="4758545" y="2075003"/>
                  </a:lnTo>
                  <a:close/>
                </a:path>
                <a:path w="9542780" h="6570345">
                  <a:moveTo>
                    <a:pt x="4758545" y="2119368"/>
                  </a:moveTo>
                  <a:lnTo>
                    <a:pt x="4737319" y="2119368"/>
                  </a:lnTo>
                  <a:lnTo>
                    <a:pt x="4730810" y="2125585"/>
                  </a:lnTo>
                  <a:lnTo>
                    <a:pt x="4730810" y="2144801"/>
                  </a:lnTo>
                  <a:lnTo>
                    <a:pt x="4737319" y="2153278"/>
                  </a:lnTo>
                  <a:lnTo>
                    <a:pt x="4758545" y="2153278"/>
                  </a:lnTo>
                  <a:lnTo>
                    <a:pt x="4764772" y="2144801"/>
                  </a:lnTo>
                  <a:lnTo>
                    <a:pt x="4764772" y="2127845"/>
                  </a:lnTo>
                  <a:lnTo>
                    <a:pt x="4758545" y="2119368"/>
                  </a:lnTo>
                  <a:close/>
                </a:path>
                <a:path w="9542780" h="6570345">
                  <a:moveTo>
                    <a:pt x="4758545" y="2163734"/>
                  </a:moveTo>
                  <a:lnTo>
                    <a:pt x="4737319" y="2163734"/>
                  </a:lnTo>
                  <a:lnTo>
                    <a:pt x="4730810" y="2170233"/>
                  </a:lnTo>
                  <a:lnTo>
                    <a:pt x="4730810" y="2189166"/>
                  </a:lnTo>
                  <a:lnTo>
                    <a:pt x="4737319" y="2197643"/>
                  </a:lnTo>
                  <a:lnTo>
                    <a:pt x="4758545" y="2197643"/>
                  </a:lnTo>
                  <a:lnTo>
                    <a:pt x="4764772" y="2189166"/>
                  </a:lnTo>
                  <a:lnTo>
                    <a:pt x="4764772" y="2172211"/>
                  </a:lnTo>
                  <a:lnTo>
                    <a:pt x="4758545" y="2163734"/>
                  </a:lnTo>
                  <a:close/>
                </a:path>
                <a:path w="9542780" h="6570345">
                  <a:moveTo>
                    <a:pt x="4758545" y="2208382"/>
                  </a:moveTo>
                  <a:lnTo>
                    <a:pt x="4737319" y="2208382"/>
                  </a:lnTo>
                  <a:lnTo>
                    <a:pt x="4730810" y="2214599"/>
                  </a:lnTo>
                  <a:lnTo>
                    <a:pt x="4730810" y="2233814"/>
                  </a:lnTo>
                  <a:lnTo>
                    <a:pt x="4737319" y="2242291"/>
                  </a:lnTo>
                  <a:lnTo>
                    <a:pt x="4758545" y="2242291"/>
                  </a:lnTo>
                  <a:lnTo>
                    <a:pt x="4764772" y="2233814"/>
                  </a:lnTo>
                  <a:lnTo>
                    <a:pt x="4764772" y="2216859"/>
                  </a:lnTo>
                  <a:lnTo>
                    <a:pt x="4758545" y="2208382"/>
                  </a:lnTo>
                  <a:close/>
                </a:path>
                <a:path w="9542780" h="6570345">
                  <a:moveTo>
                    <a:pt x="4758545" y="2252747"/>
                  </a:moveTo>
                  <a:lnTo>
                    <a:pt x="4737319" y="2252747"/>
                  </a:lnTo>
                  <a:lnTo>
                    <a:pt x="4730810" y="2259247"/>
                  </a:lnTo>
                  <a:lnTo>
                    <a:pt x="4730810" y="2280157"/>
                  </a:lnTo>
                  <a:lnTo>
                    <a:pt x="4737319" y="2286657"/>
                  </a:lnTo>
                  <a:lnTo>
                    <a:pt x="4758545" y="2286657"/>
                  </a:lnTo>
                  <a:lnTo>
                    <a:pt x="4764772" y="2278179"/>
                  </a:lnTo>
                  <a:lnTo>
                    <a:pt x="4764772" y="2261224"/>
                  </a:lnTo>
                  <a:lnTo>
                    <a:pt x="4758545" y="2252747"/>
                  </a:lnTo>
                  <a:close/>
                </a:path>
                <a:path w="9542780" h="6570345">
                  <a:moveTo>
                    <a:pt x="4758545" y="2295135"/>
                  </a:moveTo>
                  <a:lnTo>
                    <a:pt x="4737319" y="2295135"/>
                  </a:lnTo>
                  <a:lnTo>
                    <a:pt x="4730810" y="2301351"/>
                  </a:lnTo>
                  <a:lnTo>
                    <a:pt x="4730810" y="2322545"/>
                  </a:lnTo>
                  <a:lnTo>
                    <a:pt x="4737319" y="2329044"/>
                  </a:lnTo>
                  <a:lnTo>
                    <a:pt x="4758545" y="2329044"/>
                  </a:lnTo>
                  <a:lnTo>
                    <a:pt x="4764772" y="2322545"/>
                  </a:lnTo>
                  <a:lnTo>
                    <a:pt x="4764772" y="2303612"/>
                  </a:lnTo>
                  <a:lnTo>
                    <a:pt x="4758545" y="2295135"/>
                  </a:lnTo>
                  <a:close/>
                </a:path>
                <a:path w="9542780" h="6570345">
                  <a:moveTo>
                    <a:pt x="4758545" y="2339500"/>
                  </a:moveTo>
                  <a:lnTo>
                    <a:pt x="4737319" y="2339500"/>
                  </a:lnTo>
                  <a:lnTo>
                    <a:pt x="4730810" y="2345999"/>
                  </a:lnTo>
                  <a:lnTo>
                    <a:pt x="4730810" y="2367193"/>
                  </a:lnTo>
                  <a:lnTo>
                    <a:pt x="4737319" y="2373410"/>
                  </a:lnTo>
                  <a:lnTo>
                    <a:pt x="4758545" y="2373410"/>
                  </a:lnTo>
                  <a:lnTo>
                    <a:pt x="4764772" y="2367193"/>
                  </a:lnTo>
                  <a:lnTo>
                    <a:pt x="4764772" y="2347977"/>
                  </a:lnTo>
                  <a:lnTo>
                    <a:pt x="4758545" y="2339500"/>
                  </a:lnTo>
                  <a:close/>
                </a:path>
                <a:path w="9542780" h="6570345">
                  <a:moveTo>
                    <a:pt x="4758545" y="2384148"/>
                  </a:moveTo>
                  <a:lnTo>
                    <a:pt x="4737319" y="2384148"/>
                  </a:lnTo>
                  <a:lnTo>
                    <a:pt x="4730810" y="2390364"/>
                  </a:lnTo>
                  <a:lnTo>
                    <a:pt x="4730810" y="2411558"/>
                  </a:lnTo>
                  <a:lnTo>
                    <a:pt x="4737319" y="2417775"/>
                  </a:lnTo>
                  <a:lnTo>
                    <a:pt x="4758545" y="2417775"/>
                  </a:lnTo>
                  <a:lnTo>
                    <a:pt x="4764772" y="2409581"/>
                  </a:lnTo>
                  <a:lnTo>
                    <a:pt x="4764772" y="2392625"/>
                  </a:lnTo>
                  <a:lnTo>
                    <a:pt x="4758545" y="2384148"/>
                  </a:lnTo>
                  <a:close/>
                </a:path>
                <a:path w="9542780" h="6570345">
                  <a:moveTo>
                    <a:pt x="4758545" y="2428514"/>
                  </a:moveTo>
                  <a:lnTo>
                    <a:pt x="4737319" y="2428514"/>
                  </a:lnTo>
                  <a:lnTo>
                    <a:pt x="4730810" y="2434730"/>
                  </a:lnTo>
                  <a:lnTo>
                    <a:pt x="4730810" y="2453946"/>
                  </a:lnTo>
                  <a:lnTo>
                    <a:pt x="4737319" y="2462423"/>
                  </a:lnTo>
                  <a:lnTo>
                    <a:pt x="4758546" y="2462423"/>
                  </a:lnTo>
                  <a:lnTo>
                    <a:pt x="4764772" y="2453946"/>
                  </a:lnTo>
                  <a:lnTo>
                    <a:pt x="4764772" y="2436991"/>
                  </a:lnTo>
                  <a:lnTo>
                    <a:pt x="4758545" y="2428514"/>
                  </a:lnTo>
                  <a:close/>
                </a:path>
                <a:path w="9542780" h="6570345">
                  <a:moveTo>
                    <a:pt x="4758546" y="2472879"/>
                  </a:moveTo>
                  <a:lnTo>
                    <a:pt x="4737319" y="2472879"/>
                  </a:lnTo>
                  <a:lnTo>
                    <a:pt x="4730810" y="2479379"/>
                  </a:lnTo>
                  <a:lnTo>
                    <a:pt x="4730810" y="2498310"/>
                  </a:lnTo>
                  <a:lnTo>
                    <a:pt x="4737319" y="2506789"/>
                  </a:lnTo>
                  <a:lnTo>
                    <a:pt x="4758546" y="2506789"/>
                  </a:lnTo>
                  <a:lnTo>
                    <a:pt x="4764772" y="2498310"/>
                  </a:lnTo>
                  <a:lnTo>
                    <a:pt x="4764772" y="2481356"/>
                  </a:lnTo>
                  <a:lnTo>
                    <a:pt x="4758546" y="2472879"/>
                  </a:lnTo>
                  <a:close/>
                </a:path>
                <a:path w="9542780" h="6570345">
                  <a:moveTo>
                    <a:pt x="4758546" y="2604279"/>
                  </a:moveTo>
                  <a:lnTo>
                    <a:pt x="4737319" y="2604279"/>
                  </a:lnTo>
                  <a:lnTo>
                    <a:pt x="4730810" y="2610496"/>
                  </a:lnTo>
                  <a:lnTo>
                    <a:pt x="4730810" y="2631690"/>
                  </a:lnTo>
                  <a:lnTo>
                    <a:pt x="4737319" y="2638190"/>
                  </a:lnTo>
                  <a:lnTo>
                    <a:pt x="4758546" y="2638190"/>
                  </a:lnTo>
                  <a:lnTo>
                    <a:pt x="4764772" y="2631690"/>
                  </a:lnTo>
                  <a:lnTo>
                    <a:pt x="4764772" y="2612757"/>
                  </a:lnTo>
                  <a:lnTo>
                    <a:pt x="4758546" y="2604279"/>
                  </a:lnTo>
                  <a:close/>
                </a:path>
                <a:path w="9542780" h="6570345">
                  <a:moveTo>
                    <a:pt x="4758546" y="2648645"/>
                  </a:moveTo>
                  <a:lnTo>
                    <a:pt x="4737319" y="2648645"/>
                  </a:lnTo>
                  <a:lnTo>
                    <a:pt x="4730810" y="2655144"/>
                  </a:lnTo>
                  <a:lnTo>
                    <a:pt x="4730810" y="2676338"/>
                  </a:lnTo>
                  <a:lnTo>
                    <a:pt x="4737319" y="2682554"/>
                  </a:lnTo>
                  <a:lnTo>
                    <a:pt x="4758546" y="2682554"/>
                  </a:lnTo>
                  <a:lnTo>
                    <a:pt x="4764772" y="2676338"/>
                  </a:lnTo>
                  <a:lnTo>
                    <a:pt x="4764772" y="2657123"/>
                  </a:lnTo>
                  <a:lnTo>
                    <a:pt x="4758546" y="2648645"/>
                  </a:lnTo>
                  <a:close/>
                </a:path>
                <a:path w="9542780" h="6570345">
                  <a:moveTo>
                    <a:pt x="4758546" y="2693292"/>
                  </a:moveTo>
                  <a:lnTo>
                    <a:pt x="4737319" y="2693292"/>
                  </a:lnTo>
                  <a:lnTo>
                    <a:pt x="4730810" y="2699510"/>
                  </a:lnTo>
                  <a:lnTo>
                    <a:pt x="4730810" y="2718442"/>
                  </a:lnTo>
                  <a:lnTo>
                    <a:pt x="4737319" y="2726921"/>
                  </a:lnTo>
                  <a:lnTo>
                    <a:pt x="4758546" y="2726921"/>
                  </a:lnTo>
                  <a:lnTo>
                    <a:pt x="4764772" y="2718442"/>
                  </a:lnTo>
                  <a:lnTo>
                    <a:pt x="4764772" y="2701771"/>
                  </a:lnTo>
                  <a:lnTo>
                    <a:pt x="4758546" y="2693292"/>
                  </a:lnTo>
                  <a:close/>
                </a:path>
                <a:path w="9542780" h="6570345">
                  <a:moveTo>
                    <a:pt x="4758546" y="2737658"/>
                  </a:moveTo>
                  <a:lnTo>
                    <a:pt x="4737319" y="2737658"/>
                  </a:lnTo>
                  <a:lnTo>
                    <a:pt x="4730810" y="2743875"/>
                  </a:lnTo>
                  <a:lnTo>
                    <a:pt x="4730810" y="2763090"/>
                  </a:lnTo>
                  <a:lnTo>
                    <a:pt x="4737319" y="2771569"/>
                  </a:lnTo>
                  <a:lnTo>
                    <a:pt x="4758546" y="2771569"/>
                  </a:lnTo>
                  <a:lnTo>
                    <a:pt x="4764772" y="2763090"/>
                  </a:lnTo>
                  <a:lnTo>
                    <a:pt x="4764772" y="2746136"/>
                  </a:lnTo>
                  <a:lnTo>
                    <a:pt x="4758546" y="2737658"/>
                  </a:lnTo>
                  <a:close/>
                </a:path>
                <a:path w="9542780" h="6570345">
                  <a:moveTo>
                    <a:pt x="4758546" y="3798416"/>
                  </a:moveTo>
                  <a:lnTo>
                    <a:pt x="4737319" y="3798416"/>
                  </a:lnTo>
                  <a:lnTo>
                    <a:pt x="4730810" y="3804746"/>
                  </a:lnTo>
                  <a:lnTo>
                    <a:pt x="4730810" y="3823820"/>
                  </a:lnTo>
                  <a:lnTo>
                    <a:pt x="4737319" y="3832269"/>
                  </a:lnTo>
                  <a:lnTo>
                    <a:pt x="4758546" y="3832269"/>
                  </a:lnTo>
                  <a:lnTo>
                    <a:pt x="4764772" y="3823820"/>
                  </a:lnTo>
                  <a:lnTo>
                    <a:pt x="4764772" y="3806865"/>
                  </a:lnTo>
                  <a:lnTo>
                    <a:pt x="4758546" y="3798416"/>
                  </a:lnTo>
                  <a:close/>
                </a:path>
                <a:path w="9542780" h="6570345">
                  <a:moveTo>
                    <a:pt x="4758546" y="3840747"/>
                  </a:moveTo>
                  <a:lnTo>
                    <a:pt x="4737319" y="3840747"/>
                  </a:lnTo>
                  <a:lnTo>
                    <a:pt x="4730810" y="3847105"/>
                  </a:lnTo>
                  <a:lnTo>
                    <a:pt x="4730810" y="3866151"/>
                  </a:lnTo>
                  <a:lnTo>
                    <a:pt x="4737319" y="3874629"/>
                  </a:lnTo>
                  <a:lnTo>
                    <a:pt x="4758546" y="3874629"/>
                  </a:lnTo>
                  <a:lnTo>
                    <a:pt x="4764772" y="3868271"/>
                  </a:lnTo>
                  <a:lnTo>
                    <a:pt x="4764772" y="3849225"/>
                  </a:lnTo>
                  <a:lnTo>
                    <a:pt x="4758546" y="3840747"/>
                  </a:lnTo>
                  <a:close/>
                </a:path>
                <a:path w="9542780" h="6570345">
                  <a:moveTo>
                    <a:pt x="4758546" y="4592388"/>
                  </a:moveTo>
                  <a:lnTo>
                    <a:pt x="4737319" y="4592388"/>
                  </a:lnTo>
                  <a:lnTo>
                    <a:pt x="4730810" y="4598746"/>
                  </a:lnTo>
                  <a:lnTo>
                    <a:pt x="4730810" y="4617792"/>
                  </a:lnTo>
                  <a:lnTo>
                    <a:pt x="4737319" y="4626269"/>
                  </a:lnTo>
                  <a:lnTo>
                    <a:pt x="4758546" y="4626269"/>
                  </a:lnTo>
                  <a:lnTo>
                    <a:pt x="4764772" y="4617792"/>
                  </a:lnTo>
                  <a:lnTo>
                    <a:pt x="4764772" y="4600865"/>
                  </a:lnTo>
                  <a:lnTo>
                    <a:pt x="4758546" y="4592388"/>
                  </a:lnTo>
                  <a:close/>
                </a:path>
                <a:path w="9542780" h="6570345">
                  <a:moveTo>
                    <a:pt x="4758546" y="4636866"/>
                  </a:moveTo>
                  <a:lnTo>
                    <a:pt x="4737319" y="4636866"/>
                  </a:lnTo>
                  <a:lnTo>
                    <a:pt x="4730810" y="4643225"/>
                  </a:lnTo>
                  <a:lnTo>
                    <a:pt x="4730810" y="4662270"/>
                  </a:lnTo>
                  <a:lnTo>
                    <a:pt x="4737319" y="4670748"/>
                  </a:lnTo>
                  <a:lnTo>
                    <a:pt x="4758546" y="4670748"/>
                  </a:lnTo>
                  <a:lnTo>
                    <a:pt x="4764772" y="4662270"/>
                  </a:lnTo>
                  <a:lnTo>
                    <a:pt x="4764772" y="4645343"/>
                  </a:lnTo>
                  <a:lnTo>
                    <a:pt x="4758546" y="4636866"/>
                  </a:lnTo>
                  <a:close/>
                </a:path>
                <a:path w="9542780" h="6570345">
                  <a:moveTo>
                    <a:pt x="4758546" y="4681316"/>
                  </a:moveTo>
                  <a:lnTo>
                    <a:pt x="4737319" y="4681316"/>
                  </a:lnTo>
                  <a:lnTo>
                    <a:pt x="4730810" y="4687675"/>
                  </a:lnTo>
                  <a:lnTo>
                    <a:pt x="4730810" y="4706721"/>
                  </a:lnTo>
                  <a:lnTo>
                    <a:pt x="4737319" y="4715198"/>
                  </a:lnTo>
                  <a:lnTo>
                    <a:pt x="4758546" y="4715198"/>
                  </a:lnTo>
                  <a:lnTo>
                    <a:pt x="4764772" y="4706721"/>
                  </a:lnTo>
                  <a:lnTo>
                    <a:pt x="4764772" y="4689793"/>
                  </a:lnTo>
                  <a:lnTo>
                    <a:pt x="4758546" y="4681316"/>
                  </a:lnTo>
                  <a:close/>
                </a:path>
                <a:path w="9542780" h="6570345">
                  <a:moveTo>
                    <a:pt x="4758546" y="4725795"/>
                  </a:moveTo>
                  <a:lnTo>
                    <a:pt x="4737319" y="4725795"/>
                  </a:lnTo>
                  <a:lnTo>
                    <a:pt x="4730810" y="4732153"/>
                  </a:lnTo>
                  <a:lnTo>
                    <a:pt x="4730810" y="4753319"/>
                  </a:lnTo>
                  <a:lnTo>
                    <a:pt x="4737319" y="4759676"/>
                  </a:lnTo>
                  <a:lnTo>
                    <a:pt x="4758546" y="4759676"/>
                  </a:lnTo>
                  <a:lnTo>
                    <a:pt x="4764772" y="4751199"/>
                  </a:lnTo>
                  <a:lnTo>
                    <a:pt x="4764772" y="4734245"/>
                  </a:lnTo>
                  <a:lnTo>
                    <a:pt x="4758546" y="4725795"/>
                  </a:lnTo>
                  <a:close/>
                </a:path>
                <a:path w="9542780" h="6570345">
                  <a:moveTo>
                    <a:pt x="4758546" y="5034912"/>
                  </a:moveTo>
                  <a:lnTo>
                    <a:pt x="4737319" y="5034912"/>
                  </a:lnTo>
                  <a:lnTo>
                    <a:pt x="4730810" y="5041270"/>
                  </a:lnTo>
                  <a:lnTo>
                    <a:pt x="4730810" y="5060316"/>
                  </a:lnTo>
                  <a:lnTo>
                    <a:pt x="4737319" y="5068793"/>
                  </a:lnTo>
                  <a:lnTo>
                    <a:pt x="4758546" y="5068793"/>
                  </a:lnTo>
                  <a:lnTo>
                    <a:pt x="4764772" y="5060316"/>
                  </a:lnTo>
                  <a:lnTo>
                    <a:pt x="4764772" y="5043389"/>
                  </a:lnTo>
                  <a:lnTo>
                    <a:pt x="4758546" y="5034912"/>
                  </a:lnTo>
                  <a:close/>
                </a:path>
                <a:path w="9542780" h="6570345">
                  <a:moveTo>
                    <a:pt x="4758546" y="5077270"/>
                  </a:moveTo>
                  <a:lnTo>
                    <a:pt x="4737319" y="5077270"/>
                  </a:lnTo>
                  <a:lnTo>
                    <a:pt x="4730810" y="5083629"/>
                  </a:lnTo>
                  <a:lnTo>
                    <a:pt x="4730810" y="5102675"/>
                  </a:lnTo>
                  <a:lnTo>
                    <a:pt x="4737319" y="5111153"/>
                  </a:lnTo>
                  <a:lnTo>
                    <a:pt x="4758546" y="5111153"/>
                  </a:lnTo>
                  <a:lnTo>
                    <a:pt x="4764772" y="5104795"/>
                  </a:lnTo>
                  <a:lnTo>
                    <a:pt x="4764772" y="5085720"/>
                  </a:lnTo>
                  <a:lnTo>
                    <a:pt x="4758546" y="5077270"/>
                  </a:lnTo>
                  <a:close/>
                </a:path>
                <a:path w="9542780" h="6570345">
                  <a:moveTo>
                    <a:pt x="4758546" y="5121722"/>
                  </a:moveTo>
                  <a:lnTo>
                    <a:pt x="4737319" y="5121722"/>
                  </a:lnTo>
                  <a:lnTo>
                    <a:pt x="4730810" y="5128079"/>
                  </a:lnTo>
                  <a:lnTo>
                    <a:pt x="4730810" y="5147125"/>
                  </a:lnTo>
                  <a:lnTo>
                    <a:pt x="4737319" y="5155603"/>
                  </a:lnTo>
                  <a:lnTo>
                    <a:pt x="4758546" y="5155603"/>
                  </a:lnTo>
                  <a:lnTo>
                    <a:pt x="4764772" y="5149245"/>
                  </a:lnTo>
                  <a:lnTo>
                    <a:pt x="4764772" y="5130199"/>
                  </a:lnTo>
                  <a:lnTo>
                    <a:pt x="4758546" y="5121722"/>
                  </a:lnTo>
                  <a:close/>
                </a:path>
                <a:path w="9542780" h="6570345">
                  <a:moveTo>
                    <a:pt x="4758546" y="5166199"/>
                  </a:moveTo>
                  <a:lnTo>
                    <a:pt x="4737319" y="5166199"/>
                  </a:lnTo>
                  <a:lnTo>
                    <a:pt x="4730810" y="5172529"/>
                  </a:lnTo>
                  <a:lnTo>
                    <a:pt x="4730810" y="5191603"/>
                  </a:lnTo>
                  <a:lnTo>
                    <a:pt x="4737319" y="5200081"/>
                  </a:lnTo>
                  <a:lnTo>
                    <a:pt x="4758546" y="5200081"/>
                  </a:lnTo>
                  <a:lnTo>
                    <a:pt x="4764772" y="5191603"/>
                  </a:lnTo>
                  <a:lnTo>
                    <a:pt x="4764772" y="5174649"/>
                  </a:lnTo>
                  <a:lnTo>
                    <a:pt x="4758546" y="5166199"/>
                  </a:lnTo>
                  <a:close/>
                </a:path>
                <a:path w="9542780" h="6570345">
                  <a:moveTo>
                    <a:pt x="4758546" y="5210649"/>
                  </a:moveTo>
                  <a:lnTo>
                    <a:pt x="4737319" y="5210649"/>
                  </a:lnTo>
                  <a:lnTo>
                    <a:pt x="4730810" y="5217008"/>
                  </a:lnTo>
                  <a:lnTo>
                    <a:pt x="4730810" y="5236053"/>
                  </a:lnTo>
                  <a:lnTo>
                    <a:pt x="4737319" y="5244532"/>
                  </a:lnTo>
                  <a:lnTo>
                    <a:pt x="4758546" y="5244532"/>
                  </a:lnTo>
                  <a:lnTo>
                    <a:pt x="4764772" y="5236053"/>
                  </a:lnTo>
                  <a:lnTo>
                    <a:pt x="4764772" y="5219127"/>
                  </a:lnTo>
                  <a:lnTo>
                    <a:pt x="4758546" y="5210649"/>
                  </a:lnTo>
                  <a:close/>
                </a:path>
                <a:path w="9542780" h="6570345">
                  <a:moveTo>
                    <a:pt x="4758546" y="5255129"/>
                  </a:moveTo>
                  <a:lnTo>
                    <a:pt x="4737319" y="5255129"/>
                  </a:lnTo>
                  <a:lnTo>
                    <a:pt x="4730810" y="5261458"/>
                  </a:lnTo>
                  <a:lnTo>
                    <a:pt x="4730810" y="5282652"/>
                  </a:lnTo>
                  <a:lnTo>
                    <a:pt x="4737319" y="5288982"/>
                  </a:lnTo>
                  <a:lnTo>
                    <a:pt x="4758546" y="5288982"/>
                  </a:lnTo>
                  <a:lnTo>
                    <a:pt x="4764772" y="5280533"/>
                  </a:lnTo>
                  <a:lnTo>
                    <a:pt x="4764772" y="5263578"/>
                  </a:lnTo>
                  <a:lnTo>
                    <a:pt x="4758546" y="5255129"/>
                  </a:lnTo>
                  <a:close/>
                </a:path>
                <a:path w="9542780" h="6570345">
                  <a:moveTo>
                    <a:pt x="4758546" y="5299579"/>
                  </a:moveTo>
                  <a:lnTo>
                    <a:pt x="4737319" y="5299579"/>
                  </a:lnTo>
                  <a:lnTo>
                    <a:pt x="4730810" y="5305936"/>
                  </a:lnTo>
                  <a:lnTo>
                    <a:pt x="4730810" y="5327102"/>
                  </a:lnTo>
                  <a:lnTo>
                    <a:pt x="4737319" y="5333460"/>
                  </a:lnTo>
                  <a:lnTo>
                    <a:pt x="4758546" y="5333460"/>
                  </a:lnTo>
                  <a:lnTo>
                    <a:pt x="4764772" y="5324983"/>
                  </a:lnTo>
                  <a:lnTo>
                    <a:pt x="4764772" y="5308056"/>
                  </a:lnTo>
                  <a:lnTo>
                    <a:pt x="4758546" y="5299579"/>
                  </a:lnTo>
                  <a:close/>
                </a:path>
                <a:path w="9542780" h="6570345">
                  <a:moveTo>
                    <a:pt x="4758546" y="5344057"/>
                  </a:moveTo>
                  <a:lnTo>
                    <a:pt x="4737319" y="5344057"/>
                  </a:lnTo>
                  <a:lnTo>
                    <a:pt x="4730810" y="5350386"/>
                  </a:lnTo>
                  <a:lnTo>
                    <a:pt x="4730810" y="5369460"/>
                  </a:lnTo>
                  <a:lnTo>
                    <a:pt x="4737319" y="5377910"/>
                  </a:lnTo>
                  <a:lnTo>
                    <a:pt x="4758546" y="5377910"/>
                  </a:lnTo>
                  <a:lnTo>
                    <a:pt x="4764772" y="5369460"/>
                  </a:lnTo>
                  <a:lnTo>
                    <a:pt x="4764772" y="5352506"/>
                  </a:lnTo>
                  <a:lnTo>
                    <a:pt x="4758546" y="5344057"/>
                  </a:lnTo>
                  <a:close/>
                </a:path>
                <a:path w="9542780" h="6570345">
                  <a:moveTo>
                    <a:pt x="4758546" y="5386388"/>
                  </a:moveTo>
                  <a:lnTo>
                    <a:pt x="4737319" y="5386388"/>
                  </a:lnTo>
                  <a:lnTo>
                    <a:pt x="4730810" y="5392746"/>
                  </a:lnTo>
                  <a:lnTo>
                    <a:pt x="4730810" y="5411792"/>
                  </a:lnTo>
                  <a:lnTo>
                    <a:pt x="4737319" y="5420269"/>
                  </a:lnTo>
                  <a:lnTo>
                    <a:pt x="4758546" y="5420269"/>
                  </a:lnTo>
                  <a:lnTo>
                    <a:pt x="4764772" y="5413912"/>
                  </a:lnTo>
                  <a:lnTo>
                    <a:pt x="4764772" y="5394866"/>
                  </a:lnTo>
                  <a:lnTo>
                    <a:pt x="4758546" y="5386388"/>
                  </a:lnTo>
                  <a:close/>
                </a:path>
                <a:path w="9542780" h="6570345">
                  <a:moveTo>
                    <a:pt x="4758546" y="6138029"/>
                  </a:moveTo>
                  <a:lnTo>
                    <a:pt x="4737319" y="6138029"/>
                  </a:lnTo>
                  <a:lnTo>
                    <a:pt x="4730810" y="6144386"/>
                  </a:lnTo>
                  <a:lnTo>
                    <a:pt x="4730810" y="6163461"/>
                  </a:lnTo>
                  <a:lnTo>
                    <a:pt x="4737319" y="6171910"/>
                  </a:lnTo>
                  <a:lnTo>
                    <a:pt x="4758546" y="6171910"/>
                  </a:lnTo>
                  <a:lnTo>
                    <a:pt x="4764772" y="6163461"/>
                  </a:lnTo>
                  <a:lnTo>
                    <a:pt x="4764772" y="6146506"/>
                  </a:lnTo>
                  <a:lnTo>
                    <a:pt x="4758546" y="6138029"/>
                  </a:lnTo>
                  <a:close/>
                </a:path>
                <a:path w="9542780" h="6570345">
                  <a:moveTo>
                    <a:pt x="4758546" y="6182507"/>
                  </a:moveTo>
                  <a:lnTo>
                    <a:pt x="4737319" y="6182507"/>
                  </a:lnTo>
                  <a:lnTo>
                    <a:pt x="4730810" y="6188866"/>
                  </a:lnTo>
                  <a:lnTo>
                    <a:pt x="4730810" y="6210030"/>
                  </a:lnTo>
                  <a:lnTo>
                    <a:pt x="4737319" y="6216389"/>
                  </a:lnTo>
                  <a:lnTo>
                    <a:pt x="4758546" y="6216389"/>
                  </a:lnTo>
                  <a:lnTo>
                    <a:pt x="4764772" y="6207911"/>
                  </a:lnTo>
                  <a:lnTo>
                    <a:pt x="4764772" y="6190984"/>
                  </a:lnTo>
                  <a:lnTo>
                    <a:pt x="4758546" y="6182507"/>
                  </a:lnTo>
                  <a:close/>
                </a:path>
                <a:path w="9542780" h="6570345">
                  <a:moveTo>
                    <a:pt x="4758546" y="6226957"/>
                  </a:moveTo>
                  <a:lnTo>
                    <a:pt x="4737319" y="6226957"/>
                  </a:lnTo>
                  <a:lnTo>
                    <a:pt x="4730810" y="6233316"/>
                  </a:lnTo>
                  <a:lnTo>
                    <a:pt x="4730810" y="6254480"/>
                  </a:lnTo>
                  <a:lnTo>
                    <a:pt x="4737319" y="6260839"/>
                  </a:lnTo>
                  <a:lnTo>
                    <a:pt x="4758546" y="6260839"/>
                  </a:lnTo>
                  <a:lnTo>
                    <a:pt x="4764772" y="6252362"/>
                  </a:lnTo>
                  <a:lnTo>
                    <a:pt x="4764772" y="6235434"/>
                  </a:lnTo>
                  <a:lnTo>
                    <a:pt x="4758546" y="6226957"/>
                  </a:lnTo>
                  <a:close/>
                </a:path>
                <a:path w="9542780" h="6570345">
                  <a:moveTo>
                    <a:pt x="4713829" y="1765857"/>
                  </a:moveTo>
                  <a:lnTo>
                    <a:pt x="4694868" y="1765857"/>
                  </a:lnTo>
                  <a:lnTo>
                    <a:pt x="4686377" y="1772075"/>
                  </a:lnTo>
                  <a:lnTo>
                    <a:pt x="4686377" y="1793267"/>
                  </a:lnTo>
                  <a:lnTo>
                    <a:pt x="4692604" y="1799767"/>
                  </a:lnTo>
                  <a:lnTo>
                    <a:pt x="4713829" y="1799767"/>
                  </a:lnTo>
                  <a:lnTo>
                    <a:pt x="4720339" y="1791290"/>
                  </a:lnTo>
                  <a:lnTo>
                    <a:pt x="4720339" y="1774336"/>
                  </a:lnTo>
                  <a:lnTo>
                    <a:pt x="4713829" y="1765857"/>
                  </a:lnTo>
                  <a:close/>
                </a:path>
                <a:path w="9542780" h="6570345">
                  <a:moveTo>
                    <a:pt x="4713829" y="1810223"/>
                  </a:moveTo>
                  <a:lnTo>
                    <a:pt x="4694868" y="1810223"/>
                  </a:lnTo>
                  <a:lnTo>
                    <a:pt x="4686377" y="1816722"/>
                  </a:lnTo>
                  <a:lnTo>
                    <a:pt x="4686377" y="1837634"/>
                  </a:lnTo>
                  <a:lnTo>
                    <a:pt x="4692604" y="1844133"/>
                  </a:lnTo>
                  <a:lnTo>
                    <a:pt x="4713829" y="1844133"/>
                  </a:lnTo>
                  <a:lnTo>
                    <a:pt x="4720339" y="1835655"/>
                  </a:lnTo>
                  <a:lnTo>
                    <a:pt x="4720339" y="1818700"/>
                  </a:lnTo>
                  <a:lnTo>
                    <a:pt x="4713829" y="1810223"/>
                  </a:lnTo>
                  <a:close/>
                </a:path>
                <a:path w="9542780" h="6570345">
                  <a:moveTo>
                    <a:pt x="4713829" y="1854588"/>
                  </a:moveTo>
                  <a:lnTo>
                    <a:pt x="4694868" y="1854588"/>
                  </a:lnTo>
                  <a:lnTo>
                    <a:pt x="4686377" y="1861088"/>
                  </a:lnTo>
                  <a:lnTo>
                    <a:pt x="4686377" y="1880021"/>
                  </a:lnTo>
                  <a:lnTo>
                    <a:pt x="4692604" y="1888498"/>
                  </a:lnTo>
                  <a:lnTo>
                    <a:pt x="4713829" y="1888498"/>
                  </a:lnTo>
                  <a:lnTo>
                    <a:pt x="4720339" y="1880021"/>
                  </a:lnTo>
                  <a:lnTo>
                    <a:pt x="4720339" y="1863065"/>
                  </a:lnTo>
                  <a:lnTo>
                    <a:pt x="4713829" y="1854588"/>
                  </a:lnTo>
                  <a:close/>
                </a:path>
                <a:path w="9542780" h="6570345">
                  <a:moveTo>
                    <a:pt x="4713829" y="1899236"/>
                  </a:moveTo>
                  <a:lnTo>
                    <a:pt x="4694868" y="1899236"/>
                  </a:lnTo>
                  <a:lnTo>
                    <a:pt x="4686377" y="1905453"/>
                  </a:lnTo>
                  <a:lnTo>
                    <a:pt x="4686377" y="1924669"/>
                  </a:lnTo>
                  <a:lnTo>
                    <a:pt x="4692604" y="1933147"/>
                  </a:lnTo>
                  <a:lnTo>
                    <a:pt x="4703358" y="1933147"/>
                  </a:lnTo>
                  <a:lnTo>
                    <a:pt x="4713829" y="1930886"/>
                  </a:lnTo>
                  <a:lnTo>
                    <a:pt x="4720339" y="1924669"/>
                  </a:lnTo>
                  <a:lnTo>
                    <a:pt x="4720339" y="1907713"/>
                  </a:lnTo>
                  <a:lnTo>
                    <a:pt x="4713829" y="1899236"/>
                  </a:lnTo>
                  <a:close/>
                </a:path>
                <a:path w="9542780" h="6570345">
                  <a:moveTo>
                    <a:pt x="4713829" y="1943602"/>
                  </a:moveTo>
                  <a:lnTo>
                    <a:pt x="4694868" y="1943602"/>
                  </a:lnTo>
                  <a:lnTo>
                    <a:pt x="4686377" y="1950101"/>
                  </a:lnTo>
                  <a:lnTo>
                    <a:pt x="4686377" y="1971295"/>
                  </a:lnTo>
                  <a:lnTo>
                    <a:pt x="4692604" y="1977511"/>
                  </a:lnTo>
                  <a:lnTo>
                    <a:pt x="4703358" y="1977511"/>
                  </a:lnTo>
                  <a:lnTo>
                    <a:pt x="4713829" y="1975251"/>
                  </a:lnTo>
                  <a:lnTo>
                    <a:pt x="4720339" y="1969034"/>
                  </a:lnTo>
                  <a:lnTo>
                    <a:pt x="4720339" y="1952080"/>
                  </a:lnTo>
                  <a:lnTo>
                    <a:pt x="4713829" y="1943602"/>
                  </a:lnTo>
                  <a:close/>
                </a:path>
                <a:path w="9542780" h="6570345">
                  <a:moveTo>
                    <a:pt x="4713829" y="1985989"/>
                  </a:moveTo>
                  <a:lnTo>
                    <a:pt x="4694868" y="1985989"/>
                  </a:lnTo>
                  <a:lnTo>
                    <a:pt x="4686377" y="1992207"/>
                  </a:lnTo>
                  <a:lnTo>
                    <a:pt x="4686377" y="2013400"/>
                  </a:lnTo>
                  <a:lnTo>
                    <a:pt x="4692604" y="2019899"/>
                  </a:lnTo>
                  <a:lnTo>
                    <a:pt x="4713829" y="2019899"/>
                  </a:lnTo>
                  <a:lnTo>
                    <a:pt x="4720339" y="2013400"/>
                  </a:lnTo>
                  <a:lnTo>
                    <a:pt x="4720339" y="1994467"/>
                  </a:lnTo>
                  <a:lnTo>
                    <a:pt x="4713829" y="1985989"/>
                  </a:lnTo>
                  <a:close/>
                </a:path>
                <a:path w="9542780" h="6570345">
                  <a:moveTo>
                    <a:pt x="4713829" y="2030355"/>
                  </a:moveTo>
                  <a:lnTo>
                    <a:pt x="4694868" y="2030355"/>
                  </a:lnTo>
                  <a:lnTo>
                    <a:pt x="4686377" y="2036853"/>
                  </a:lnTo>
                  <a:lnTo>
                    <a:pt x="4686377" y="2058047"/>
                  </a:lnTo>
                  <a:lnTo>
                    <a:pt x="4692604" y="2064265"/>
                  </a:lnTo>
                  <a:lnTo>
                    <a:pt x="4713829" y="2064265"/>
                  </a:lnTo>
                  <a:lnTo>
                    <a:pt x="4720339" y="2058047"/>
                  </a:lnTo>
                  <a:lnTo>
                    <a:pt x="4720339" y="2038832"/>
                  </a:lnTo>
                  <a:lnTo>
                    <a:pt x="4713829" y="2030355"/>
                  </a:lnTo>
                  <a:close/>
                </a:path>
                <a:path w="9542780" h="6570345">
                  <a:moveTo>
                    <a:pt x="4713829" y="2075003"/>
                  </a:moveTo>
                  <a:lnTo>
                    <a:pt x="4694868" y="2075003"/>
                  </a:lnTo>
                  <a:lnTo>
                    <a:pt x="4686377" y="2081220"/>
                  </a:lnTo>
                  <a:lnTo>
                    <a:pt x="4686377" y="2102413"/>
                  </a:lnTo>
                  <a:lnTo>
                    <a:pt x="4692604" y="2108912"/>
                  </a:lnTo>
                  <a:lnTo>
                    <a:pt x="4713829" y="2108912"/>
                  </a:lnTo>
                  <a:lnTo>
                    <a:pt x="4720339" y="2100435"/>
                  </a:lnTo>
                  <a:lnTo>
                    <a:pt x="4720339" y="2083480"/>
                  </a:lnTo>
                  <a:lnTo>
                    <a:pt x="4713829" y="2075003"/>
                  </a:lnTo>
                  <a:close/>
                </a:path>
                <a:path w="9542780" h="6570345">
                  <a:moveTo>
                    <a:pt x="4713829" y="2119368"/>
                  </a:moveTo>
                  <a:lnTo>
                    <a:pt x="4694868" y="2119368"/>
                  </a:lnTo>
                  <a:lnTo>
                    <a:pt x="4686377" y="2125585"/>
                  </a:lnTo>
                  <a:lnTo>
                    <a:pt x="4686377" y="2144801"/>
                  </a:lnTo>
                  <a:lnTo>
                    <a:pt x="4692604" y="2153278"/>
                  </a:lnTo>
                  <a:lnTo>
                    <a:pt x="4713829" y="2153278"/>
                  </a:lnTo>
                  <a:lnTo>
                    <a:pt x="4720339" y="2144801"/>
                  </a:lnTo>
                  <a:lnTo>
                    <a:pt x="4720339" y="2127845"/>
                  </a:lnTo>
                  <a:lnTo>
                    <a:pt x="4713829" y="2119368"/>
                  </a:lnTo>
                  <a:close/>
                </a:path>
                <a:path w="9542780" h="6570345">
                  <a:moveTo>
                    <a:pt x="4713829" y="2163734"/>
                  </a:moveTo>
                  <a:lnTo>
                    <a:pt x="4694868" y="2163734"/>
                  </a:lnTo>
                  <a:lnTo>
                    <a:pt x="4686377" y="2170233"/>
                  </a:lnTo>
                  <a:lnTo>
                    <a:pt x="4686377" y="2189166"/>
                  </a:lnTo>
                  <a:lnTo>
                    <a:pt x="4692604" y="2197643"/>
                  </a:lnTo>
                  <a:lnTo>
                    <a:pt x="4713829" y="2197643"/>
                  </a:lnTo>
                  <a:lnTo>
                    <a:pt x="4720339" y="2189166"/>
                  </a:lnTo>
                  <a:lnTo>
                    <a:pt x="4720339" y="2172211"/>
                  </a:lnTo>
                  <a:lnTo>
                    <a:pt x="4713829" y="2163734"/>
                  </a:lnTo>
                  <a:close/>
                </a:path>
                <a:path w="9542780" h="6570345">
                  <a:moveTo>
                    <a:pt x="4713829" y="2208382"/>
                  </a:moveTo>
                  <a:lnTo>
                    <a:pt x="4694868" y="2208382"/>
                  </a:lnTo>
                  <a:lnTo>
                    <a:pt x="4686377" y="2214599"/>
                  </a:lnTo>
                  <a:lnTo>
                    <a:pt x="4686377" y="2233814"/>
                  </a:lnTo>
                  <a:lnTo>
                    <a:pt x="4692604" y="2242291"/>
                  </a:lnTo>
                  <a:lnTo>
                    <a:pt x="4703358" y="2242291"/>
                  </a:lnTo>
                  <a:lnTo>
                    <a:pt x="4713829" y="2240031"/>
                  </a:lnTo>
                  <a:lnTo>
                    <a:pt x="4720339" y="2233814"/>
                  </a:lnTo>
                  <a:lnTo>
                    <a:pt x="4720339" y="2216859"/>
                  </a:lnTo>
                  <a:lnTo>
                    <a:pt x="4713829" y="2208382"/>
                  </a:lnTo>
                  <a:close/>
                </a:path>
                <a:path w="9542780" h="6570345">
                  <a:moveTo>
                    <a:pt x="4713829" y="2252747"/>
                  </a:moveTo>
                  <a:lnTo>
                    <a:pt x="4694868" y="2252747"/>
                  </a:lnTo>
                  <a:lnTo>
                    <a:pt x="4686377" y="2259247"/>
                  </a:lnTo>
                  <a:lnTo>
                    <a:pt x="4686377" y="2280157"/>
                  </a:lnTo>
                  <a:lnTo>
                    <a:pt x="4692604" y="2286657"/>
                  </a:lnTo>
                  <a:lnTo>
                    <a:pt x="4703358" y="2286657"/>
                  </a:lnTo>
                  <a:lnTo>
                    <a:pt x="4713829" y="2284397"/>
                  </a:lnTo>
                  <a:lnTo>
                    <a:pt x="4720339" y="2278179"/>
                  </a:lnTo>
                  <a:lnTo>
                    <a:pt x="4720339" y="2261224"/>
                  </a:lnTo>
                  <a:lnTo>
                    <a:pt x="4713829" y="2252747"/>
                  </a:lnTo>
                  <a:close/>
                </a:path>
                <a:path w="9542780" h="6570345">
                  <a:moveTo>
                    <a:pt x="4713829" y="2295135"/>
                  </a:moveTo>
                  <a:lnTo>
                    <a:pt x="4694868" y="2295135"/>
                  </a:lnTo>
                  <a:lnTo>
                    <a:pt x="4686377" y="2301351"/>
                  </a:lnTo>
                  <a:lnTo>
                    <a:pt x="4686377" y="2322545"/>
                  </a:lnTo>
                  <a:lnTo>
                    <a:pt x="4692604" y="2329044"/>
                  </a:lnTo>
                  <a:lnTo>
                    <a:pt x="4713829" y="2329044"/>
                  </a:lnTo>
                  <a:lnTo>
                    <a:pt x="4720339" y="2322545"/>
                  </a:lnTo>
                  <a:lnTo>
                    <a:pt x="4720339" y="2303612"/>
                  </a:lnTo>
                  <a:lnTo>
                    <a:pt x="4713829" y="2295135"/>
                  </a:lnTo>
                  <a:close/>
                </a:path>
                <a:path w="9542780" h="6570345">
                  <a:moveTo>
                    <a:pt x="4713829" y="2339500"/>
                  </a:moveTo>
                  <a:lnTo>
                    <a:pt x="4694868" y="2339500"/>
                  </a:lnTo>
                  <a:lnTo>
                    <a:pt x="4686377" y="2345999"/>
                  </a:lnTo>
                  <a:lnTo>
                    <a:pt x="4686377" y="2367193"/>
                  </a:lnTo>
                  <a:lnTo>
                    <a:pt x="4692604" y="2373410"/>
                  </a:lnTo>
                  <a:lnTo>
                    <a:pt x="4713829" y="2373410"/>
                  </a:lnTo>
                  <a:lnTo>
                    <a:pt x="4720339" y="2367193"/>
                  </a:lnTo>
                  <a:lnTo>
                    <a:pt x="4720339" y="2347977"/>
                  </a:lnTo>
                  <a:lnTo>
                    <a:pt x="4713829" y="2339500"/>
                  </a:lnTo>
                  <a:close/>
                </a:path>
                <a:path w="9542780" h="6570345">
                  <a:moveTo>
                    <a:pt x="4713829" y="2472879"/>
                  </a:moveTo>
                  <a:lnTo>
                    <a:pt x="4694868" y="2472879"/>
                  </a:lnTo>
                  <a:lnTo>
                    <a:pt x="4686378" y="2479379"/>
                  </a:lnTo>
                  <a:lnTo>
                    <a:pt x="4686378" y="2498310"/>
                  </a:lnTo>
                  <a:lnTo>
                    <a:pt x="4692604" y="2506789"/>
                  </a:lnTo>
                  <a:lnTo>
                    <a:pt x="4713829" y="2506789"/>
                  </a:lnTo>
                  <a:lnTo>
                    <a:pt x="4720339" y="2498310"/>
                  </a:lnTo>
                  <a:lnTo>
                    <a:pt x="4720339" y="2481356"/>
                  </a:lnTo>
                  <a:lnTo>
                    <a:pt x="4713829" y="2472879"/>
                  </a:lnTo>
                  <a:close/>
                </a:path>
                <a:path w="9542780" h="6570345">
                  <a:moveTo>
                    <a:pt x="4713829" y="2561892"/>
                  </a:moveTo>
                  <a:lnTo>
                    <a:pt x="4694868" y="2561892"/>
                  </a:lnTo>
                  <a:lnTo>
                    <a:pt x="4686378" y="2568108"/>
                  </a:lnTo>
                  <a:lnTo>
                    <a:pt x="4686378" y="2589302"/>
                  </a:lnTo>
                  <a:lnTo>
                    <a:pt x="4692604" y="2595802"/>
                  </a:lnTo>
                  <a:lnTo>
                    <a:pt x="4703358" y="2595802"/>
                  </a:lnTo>
                  <a:lnTo>
                    <a:pt x="4713829" y="2593541"/>
                  </a:lnTo>
                  <a:lnTo>
                    <a:pt x="4720339" y="2587325"/>
                  </a:lnTo>
                  <a:lnTo>
                    <a:pt x="4720339" y="2570369"/>
                  </a:lnTo>
                  <a:lnTo>
                    <a:pt x="4713829" y="2561892"/>
                  </a:lnTo>
                  <a:close/>
                </a:path>
                <a:path w="9542780" h="6570345">
                  <a:moveTo>
                    <a:pt x="4713829" y="2604279"/>
                  </a:moveTo>
                  <a:lnTo>
                    <a:pt x="4694868" y="2604279"/>
                  </a:lnTo>
                  <a:lnTo>
                    <a:pt x="4686378" y="2610496"/>
                  </a:lnTo>
                  <a:lnTo>
                    <a:pt x="4686378" y="2631690"/>
                  </a:lnTo>
                  <a:lnTo>
                    <a:pt x="4692604" y="2638190"/>
                  </a:lnTo>
                  <a:lnTo>
                    <a:pt x="4713829" y="2638190"/>
                  </a:lnTo>
                  <a:lnTo>
                    <a:pt x="4720339" y="2631690"/>
                  </a:lnTo>
                  <a:lnTo>
                    <a:pt x="4720339" y="2612757"/>
                  </a:lnTo>
                  <a:lnTo>
                    <a:pt x="4713829" y="2604279"/>
                  </a:lnTo>
                  <a:close/>
                </a:path>
                <a:path w="9542780" h="6570345">
                  <a:moveTo>
                    <a:pt x="4713829" y="4592388"/>
                  </a:moveTo>
                  <a:lnTo>
                    <a:pt x="4694868" y="4592388"/>
                  </a:lnTo>
                  <a:lnTo>
                    <a:pt x="4686378" y="4598746"/>
                  </a:lnTo>
                  <a:lnTo>
                    <a:pt x="4686378" y="4617792"/>
                  </a:lnTo>
                  <a:lnTo>
                    <a:pt x="4692604" y="4626269"/>
                  </a:lnTo>
                  <a:lnTo>
                    <a:pt x="4713829" y="4626269"/>
                  </a:lnTo>
                  <a:lnTo>
                    <a:pt x="4720339" y="4617792"/>
                  </a:lnTo>
                  <a:lnTo>
                    <a:pt x="4720339" y="4600865"/>
                  </a:lnTo>
                  <a:lnTo>
                    <a:pt x="4713829" y="4592388"/>
                  </a:lnTo>
                  <a:close/>
                </a:path>
                <a:path w="9542780" h="6570345">
                  <a:moveTo>
                    <a:pt x="4713829" y="4636866"/>
                  </a:moveTo>
                  <a:lnTo>
                    <a:pt x="4694868" y="4636866"/>
                  </a:lnTo>
                  <a:lnTo>
                    <a:pt x="4686378" y="4643225"/>
                  </a:lnTo>
                  <a:lnTo>
                    <a:pt x="4686378" y="4662270"/>
                  </a:lnTo>
                  <a:lnTo>
                    <a:pt x="4692604" y="4670748"/>
                  </a:lnTo>
                  <a:lnTo>
                    <a:pt x="4713829" y="4670748"/>
                  </a:lnTo>
                  <a:lnTo>
                    <a:pt x="4720339" y="4662270"/>
                  </a:lnTo>
                  <a:lnTo>
                    <a:pt x="4720339" y="4645343"/>
                  </a:lnTo>
                  <a:lnTo>
                    <a:pt x="4713829" y="4636866"/>
                  </a:lnTo>
                  <a:close/>
                </a:path>
                <a:path w="9542780" h="6570345">
                  <a:moveTo>
                    <a:pt x="4713829" y="4681316"/>
                  </a:moveTo>
                  <a:lnTo>
                    <a:pt x="4694868" y="4681316"/>
                  </a:lnTo>
                  <a:lnTo>
                    <a:pt x="4686378" y="4687675"/>
                  </a:lnTo>
                  <a:lnTo>
                    <a:pt x="4686378" y="4706721"/>
                  </a:lnTo>
                  <a:lnTo>
                    <a:pt x="4692604" y="4715198"/>
                  </a:lnTo>
                  <a:lnTo>
                    <a:pt x="4703358" y="4715198"/>
                  </a:lnTo>
                  <a:lnTo>
                    <a:pt x="4713829" y="4713079"/>
                  </a:lnTo>
                  <a:lnTo>
                    <a:pt x="4720339" y="4706721"/>
                  </a:lnTo>
                  <a:lnTo>
                    <a:pt x="4720339" y="4689793"/>
                  </a:lnTo>
                  <a:lnTo>
                    <a:pt x="4713829" y="4681316"/>
                  </a:lnTo>
                  <a:close/>
                </a:path>
                <a:path w="9542780" h="6570345">
                  <a:moveTo>
                    <a:pt x="4713829" y="4990462"/>
                  </a:moveTo>
                  <a:lnTo>
                    <a:pt x="4694868" y="4990462"/>
                  </a:lnTo>
                  <a:lnTo>
                    <a:pt x="4686378" y="4996792"/>
                  </a:lnTo>
                  <a:lnTo>
                    <a:pt x="4686378" y="5015866"/>
                  </a:lnTo>
                  <a:lnTo>
                    <a:pt x="4692604" y="5024343"/>
                  </a:lnTo>
                  <a:lnTo>
                    <a:pt x="4713829" y="5024343"/>
                  </a:lnTo>
                  <a:lnTo>
                    <a:pt x="4720339" y="5015866"/>
                  </a:lnTo>
                  <a:lnTo>
                    <a:pt x="4720339" y="4998911"/>
                  </a:lnTo>
                  <a:lnTo>
                    <a:pt x="4713829" y="4990462"/>
                  </a:lnTo>
                  <a:close/>
                </a:path>
                <a:path w="9542780" h="6570345">
                  <a:moveTo>
                    <a:pt x="4713829" y="5034912"/>
                  </a:moveTo>
                  <a:lnTo>
                    <a:pt x="4694868" y="5034912"/>
                  </a:lnTo>
                  <a:lnTo>
                    <a:pt x="4686378" y="5041270"/>
                  </a:lnTo>
                  <a:lnTo>
                    <a:pt x="4686378" y="5060316"/>
                  </a:lnTo>
                  <a:lnTo>
                    <a:pt x="4692604" y="5068793"/>
                  </a:lnTo>
                  <a:lnTo>
                    <a:pt x="4703358" y="5068793"/>
                  </a:lnTo>
                  <a:lnTo>
                    <a:pt x="4713829" y="5066673"/>
                  </a:lnTo>
                  <a:lnTo>
                    <a:pt x="4720339" y="5060316"/>
                  </a:lnTo>
                  <a:lnTo>
                    <a:pt x="4720339" y="5043389"/>
                  </a:lnTo>
                  <a:lnTo>
                    <a:pt x="4713829" y="5034912"/>
                  </a:lnTo>
                  <a:close/>
                </a:path>
                <a:path w="9542780" h="6570345">
                  <a:moveTo>
                    <a:pt x="4713829" y="5077270"/>
                  </a:moveTo>
                  <a:lnTo>
                    <a:pt x="4694868" y="5077270"/>
                  </a:lnTo>
                  <a:lnTo>
                    <a:pt x="4686378" y="5083629"/>
                  </a:lnTo>
                  <a:lnTo>
                    <a:pt x="4686378" y="5102675"/>
                  </a:lnTo>
                  <a:lnTo>
                    <a:pt x="4692604" y="5111153"/>
                  </a:lnTo>
                  <a:lnTo>
                    <a:pt x="4713829" y="5111153"/>
                  </a:lnTo>
                  <a:lnTo>
                    <a:pt x="4720339" y="5104795"/>
                  </a:lnTo>
                  <a:lnTo>
                    <a:pt x="4720339" y="5085720"/>
                  </a:lnTo>
                  <a:lnTo>
                    <a:pt x="4713829" y="5077270"/>
                  </a:lnTo>
                  <a:close/>
                </a:path>
                <a:path w="9542780" h="6570345">
                  <a:moveTo>
                    <a:pt x="4713829" y="5121722"/>
                  </a:moveTo>
                  <a:lnTo>
                    <a:pt x="4694868" y="5121722"/>
                  </a:lnTo>
                  <a:lnTo>
                    <a:pt x="4686378" y="5128079"/>
                  </a:lnTo>
                  <a:lnTo>
                    <a:pt x="4686378" y="5147125"/>
                  </a:lnTo>
                  <a:lnTo>
                    <a:pt x="4692604" y="5155603"/>
                  </a:lnTo>
                  <a:lnTo>
                    <a:pt x="4713829" y="5155603"/>
                  </a:lnTo>
                  <a:lnTo>
                    <a:pt x="4720339" y="5149245"/>
                  </a:lnTo>
                  <a:lnTo>
                    <a:pt x="4720339" y="5130199"/>
                  </a:lnTo>
                  <a:lnTo>
                    <a:pt x="4713829" y="5121722"/>
                  </a:lnTo>
                  <a:close/>
                </a:path>
                <a:path w="9542780" h="6570345">
                  <a:moveTo>
                    <a:pt x="4713829" y="5166199"/>
                  </a:moveTo>
                  <a:lnTo>
                    <a:pt x="4694868" y="5166199"/>
                  </a:lnTo>
                  <a:lnTo>
                    <a:pt x="4686378" y="5172529"/>
                  </a:lnTo>
                  <a:lnTo>
                    <a:pt x="4686378" y="5191603"/>
                  </a:lnTo>
                  <a:lnTo>
                    <a:pt x="4692604" y="5200081"/>
                  </a:lnTo>
                  <a:lnTo>
                    <a:pt x="4713829" y="5200081"/>
                  </a:lnTo>
                  <a:lnTo>
                    <a:pt x="4720339" y="5191603"/>
                  </a:lnTo>
                  <a:lnTo>
                    <a:pt x="4720339" y="5174649"/>
                  </a:lnTo>
                  <a:lnTo>
                    <a:pt x="4713829" y="5166199"/>
                  </a:lnTo>
                  <a:close/>
                </a:path>
                <a:path w="9542780" h="6570345">
                  <a:moveTo>
                    <a:pt x="4713829" y="5210649"/>
                  </a:moveTo>
                  <a:lnTo>
                    <a:pt x="4694868" y="5210649"/>
                  </a:lnTo>
                  <a:lnTo>
                    <a:pt x="4686378" y="5217008"/>
                  </a:lnTo>
                  <a:lnTo>
                    <a:pt x="4686378" y="5236053"/>
                  </a:lnTo>
                  <a:lnTo>
                    <a:pt x="4692604" y="5244532"/>
                  </a:lnTo>
                  <a:lnTo>
                    <a:pt x="4713829" y="5244532"/>
                  </a:lnTo>
                  <a:lnTo>
                    <a:pt x="4720339" y="5236053"/>
                  </a:lnTo>
                  <a:lnTo>
                    <a:pt x="4720339" y="5219127"/>
                  </a:lnTo>
                  <a:lnTo>
                    <a:pt x="4713829" y="5210649"/>
                  </a:lnTo>
                  <a:close/>
                </a:path>
                <a:path w="9542780" h="6570345">
                  <a:moveTo>
                    <a:pt x="4713829" y="6138029"/>
                  </a:moveTo>
                  <a:lnTo>
                    <a:pt x="4694868" y="6138029"/>
                  </a:lnTo>
                  <a:lnTo>
                    <a:pt x="4686378" y="6144386"/>
                  </a:lnTo>
                  <a:lnTo>
                    <a:pt x="4686378" y="6163461"/>
                  </a:lnTo>
                  <a:lnTo>
                    <a:pt x="4692604" y="6171910"/>
                  </a:lnTo>
                  <a:lnTo>
                    <a:pt x="4713829" y="6171910"/>
                  </a:lnTo>
                  <a:lnTo>
                    <a:pt x="4720339" y="6163461"/>
                  </a:lnTo>
                  <a:lnTo>
                    <a:pt x="4720339" y="6146506"/>
                  </a:lnTo>
                  <a:lnTo>
                    <a:pt x="4713829" y="6138029"/>
                  </a:lnTo>
                  <a:close/>
                </a:path>
                <a:path w="9542780" h="6570345">
                  <a:moveTo>
                    <a:pt x="4713829" y="6182507"/>
                  </a:moveTo>
                  <a:lnTo>
                    <a:pt x="4694868" y="6182507"/>
                  </a:lnTo>
                  <a:lnTo>
                    <a:pt x="4686378" y="6188866"/>
                  </a:lnTo>
                  <a:lnTo>
                    <a:pt x="4686378" y="6210030"/>
                  </a:lnTo>
                  <a:lnTo>
                    <a:pt x="4692604" y="6216389"/>
                  </a:lnTo>
                  <a:lnTo>
                    <a:pt x="4713829" y="6216389"/>
                  </a:lnTo>
                  <a:lnTo>
                    <a:pt x="4720339" y="6207911"/>
                  </a:lnTo>
                  <a:lnTo>
                    <a:pt x="4720339" y="6190984"/>
                  </a:lnTo>
                  <a:lnTo>
                    <a:pt x="4713829" y="6182507"/>
                  </a:lnTo>
                  <a:close/>
                </a:path>
                <a:path w="9542780" h="6570345">
                  <a:moveTo>
                    <a:pt x="4713829" y="6226957"/>
                  </a:moveTo>
                  <a:lnTo>
                    <a:pt x="4694868" y="6226957"/>
                  </a:lnTo>
                  <a:lnTo>
                    <a:pt x="4686378" y="6233316"/>
                  </a:lnTo>
                  <a:lnTo>
                    <a:pt x="4686378" y="6254480"/>
                  </a:lnTo>
                  <a:lnTo>
                    <a:pt x="4692604" y="6260839"/>
                  </a:lnTo>
                  <a:lnTo>
                    <a:pt x="4713829" y="6260839"/>
                  </a:lnTo>
                  <a:lnTo>
                    <a:pt x="4720339" y="6252362"/>
                  </a:lnTo>
                  <a:lnTo>
                    <a:pt x="4720339" y="6235434"/>
                  </a:lnTo>
                  <a:lnTo>
                    <a:pt x="4713829" y="6226957"/>
                  </a:lnTo>
                  <a:close/>
                </a:path>
                <a:path w="9542780" h="6570345">
                  <a:moveTo>
                    <a:pt x="4671661" y="1810223"/>
                  </a:moveTo>
                  <a:lnTo>
                    <a:pt x="4652416" y="1810223"/>
                  </a:lnTo>
                  <a:lnTo>
                    <a:pt x="4643926" y="1816722"/>
                  </a:lnTo>
                  <a:lnTo>
                    <a:pt x="4643926" y="1837634"/>
                  </a:lnTo>
                  <a:lnTo>
                    <a:pt x="4650435" y="1844133"/>
                  </a:lnTo>
                  <a:lnTo>
                    <a:pt x="4669397" y="1844133"/>
                  </a:lnTo>
                  <a:lnTo>
                    <a:pt x="4677887" y="1835655"/>
                  </a:lnTo>
                  <a:lnTo>
                    <a:pt x="4677887" y="1818700"/>
                  </a:lnTo>
                  <a:lnTo>
                    <a:pt x="4671661" y="1810223"/>
                  </a:lnTo>
                  <a:close/>
                </a:path>
                <a:path w="9542780" h="6570345">
                  <a:moveTo>
                    <a:pt x="4671661" y="1854588"/>
                  </a:moveTo>
                  <a:lnTo>
                    <a:pt x="4652416" y="1854588"/>
                  </a:lnTo>
                  <a:lnTo>
                    <a:pt x="4643926" y="1861088"/>
                  </a:lnTo>
                  <a:lnTo>
                    <a:pt x="4643926" y="1880021"/>
                  </a:lnTo>
                  <a:lnTo>
                    <a:pt x="4650435" y="1888498"/>
                  </a:lnTo>
                  <a:lnTo>
                    <a:pt x="4669397" y="1888498"/>
                  </a:lnTo>
                  <a:lnTo>
                    <a:pt x="4677887" y="1880021"/>
                  </a:lnTo>
                  <a:lnTo>
                    <a:pt x="4677887" y="1863065"/>
                  </a:lnTo>
                  <a:lnTo>
                    <a:pt x="4671661" y="1854588"/>
                  </a:lnTo>
                  <a:close/>
                </a:path>
                <a:path w="9542780" h="6570345">
                  <a:moveTo>
                    <a:pt x="4671661" y="1943602"/>
                  </a:moveTo>
                  <a:lnTo>
                    <a:pt x="4652416" y="1943602"/>
                  </a:lnTo>
                  <a:lnTo>
                    <a:pt x="4643926" y="1950101"/>
                  </a:lnTo>
                  <a:lnTo>
                    <a:pt x="4643926" y="1971295"/>
                  </a:lnTo>
                  <a:lnTo>
                    <a:pt x="4650435" y="1977511"/>
                  </a:lnTo>
                  <a:lnTo>
                    <a:pt x="4660907" y="1977511"/>
                  </a:lnTo>
                  <a:lnTo>
                    <a:pt x="4669397" y="1975251"/>
                  </a:lnTo>
                  <a:lnTo>
                    <a:pt x="4677887" y="1969034"/>
                  </a:lnTo>
                  <a:lnTo>
                    <a:pt x="4677887" y="1952080"/>
                  </a:lnTo>
                  <a:lnTo>
                    <a:pt x="4671661" y="1943602"/>
                  </a:lnTo>
                  <a:close/>
                </a:path>
                <a:path w="9542780" h="6570345">
                  <a:moveTo>
                    <a:pt x="4671661" y="1985989"/>
                  </a:moveTo>
                  <a:lnTo>
                    <a:pt x="4652416" y="1985989"/>
                  </a:lnTo>
                  <a:lnTo>
                    <a:pt x="4643926" y="1992207"/>
                  </a:lnTo>
                  <a:lnTo>
                    <a:pt x="4643927" y="2013400"/>
                  </a:lnTo>
                  <a:lnTo>
                    <a:pt x="4650435" y="2019899"/>
                  </a:lnTo>
                  <a:lnTo>
                    <a:pt x="4669397" y="2019899"/>
                  </a:lnTo>
                  <a:lnTo>
                    <a:pt x="4677887" y="2013400"/>
                  </a:lnTo>
                  <a:lnTo>
                    <a:pt x="4677887" y="1994467"/>
                  </a:lnTo>
                  <a:lnTo>
                    <a:pt x="4671661" y="1985989"/>
                  </a:lnTo>
                  <a:close/>
                </a:path>
                <a:path w="9542780" h="6570345">
                  <a:moveTo>
                    <a:pt x="4671661" y="2030355"/>
                  </a:moveTo>
                  <a:lnTo>
                    <a:pt x="4652416" y="2030355"/>
                  </a:lnTo>
                  <a:lnTo>
                    <a:pt x="4643926" y="2036853"/>
                  </a:lnTo>
                  <a:lnTo>
                    <a:pt x="4643926" y="2058047"/>
                  </a:lnTo>
                  <a:lnTo>
                    <a:pt x="4650435" y="2064265"/>
                  </a:lnTo>
                  <a:lnTo>
                    <a:pt x="4669397" y="2064265"/>
                  </a:lnTo>
                  <a:lnTo>
                    <a:pt x="4677887" y="2058047"/>
                  </a:lnTo>
                  <a:lnTo>
                    <a:pt x="4677887" y="2038832"/>
                  </a:lnTo>
                  <a:lnTo>
                    <a:pt x="4671661" y="2030355"/>
                  </a:lnTo>
                  <a:close/>
                </a:path>
                <a:path w="9542780" h="6570345">
                  <a:moveTo>
                    <a:pt x="4671661" y="2119368"/>
                  </a:moveTo>
                  <a:lnTo>
                    <a:pt x="4652416" y="2119368"/>
                  </a:lnTo>
                  <a:lnTo>
                    <a:pt x="4643926" y="2125585"/>
                  </a:lnTo>
                  <a:lnTo>
                    <a:pt x="4643926" y="2144801"/>
                  </a:lnTo>
                  <a:lnTo>
                    <a:pt x="4650435" y="2153278"/>
                  </a:lnTo>
                  <a:lnTo>
                    <a:pt x="4669397" y="2153278"/>
                  </a:lnTo>
                  <a:lnTo>
                    <a:pt x="4677887" y="2144801"/>
                  </a:lnTo>
                  <a:lnTo>
                    <a:pt x="4677887" y="2127845"/>
                  </a:lnTo>
                  <a:lnTo>
                    <a:pt x="4671661" y="2119368"/>
                  </a:lnTo>
                  <a:close/>
                </a:path>
                <a:path w="9542780" h="6570345">
                  <a:moveTo>
                    <a:pt x="4671661" y="2163734"/>
                  </a:moveTo>
                  <a:lnTo>
                    <a:pt x="4652416" y="2163734"/>
                  </a:lnTo>
                  <a:lnTo>
                    <a:pt x="4643926" y="2170233"/>
                  </a:lnTo>
                  <a:lnTo>
                    <a:pt x="4643926" y="2189166"/>
                  </a:lnTo>
                  <a:lnTo>
                    <a:pt x="4650435" y="2197643"/>
                  </a:lnTo>
                  <a:lnTo>
                    <a:pt x="4669397" y="2197643"/>
                  </a:lnTo>
                  <a:lnTo>
                    <a:pt x="4677887" y="2189166"/>
                  </a:lnTo>
                  <a:lnTo>
                    <a:pt x="4677887" y="2172211"/>
                  </a:lnTo>
                  <a:lnTo>
                    <a:pt x="4671661" y="2163734"/>
                  </a:lnTo>
                  <a:close/>
                </a:path>
                <a:path w="9542780" h="6570345">
                  <a:moveTo>
                    <a:pt x="4671661" y="2208382"/>
                  </a:moveTo>
                  <a:lnTo>
                    <a:pt x="4652416" y="2208382"/>
                  </a:lnTo>
                  <a:lnTo>
                    <a:pt x="4643926" y="2214599"/>
                  </a:lnTo>
                  <a:lnTo>
                    <a:pt x="4643926" y="2233814"/>
                  </a:lnTo>
                  <a:lnTo>
                    <a:pt x="4650435" y="2242291"/>
                  </a:lnTo>
                  <a:lnTo>
                    <a:pt x="4660907" y="2242291"/>
                  </a:lnTo>
                  <a:lnTo>
                    <a:pt x="4669397" y="2240031"/>
                  </a:lnTo>
                  <a:lnTo>
                    <a:pt x="4677887" y="2233814"/>
                  </a:lnTo>
                  <a:lnTo>
                    <a:pt x="4677887" y="2216859"/>
                  </a:lnTo>
                  <a:lnTo>
                    <a:pt x="4671661" y="2208382"/>
                  </a:lnTo>
                  <a:close/>
                </a:path>
                <a:path w="9542780" h="6570345">
                  <a:moveTo>
                    <a:pt x="4671661" y="2252747"/>
                  </a:moveTo>
                  <a:lnTo>
                    <a:pt x="4652416" y="2252747"/>
                  </a:lnTo>
                  <a:lnTo>
                    <a:pt x="4643926" y="2259247"/>
                  </a:lnTo>
                  <a:lnTo>
                    <a:pt x="4643926" y="2280157"/>
                  </a:lnTo>
                  <a:lnTo>
                    <a:pt x="4650435" y="2286657"/>
                  </a:lnTo>
                  <a:lnTo>
                    <a:pt x="4660907" y="2286657"/>
                  </a:lnTo>
                  <a:lnTo>
                    <a:pt x="4669397" y="2284397"/>
                  </a:lnTo>
                  <a:lnTo>
                    <a:pt x="4677887" y="2278179"/>
                  </a:lnTo>
                  <a:lnTo>
                    <a:pt x="4677887" y="2261224"/>
                  </a:lnTo>
                  <a:lnTo>
                    <a:pt x="4671661" y="2252747"/>
                  </a:lnTo>
                  <a:close/>
                </a:path>
                <a:path w="9542780" h="6570345">
                  <a:moveTo>
                    <a:pt x="4671661" y="2295135"/>
                  </a:moveTo>
                  <a:lnTo>
                    <a:pt x="4652416" y="2295135"/>
                  </a:lnTo>
                  <a:lnTo>
                    <a:pt x="4643926" y="2301351"/>
                  </a:lnTo>
                  <a:lnTo>
                    <a:pt x="4643926" y="2322545"/>
                  </a:lnTo>
                  <a:lnTo>
                    <a:pt x="4650435" y="2329044"/>
                  </a:lnTo>
                  <a:lnTo>
                    <a:pt x="4669397" y="2329044"/>
                  </a:lnTo>
                  <a:lnTo>
                    <a:pt x="4677887" y="2322545"/>
                  </a:lnTo>
                  <a:lnTo>
                    <a:pt x="4677887" y="2303612"/>
                  </a:lnTo>
                  <a:lnTo>
                    <a:pt x="4671661" y="2295135"/>
                  </a:lnTo>
                  <a:close/>
                </a:path>
                <a:path w="9542780" h="6570345">
                  <a:moveTo>
                    <a:pt x="4671661" y="2339500"/>
                  </a:moveTo>
                  <a:lnTo>
                    <a:pt x="4652416" y="2339500"/>
                  </a:lnTo>
                  <a:lnTo>
                    <a:pt x="4643926" y="2345999"/>
                  </a:lnTo>
                  <a:lnTo>
                    <a:pt x="4643926" y="2367193"/>
                  </a:lnTo>
                  <a:lnTo>
                    <a:pt x="4650435" y="2373410"/>
                  </a:lnTo>
                  <a:lnTo>
                    <a:pt x="4669397" y="2373410"/>
                  </a:lnTo>
                  <a:lnTo>
                    <a:pt x="4677887" y="2367193"/>
                  </a:lnTo>
                  <a:lnTo>
                    <a:pt x="4677887" y="2347977"/>
                  </a:lnTo>
                  <a:lnTo>
                    <a:pt x="4671661" y="2339500"/>
                  </a:lnTo>
                  <a:close/>
                </a:path>
                <a:path w="9542780" h="6570345">
                  <a:moveTo>
                    <a:pt x="4671661" y="2384148"/>
                  </a:moveTo>
                  <a:lnTo>
                    <a:pt x="4652416" y="2384148"/>
                  </a:lnTo>
                  <a:lnTo>
                    <a:pt x="4643926" y="2390364"/>
                  </a:lnTo>
                  <a:lnTo>
                    <a:pt x="4643926" y="2411558"/>
                  </a:lnTo>
                  <a:lnTo>
                    <a:pt x="4650435" y="2417775"/>
                  </a:lnTo>
                  <a:lnTo>
                    <a:pt x="4669397" y="2417775"/>
                  </a:lnTo>
                  <a:lnTo>
                    <a:pt x="4677887" y="2409581"/>
                  </a:lnTo>
                  <a:lnTo>
                    <a:pt x="4677887" y="2392625"/>
                  </a:lnTo>
                  <a:lnTo>
                    <a:pt x="4671661" y="2384148"/>
                  </a:lnTo>
                  <a:close/>
                </a:path>
                <a:path w="9542780" h="6570345">
                  <a:moveTo>
                    <a:pt x="4671661" y="4636866"/>
                  </a:moveTo>
                  <a:lnTo>
                    <a:pt x="4652416" y="4636866"/>
                  </a:lnTo>
                  <a:lnTo>
                    <a:pt x="4643926" y="4643225"/>
                  </a:lnTo>
                  <a:lnTo>
                    <a:pt x="4643926" y="4662270"/>
                  </a:lnTo>
                  <a:lnTo>
                    <a:pt x="4650436" y="4670748"/>
                  </a:lnTo>
                  <a:lnTo>
                    <a:pt x="4669397" y="4670748"/>
                  </a:lnTo>
                  <a:lnTo>
                    <a:pt x="4677887" y="4662270"/>
                  </a:lnTo>
                  <a:lnTo>
                    <a:pt x="4677887" y="4645343"/>
                  </a:lnTo>
                  <a:lnTo>
                    <a:pt x="4671661" y="4636866"/>
                  </a:lnTo>
                  <a:close/>
                </a:path>
                <a:path w="9542780" h="6570345">
                  <a:moveTo>
                    <a:pt x="4671661" y="4681316"/>
                  </a:moveTo>
                  <a:lnTo>
                    <a:pt x="4652416" y="4681316"/>
                  </a:lnTo>
                  <a:lnTo>
                    <a:pt x="4643926" y="4687675"/>
                  </a:lnTo>
                  <a:lnTo>
                    <a:pt x="4643926" y="4706721"/>
                  </a:lnTo>
                  <a:lnTo>
                    <a:pt x="4650436" y="4715198"/>
                  </a:lnTo>
                  <a:lnTo>
                    <a:pt x="4660907" y="4715198"/>
                  </a:lnTo>
                  <a:lnTo>
                    <a:pt x="4669397" y="4713079"/>
                  </a:lnTo>
                  <a:lnTo>
                    <a:pt x="4677887" y="4706721"/>
                  </a:lnTo>
                  <a:lnTo>
                    <a:pt x="4677887" y="4689793"/>
                  </a:lnTo>
                  <a:lnTo>
                    <a:pt x="4671661" y="4681316"/>
                  </a:lnTo>
                  <a:close/>
                </a:path>
                <a:path w="9542780" h="6570345">
                  <a:moveTo>
                    <a:pt x="4671661" y="4725795"/>
                  </a:moveTo>
                  <a:lnTo>
                    <a:pt x="4652416" y="4725795"/>
                  </a:lnTo>
                  <a:lnTo>
                    <a:pt x="4643926" y="4732153"/>
                  </a:lnTo>
                  <a:lnTo>
                    <a:pt x="4643926" y="4753319"/>
                  </a:lnTo>
                  <a:lnTo>
                    <a:pt x="4650436" y="4759676"/>
                  </a:lnTo>
                  <a:lnTo>
                    <a:pt x="4660907" y="4759676"/>
                  </a:lnTo>
                  <a:lnTo>
                    <a:pt x="4669397" y="4757557"/>
                  </a:lnTo>
                  <a:lnTo>
                    <a:pt x="4677887" y="4751199"/>
                  </a:lnTo>
                  <a:lnTo>
                    <a:pt x="4677887" y="4734245"/>
                  </a:lnTo>
                  <a:lnTo>
                    <a:pt x="4671661" y="4725795"/>
                  </a:lnTo>
                  <a:close/>
                </a:path>
                <a:path w="9542780" h="6570345">
                  <a:moveTo>
                    <a:pt x="4671661" y="4901533"/>
                  </a:moveTo>
                  <a:lnTo>
                    <a:pt x="4652416" y="4901533"/>
                  </a:lnTo>
                  <a:lnTo>
                    <a:pt x="4643926" y="4907890"/>
                  </a:lnTo>
                  <a:lnTo>
                    <a:pt x="4643926" y="4926937"/>
                  </a:lnTo>
                  <a:lnTo>
                    <a:pt x="4650436" y="4935415"/>
                  </a:lnTo>
                  <a:lnTo>
                    <a:pt x="4669397" y="4935415"/>
                  </a:lnTo>
                  <a:lnTo>
                    <a:pt x="4677887" y="4926937"/>
                  </a:lnTo>
                  <a:lnTo>
                    <a:pt x="4677887" y="4909982"/>
                  </a:lnTo>
                  <a:lnTo>
                    <a:pt x="4671661" y="4901533"/>
                  </a:lnTo>
                  <a:close/>
                </a:path>
                <a:path w="9542780" h="6570345">
                  <a:moveTo>
                    <a:pt x="4671661" y="4945983"/>
                  </a:moveTo>
                  <a:lnTo>
                    <a:pt x="4652416" y="4945983"/>
                  </a:lnTo>
                  <a:lnTo>
                    <a:pt x="4643926" y="4952342"/>
                  </a:lnTo>
                  <a:lnTo>
                    <a:pt x="4643926" y="4971388"/>
                  </a:lnTo>
                  <a:lnTo>
                    <a:pt x="4650436" y="4979865"/>
                  </a:lnTo>
                  <a:lnTo>
                    <a:pt x="4669397" y="4979865"/>
                  </a:lnTo>
                  <a:lnTo>
                    <a:pt x="4677887" y="4971388"/>
                  </a:lnTo>
                  <a:lnTo>
                    <a:pt x="4677887" y="4954460"/>
                  </a:lnTo>
                  <a:lnTo>
                    <a:pt x="4671661" y="4945983"/>
                  </a:lnTo>
                  <a:close/>
                </a:path>
                <a:path w="9542780" h="6570345">
                  <a:moveTo>
                    <a:pt x="4671661" y="4990462"/>
                  </a:moveTo>
                  <a:lnTo>
                    <a:pt x="4652416" y="4990462"/>
                  </a:lnTo>
                  <a:lnTo>
                    <a:pt x="4643926" y="4996792"/>
                  </a:lnTo>
                  <a:lnTo>
                    <a:pt x="4643926" y="5015866"/>
                  </a:lnTo>
                  <a:lnTo>
                    <a:pt x="4650436" y="5024343"/>
                  </a:lnTo>
                  <a:lnTo>
                    <a:pt x="4669397" y="5024343"/>
                  </a:lnTo>
                  <a:lnTo>
                    <a:pt x="4677887" y="5015866"/>
                  </a:lnTo>
                  <a:lnTo>
                    <a:pt x="4677887" y="4998911"/>
                  </a:lnTo>
                  <a:lnTo>
                    <a:pt x="4671661" y="4990462"/>
                  </a:lnTo>
                  <a:close/>
                </a:path>
                <a:path w="9542780" h="6570345">
                  <a:moveTo>
                    <a:pt x="4671661" y="5034912"/>
                  </a:moveTo>
                  <a:lnTo>
                    <a:pt x="4652416" y="5034912"/>
                  </a:lnTo>
                  <a:lnTo>
                    <a:pt x="4643926" y="5041270"/>
                  </a:lnTo>
                  <a:lnTo>
                    <a:pt x="4643926" y="5060316"/>
                  </a:lnTo>
                  <a:lnTo>
                    <a:pt x="4650436" y="5068793"/>
                  </a:lnTo>
                  <a:lnTo>
                    <a:pt x="4660907" y="5068793"/>
                  </a:lnTo>
                  <a:lnTo>
                    <a:pt x="4669397" y="5066673"/>
                  </a:lnTo>
                  <a:lnTo>
                    <a:pt x="4677887" y="5060316"/>
                  </a:lnTo>
                  <a:lnTo>
                    <a:pt x="4677887" y="5043389"/>
                  </a:lnTo>
                  <a:lnTo>
                    <a:pt x="4671661" y="5034912"/>
                  </a:lnTo>
                  <a:close/>
                </a:path>
                <a:path w="9542780" h="6570345">
                  <a:moveTo>
                    <a:pt x="4671661" y="5077270"/>
                  </a:moveTo>
                  <a:lnTo>
                    <a:pt x="4652416" y="5077270"/>
                  </a:lnTo>
                  <a:lnTo>
                    <a:pt x="4643926" y="5083629"/>
                  </a:lnTo>
                  <a:lnTo>
                    <a:pt x="4643926" y="5102675"/>
                  </a:lnTo>
                  <a:lnTo>
                    <a:pt x="4650436" y="5111153"/>
                  </a:lnTo>
                  <a:lnTo>
                    <a:pt x="4669397" y="5111153"/>
                  </a:lnTo>
                  <a:lnTo>
                    <a:pt x="4677887" y="5104794"/>
                  </a:lnTo>
                  <a:lnTo>
                    <a:pt x="4677887" y="5085720"/>
                  </a:lnTo>
                  <a:lnTo>
                    <a:pt x="4671661" y="5077270"/>
                  </a:lnTo>
                  <a:close/>
                </a:path>
                <a:path w="9542780" h="6570345">
                  <a:moveTo>
                    <a:pt x="4671661" y="5121722"/>
                  </a:moveTo>
                  <a:lnTo>
                    <a:pt x="4652416" y="5121722"/>
                  </a:lnTo>
                  <a:lnTo>
                    <a:pt x="4643926" y="5128079"/>
                  </a:lnTo>
                  <a:lnTo>
                    <a:pt x="4643926" y="5147125"/>
                  </a:lnTo>
                  <a:lnTo>
                    <a:pt x="4650436" y="5155603"/>
                  </a:lnTo>
                  <a:lnTo>
                    <a:pt x="4669397" y="5155603"/>
                  </a:lnTo>
                  <a:lnTo>
                    <a:pt x="4677887" y="5149245"/>
                  </a:lnTo>
                  <a:lnTo>
                    <a:pt x="4677887" y="5130199"/>
                  </a:lnTo>
                  <a:lnTo>
                    <a:pt x="4671661" y="5121722"/>
                  </a:lnTo>
                  <a:close/>
                </a:path>
                <a:path w="9542780" h="6570345">
                  <a:moveTo>
                    <a:pt x="4671661" y="5166199"/>
                  </a:moveTo>
                  <a:lnTo>
                    <a:pt x="4652416" y="5166199"/>
                  </a:lnTo>
                  <a:lnTo>
                    <a:pt x="4643926" y="5172529"/>
                  </a:lnTo>
                  <a:lnTo>
                    <a:pt x="4643926" y="5191603"/>
                  </a:lnTo>
                  <a:lnTo>
                    <a:pt x="4650436" y="5200081"/>
                  </a:lnTo>
                  <a:lnTo>
                    <a:pt x="4669397" y="5200081"/>
                  </a:lnTo>
                  <a:lnTo>
                    <a:pt x="4677887" y="5191603"/>
                  </a:lnTo>
                  <a:lnTo>
                    <a:pt x="4677887" y="5174649"/>
                  </a:lnTo>
                  <a:lnTo>
                    <a:pt x="4671661" y="5166199"/>
                  </a:lnTo>
                  <a:close/>
                </a:path>
                <a:path w="9542780" h="6570345">
                  <a:moveTo>
                    <a:pt x="4671661" y="5210649"/>
                  </a:moveTo>
                  <a:lnTo>
                    <a:pt x="4652416" y="5210649"/>
                  </a:lnTo>
                  <a:lnTo>
                    <a:pt x="4643926" y="5217008"/>
                  </a:lnTo>
                  <a:lnTo>
                    <a:pt x="4643926" y="5236053"/>
                  </a:lnTo>
                  <a:lnTo>
                    <a:pt x="4650436" y="5244532"/>
                  </a:lnTo>
                  <a:lnTo>
                    <a:pt x="4669397" y="5244532"/>
                  </a:lnTo>
                  <a:lnTo>
                    <a:pt x="4677887" y="5236053"/>
                  </a:lnTo>
                  <a:lnTo>
                    <a:pt x="4677887" y="5219127"/>
                  </a:lnTo>
                  <a:lnTo>
                    <a:pt x="4671661" y="5210649"/>
                  </a:lnTo>
                  <a:close/>
                </a:path>
                <a:path w="9542780" h="6570345">
                  <a:moveTo>
                    <a:pt x="4671661" y="5255129"/>
                  </a:moveTo>
                  <a:lnTo>
                    <a:pt x="4652416" y="5255129"/>
                  </a:lnTo>
                  <a:lnTo>
                    <a:pt x="4643926" y="5261458"/>
                  </a:lnTo>
                  <a:lnTo>
                    <a:pt x="4643926" y="5282652"/>
                  </a:lnTo>
                  <a:lnTo>
                    <a:pt x="4650436" y="5288982"/>
                  </a:lnTo>
                  <a:lnTo>
                    <a:pt x="4669397" y="5288982"/>
                  </a:lnTo>
                  <a:lnTo>
                    <a:pt x="4677887" y="5280533"/>
                  </a:lnTo>
                  <a:lnTo>
                    <a:pt x="4677887" y="5263578"/>
                  </a:lnTo>
                  <a:lnTo>
                    <a:pt x="4671661" y="5255129"/>
                  </a:lnTo>
                  <a:close/>
                </a:path>
                <a:path w="9542780" h="6570345">
                  <a:moveTo>
                    <a:pt x="4671661" y="5299579"/>
                  </a:moveTo>
                  <a:lnTo>
                    <a:pt x="4652416" y="5299579"/>
                  </a:lnTo>
                  <a:lnTo>
                    <a:pt x="4643926" y="5305936"/>
                  </a:lnTo>
                  <a:lnTo>
                    <a:pt x="4643926" y="5327102"/>
                  </a:lnTo>
                  <a:lnTo>
                    <a:pt x="4650436" y="5333460"/>
                  </a:lnTo>
                  <a:lnTo>
                    <a:pt x="4669397" y="5333460"/>
                  </a:lnTo>
                  <a:lnTo>
                    <a:pt x="4677887" y="5324983"/>
                  </a:lnTo>
                  <a:lnTo>
                    <a:pt x="4677887" y="5308056"/>
                  </a:lnTo>
                  <a:lnTo>
                    <a:pt x="4671661" y="5299579"/>
                  </a:lnTo>
                  <a:close/>
                </a:path>
                <a:path w="9542780" h="6570345">
                  <a:moveTo>
                    <a:pt x="4671661" y="5344057"/>
                  </a:moveTo>
                  <a:lnTo>
                    <a:pt x="4652416" y="5344057"/>
                  </a:lnTo>
                  <a:lnTo>
                    <a:pt x="4643926" y="5350386"/>
                  </a:lnTo>
                  <a:lnTo>
                    <a:pt x="4643926" y="5369460"/>
                  </a:lnTo>
                  <a:lnTo>
                    <a:pt x="4650436" y="5377910"/>
                  </a:lnTo>
                  <a:lnTo>
                    <a:pt x="4660907" y="5377910"/>
                  </a:lnTo>
                  <a:lnTo>
                    <a:pt x="4669397" y="5375791"/>
                  </a:lnTo>
                  <a:lnTo>
                    <a:pt x="4677887" y="5369460"/>
                  </a:lnTo>
                  <a:lnTo>
                    <a:pt x="4677887" y="5352506"/>
                  </a:lnTo>
                  <a:lnTo>
                    <a:pt x="4671661" y="5344057"/>
                  </a:lnTo>
                  <a:close/>
                </a:path>
                <a:path w="9542780" h="6570345">
                  <a:moveTo>
                    <a:pt x="4671661" y="5564245"/>
                  </a:moveTo>
                  <a:lnTo>
                    <a:pt x="4652416" y="5564245"/>
                  </a:lnTo>
                  <a:lnTo>
                    <a:pt x="4643926" y="5570603"/>
                  </a:lnTo>
                  <a:lnTo>
                    <a:pt x="4643926" y="5589649"/>
                  </a:lnTo>
                  <a:lnTo>
                    <a:pt x="4650436" y="5598126"/>
                  </a:lnTo>
                  <a:lnTo>
                    <a:pt x="4669397" y="5598126"/>
                  </a:lnTo>
                  <a:lnTo>
                    <a:pt x="4677887" y="5589649"/>
                  </a:lnTo>
                  <a:lnTo>
                    <a:pt x="4677887" y="5572723"/>
                  </a:lnTo>
                  <a:lnTo>
                    <a:pt x="4671661" y="5564245"/>
                  </a:lnTo>
                  <a:close/>
                </a:path>
                <a:path w="9542780" h="6570345">
                  <a:moveTo>
                    <a:pt x="4671661" y="5608723"/>
                  </a:moveTo>
                  <a:lnTo>
                    <a:pt x="4652416" y="5608723"/>
                  </a:lnTo>
                  <a:lnTo>
                    <a:pt x="4643926" y="5615053"/>
                  </a:lnTo>
                  <a:lnTo>
                    <a:pt x="4643926" y="5634127"/>
                  </a:lnTo>
                  <a:lnTo>
                    <a:pt x="4650436" y="5642576"/>
                  </a:lnTo>
                  <a:lnTo>
                    <a:pt x="4669397" y="5642576"/>
                  </a:lnTo>
                  <a:lnTo>
                    <a:pt x="4677887" y="5634127"/>
                  </a:lnTo>
                  <a:lnTo>
                    <a:pt x="4677887" y="5617173"/>
                  </a:lnTo>
                  <a:lnTo>
                    <a:pt x="4671661" y="5608723"/>
                  </a:lnTo>
                  <a:close/>
                </a:path>
                <a:path w="9542780" h="6570345">
                  <a:moveTo>
                    <a:pt x="4671661" y="5653173"/>
                  </a:moveTo>
                  <a:lnTo>
                    <a:pt x="4652416" y="5653173"/>
                  </a:lnTo>
                  <a:lnTo>
                    <a:pt x="4643926" y="5659532"/>
                  </a:lnTo>
                  <a:lnTo>
                    <a:pt x="4643926" y="5678578"/>
                  </a:lnTo>
                  <a:lnTo>
                    <a:pt x="4650436" y="5687056"/>
                  </a:lnTo>
                  <a:lnTo>
                    <a:pt x="4660907" y="5687056"/>
                  </a:lnTo>
                  <a:lnTo>
                    <a:pt x="4669397" y="5684936"/>
                  </a:lnTo>
                  <a:lnTo>
                    <a:pt x="4677887" y="5678578"/>
                  </a:lnTo>
                  <a:lnTo>
                    <a:pt x="4677887" y="5661651"/>
                  </a:lnTo>
                  <a:lnTo>
                    <a:pt x="4671661" y="5653173"/>
                  </a:lnTo>
                  <a:close/>
                </a:path>
                <a:path w="9542780" h="6570345">
                  <a:moveTo>
                    <a:pt x="4671661" y="6138029"/>
                  </a:moveTo>
                  <a:lnTo>
                    <a:pt x="4652416" y="6138029"/>
                  </a:lnTo>
                  <a:lnTo>
                    <a:pt x="4643926" y="6144386"/>
                  </a:lnTo>
                  <a:lnTo>
                    <a:pt x="4643926" y="6163461"/>
                  </a:lnTo>
                  <a:lnTo>
                    <a:pt x="4650436" y="6171910"/>
                  </a:lnTo>
                  <a:lnTo>
                    <a:pt x="4669397" y="6171910"/>
                  </a:lnTo>
                  <a:lnTo>
                    <a:pt x="4677887" y="6163461"/>
                  </a:lnTo>
                  <a:lnTo>
                    <a:pt x="4677887" y="6146506"/>
                  </a:lnTo>
                  <a:lnTo>
                    <a:pt x="4671661" y="6138029"/>
                  </a:lnTo>
                  <a:close/>
                </a:path>
                <a:path w="9542780" h="6570345">
                  <a:moveTo>
                    <a:pt x="4671661" y="6182507"/>
                  </a:moveTo>
                  <a:lnTo>
                    <a:pt x="4652416" y="6182507"/>
                  </a:lnTo>
                  <a:lnTo>
                    <a:pt x="4643926" y="6188866"/>
                  </a:lnTo>
                  <a:lnTo>
                    <a:pt x="4643926" y="6210030"/>
                  </a:lnTo>
                  <a:lnTo>
                    <a:pt x="4650436" y="6216389"/>
                  </a:lnTo>
                  <a:lnTo>
                    <a:pt x="4669397" y="6216389"/>
                  </a:lnTo>
                  <a:lnTo>
                    <a:pt x="4677887" y="6207911"/>
                  </a:lnTo>
                  <a:lnTo>
                    <a:pt x="4677887" y="6190984"/>
                  </a:lnTo>
                  <a:lnTo>
                    <a:pt x="4671661" y="6182507"/>
                  </a:lnTo>
                  <a:close/>
                </a:path>
                <a:path w="9542780" h="6570345">
                  <a:moveTo>
                    <a:pt x="4671661" y="6226957"/>
                  </a:moveTo>
                  <a:lnTo>
                    <a:pt x="4652416" y="6226957"/>
                  </a:lnTo>
                  <a:lnTo>
                    <a:pt x="4643926" y="6233316"/>
                  </a:lnTo>
                  <a:lnTo>
                    <a:pt x="4643926" y="6254480"/>
                  </a:lnTo>
                  <a:lnTo>
                    <a:pt x="4650436" y="6260839"/>
                  </a:lnTo>
                  <a:lnTo>
                    <a:pt x="4669397" y="6260839"/>
                  </a:lnTo>
                  <a:lnTo>
                    <a:pt x="4677887" y="6252362"/>
                  </a:lnTo>
                  <a:lnTo>
                    <a:pt x="4677887" y="6235434"/>
                  </a:lnTo>
                  <a:lnTo>
                    <a:pt x="4671661" y="6226957"/>
                  </a:lnTo>
                  <a:close/>
                </a:path>
                <a:path w="9542780" h="6570345">
                  <a:moveTo>
                    <a:pt x="4671661" y="6402703"/>
                  </a:moveTo>
                  <a:lnTo>
                    <a:pt x="4652416" y="6402703"/>
                  </a:lnTo>
                  <a:lnTo>
                    <a:pt x="4643926" y="6409056"/>
                  </a:lnTo>
                  <a:lnTo>
                    <a:pt x="4643926" y="6430230"/>
                  </a:lnTo>
                  <a:lnTo>
                    <a:pt x="4650436" y="6436583"/>
                  </a:lnTo>
                  <a:lnTo>
                    <a:pt x="4669397" y="6436583"/>
                  </a:lnTo>
                  <a:lnTo>
                    <a:pt x="4677887" y="6428113"/>
                  </a:lnTo>
                  <a:lnTo>
                    <a:pt x="4677887" y="6411173"/>
                  </a:lnTo>
                  <a:lnTo>
                    <a:pt x="4671661" y="6402703"/>
                  </a:lnTo>
                  <a:close/>
                </a:path>
                <a:path w="9542780" h="6570345">
                  <a:moveTo>
                    <a:pt x="4671661" y="6447168"/>
                  </a:moveTo>
                  <a:lnTo>
                    <a:pt x="4652416" y="6447168"/>
                  </a:lnTo>
                  <a:lnTo>
                    <a:pt x="4643926" y="6453521"/>
                  </a:lnTo>
                  <a:lnTo>
                    <a:pt x="4643926" y="6474692"/>
                  </a:lnTo>
                  <a:lnTo>
                    <a:pt x="4650436" y="6481047"/>
                  </a:lnTo>
                  <a:lnTo>
                    <a:pt x="4669397" y="6481047"/>
                  </a:lnTo>
                  <a:lnTo>
                    <a:pt x="4677887" y="6472575"/>
                  </a:lnTo>
                  <a:lnTo>
                    <a:pt x="4677887" y="6455637"/>
                  </a:lnTo>
                  <a:lnTo>
                    <a:pt x="4671661" y="6447168"/>
                  </a:lnTo>
                  <a:close/>
                </a:path>
                <a:path w="9542780" h="6570345">
                  <a:moveTo>
                    <a:pt x="4671661" y="6491632"/>
                  </a:moveTo>
                  <a:lnTo>
                    <a:pt x="4652416" y="6491632"/>
                  </a:lnTo>
                  <a:lnTo>
                    <a:pt x="4643926" y="6497985"/>
                  </a:lnTo>
                  <a:lnTo>
                    <a:pt x="4643926" y="6519156"/>
                  </a:lnTo>
                  <a:lnTo>
                    <a:pt x="4650436" y="6525508"/>
                  </a:lnTo>
                  <a:lnTo>
                    <a:pt x="4669397" y="6525508"/>
                  </a:lnTo>
                  <a:lnTo>
                    <a:pt x="4677887" y="6517039"/>
                  </a:lnTo>
                  <a:lnTo>
                    <a:pt x="4677887" y="6500101"/>
                  </a:lnTo>
                  <a:lnTo>
                    <a:pt x="4671661" y="6491632"/>
                  </a:lnTo>
                  <a:close/>
                </a:path>
                <a:path w="9542780" h="6570345">
                  <a:moveTo>
                    <a:pt x="4626945" y="2119368"/>
                  </a:moveTo>
                  <a:lnTo>
                    <a:pt x="4607984" y="2119368"/>
                  </a:lnTo>
                  <a:lnTo>
                    <a:pt x="4599494" y="2125585"/>
                  </a:lnTo>
                  <a:lnTo>
                    <a:pt x="4599494" y="2144801"/>
                  </a:lnTo>
                  <a:lnTo>
                    <a:pt x="4605719" y="2153278"/>
                  </a:lnTo>
                  <a:lnTo>
                    <a:pt x="4624965" y="2153278"/>
                  </a:lnTo>
                  <a:lnTo>
                    <a:pt x="4633455" y="2144801"/>
                  </a:lnTo>
                  <a:lnTo>
                    <a:pt x="4633455" y="2127845"/>
                  </a:lnTo>
                  <a:lnTo>
                    <a:pt x="4626945" y="2119368"/>
                  </a:lnTo>
                  <a:close/>
                </a:path>
                <a:path w="9542780" h="6570345">
                  <a:moveTo>
                    <a:pt x="4626945" y="2163734"/>
                  </a:moveTo>
                  <a:lnTo>
                    <a:pt x="4607984" y="2163734"/>
                  </a:lnTo>
                  <a:lnTo>
                    <a:pt x="4599494" y="2170233"/>
                  </a:lnTo>
                  <a:lnTo>
                    <a:pt x="4599494" y="2189166"/>
                  </a:lnTo>
                  <a:lnTo>
                    <a:pt x="4605719" y="2197643"/>
                  </a:lnTo>
                  <a:lnTo>
                    <a:pt x="4624965" y="2197643"/>
                  </a:lnTo>
                  <a:lnTo>
                    <a:pt x="4633455" y="2189166"/>
                  </a:lnTo>
                  <a:lnTo>
                    <a:pt x="4633455" y="2172211"/>
                  </a:lnTo>
                  <a:lnTo>
                    <a:pt x="4626945" y="2163734"/>
                  </a:lnTo>
                  <a:close/>
                </a:path>
                <a:path w="9542780" h="6570345">
                  <a:moveTo>
                    <a:pt x="4626945" y="2208382"/>
                  </a:moveTo>
                  <a:lnTo>
                    <a:pt x="4607984" y="2208382"/>
                  </a:lnTo>
                  <a:lnTo>
                    <a:pt x="4599494" y="2214599"/>
                  </a:lnTo>
                  <a:lnTo>
                    <a:pt x="4599494" y="2233814"/>
                  </a:lnTo>
                  <a:lnTo>
                    <a:pt x="4605719" y="2242291"/>
                  </a:lnTo>
                  <a:lnTo>
                    <a:pt x="4616474" y="2242291"/>
                  </a:lnTo>
                  <a:lnTo>
                    <a:pt x="4624965" y="2240031"/>
                  </a:lnTo>
                  <a:lnTo>
                    <a:pt x="4633455" y="2233814"/>
                  </a:lnTo>
                  <a:lnTo>
                    <a:pt x="4633455" y="2216859"/>
                  </a:lnTo>
                  <a:lnTo>
                    <a:pt x="4626945" y="2208382"/>
                  </a:lnTo>
                  <a:close/>
                </a:path>
                <a:path w="9542780" h="6570345">
                  <a:moveTo>
                    <a:pt x="4626945" y="2252747"/>
                  </a:moveTo>
                  <a:lnTo>
                    <a:pt x="4607984" y="2252747"/>
                  </a:lnTo>
                  <a:lnTo>
                    <a:pt x="4599494" y="2259247"/>
                  </a:lnTo>
                  <a:lnTo>
                    <a:pt x="4599494" y="2280157"/>
                  </a:lnTo>
                  <a:lnTo>
                    <a:pt x="4605719" y="2286657"/>
                  </a:lnTo>
                  <a:lnTo>
                    <a:pt x="4616474" y="2286657"/>
                  </a:lnTo>
                  <a:lnTo>
                    <a:pt x="4624965" y="2284397"/>
                  </a:lnTo>
                  <a:lnTo>
                    <a:pt x="4633455" y="2278179"/>
                  </a:lnTo>
                  <a:lnTo>
                    <a:pt x="4633455" y="2261224"/>
                  </a:lnTo>
                  <a:lnTo>
                    <a:pt x="4626945" y="2252747"/>
                  </a:lnTo>
                  <a:close/>
                </a:path>
                <a:path w="9542780" h="6570345">
                  <a:moveTo>
                    <a:pt x="4626945" y="2295135"/>
                  </a:moveTo>
                  <a:lnTo>
                    <a:pt x="4607984" y="2295135"/>
                  </a:lnTo>
                  <a:lnTo>
                    <a:pt x="4599494" y="2301351"/>
                  </a:lnTo>
                  <a:lnTo>
                    <a:pt x="4599494" y="2322545"/>
                  </a:lnTo>
                  <a:lnTo>
                    <a:pt x="4605719" y="2329044"/>
                  </a:lnTo>
                  <a:lnTo>
                    <a:pt x="4624965" y="2329044"/>
                  </a:lnTo>
                  <a:lnTo>
                    <a:pt x="4633455" y="2322545"/>
                  </a:lnTo>
                  <a:lnTo>
                    <a:pt x="4633455" y="2303612"/>
                  </a:lnTo>
                  <a:lnTo>
                    <a:pt x="4626945" y="2295135"/>
                  </a:lnTo>
                  <a:close/>
                </a:path>
                <a:path w="9542780" h="6570345">
                  <a:moveTo>
                    <a:pt x="4626945" y="2339500"/>
                  </a:moveTo>
                  <a:lnTo>
                    <a:pt x="4607984" y="2339500"/>
                  </a:lnTo>
                  <a:lnTo>
                    <a:pt x="4599494" y="2345999"/>
                  </a:lnTo>
                  <a:lnTo>
                    <a:pt x="4599494" y="2367193"/>
                  </a:lnTo>
                  <a:lnTo>
                    <a:pt x="4605719" y="2373410"/>
                  </a:lnTo>
                  <a:lnTo>
                    <a:pt x="4624965" y="2373410"/>
                  </a:lnTo>
                  <a:lnTo>
                    <a:pt x="4633455" y="2367193"/>
                  </a:lnTo>
                  <a:lnTo>
                    <a:pt x="4633455" y="2347977"/>
                  </a:lnTo>
                  <a:lnTo>
                    <a:pt x="4626945" y="2339500"/>
                  </a:lnTo>
                  <a:close/>
                </a:path>
                <a:path w="9542780" h="6570345">
                  <a:moveTo>
                    <a:pt x="4626946" y="3885225"/>
                  </a:moveTo>
                  <a:lnTo>
                    <a:pt x="4607984" y="3885225"/>
                  </a:lnTo>
                  <a:lnTo>
                    <a:pt x="4599494" y="3891555"/>
                  </a:lnTo>
                  <a:lnTo>
                    <a:pt x="4599494" y="3910629"/>
                  </a:lnTo>
                  <a:lnTo>
                    <a:pt x="4605719" y="3919079"/>
                  </a:lnTo>
                  <a:lnTo>
                    <a:pt x="4624965" y="3919079"/>
                  </a:lnTo>
                  <a:lnTo>
                    <a:pt x="4633455" y="3912749"/>
                  </a:lnTo>
                  <a:lnTo>
                    <a:pt x="4633455" y="3893675"/>
                  </a:lnTo>
                  <a:lnTo>
                    <a:pt x="4626946" y="3885225"/>
                  </a:lnTo>
                  <a:close/>
                </a:path>
                <a:path w="9542780" h="6570345">
                  <a:moveTo>
                    <a:pt x="4626946" y="3929675"/>
                  </a:moveTo>
                  <a:lnTo>
                    <a:pt x="4607984" y="3929675"/>
                  </a:lnTo>
                  <a:lnTo>
                    <a:pt x="4599494" y="3936033"/>
                  </a:lnTo>
                  <a:lnTo>
                    <a:pt x="4599494" y="3955079"/>
                  </a:lnTo>
                  <a:lnTo>
                    <a:pt x="4605719" y="3963558"/>
                  </a:lnTo>
                  <a:lnTo>
                    <a:pt x="4624965" y="3963558"/>
                  </a:lnTo>
                  <a:lnTo>
                    <a:pt x="4633455" y="3955079"/>
                  </a:lnTo>
                  <a:lnTo>
                    <a:pt x="4633455" y="3938153"/>
                  </a:lnTo>
                  <a:lnTo>
                    <a:pt x="4626946" y="3929675"/>
                  </a:lnTo>
                  <a:close/>
                </a:path>
                <a:path w="9542780" h="6570345">
                  <a:moveTo>
                    <a:pt x="4626946" y="4636866"/>
                  </a:moveTo>
                  <a:lnTo>
                    <a:pt x="4607984" y="4636866"/>
                  </a:lnTo>
                  <a:lnTo>
                    <a:pt x="4599494" y="4643225"/>
                  </a:lnTo>
                  <a:lnTo>
                    <a:pt x="4599494" y="4662270"/>
                  </a:lnTo>
                  <a:lnTo>
                    <a:pt x="4605719" y="4670748"/>
                  </a:lnTo>
                  <a:lnTo>
                    <a:pt x="4624965" y="4670748"/>
                  </a:lnTo>
                  <a:lnTo>
                    <a:pt x="4633455" y="4662270"/>
                  </a:lnTo>
                  <a:lnTo>
                    <a:pt x="4633455" y="4645343"/>
                  </a:lnTo>
                  <a:lnTo>
                    <a:pt x="4626946" y="4636866"/>
                  </a:lnTo>
                  <a:close/>
                </a:path>
                <a:path w="9542780" h="6570345">
                  <a:moveTo>
                    <a:pt x="4626946" y="4681316"/>
                  </a:moveTo>
                  <a:lnTo>
                    <a:pt x="4607984" y="4681316"/>
                  </a:lnTo>
                  <a:lnTo>
                    <a:pt x="4599494" y="4687675"/>
                  </a:lnTo>
                  <a:lnTo>
                    <a:pt x="4599494" y="4706721"/>
                  </a:lnTo>
                  <a:lnTo>
                    <a:pt x="4605719" y="4715198"/>
                  </a:lnTo>
                  <a:lnTo>
                    <a:pt x="4616474" y="4715198"/>
                  </a:lnTo>
                  <a:lnTo>
                    <a:pt x="4624965" y="4713079"/>
                  </a:lnTo>
                  <a:lnTo>
                    <a:pt x="4633455" y="4706721"/>
                  </a:lnTo>
                  <a:lnTo>
                    <a:pt x="4633455" y="4689793"/>
                  </a:lnTo>
                  <a:lnTo>
                    <a:pt x="4626946" y="4681316"/>
                  </a:lnTo>
                  <a:close/>
                </a:path>
                <a:path w="9542780" h="6570345">
                  <a:moveTo>
                    <a:pt x="4626946" y="4725795"/>
                  </a:moveTo>
                  <a:lnTo>
                    <a:pt x="4607984" y="4725795"/>
                  </a:lnTo>
                  <a:lnTo>
                    <a:pt x="4599494" y="4732153"/>
                  </a:lnTo>
                  <a:lnTo>
                    <a:pt x="4599494" y="4753319"/>
                  </a:lnTo>
                  <a:lnTo>
                    <a:pt x="4605719" y="4759676"/>
                  </a:lnTo>
                  <a:lnTo>
                    <a:pt x="4616474" y="4759676"/>
                  </a:lnTo>
                  <a:lnTo>
                    <a:pt x="4624965" y="4757557"/>
                  </a:lnTo>
                  <a:lnTo>
                    <a:pt x="4633455" y="4751199"/>
                  </a:lnTo>
                  <a:lnTo>
                    <a:pt x="4633455" y="4734245"/>
                  </a:lnTo>
                  <a:lnTo>
                    <a:pt x="4626946" y="4725795"/>
                  </a:lnTo>
                  <a:close/>
                </a:path>
                <a:path w="9542780" h="6570345">
                  <a:moveTo>
                    <a:pt x="4626946" y="4768126"/>
                  </a:moveTo>
                  <a:lnTo>
                    <a:pt x="4607984" y="4768126"/>
                  </a:lnTo>
                  <a:lnTo>
                    <a:pt x="4599494" y="4774483"/>
                  </a:lnTo>
                  <a:lnTo>
                    <a:pt x="4599494" y="4795649"/>
                  </a:lnTo>
                  <a:lnTo>
                    <a:pt x="4605719" y="4802008"/>
                  </a:lnTo>
                  <a:lnTo>
                    <a:pt x="4624965" y="4802008"/>
                  </a:lnTo>
                  <a:lnTo>
                    <a:pt x="4633455" y="4795649"/>
                  </a:lnTo>
                  <a:lnTo>
                    <a:pt x="4633455" y="4776603"/>
                  </a:lnTo>
                  <a:lnTo>
                    <a:pt x="4626946" y="4768126"/>
                  </a:lnTo>
                  <a:close/>
                </a:path>
                <a:path w="9542780" h="6570345">
                  <a:moveTo>
                    <a:pt x="4626946" y="4812604"/>
                  </a:moveTo>
                  <a:lnTo>
                    <a:pt x="4607984" y="4812604"/>
                  </a:lnTo>
                  <a:lnTo>
                    <a:pt x="4599494" y="4818962"/>
                  </a:lnTo>
                  <a:lnTo>
                    <a:pt x="4599494" y="4838009"/>
                  </a:lnTo>
                  <a:lnTo>
                    <a:pt x="4605719" y="4846486"/>
                  </a:lnTo>
                  <a:lnTo>
                    <a:pt x="4624965" y="4846486"/>
                  </a:lnTo>
                  <a:lnTo>
                    <a:pt x="4633455" y="4840128"/>
                  </a:lnTo>
                  <a:lnTo>
                    <a:pt x="4633455" y="4821053"/>
                  </a:lnTo>
                  <a:lnTo>
                    <a:pt x="4626946" y="4812604"/>
                  </a:lnTo>
                  <a:close/>
                </a:path>
                <a:path w="9542780" h="6570345">
                  <a:moveTo>
                    <a:pt x="4626946" y="4857055"/>
                  </a:moveTo>
                  <a:lnTo>
                    <a:pt x="4607984" y="4857055"/>
                  </a:lnTo>
                  <a:lnTo>
                    <a:pt x="4599494" y="4863412"/>
                  </a:lnTo>
                  <a:lnTo>
                    <a:pt x="4599494" y="4882459"/>
                  </a:lnTo>
                  <a:lnTo>
                    <a:pt x="4605719" y="4890936"/>
                  </a:lnTo>
                  <a:lnTo>
                    <a:pt x="4624965" y="4890936"/>
                  </a:lnTo>
                  <a:lnTo>
                    <a:pt x="4633455" y="4882459"/>
                  </a:lnTo>
                  <a:lnTo>
                    <a:pt x="4633455" y="4865532"/>
                  </a:lnTo>
                  <a:lnTo>
                    <a:pt x="4626946" y="4857055"/>
                  </a:lnTo>
                  <a:close/>
                </a:path>
                <a:path w="9542780" h="6570345">
                  <a:moveTo>
                    <a:pt x="4626946" y="4901533"/>
                  </a:moveTo>
                  <a:lnTo>
                    <a:pt x="4607984" y="4901533"/>
                  </a:lnTo>
                  <a:lnTo>
                    <a:pt x="4599494" y="4907890"/>
                  </a:lnTo>
                  <a:lnTo>
                    <a:pt x="4599494" y="4926937"/>
                  </a:lnTo>
                  <a:lnTo>
                    <a:pt x="4605719" y="4935415"/>
                  </a:lnTo>
                  <a:lnTo>
                    <a:pt x="4624965" y="4935415"/>
                  </a:lnTo>
                  <a:lnTo>
                    <a:pt x="4633455" y="4926937"/>
                  </a:lnTo>
                  <a:lnTo>
                    <a:pt x="4633455" y="4909982"/>
                  </a:lnTo>
                  <a:lnTo>
                    <a:pt x="4626946" y="4901533"/>
                  </a:lnTo>
                  <a:close/>
                </a:path>
                <a:path w="9542780" h="6570345">
                  <a:moveTo>
                    <a:pt x="4626946" y="4945983"/>
                  </a:moveTo>
                  <a:lnTo>
                    <a:pt x="4607984" y="4945983"/>
                  </a:lnTo>
                  <a:lnTo>
                    <a:pt x="4599494" y="4952342"/>
                  </a:lnTo>
                  <a:lnTo>
                    <a:pt x="4599494" y="4971388"/>
                  </a:lnTo>
                  <a:lnTo>
                    <a:pt x="4605719" y="4979865"/>
                  </a:lnTo>
                  <a:lnTo>
                    <a:pt x="4624965" y="4979865"/>
                  </a:lnTo>
                  <a:lnTo>
                    <a:pt x="4633455" y="4971388"/>
                  </a:lnTo>
                  <a:lnTo>
                    <a:pt x="4633455" y="4954460"/>
                  </a:lnTo>
                  <a:lnTo>
                    <a:pt x="4626946" y="4945983"/>
                  </a:lnTo>
                  <a:close/>
                </a:path>
                <a:path w="9542780" h="6570345">
                  <a:moveTo>
                    <a:pt x="4626946" y="4990462"/>
                  </a:moveTo>
                  <a:lnTo>
                    <a:pt x="4607984" y="4990462"/>
                  </a:lnTo>
                  <a:lnTo>
                    <a:pt x="4599494" y="4996792"/>
                  </a:lnTo>
                  <a:lnTo>
                    <a:pt x="4599494" y="5015866"/>
                  </a:lnTo>
                  <a:lnTo>
                    <a:pt x="4605719" y="5024343"/>
                  </a:lnTo>
                  <a:lnTo>
                    <a:pt x="4624965" y="5024343"/>
                  </a:lnTo>
                  <a:lnTo>
                    <a:pt x="4633455" y="5015866"/>
                  </a:lnTo>
                  <a:lnTo>
                    <a:pt x="4633455" y="4998911"/>
                  </a:lnTo>
                  <a:lnTo>
                    <a:pt x="4626946" y="4990462"/>
                  </a:lnTo>
                  <a:close/>
                </a:path>
                <a:path w="9542780" h="6570345">
                  <a:moveTo>
                    <a:pt x="4626946" y="5034912"/>
                  </a:moveTo>
                  <a:lnTo>
                    <a:pt x="4607984" y="5034912"/>
                  </a:lnTo>
                  <a:lnTo>
                    <a:pt x="4599494" y="5041270"/>
                  </a:lnTo>
                  <a:lnTo>
                    <a:pt x="4599494" y="5060316"/>
                  </a:lnTo>
                  <a:lnTo>
                    <a:pt x="4605719" y="5068793"/>
                  </a:lnTo>
                  <a:lnTo>
                    <a:pt x="4616474" y="5068793"/>
                  </a:lnTo>
                  <a:lnTo>
                    <a:pt x="4624965" y="5066673"/>
                  </a:lnTo>
                  <a:lnTo>
                    <a:pt x="4633455" y="5060316"/>
                  </a:lnTo>
                  <a:lnTo>
                    <a:pt x="4633455" y="5043389"/>
                  </a:lnTo>
                  <a:lnTo>
                    <a:pt x="4626946" y="5034912"/>
                  </a:lnTo>
                  <a:close/>
                </a:path>
                <a:path w="9542780" h="6570345">
                  <a:moveTo>
                    <a:pt x="4626946" y="5077270"/>
                  </a:moveTo>
                  <a:lnTo>
                    <a:pt x="4607984" y="5077270"/>
                  </a:lnTo>
                  <a:lnTo>
                    <a:pt x="4599494" y="5083629"/>
                  </a:lnTo>
                  <a:lnTo>
                    <a:pt x="4599494" y="5102675"/>
                  </a:lnTo>
                  <a:lnTo>
                    <a:pt x="4605719" y="5111153"/>
                  </a:lnTo>
                  <a:lnTo>
                    <a:pt x="4624965" y="5111153"/>
                  </a:lnTo>
                  <a:lnTo>
                    <a:pt x="4633455" y="5104794"/>
                  </a:lnTo>
                  <a:lnTo>
                    <a:pt x="4633455" y="5085720"/>
                  </a:lnTo>
                  <a:lnTo>
                    <a:pt x="4626946" y="5077270"/>
                  </a:lnTo>
                  <a:close/>
                </a:path>
                <a:path w="9542780" h="6570345">
                  <a:moveTo>
                    <a:pt x="4626946" y="5121722"/>
                  </a:moveTo>
                  <a:lnTo>
                    <a:pt x="4607984" y="5121722"/>
                  </a:lnTo>
                  <a:lnTo>
                    <a:pt x="4599494" y="5128079"/>
                  </a:lnTo>
                  <a:lnTo>
                    <a:pt x="4599494" y="5147125"/>
                  </a:lnTo>
                  <a:lnTo>
                    <a:pt x="4605719" y="5155603"/>
                  </a:lnTo>
                  <a:lnTo>
                    <a:pt x="4624965" y="5155603"/>
                  </a:lnTo>
                  <a:lnTo>
                    <a:pt x="4633455" y="5149245"/>
                  </a:lnTo>
                  <a:lnTo>
                    <a:pt x="4633455" y="5130199"/>
                  </a:lnTo>
                  <a:lnTo>
                    <a:pt x="4626946" y="5121722"/>
                  </a:lnTo>
                  <a:close/>
                </a:path>
                <a:path w="9542780" h="6570345">
                  <a:moveTo>
                    <a:pt x="4626946" y="5166199"/>
                  </a:moveTo>
                  <a:lnTo>
                    <a:pt x="4607984" y="5166199"/>
                  </a:lnTo>
                  <a:lnTo>
                    <a:pt x="4599494" y="5172529"/>
                  </a:lnTo>
                  <a:lnTo>
                    <a:pt x="4599494" y="5191603"/>
                  </a:lnTo>
                  <a:lnTo>
                    <a:pt x="4605719" y="5200081"/>
                  </a:lnTo>
                  <a:lnTo>
                    <a:pt x="4624965" y="5200081"/>
                  </a:lnTo>
                  <a:lnTo>
                    <a:pt x="4633455" y="5191603"/>
                  </a:lnTo>
                  <a:lnTo>
                    <a:pt x="4633455" y="5174649"/>
                  </a:lnTo>
                  <a:lnTo>
                    <a:pt x="4626946" y="5166199"/>
                  </a:lnTo>
                  <a:close/>
                </a:path>
                <a:path w="9542780" h="6570345">
                  <a:moveTo>
                    <a:pt x="4626946" y="5210649"/>
                  </a:moveTo>
                  <a:lnTo>
                    <a:pt x="4607984" y="5210649"/>
                  </a:lnTo>
                  <a:lnTo>
                    <a:pt x="4599494" y="5217008"/>
                  </a:lnTo>
                  <a:lnTo>
                    <a:pt x="4599494" y="5236053"/>
                  </a:lnTo>
                  <a:lnTo>
                    <a:pt x="4605719" y="5244532"/>
                  </a:lnTo>
                  <a:lnTo>
                    <a:pt x="4624965" y="5244532"/>
                  </a:lnTo>
                  <a:lnTo>
                    <a:pt x="4633455" y="5236053"/>
                  </a:lnTo>
                  <a:lnTo>
                    <a:pt x="4633455" y="5219127"/>
                  </a:lnTo>
                  <a:lnTo>
                    <a:pt x="4626946" y="5210649"/>
                  </a:lnTo>
                  <a:close/>
                </a:path>
                <a:path w="9542780" h="6570345">
                  <a:moveTo>
                    <a:pt x="4626946" y="5255129"/>
                  </a:moveTo>
                  <a:lnTo>
                    <a:pt x="4607984" y="5255129"/>
                  </a:lnTo>
                  <a:lnTo>
                    <a:pt x="4599494" y="5261458"/>
                  </a:lnTo>
                  <a:lnTo>
                    <a:pt x="4599494" y="5282652"/>
                  </a:lnTo>
                  <a:lnTo>
                    <a:pt x="4605719" y="5288982"/>
                  </a:lnTo>
                  <a:lnTo>
                    <a:pt x="4624965" y="5288982"/>
                  </a:lnTo>
                  <a:lnTo>
                    <a:pt x="4633455" y="5280533"/>
                  </a:lnTo>
                  <a:lnTo>
                    <a:pt x="4633455" y="5263578"/>
                  </a:lnTo>
                  <a:lnTo>
                    <a:pt x="4626946" y="5255129"/>
                  </a:lnTo>
                  <a:close/>
                </a:path>
                <a:path w="9542780" h="6570345">
                  <a:moveTo>
                    <a:pt x="4626946" y="5299579"/>
                  </a:moveTo>
                  <a:lnTo>
                    <a:pt x="4607984" y="5299579"/>
                  </a:lnTo>
                  <a:lnTo>
                    <a:pt x="4599494" y="5305936"/>
                  </a:lnTo>
                  <a:lnTo>
                    <a:pt x="4599494" y="5327102"/>
                  </a:lnTo>
                  <a:lnTo>
                    <a:pt x="4605719" y="5333460"/>
                  </a:lnTo>
                  <a:lnTo>
                    <a:pt x="4624965" y="5333460"/>
                  </a:lnTo>
                  <a:lnTo>
                    <a:pt x="4633455" y="5324983"/>
                  </a:lnTo>
                  <a:lnTo>
                    <a:pt x="4633455" y="5308056"/>
                  </a:lnTo>
                  <a:lnTo>
                    <a:pt x="4626946" y="5299579"/>
                  </a:lnTo>
                  <a:close/>
                </a:path>
                <a:path w="9542780" h="6570345">
                  <a:moveTo>
                    <a:pt x="4626946" y="5344057"/>
                  </a:moveTo>
                  <a:lnTo>
                    <a:pt x="4607984" y="5344057"/>
                  </a:lnTo>
                  <a:lnTo>
                    <a:pt x="4599494" y="5350386"/>
                  </a:lnTo>
                  <a:lnTo>
                    <a:pt x="4599494" y="5369460"/>
                  </a:lnTo>
                  <a:lnTo>
                    <a:pt x="4605719" y="5377910"/>
                  </a:lnTo>
                  <a:lnTo>
                    <a:pt x="4616474" y="5377910"/>
                  </a:lnTo>
                  <a:lnTo>
                    <a:pt x="4624965" y="5375791"/>
                  </a:lnTo>
                  <a:lnTo>
                    <a:pt x="4633455" y="5369460"/>
                  </a:lnTo>
                  <a:lnTo>
                    <a:pt x="4633455" y="5352506"/>
                  </a:lnTo>
                  <a:lnTo>
                    <a:pt x="4626946" y="5344057"/>
                  </a:lnTo>
                  <a:close/>
                </a:path>
                <a:path w="9542780" h="6570345">
                  <a:moveTo>
                    <a:pt x="4626946" y="5386388"/>
                  </a:moveTo>
                  <a:lnTo>
                    <a:pt x="4607984" y="5386388"/>
                  </a:lnTo>
                  <a:lnTo>
                    <a:pt x="4599494" y="5392746"/>
                  </a:lnTo>
                  <a:lnTo>
                    <a:pt x="4599494" y="5411792"/>
                  </a:lnTo>
                  <a:lnTo>
                    <a:pt x="4605719" y="5420269"/>
                  </a:lnTo>
                  <a:lnTo>
                    <a:pt x="4624965" y="5420269"/>
                  </a:lnTo>
                  <a:lnTo>
                    <a:pt x="4633455" y="5413912"/>
                  </a:lnTo>
                  <a:lnTo>
                    <a:pt x="4633455" y="5394866"/>
                  </a:lnTo>
                  <a:lnTo>
                    <a:pt x="4626946" y="5386388"/>
                  </a:lnTo>
                  <a:close/>
                </a:path>
                <a:path w="9542780" h="6570345">
                  <a:moveTo>
                    <a:pt x="4626946" y="5430866"/>
                  </a:moveTo>
                  <a:lnTo>
                    <a:pt x="4607984" y="5430866"/>
                  </a:lnTo>
                  <a:lnTo>
                    <a:pt x="4599494" y="5437196"/>
                  </a:lnTo>
                  <a:lnTo>
                    <a:pt x="4599494" y="5458390"/>
                  </a:lnTo>
                  <a:lnTo>
                    <a:pt x="4605719" y="5464719"/>
                  </a:lnTo>
                  <a:lnTo>
                    <a:pt x="4624965" y="5464719"/>
                  </a:lnTo>
                  <a:lnTo>
                    <a:pt x="4633455" y="5458390"/>
                  </a:lnTo>
                  <a:lnTo>
                    <a:pt x="4633455" y="5439316"/>
                  </a:lnTo>
                  <a:lnTo>
                    <a:pt x="4626946" y="5430866"/>
                  </a:lnTo>
                  <a:close/>
                </a:path>
                <a:path w="9542780" h="6570345">
                  <a:moveTo>
                    <a:pt x="4626946" y="5475316"/>
                  </a:moveTo>
                  <a:lnTo>
                    <a:pt x="4607984" y="5475316"/>
                  </a:lnTo>
                  <a:lnTo>
                    <a:pt x="4599494" y="5481674"/>
                  </a:lnTo>
                  <a:lnTo>
                    <a:pt x="4599494" y="5502840"/>
                  </a:lnTo>
                  <a:lnTo>
                    <a:pt x="4605719" y="5509199"/>
                  </a:lnTo>
                  <a:lnTo>
                    <a:pt x="4624965" y="5509199"/>
                  </a:lnTo>
                  <a:lnTo>
                    <a:pt x="4633455" y="5500720"/>
                  </a:lnTo>
                  <a:lnTo>
                    <a:pt x="4633455" y="5483793"/>
                  </a:lnTo>
                  <a:lnTo>
                    <a:pt x="4626946" y="5475316"/>
                  </a:lnTo>
                  <a:close/>
                </a:path>
                <a:path w="9542780" h="6570345">
                  <a:moveTo>
                    <a:pt x="4626946" y="5519795"/>
                  </a:moveTo>
                  <a:lnTo>
                    <a:pt x="4607984" y="5519795"/>
                  </a:lnTo>
                  <a:lnTo>
                    <a:pt x="4599494" y="5526125"/>
                  </a:lnTo>
                  <a:lnTo>
                    <a:pt x="4599494" y="5545199"/>
                  </a:lnTo>
                  <a:lnTo>
                    <a:pt x="4605719" y="5553649"/>
                  </a:lnTo>
                  <a:lnTo>
                    <a:pt x="4624965" y="5553649"/>
                  </a:lnTo>
                  <a:lnTo>
                    <a:pt x="4633455" y="5545199"/>
                  </a:lnTo>
                  <a:lnTo>
                    <a:pt x="4633455" y="5528243"/>
                  </a:lnTo>
                  <a:lnTo>
                    <a:pt x="4626946" y="5519795"/>
                  </a:lnTo>
                  <a:close/>
                </a:path>
                <a:path w="9542780" h="6570345">
                  <a:moveTo>
                    <a:pt x="4626946" y="5564245"/>
                  </a:moveTo>
                  <a:lnTo>
                    <a:pt x="4607984" y="5564245"/>
                  </a:lnTo>
                  <a:lnTo>
                    <a:pt x="4599494" y="5570603"/>
                  </a:lnTo>
                  <a:lnTo>
                    <a:pt x="4599494" y="5589649"/>
                  </a:lnTo>
                  <a:lnTo>
                    <a:pt x="4605719" y="5598126"/>
                  </a:lnTo>
                  <a:lnTo>
                    <a:pt x="4624965" y="5598126"/>
                  </a:lnTo>
                  <a:lnTo>
                    <a:pt x="4633455" y="5589649"/>
                  </a:lnTo>
                  <a:lnTo>
                    <a:pt x="4633455" y="5572723"/>
                  </a:lnTo>
                  <a:lnTo>
                    <a:pt x="4626946" y="5564245"/>
                  </a:lnTo>
                  <a:close/>
                </a:path>
                <a:path w="9542780" h="6570345">
                  <a:moveTo>
                    <a:pt x="4626946" y="5608723"/>
                  </a:moveTo>
                  <a:lnTo>
                    <a:pt x="4607984" y="5608723"/>
                  </a:lnTo>
                  <a:lnTo>
                    <a:pt x="4599494" y="5615053"/>
                  </a:lnTo>
                  <a:lnTo>
                    <a:pt x="4599494" y="5634127"/>
                  </a:lnTo>
                  <a:lnTo>
                    <a:pt x="4605719" y="5642576"/>
                  </a:lnTo>
                  <a:lnTo>
                    <a:pt x="4624965" y="5642576"/>
                  </a:lnTo>
                  <a:lnTo>
                    <a:pt x="4633455" y="5634127"/>
                  </a:lnTo>
                  <a:lnTo>
                    <a:pt x="4633455" y="5617173"/>
                  </a:lnTo>
                  <a:lnTo>
                    <a:pt x="4626946" y="5608723"/>
                  </a:lnTo>
                  <a:close/>
                </a:path>
                <a:path w="9542780" h="6570345">
                  <a:moveTo>
                    <a:pt x="4626946" y="5653173"/>
                  </a:moveTo>
                  <a:lnTo>
                    <a:pt x="4607984" y="5653173"/>
                  </a:lnTo>
                  <a:lnTo>
                    <a:pt x="4599494" y="5659532"/>
                  </a:lnTo>
                  <a:lnTo>
                    <a:pt x="4599494" y="5678578"/>
                  </a:lnTo>
                  <a:lnTo>
                    <a:pt x="4605719" y="5687056"/>
                  </a:lnTo>
                  <a:lnTo>
                    <a:pt x="4616474" y="5687056"/>
                  </a:lnTo>
                  <a:lnTo>
                    <a:pt x="4624965" y="5684936"/>
                  </a:lnTo>
                  <a:lnTo>
                    <a:pt x="4633455" y="5678578"/>
                  </a:lnTo>
                  <a:lnTo>
                    <a:pt x="4633455" y="5661651"/>
                  </a:lnTo>
                  <a:lnTo>
                    <a:pt x="4626946" y="5653173"/>
                  </a:lnTo>
                  <a:close/>
                </a:path>
                <a:path w="9542780" h="6570345">
                  <a:moveTo>
                    <a:pt x="4626946" y="5695533"/>
                  </a:moveTo>
                  <a:lnTo>
                    <a:pt x="4607984" y="5695533"/>
                  </a:lnTo>
                  <a:lnTo>
                    <a:pt x="4599494" y="5701863"/>
                  </a:lnTo>
                  <a:lnTo>
                    <a:pt x="4599494" y="5720937"/>
                  </a:lnTo>
                  <a:lnTo>
                    <a:pt x="4605719" y="5729386"/>
                  </a:lnTo>
                  <a:lnTo>
                    <a:pt x="4624965" y="5729386"/>
                  </a:lnTo>
                  <a:lnTo>
                    <a:pt x="4633455" y="5723056"/>
                  </a:lnTo>
                  <a:lnTo>
                    <a:pt x="4633455" y="5703982"/>
                  </a:lnTo>
                  <a:lnTo>
                    <a:pt x="4626946" y="5695533"/>
                  </a:lnTo>
                  <a:close/>
                </a:path>
                <a:path w="9542780" h="6570345">
                  <a:moveTo>
                    <a:pt x="4626946" y="5739983"/>
                  </a:moveTo>
                  <a:lnTo>
                    <a:pt x="4607984" y="5739983"/>
                  </a:lnTo>
                  <a:lnTo>
                    <a:pt x="4599494" y="5746341"/>
                  </a:lnTo>
                  <a:lnTo>
                    <a:pt x="4599494" y="5765387"/>
                  </a:lnTo>
                  <a:lnTo>
                    <a:pt x="4605719" y="5773864"/>
                  </a:lnTo>
                  <a:lnTo>
                    <a:pt x="4624965" y="5773864"/>
                  </a:lnTo>
                  <a:lnTo>
                    <a:pt x="4633455" y="5767506"/>
                  </a:lnTo>
                  <a:lnTo>
                    <a:pt x="4633455" y="5748460"/>
                  </a:lnTo>
                  <a:lnTo>
                    <a:pt x="4626946" y="5739983"/>
                  </a:lnTo>
                  <a:close/>
                </a:path>
                <a:path w="9542780" h="6570345">
                  <a:moveTo>
                    <a:pt x="4626946" y="6138029"/>
                  </a:moveTo>
                  <a:lnTo>
                    <a:pt x="4607984" y="6138029"/>
                  </a:lnTo>
                  <a:lnTo>
                    <a:pt x="4599494" y="6144386"/>
                  </a:lnTo>
                  <a:lnTo>
                    <a:pt x="4599494" y="6163461"/>
                  </a:lnTo>
                  <a:lnTo>
                    <a:pt x="4605719" y="6171910"/>
                  </a:lnTo>
                  <a:lnTo>
                    <a:pt x="4624965" y="6171910"/>
                  </a:lnTo>
                  <a:lnTo>
                    <a:pt x="4633455" y="6163461"/>
                  </a:lnTo>
                  <a:lnTo>
                    <a:pt x="4633455" y="6146506"/>
                  </a:lnTo>
                  <a:lnTo>
                    <a:pt x="4626946" y="6138029"/>
                  </a:lnTo>
                  <a:close/>
                </a:path>
                <a:path w="9542780" h="6570345">
                  <a:moveTo>
                    <a:pt x="4626946" y="6182507"/>
                  </a:moveTo>
                  <a:lnTo>
                    <a:pt x="4607984" y="6182507"/>
                  </a:lnTo>
                  <a:lnTo>
                    <a:pt x="4599494" y="6188866"/>
                  </a:lnTo>
                  <a:lnTo>
                    <a:pt x="4599494" y="6210030"/>
                  </a:lnTo>
                  <a:lnTo>
                    <a:pt x="4605719" y="6216389"/>
                  </a:lnTo>
                  <a:lnTo>
                    <a:pt x="4624965" y="6216389"/>
                  </a:lnTo>
                  <a:lnTo>
                    <a:pt x="4633455" y="6207911"/>
                  </a:lnTo>
                  <a:lnTo>
                    <a:pt x="4633455" y="6190984"/>
                  </a:lnTo>
                  <a:lnTo>
                    <a:pt x="4626946" y="6182507"/>
                  </a:lnTo>
                  <a:close/>
                </a:path>
                <a:path w="9542780" h="6570345">
                  <a:moveTo>
                    <a:pt x="4626946" y="6226957"/>
                  </a:moveTo>
                  <a:lnTo>
                    <a:pt x="4607984" y="6226957"/>
                  </a:lnTo>
                  <a:lnTo>
                    <a:pt x="4599494" y="6233316"/>
                  </a:lnTo>
                  <a:lnTo>
                    <a:pt x="4599494" y="6254480"/>
                  </a:lnTo>
                  <a:lnTo>
                    <a:pt x="4605719" y="6260839"/>
                  </a:lnTo>
                  <a:lnTo>
                    <a:pt x="4624965" y="6260839"/>
                  </a:lnTo>
                  <a:lnTo>
                    <a:pt x="4633455" y="6252362"/>
                  </a:lnTo>
                  <a:lnTo>
                    <a:pt x="4633455" y="6235434"/>
                  </a:lnTo>
                  <a:lnTo>
                    <a:pt x="4626946" y="6226957"/>
                  </a:lnTo>
                  <a:close/>
                </a:path>
                <a:path w="9542780" h="6570345">
                  <a:moveTo>
                    <a:pt x="4626946" y="6358239"/>
                  </a:moveTo>
                  <a:lnTo>
                    <a:pt x="4607984" y="6358239"/>
                  </a:lnTo>
                  <a:lnTo>
                    <a:pt x="4599494" y="6364592"/>
                  </a:lnTo>
                  <a:lnTo>
                    <a:pt x="4599494" y="6385765"/>
                  </a:lnTo>
                  <a:lnTo>
                    <a:pt x="4605719" y="6392118"/>
                  </a:lnTo>
                  <a:lnTo>
                    <a:pt x="4624965" y="6392118"/>
                  </a:lnTo>
                  <a:lnTo>
                    <a:pt x="4633455" y="6385765"/>
                  </a:lnTo>
                  <a:lnTo>
                    <a:pt x="4633455" y="6366711"/>
                  </a:lnTo>
                  <a:lnTo>
                    <a:pt x="4626946" y="6358239"/>
                  </a:lnTo>
                  <a:close/>
                </a:path>
                <a:path w="9542780" h="6570345">
                  <a:moveTo>
                    <a:pt x="4626946" y="6402703"/>
                  </a:moveTo>
                  <a:lnTo>
                    <a:pt x="4607984" y="6402703"/>
                  </a:lnTo>
                  <a:lnTo>
                    <a:pt x="4599494" y="6409056"/>
                  </a:lnTo>
                  <a:lnTo>
                    <a:pt x="4599494" y="6430230"/>
                  </a:lnTo>
                  <a:lnTo>
                    <a:pt x="4605719" y="6436583"/>
                  </a:lnTo>
                  <a:lnTo>
                    <a:pt x="4624965" y="6436583"/>
                  </a:lnTo>
                  <a:lnTo>
                    <a:pt x="4633455" y="6428113"/>
                  </a:lnTo>
                  <a:lnTo>
                    <a:pt x="4633455" y="6411173"/>
                  </a:lnTo>
                  <a:lnTo>
                    <a:pt x="4626946" y="6402703"/>
                  </a:lnTo>
                  <a:close/>
                </a:path>
                <a:path w="9542780" h="6570345">
                  <a:moveTo>
                    <a:pt x="4626946" y="6447168"/>
                  </a:moveTo>
                  <a:lnTo>
                    <a:pt x="4607984" y="6447168"/>
                  </a:lnTo>
                  <a:lnTo>
                    <a:pt x="4599494" y="6453521"/>
                  </a:lnTo>
                  <a:lnTo>
                    <a:pt x="4599494" y="6474692"/>
                  </a:lnTo>
                  <a:lnTo>
                    <a:pt x="4605719" y="6481047"/>
                  </a:lnTo>
                  <a:lnTo>
                    <a:pt x="4624965" y="6481047"/>
                  </a:lnTo>
                  <a:lnTo>
                    <a:pt x="4633455" y="6472575"/>
                  </a:lnTo>
                  <a:lnTo>
                    <a:pt x="4633455" y="6455637"/>
                  </a:lnTo>
                  <a:lnTo>
                    <a:pt x="4626946" y="6447168"/>
                  </a:lnTo>
                  <a:close/>
                </a:path>
                <a:path w="9542780" h="6570345">
                  <a:moveTo>
                    <a:pt x="4582513" y="2075003"/>
                  </a:moveTo>
                  <a:lnTo>
                    <a:pt x="4563268" y="2075003"/>
                  </a:lnTo>
                  <a:lnTo>
                    <a:pt x="4554777" y="2081220"/>
                  </a:lnTo>
                  <a:lnTo>
                    <a:pt x="4554777" y="2102413"/>
                  </a:lnTo>
                  <a:lnTo>
                    <a:pt x="4561287" y="2108912"/>
                  </a:lnTo>
                  <a:lnTo>
                    <a:pt x="4580248" y="2108912"/>
                  </a:lnTo>
                  <a:lnTo>
                    <a:pt x="4588739" y="2100435"/>
                  </a:lnTo>
                  <a:lnTo>
                    <a:pt x="4588739" y="2083480"/>
                  </a:lnTo>
                  <a:lnTo>
                    <a:pt x="4582513" y="2075003"/>
                  </a:lnTo>
                  <a:close/>
                </a:path>
                <a:path w="9542780" h="6570345">
                  <a:moveTo>
                    <a:pt x="4582513" y="2119368"/>
                  </a:moveTo>
                  <a:lnTo>
                    <a:pt x="4563268" y="2119368"/>
                  </a:lnTo>
                  <a:lnTo>
                    <a:pt x="4554777" y="2125585"/>
                  </a:lnTo>
                  <a:lnTo>
                    <a:pt x="4554777" y="2144801"/>
                  </a:lnTo>
                  <a:lnTo>
                    <a:pt x="4561287" y="2153278"/>
                  </a:lnTo>
                  <a:lnTo>
                    <a:pt x="4580248" y="2153278"/>
                  </a:lnTo>
                  <a:lnTo>
                    <a:pt x="4588739" y="2144801"/>
                  </a:lnTo>
                  <a:lnTo>
                    <a:pt x="4588739" y="2127845"/>
                  </a:lnTo>
                  <a:lnTo>
                    <a:pt x="4582513" y="2119368"/>
                  </a:lnTo>
                  <a:close/>
                </a:path>
                <a:path w="9542780" h="6570345">
                  <a:moveTo>
                    <a:pt x="4582513" y="2163734"/>
                  </a:moveTo>
                  <a:lnTo>
                    <a:pt x="4563268" y="2163734"/>
                  </a:lnTo>
                  <a:lnTo>
                    <a:pt x="4554777" y="2170233"/>
                  </a:lnTo>
                  <a:lnTo>
                    <a:pt x="4554777" y="2189166"/>
                  </a:lnTo>
                  <a:lnTo>
                    <a:pt x="4561287" y="2197643"/>
                  </a:lnTo>
                  <a:lnTo>
                    <a:pt x="4580248" y="2197643"/>
                  </a:lnTo>
                  <a:lnTo>
                    <a:pt x="4588739" y="2189166"/>
                  </a:lnTo>
                  <a:lnTo>
                    <a:pt x="4588739" y="2172211"/>
                  </a:lnTo>
                  <a:lnTo>
                    <a:pt x="4582513" y="2163734"/>
                  </a:lnTo>
                  <a:close/>
                </a:path>
                <a:path w="9542780" h="6570345">
                  <a:moveTo>
                    <a:pt x="4582513" y="3929675"/>
                  </a:moveTo>
                  <a:lnTo>
                    <a:pt x="4563268" y="3929675"/>
                  </a:lnTo>
                  <a:lnTo>
                    <a:pt x="4554778" y="3936033"/>
                  </a:lnTo>
                  <a:lnTo>
                    <a:pt x="4554778" y="3955079"/>
                  </a:lnTo>
                  <a:lnTo>
                    <a:pt x="4561287" y="3963558"/>
                  </a:lnTo>
                  <a:lnTo>
                    <a:pt x="4580248" y="3963558"/>
                  </a:lnTo>
                  <a:lnTo>
                    <a:pt x="4588739" y="3955079"/>
                  </a:lnTo>
                  <a:lnTo>
                    <a:pt x="4588739" y="3938153"/>
                  </a:lnTo>
                  <a:lnTo>
                    <a:pt x="4582513" y="3929675"/>
                  </a:lnTo>
                  <a:close/>
                </a:path>
                <a:path w="9542780" h="6570345">
                  <a:moveTo>
                    <a:pt x="4582513" y="4725795"/>
                  </a:moveTo>
                  <a:lnTo>
                    <a:pt x="4563268" y="4725795"/>
                  </a:lnTo>
                  <a:lnTo>
                    <a:pt x="4554778" y="4732153"/>
                  </a:lnTo>
                  <a:lnTo>
                    <a:pt x="4554778" y="4753319"/>
                  </a:lnTo>
                  <a:lnTo>
                    <a:pt x="4561287" y="4759676"/>
                  </a:lnTo>
                  <a:lnTo>
                    <a:pt x="4571758" y="4759676"/>
                  </a:lnTo>
                  <a:lnTo>
                    <a:pt x="4580248" y="4757557"/>
                  </a:lnTo>
                  <a:lnTo>
                    <a:pt x="4588739" y="4751199"/>
                  </a:lnTo>
                  <a:lnTo>
                    <a:pt x="4588739" y="4734245"/>
                  </a:lnTo>
                  <a:lnTo>
                    <a:pt x="4582513" y="4725795"/>
                  </a:lnTo>
                  <a:close/>
                </a:path>
                <a:path w="9542780" h="6570345">
                  <a:moveTo>
                    <a:pt x="4582513" y="4768126"/>
                  </a:moveTo>
                  <a:lnTo>
                    <a:pt x="4563268" y="4768126"/>
                  </a:lnTo>
                  <a:lnTo>
                    <a:pt x="4554778" y="4774483"/>
                  </a:lnTo>
                  <a:lnTo>
                    <a:pt x="4554778" y="4795649"/>
                  </a:lnTo>
                  <a:lnTo>
                    <a:pt x="4561287" y="4802008"/>
                  </a:lnTo>
                  <a:lnTo>
                    <a:pt x="4580248" y="4802008"/>
                  </a:lnTo>
                  <a:lnTo>
                    <a:pt x="4588739" y="4795649"/>
                  </a:lnTo>
                  <a:lnTo>
                    <a:pt x="4588739" y="4776603"/>
                  </a:lnTo>
                  <a:lnTo>
                    <a:pt x="4582513" y="4768126"/>
                  </a:lnTo>
                  <a:close/>
                </a:path>
                <a:path w="9542780" h="6570345">
                  <a:moveTo>
                    <a:pt x="4582513" y="4812604"/>
                  </a:moveTo>
                  <a:lnTo>
                    <a:pt x="4563268" y="4812604"/>
                  </a:lnTo>
                  <a:lnTo>
                    <a:pt x="4554778" y="4818962"/>
                  </a:lnTo>
                  <a:lnTo>
                    <a:pt x="4554778" y="4838009"/>
                  </a:lnTo>
                  <a:lnTo>
                    <a:pt x="4561287" y="4846486"/>
                  </a:lnTo>
                  <a:lnTo>
                    <a:pt x="4580248" y="4846486"/>
                  </a:lnTo>
                  <a:lnTo>
                    <a:pt x="4588739" y="4840128"/>
                  </a:lnTo>
                  <a:lnTo>
                    <a:pt x="4588739" y="4821053"/>
                  </a:lnTo>
                  <a:lnTo>
                    <a:pt x="4582513" y="4812604"/>
                  </a:lnTo>
                  <a:close/>
                </a:path>
                <a:path w="9542780" h="6570345">
                  <a:moveTo>
                    <a:pt x="4582513" y="4857055"/>
                  </a:moveTo>
                  <a:lnTo>
                    <a:pt x="4563268" y="4857055"/>
                  </a:lnTo>
                  <a:lnTo>
                    <a:pt x="4554778" y="4863412"/>
                  </a:lnTo>
                  <a:lnTo>
                    <a:pt x="4554778" y="4882459"/>
                  </a:lnTo>
                  <a:lnTo>
                    <a:pt x="4561287" y="4890936"/>
                  </a:lnTo>
                  <a:lnTo>
                    <a:pt x="4580248" y="4890936"/>
                  </a:lnTo>
                  <a:lnTo>
                    <a:pt x="4588739" y="4882459"/>
                  </a:lnTo>
                  <a:lnTo>
                    <a:pt x="4588739" y="4865532"/>
                  </a:lnTo>
                  <a:lnTo>
                    <a:pt x="4582513" y="4857055"/>
                  </a:lnTo>
                  <a:close/>
                </a:path>
                <a:path w="9542780" h="6570345">
                  <a:moveTo>
                    <a:pt x="4582513" y="4901533"/>
                  </a:moveTo>
                  <a:lnTo>
                    <a:pt x="4563268" y="4901533"/>
                  </a:lnTo>
                  <a:lnTo>
                    <a:pt x="4554778" y="4907890"/>
                  </a:lnTo>
                  <a:lnTo>
                    <a:pt x="4554778" y="4926937"/>
                  </a:lnTo>
                  <a:lnTo>
                    <a:pt x="4561287" y="4935415"/>
                  </a:lnTo>
                  <a:lnTo>
                    <a:pt x="4580248" y="4935415"/>
                  </a:lnTo>
                  <a:lnTo>
                    <a:pt x="4588739" y="4926937"/>
                  </a:lnTo>
                  <a:lnTo>
                    <a:pt x="4588739" y="4909982"/>
                  </a:lnTo>
                  <a:lnTo>
                    <a:pt x="4582513" y="4901533"/>
                  </a:lnTo>
                  <a:close/>
                </a:path>
                <a:path w="9542780" h="6570345">
                  <a:moveTo>
                    <a:pt x="4582513" y="4945983"/>
                  </a:moveTo>
                  <a:lnTo>
                    <a:pt x="4563268" y="4945983"/>
                  </a:lnTo>
                  <a:lnTo>
                    <a:pt x="4554778" y="4952342"/>
                  </a:lnTo>
                  <a:lnTo>
                    <a:pt x="4554778" y="4971388"/>
                  </a:lnTo>
                  <a:lnTo>
                    <a:pt x="4561287" y="4979865"/>
                  </a:lnTo>
                  <a:lnTo>
                    <a:pt x="4580248" y="4979865"/>
                  </a:lnTo>
                  <a:lnTo>
                    <a:pt x="4588739" y="4971388"/>
                  </a:lnTo>
                  <a:lnTo>
                    <a:pt x="4588739" y="4954460"/>
                  </a:lnTo>
                  <a:lnTo>
                    <a:pt x="4582513" y="4945983"/>
                  </a:lnTo>
                  <a:close/>
                </a:path>
                <a:path w="9542780" h="6570345">
                  <a:moveTo>
                    <a:pt x="4582513" y="4990462"/>
                  </a:moveTo>
                  <a:lnTo>
                    <a:pt x="4563268" y="4990462"/>
                  </a:lnTo>
                  <a:lnTo>
                    <a:pt x="4554778" y="4996792"/>
                  </a:lnTo>
                  <a:lnTo>
                    <a:pt x="4554778" y="5015866"/>
                  </a:lnTo>
                  <a:lnTo>
                    <a:pt x="4561287" y="5024343"/>
                  </a:lnTo>
                  <a:lnTo>
                    <a:pt x="4580248" y="5024343"/>
                  </a:lnTo>
                  <a:lnTo>
                    <a:pt x="4588739" y="5015866"/>
                  </a:lnTo>
                  <a:lnTo>
                    <a:pt x="4588739" y="4998911"/>
                  </a:lnTo>
                  <a:lnTo>
                    <a:pt x="4582513" y="4990462"/>
                  </a:lnTo>
                  <a:close/>
                </a:path>
                <a:path w="9542780" h="6570345">
                  <a:moveTo>
                    <a:pt x="4582513" y="5034912"/>
                  </a:moveTo>
                  <a:lnTo>
                    <a:pt x="4563268" y="5034912"/>
                  </a:lnTo>
                  <a:lnTo>
                    <a:pt x="4554778" y="5041270"/>
                  </a:lnTo>
                  <a:lnTo>
                    <a:pt x="4554778" y="5060316"/>
                  </a:lnTo>
                  <a:lnTo>
                    <a:pt x="4561287" y="5068793"/>
                  </a:lnTo>
                  <a:lnTo>
                    <a:pt x="4571758" y="5068793"/>
                  </a:lnTo>
                  <a:lnTo>
                    <a:pt x="4580248" y="5066673"/>
                  </a:lnTo>
                  <a:lnTo>
                    <a:pt x="4588739" y="5060316"/>
                  </a:lnTo>
                  <a:lnTo>
                    <a:pt x="4588739" y="5043389"/>
                  </a:lnTo>
                  <a:lnTo>
                    <a:pt x="4582513" y="5034912"/>
                  </a:lnTo>
                  <a:close/>
                </a:path>
                <a:path w="9542780" h="6570345">
                  <a:moveTo>
                    <a:pt x="4582513" y="5077270"/>
                  </a:moveTo>
                  <a:lnTo>
                    <a:pt x="4563268" y="5077270"/>
                  </a:lnTo>
                  <a:lnTo>
                    <a:pt x="4554778" y="5083629"/>
                  </a:lnTo>
                  <a:lnTo>
                    <a:pt x="4554778" y="5102675"/>
                  </a:lnTo>
                  <a:lnTo>
                    <a:pt x="4561287" y="5111153"/>
                  </a:lnTo>
                  <a:lnTo>
                    <a:pt x="4580248" y="5111153"/>
                  </a:lnTo>
                  <a:lnTo>
                    <a:pt x="4588739" y="5104794"/>
                  </a:lnTo>
                  <a:lnTo>
                    <a:pt x="4588739" y="5085720"/>
                  </a:lnTo>
                  <a:lnTo>
                    <a:pt x="4582513" y="5077270"/>
                  </a:lnTo>
                  <a:close/>
                </a:path>
                <a:path w="9542780" h="6570345">
                  <a:moveTo>
                    <a:pt x="4582513" y="5121722"/>
                  </a:moveTo>
                  <a:lnTo>
                    <a:pt x="4563268" y="5121722"/>
                  </a:lnTo>
                  <a:lnTo>
                    <a:pt x="4554778" y="5128079"/>
                  </a:lnTo>
                  <a:lnTo>
                    <a:pt x="4554778" y="5147125"/>
                  </a:lnTo>
                  <a:lnTo>
                    <a:pt x="4561287" y="5155603"/>
                  </a:lnTo>
                  <a:lnTo>
                    <a:pt x="4580248" y="5155603"/>
                  </a:lnTo>
                  <a:lnTo>
                    <a:pt x="4588739" y="5149245"/>
                  </a:lnTo>
                  <a:lnTo>
                    <a:pt x="4588739" y="5130199"/>
                  </a:lnTo>
                  <a:lnTo>
                    <a:pt x="4582513" y="5121722"/>
                  </a:lnTo>
                  <a:close/>
                </a:path>
                <a:path w="9542780" h="6570345">
                  <a:moveTo>
                    <a:pt x="4582513" y="5166199"/>
                  </a:moveTo>
                  <a:lnTo>
                    <a:pt x="4563268" y="5166199"/>
                  </a:lnTo>
                  <a:lnTo>
                    <a:pt x="4554778" y="5172529"/>
                  </a:lnTo>
                  <a:lnTo>
                    <a:pt x="4554778" y="5191603"/>
                  </a:lnTo>
                  <a:lnTo>
                    <a:pt x="4561287" y="5200081"/>
                  </a:lnTo>
                  <a:lnTo>
                    <a:pt x="4580248" y="5200081"/>
                  </a:lnTo>
                  <a:lnTo>
                    <a:pt x="4588739" y="5191603"/>
                  </a:lnTo>
                  <a:lnTo>
                    <a:pt x="4588739" y="5174649"/>
                  </a:lnTo>
                  <a:lnTo>
                    <a:pt x="4582513" y="5166199"/>
                  </a:lnTo>
                  <a:close/>
                </a:path>
                <a:path w="9542780" h="6570345">
                  <a:moveTo>
                    <a:pt x="4582513" y="5210649"/>
                  </a:moveTo>
                  <a:lnTo>
                    <a:pt x="4563268" y="5210649"/>
                  </a:lnTo>
                  <a:lnTo>
                    <a:pt x="4554778" y="5217008"/>
                  </a:lnTo>
                  <a:lnTo>
                    <a:pt x="4554778" y="5236053"/>
                  </a:lnTo>
                  <a:lnTo>
                    <a:pt x="4561287" y="5244532"/>
                  </a:lnTo>
                  <a:lnTo>
                    <a:pt x="4580248" y="5244532"/>
                  </a:lnTo>
                  <a:lnTo>
                    <a:pt x="4588739" y="5236053"/>
                  </a:lnTo>
                  <a:lnTo>
                    <a:pt x="4588739" y="5219127"/>
                  </a:lnTo>
                  <a:lnTo>
                    <a:pt x="4582513" y="5210649"/>
                  </a:lnTo>
                  <a:close/>
                </a:path>
                <a:path w="9542780" h="6570345">
                  <a:moveTo>
                    <a:pt x="4582513" y="5255129"/>
                  </a:moveTo>
                  <a:lnTo>
                    <a:pt x="4563268" y="5255129"/>
                  </a:lnTo>
                  <a:lnTo>
                    <a:pt x="4554778" y="5261458"/>
                  </a:lnTo>
                  <a:lnTo>
                    <a:pt x="4554778" y="5282652"/>
                  </a:lnTo>
                  <a:lnTo>
                    <a:pt x="4561287" y="5288982"/>
                  </a:lnTo>
                  <a:lnTo>
                    <a:pt x="4580248" y="5288982"/>
                  </a:lnTo>
                  <a:lnTo>
                    <a:pt x="4588739" y="5280533"/>
                  </a:lnTo>
                  <a:lnTo>
                    <a:pt x="4588739" y="5263578"/>
                  </a:lnTo>
                  <a:lnTo>
                    <a:pt x="4582513" y="5255129"/>
                  </a:lnTo>
                  <a:close/>
                </a:path>
                <a:path w="9542780" h="6570345">
                  <a:moveTo>
                    <a:pt x="4582513" y="5299579"/>
                  </a:moveTo>
                  <a:lnTo>
                    <a:pt x="4563268" y="5299579"/>
                  </a:lnTo>
                  <a:lnTo>
                    <a:pt x="4554778" y="5305936"/>
                  </a:lnTo>
                  <a:lnTo>
                    <a:pt x="4554778" y="5327102"/>
                  </a:lnTo>
                  <a:lnTo>
                    <a:pt x="4561287" y="5333460"/>
                  </a:lnTo>
                  <a:lnTo>
                    <a:pt x="4580248" y="5333460"/>
                  </a:lnTo>
                  <a:lnTo>
                    <a:pt x="4588739" y="5324983"/>
                  </a:lnTo>
                  <a:lnTo>
                    <a:pt x="4588739" y="5308056"/>
                  </a:lnTo>
                  <a:lnTo>
                    <a:pt x="4582513" y="5299579"/>
                  </a:lnTo>
                  <a:close/>
                </a:path>
                <a:path w="9542780" h="6570345">
                  <a:moveTo>
                    <a:pt x="4582513" y="5344057"/>
                  </a:moveTo>
                  <a:lnTo>
                    <a:pt x="4563268" y="5344057"/>
                  </a:lnTo>
                  <a:lnTo>
                    <a:pt x="4554778" y="5350386"/>
                  </a:lnTo>
                  <a:lnTo>
                    <a:pt x="4554778" y="5369460"/>
                  </a:lnTo>
                  <a:lnTo>
                    <a:pt x="4561287" y="5377910"/>
                  </a:lnTo>
                  <a:lnTo>
                    <a:pt x="4571758" y="5377910"/>
                  </a:lnTo>
                  <a:lnTo>
                    <a:pt x="4580248" y="5375791"/>
                  </a:lnTo>
                  <a:lnTo>
                    <a:pt x="4588739" y="5369460"/>
                  </a:lnTo>
                  <a:lnTo>
                    <a:pt x="4588739" y="5352506"/>
                  </a:lnTo>
                  <a:lnTo>
                    <a:pt x="4582513" y="5344057"/>
                  </a:lnTo>
                  <a:close/>
                </a:path>
                <a:path w="9542780" h="6570345">
                  <a:moveTo>
                    <a:pt x="4582513" y="5386388"/>
                  </a:moveTo>
                  <a:lnTo>
                    <a:pt x="4563268" y="5386388"/>
                  </a:lnTo>
                  <a:lnTo>
                    <a:pt x="4554778" y="5392746"/>
                  </a:lnTo>
                  <a:lnTo>
                    <a:pt x="4554778" y="5411792"/>
                  </a:lnTo>
                  <a:lnTo>
                    <a:pt x="4561287" y="5420269"/>
                  </a:lnTo>
                  <a:lnTo>
                    <a:pt x="4580248" y="5420269"/>
                  </a:lnTo>
                  <a:lnTo>
                    <a:pt x="4588739" y="5413912"/>
                  </a:lnTo>
                  <a:lnTo>
                    <a:pt x="4588739" y="5394866"/>
                  </a:lnTo>
                  <a:lnTo>
                    <a:pt x="4582513" y="5386388"/>
                  </a:lnTo>
                  <a:close/>
                </a:path>
                <a:path w="9542780" h="6570345">
                  <a:moveTo>
                    <a:pt x="4582513" y="5430866"/>
                  </a:moveTo>
                  <a:lnTo>
                    <a:pt x="4563268" y="5430866"/>
                  </a:lnTo>
                  <a:lnTo>
                    <a:pt x="4554778" y="5437196"/>
                  </a:lnTo>
                  <a:lnTo>
                    <a:pt x="4554778" y="5458390"/>
                  </a:lnTo>
                  <a:lnTo>
                    <a:pt x="4561287" y="5464719"/>
                  </a:lnTo>
                  <a:lnTo>
                    <a:pt x="4580248" y="5464719"/>
                  </a:lnTo>
                  <a:lnTo>
                    <a:pt x="4588739" y="5458390"/>
                  </a:lnTo>
                  <a:lnTo>
                    <a:pt x="4588739" y="5439316"/>
                  </a:lnTo>
                  <a:lnTo>
                    <a:pt x="4582513" y="5430866"/>
                  </a:lnTo>
                  <a:close/>
                </a:path>
                <a:path w="9542780" h="6570345">
                  <a:moveTo>
                    <a:pt x="4582513" y="5475316"/>
                  </a:moveTo>
                  <a:lnTo>
                    <a:pt x="4563268" y="5475316"/>
                  </a:lnTo>
                  <a:lnTo>
                    <a:pt x="4554778" y="5481674"/>
                  </a:lnTo>
                  <a:lnTo>
                    <a:pt x="4554778" y="5502840"/>
                  </a:lnTo>
                  <a:lnTo>
                    <a:pt x="4561287" y="5509199"/>
                  </a:lnTo>
                  <a:lnTo>
                    <a:pt x="4580248" y="5509199"/>
                  </a:lnTo>
                  <a:lnTo>
                    <a:pt x="4588739" y="5500720"/>
                  </a:lnTo>
                  <a:lnTo>
                    <a:pt x="4588739" y="5483793"/>
                  </a:lnTo>
                  <a:lnTo>
                    <a:pt x="4582513" y="5475316"/>
                  </a:lnTo>
                  <a:close/>
                </a:path>
                <a:path w="9542780" h="6570345">
                  <a:moveTo>
                    <a:pt x="4582513" y="5519795"/>
                  </a:moveTo>
                  <a:lnTo>
                    <a:pt x="4563268" y="5519795"/>
                  </a:lnTo>
                  <a:lnTo>
                    <a:pt x="4554778" y="5526125"/>
                  </a:lnTo>
                  <a:lnTo>
                    <a:pt x="4554778" y="5545199"/>
                  </a:lnTo>
                  <a:lnTo>
                    <a:pt x="4561287" y="5553649"/>
                  </a:lnTo>
                  <a:lnTo>
                    <a:pt x="4580248" y="5553649"/>
                  </a:lnTo>
                  <a:lnTo>
                    <a:pt x="4588739" y="5545199"/>
                  </a:lnTo>
                  <a:lnTo>
                    <a:pt x="4588739" y="5528243"/>
                  </a:lnTo>
                  <a:lnTo>
                    <a:pt x="4582513" y="5519795"/>
                  </a:lnTo>
                  <a:close/>
                </a:path>
                <a:path w="9542780" h="6570345">
                  <a:moveTo>
                    <a:pt x="4582513" y="5564245"/>
                  </a:moveTo>
                  <a:lnTo>
                    <a:pt x="4563268" y="5564245"/>
                  </a:lnTo>
                  <a:lnTo>
                    <a:pt x="4554778" y="5570603"/>
                  </a:lnTo>
                  <a:lnTo>
                    <a:pt x="4554778" y="5589649"/>
                  </a:lnTo>
                  <a:lnTo>
                    <a:pt x="4561287" y="5598126"/>
                  </a:lnTo>
                  <a:lnTo>
                    <a:pt x="4580248" y="5598126"/>
                  </a:lnTo>
                  <a:lnTo>
                    <a:pt x="4588739" y="5589649"/>
                  </a:lnTo>
                  <a:lnTo>
                    <a:pt x="4588739" y="5572723"/>
                  </a:lnTo>
                  <a:lnTo>
                    <a:pt x="4582513" y="5564245"/>
                  </a:lnTo>
                  <a:close/>
                </a:path>
                <a:path w="9542780" h="6570345">
                  <a:moveTo>
                    <a:pt x="4582513" y="5608723"/>
                  </a:moveTo>
                  <a:lnTo>
                    <a:pt x="4563268" y="5608723"/>
                  </a:lnTo>
                  <a:lnTo>
                    <a:pt x="4554778" y="5615053"/>
                  </a:lnTo>
                  <a:lnTo>
                    <a:pt x="4554778" y="5634127"/>
                  </a:lnTo>
                  <a:lnTo>
                    <a:pt x="4561287" y="5642576"/>
                  </a:lnTo>
                  <a:lnTo>
                    <a:pt x="4580248" y="5642576"/>
                  </a:lnTo>
                  <a:lnTo>
                    <a:pt x="4588739" y="5634127"/>
                  </a:lnTo>
                  <a:lnTo>
                    <a:pt x="4588739" y="5617173"/>
                  </a:lnTo>
                  <a:lnTo>
                    <a:pt x="4582513" y="5608723"/>
                  </a:lnTo>
                  <a:close/>
                </a:path>
                <a:path w="9542780" h="6570345">
                  <a:moveTo>
                    <a:pt x="4582513" y="5653173"/>
                  </a:moveTo>
                  <a:lnTo>
                    <a:pt x="4563268" y="5653173"/>
                  </a:lnTo>
                  <a:lnTo>
                    <a:pt x="4554778" y="5659532"/>
                  </a:lnTo>
                  <a:lnTo>
                    <a:pt x="4554778" y="5678578"/>
                  </a:lnTo>
                  <a:lnTo>
                    <a:pt x="4561287" y="5687056"/>
                  </a:lnTo>
                  <a:lnTo>
                    <a:pt x="4571758" y="5687056"/>
                  </a:lnTo>
                  <a:lnTo>
                    <a:pt x="4580248" y="5684936"/>
                  </a:lnTo>
                  <a:lnTo>
                    <a:pt x="4588739" y="5678578"/>
                  </a:lnTo>
                  <a:lnTo>
                    <a:pt x="4588739" y="5661651"/>
                  </a:lnTo>
                  <a:lnTo>
                    <a:pt x="4582513" y="5653173"/>
                  </a:lnTo>
                  <a:close/>
                </a:path>
                <a:path w="9542780" h="6570345">
                  <a:moveTo>
                    <a:pt x="4582513" y="5695533"/>
                  </a:moveTo>
                  <a:lnTo>
                    <a:pt x="4563268" y="5695533"/>
                  </a:lnTo>
                  <a:lnTo>
                    <a:pt x="4554778" y="5701863"/>
                  </a:lnTo>
                  <a:lnTo>
                    <a:pt x="4554778" y="5720937"/>
                  </a:lnTo>
                  <a:lnTo>
                    <a:pt x="4561287" y="5729386"/>
                  </a:lnTo>
                  <a:lnTo>
                    <a:pt x="4580248" y="5729386"/>
                  </a:lnTo>
                  <a:lnTo>
                    <a:pt x="4588739" y="5723056"/>
                  </a:lnTo>
                  <a:lnTo>
                    <a:pt x="4588739" y="5703982"/>
                  </a:lnTo>
                  <a:lnTo>
                    <a:pt x="4582513" y="5695533"/>
                  </a:lnTo>
                  <a:close/>
                </a:path>
                <a:path w="9542780" h="6570345">
                  <a:moveTo>
                    <a:pt x="4582513" y="6182507"/>
                  </a:moveTo>
                  <a:lnTo>
                    <a:pt x="4563268" y="6182507"/>
                  </a:lnTo>
                  <a:lnTo>
                    <a:pt x="4554778" y="6188866"/>
                  </a:lnTo>
                  <a:lnTo>
                    <a:pt x="4554778" y="6210030"/>
                  </a:lnTo>
                  <a:lnTo>
                    <a:pt x="4561287" y="6216389"/>
                  </a:lnTo>
                  <a:lnTo>
                    <a:pt x="4580248" y="6216389"/>
                  </a:lnTo>
                  <a:lnTo>
                    <a:pt x="4588739" y="6207911"/>
                  </a:lnTo>
                  <a:lnTo>
                    <a:pt x="4588739" y="6190984"/>
                  </a:lnTo>
                  <a:lnTo>
                    <a:pt x="4582513" y="6182507"/>
                  </a:lnTo>
                  <a:close/>
                </a:path>
                <a:path w="9542780" h="6570345">
                  <a:moveTo>
                    <a:pt x="4582513" y="6226957"/>
                  </a:moveTo>
                  <a:lnTo>
                    <a:pt x="4563268" y="6226957"/>
                  </a:lnTo>
                  <a:lnTo>
                    <a:pt x="4554778" y="6233316"/>
                  </a:lnTo>
                  <a:lnTo>
                    <a:pt x="4554778" y="6254480"/>
                  </a:lnTo>
                  <a:lnTo>
                    <a:pt x="4561287" y="6260839"/>
                  </a:lnTo>
                  <a:lnTo>
                    <a:pt x="4580248" y="6260839"/>
                  </a:lnTo>
                  <a:lnTo>
                    <a:pt x="4588739" y="6252362"/>
                  </a:lnTo>
                  <a:lnTo>
                    <a:pt x="4588739" y="6235434"/>
                  </a:lnTo>
                  <a:lnTo>
                    <a:pt x="4582513" y="6226957"/>
                  </a:lnTo>
                  <a:close/>
                </a:path>
                <a:path w="9542780" h="6570345">
                  <a:moveTo>
                    <a:pt x="4582513" y="6358239"/>
                  </a:moveTo>
                  <a:lnTo>
                    <a:pt x="4563268" y="6358239"/>
                  </a:lnTo>
                  <a:lnTo>
                    <a:pt x="4554778" y="6364592"/>
                  </a:lnTo>
                  <a:lnTo>
                    <a:pt x="4554778" y="6385765"/>
                  </a:lnTo>
                  <a:lnTo>
                    <a:pt x="4561287" y="6392118"/>
                  </a:lnTo>
                  <a:lnTo>
                    <a:pt x="4580248" y="6392118"/>
                  </a:lnTo>
                  <a:lnTo>
                    <a:pt x="4588739" y="6385765"/>
                  </a:lnTo>
                  <a:lnTo>
                    <a:pt x="4588739" y="6366711"/>
                  </a:lnTo>
                  <a:lnTo>
                    <a:pt x="4582513" y="6358239"/>
                  </a:lnTo>
                  <a:close/>
                </a:path>
                <a:path w="9542780" h="6570345">
                  <a:moveTo>
                    <a:pt x="4582513" y="6402703"/>
                  </a:moveTo>
                  <a:lnTo>
                    <a:pt x="4563268" y="6402703"/>
                  </a:lnTo>
                  <a:lnTo>
                    <a:pt x="4554778" y="6409056"/>
                  </a:lnTo>
                  <a:lnTo>
                    <a:pt x="4554778" y="6430230"/>
                  </a:lnTo>
                  <a:lnTo>
                    <a:pt x="4561287" y="6436583"/>
                  </a:lnTo>
                  <a:lnTo>
                    <a:pt x="4580248" y="6436583"/>
                  </a:lnTo>
                  <a:lnTo>
                    <a:pt x="4588739" y="6428113"/>
                  </a:lnTo>
                  <a:lnTo>
                    <a:pt x="4588739" y="6411173"/>
                  </a:lnTo>
                  <a:lnTo>
                    <a:pt x="4582513" y="6402703"/>
                  </a:lnTo>
                  <a:close/>
                </a:path>
                <a:path w="9542780" h="6570345">
                  <a:moveTo>
                    <a:pt x="4537797" y="3002155"/>
                  </a:moveTo>
                  <a:lnTo>
                    <a:pt x="4518835" y="3002155"/>
                  </a:lnTo>
                  <a:lnTo>
                    <a:pt x="4510345" y="3008655"/>
                  </a:lnTo>
                  <a:lnTo>
                    <a:pt x="4510345" y="3027588"/>
                  </a:lnTo>
                  <a:lnTo>
                    <a:pt x="4516854" y="3036065"/>
                  </a:lnTo>
                  <a:lnTo>
                    <a:pt x="4537797" y="3036065"/>
                  </a:lnTo>
                  <a:lnTo>
                    <a:pt x="4544306" y="3027588"/>
                  </a:lnTo>
                  <a:lnTo>
                    <a:pt x="4544306" y="3010632"/>
                  </a:lnTo>
                  <a:lnTo>
                    <a:pt x="4537797" y="3002155"/>
                  </a:lnTo>
                  <a:close/>
                </a:path>
                <a:path w="9542780" h="6570345">
                  <a:moveTo>
                    <a:pt x="4537797" y="3046803"/>
                  </a:moveTo>
                  <a:lnTo>
                    <a:pt x="4518835" y="3046803"/>
                  </a:lnTo>
                  <a:lnTo>
                    <a:pt x="4510345" y="3053020"/>
                  </a:lnTo>
                  <a:lnTo>
                    <a:pt x="4510345" y="3072236"/>
                  </a:lnTo>
                  <a:lnTo>
                    <a:pt x="4516854" y="3080713"/>
                  </a:lnTo>
                  <a:lnTo>
                    <a:pt x="4537797" y="3080713"/>
                  </a:lnTo>
                  <a:lnTo>
                    <a:pt x="4544306" y="3072236"/>
                  </a:lnTo>
                  <a:lnTo>
                    <a:pt x="4544306" y="3055280"/>
                  </a:lnTo>
                  <a:lnTo>
                    <a:pt x="4537797" y="3046803"/>
                  </a:lnTo>
                  <a:close/>
                </a:path>
                <a:path w="9542780" h="6570345">
                  <a:moveTo>
                    <a:pt x="4537797" y="4945983"/>
                  </a:moveTo>
                  <a:lnTo>
                    <a:pt x="4518835" y="4945983"/>
                  </a:lnTo>
                  <a:lnTo>
                    <a:pt x="4510345" y="4952342"/>
                  </a:lnTo>
                  <a:lnTo>
                    <a:pt x="4510346" y="4971388"/>
                  </a:lnTo>
                  <a:lnTo>
                    <a:pt x="4516855" y="4979865"/>
                  </a:lnTo>
                  <a:lnTo>
                    <a:pt x="4537797" y="4979865"/>
                  </a:lnTo>
                  <a:lnTo>
                    <a:pt x="4544306" y="4971388"/>
                  </a:lnTo>
                  <a:lnTo>
                    <a:pt x="4544306" y="4954460"/>
                  </a:lnTo>
                  <a:lnTo>
                    <a:pt x="4537797" y="4945983"/>
                  </a:lnTo>
                  <a:close/>
                </a:path>
                <a:path w="9542780" h="6570345">
                  <a:moveTo>
                    <a:pt x="4537797" y="4990462"/>
                  </a:moveTo>
                  <a:lnTo>
                    <a:pt x="4518835" y="4990462"/>
                  </a:lnTo>
                  <a:lnTo>
                    <a:pt x="4510345" y="4996792"/>
                  </a:lnTo>
                  <a:lnTo>
                    <a:pt x="4510345" y="5015866"/>
                  </a:lnTo>
                  <a:lnTo>
                    <a:pt x="4516855" y="5024343"/>
                  </a:lnTo>
                  <a:lnTo>
                    <a:pt x="4537797" y="5024343"/>
                  </a:lnTo>
                  <a:lnTo>
                    <a:pt x="4544306" y="5015866"/>
                  </a:lnTo>
                  <a:lnTo>
                    <a:pt x="4544306" y="4998911"/>
                  </a:lnTo>
                  <a:lnTo>
                    <a:pt x="4537797" y="4990462"/>
                  </a:lnTo>
                  <a:close/>
                </a:path>
                <a:path w="9542780" h="6570345">
                  <a:moveTo>
                    <a:pt x="4537797" y="5034912"/>
                  </a:moveTo>
                  <a:lnTo>
                    <a:pt x="4518835" y="5034912"/>
                  </a:lnTo>
                  <a:lnTo>
                    <a:pt x="4510345" y="5041270"/>
                  </a:lnTo>
                  <a:lnTo>
                    <a:pt x="4510345" y="5060316"/>
                  </a:lnTo>
                  <a:lnTo>
                    <a:pt x="4516855" y="5068793"/>
                  </a:lnTo>
                  <a:lnTo>
                    <a:pt x="4527326" y="5068793"/>
                  </a:lnTo>
                  <a:lnTo>
                    <a:pt x="4537797" y="5066673"/>
                  </a:lnTo>
                  <a:lnTo>
                    <a:pt x="4544306" y="5060316"/>
                  </a:lnTo>
                  <a:lnTo>
                    <a:pt x="4544306" y="5043389"/>
                  </a:lnTo>
                  <a:lnTo>
                    <a:pt x="4537797" y="5034912"/>
                  </a:lnTo>
                  <a:close/>
                </a:path>
                <a:path w="9542780" h="6570345">
                  <a:moveTo>
                    <a:pt x="4537797" y="5077270"/>
                  </a:moveTo>
                  <a:lnTo>
                    <a:pt x="4518835" y="5077270"/>
                  </a:lnTo>
                  <a:lnTo>
                    <a:pt x="4510345" y="5083629"/>
                  </a:lnTo>
                  <a:lnTo>
                    <a:pt x="4510345" y="5102675"/>
                  </a:lnTo>
                  <a:lnTo>
                    <a:pt x="4516855" y="5111153"/>
                  </a:lnTo>
                  <a:lnTo>
                    <a:pt x="4537797" y="5111153"/>
                  </a:lnTo>
                  <a:lnTo>
                    <a:pt x="4544306" y="5104794"/>
                  </a:lnTo>
                  <a:lnTo>
                    <a:pt x="4544306" y="5085720"/>
                  </a:lnTo>
                  <a:lnTo>
                    <a:pt x="4537797" y="5077270"/>
                  </a:lnTo>
                  <a:close/>
                </a:path>
                <a:path w="9542780" h="6570345">
                  <a:moveTo>
                    <a:pt x="4537797" y="5121722"/>
                  </a:moveTo>
                  <a:lnTo>
                    <a:pt x="4518835" y="5121722"/>
                  </a:lnTo>
                  <a:lnTo>
                    <a:pt x="4510345" y="5128079"/>
                  </a:lnTo>
                  <a:lnTo>
                    <a:pt x="4510345" y="5147125"/>
                  </a:lnTo>
                  <a:lnTo>
                    <a:pt x="4516855" y="5155603"/>
                  </a:lnTo>
                  <a:lnTo>
                    <a:pt x="4537797" y="5155603"/>
                  </a:lnTo>
                  <a:lnTo>
                    <a:pt x="4544306" y="5149245"/>
                  </a:lnTo>
                  <a:lnTo>
                    <a:pt x="4544306" y="5130199"/>
                  </a:lnTo>
                  <a:lnTo>
                    <a:pt x="4537797" y="5121722"/>
                  </a:lnTo>
                  <a:close/>
                </a:path>
                <a:path w="9542780" h="6570345">
                  <a:moveTo>
                    <a:pt x="4537797" y="5166199"/>
                  </a:moveTo>
                  <a:lnTo>
                    <a:pt x="4518835" y="5166199"/>
                  </a:lnTo>
                  <a:lnTo>
                    <a:pt x="4510345" y="5172529"/>
                  </a:lnTo>
                  <a:lnTo>
                    <a:pt x="4510345" y="5191603"/>
                  </a:lnTo>
                  <a:lnTo>
                    <a:pt x="4516855" y="5200081"/>
                  </a:lnTo>
                  <a:lnTo>
                    <a:pt x="4537797" y="5200081"/>
                  </a:lnTo>
                  <a:lnTo>
                    <a:pt x="4544306" y="5191603"/>
                  </a:lnTo>
                  <a:lnTo>
                    <a:pt x="4544306" y="5174649"/>
                  </a:lnTo>
                  <a:lnTo>
                    <a:pt x="4537797" y="5166199"/>
                  </a:lnTo>
                  <a:close/>
                </a:path>
                <a:path w="9542780" h="6570345">
                  <a:moveTo>
                    <a:pt x="4537797" y="5210649"/>
                  </a:moveTo>
                  <a:lnTo>
                    <a:pt x="4518835" y="5210649"/>
                  </a:lnTo>
                  <a:lnTo>
                    <a:pt x="4510345" y="5217008"/>
                  </a:lnTo>
                  <a:lnTo>
                    <a:pt x="4510345" y="5236053"/>
                  </a:lnTo>
                  <a:lnTo>
                    <a:pt x="4516855" y="5244532"/>
                  </a:lnTo>
                  <a:lnTo>
                    <a:pt x="4537797" y="5244532"/>
                  </a:lnTo>
                  <a:lnTo>
                    <a:pt x="4544306" y="5236053"/>
                  </a:lnTo>
                  <a:lnTo>
                    <a:pt x="4544306" y="5219127"/>
                  </a:lnTo>
                  <a:lnTo>
                    <a:pt x="4537797" y="5210649"/>
                  </a:lnTo>
                  <a:close/>
                </a:path>
                <a:path w="9542780" h="6570345">
                  <a:moveTo>
                    <a:pt x="4537797" y="5255129"/>
                  </a:moveTo>
                  <a:lnTo>
                    <a:pt x="4518835" y="5255129"/>
                  </a:lnTo>
                  <a:lnTo>
                    <a:pt x="4510345" y="5261458"/>
                  </a:lnTo>
                  <a:lnTo>
                    <a:pt x="4510345" y="5282652"/>
                  </a:lnTo>
                  <a:lnTo>
                    <a:pt x="4516855" y="5288982"/>
                  </a:lnTo>
                  <a:lnTo>
                    <a:pt x="4537797" y="5288982"/>
                  </a:lnTo>
                  <a:lnTo>
                    <a:pt x="4544306" y="5280533"/>
                  </a:lnTo>
                  <a:lnTo>
                    <a:pt x="4544306" y="5263578"/>
                  </a:lnTo>
                  <a:lnTo>
                    <a:pt x="4537797" y="5255129"/>
                  </a:lnTo>
                  <a:close/>
                </a:path>
                <a:path w="9542780" h="6570345">
                  <a:moveTo>
                    <a:pt x="4537797" y="5299579"/>
                  </a:moveTo>
                  <a:lnTo>
                    <a:pt x="4518835" y="5299579"/>
                  </a:lnTo>
                  <a:lnTo>
                    <a:pt x="4510345" y="5305936"/>
                  </a:lnTo>
                  <a:lnTo>
                    <a:pt x="4510345" y="5327102"/>
                  </a:lnTo>
                  <a:lnTo>
                    <a:pt x="4516855" y="5333460"/>
                  </a:lnTo>
                  <a:lnTo>
                    <a:pt x="4537797" y="5333460"/>
                  </a:lnTo>
                  <a:lnTo>
                    <a:pt x="4544306" y="5324983"/>
                  </a:lnTo>
                  <a:lnTo>
                    <a:pt x="4544306" y="5308056"/>
                  </a:lnTo>
                  <a:lnTo>
                    <a:pt x="4537797" y="5299579"/>
                  </a:lnTo>
                  <a:close/>
                </a:path>
                <a:path w="9542780" h="6570345">
                  <a:moveTo>
                    <a:pt x="4537797" y="5344057"/>
                  </a:moveTo>
                  <a:lnTo>
                    <a:pt x="4518835" y="5344057"/>
                  </a:lnTo>
                  <a:lnTo>
                    <a:pt x="4510345" y="5350386"/>
                  </a:lnTo>
                  <a:lnTo>
                    <a:pt x="4510345" y="5369460"/>
                  </a:lnTo>
                  <a:lnTo>
                    <a:pt x="4516855" y="5377910"/>
                  </a:lnTo>
                  <a:lnTo>
                    <a:pt x="4527326" y="5377910"/>
                  </a:lnTo>
                  <a:lnTo>
                    <a:pt x="4537797" y="5375791"/>
                  </a:lnTo>
                  <a:lnTo>
                    <a:pt x="4544306" y="5369460"/>
                  </a:lnTo>
                  <a:lnTo>
                    <a:pt x="4544306" y="5352506"/>
                  </a:lnTo>
                  <a:lnTo>
                    <a:pt x="4537797" y="5344057"/>
                  </a:lnTo>
                  <a:close/>
                </a:path>
                <a:path w="9542780" h="6570345">
                  <a:moveTo>
                    <a:pt x="4537797" y="5386388"/>
                  </a:moveTo>
                  <a:lnTo>
                    <a:pt x="4518835" y="5386388"/>
                  </a:lnTo>
                  <a:lnTo>
                    <a:pt x="4510345" y="5392746"/>
                  </a:lnTo>
                  <a:lnTo>
                    <a:pt x="4510345" y="5411792"/>
                  </a:lnTo>
                  <a:lnTo>
                    <a:pt x="4516855" y="5420269"/>
                  </a:lnTo>
                  <a:lnTo>
                    <a:pt x="4537797" y="5420269"/>
                  </a:lnTo>
                  <a:lnTo>
                    <a:pt x="4544306" y="5413912"/>
                  </a:lnTo>
                  <a:lnTo>
                    <a:pt x="4544306" y="5394866"/>
                  </a:lnTo>
                  <a:lnTo>
                    <a:pt x="4537797" y="5386388"/>
                  </a:lnTo>
                  <a:close/>
                </a:path>
                <a:path w="9542780" h="6570345">
                  <a:moveTo>
                    <a:pt x="4537797" y="5430866"/>
                  </a:moveTo>
                  <a:lnTo>
                    <a:pt x="4518835" y="5430866"/>
                  </a:lnTo>
                  <a:lnTo>
                    <a:pt x="4510345" y="5437196"/>
                  </a:lnTo>
                  <a:lnTo>
                    <a:pt x="4510345" y="5458390"/>
                  </a:lnTo>
                  <a:lnTo>
                    <a:pt x="4516855" y="5464719"/>
                  </a:lnTo>
                  <a:lnTo>
                    <a:pt x="4537797" y="5464719"/>
                  </a:lnTo>
                  <a:lnTo>
                    <a:pt x="4544306" y="5458390"/>
                  </a:lnTo>
                  <a:lnTo>
                    <a:pt x="4544306" y="5439316"/>
                  </a:lnTo>
                  <a:lnTo>
                    <a:pt x="4537797" y="5430866"/>
                  </a:lnTo>
                  <a:close/>
                </a:path>
                <a:path w="9542780" h="6570345">
                  <a:moveTo>
                    <a:pt x="4537797" y="5475316"/>
                  </a:moveTo>
                  <a:lnTo>
                    <a:pt x="4518835" y="5475316"/>
                  </a:lnTo>
                  <a:lnTo>
                    <a:pt x="4510345" y="5481674"/>
                  </a:lnTo>
                  <a:lnTo>
                    <a:pt x="4510345" y="5502840"/>
                  </a:lnTo>
                  <a:lnTo>
                    <a:pt x="4516855" y="5509199"/>
                  </a:lnTo>
                  <a:lnTo>
                    <a:pt x="4537797" y="5509199"/>
                  </a:lnTo>
                  <a:lnTo>
                    <a:pt x="4544306" y="5500720"/>
                  </a:lnTo>
                  <a:lnTo>
                    <a:pt x="4544306" y="5483793"/>
                  </a:lnTo>
                  <a:lnTo>
                    <a:pt x="4537797" y="5475316"/>
                  </a:lnTo>
                  <a:close/>
                </a:path>
                <a:path w="9542780" h="6570345">
                  <a:moveTo>
                    <a:pt x="4537797" y="5519795"/>
                  </a:moveTo>
                  <a:lnTo>
                    <a:pt x="4518835" y="5519795"/>
                  </a:lnTo>
                  <a:lnTo>
                    <a:pt x="4510345" y="5526125"/>
                  </a:lnTo>
                  <a:lnTo>
                    <a:pt x="4510345" y="5545199"/>
                  </a:lnTo>
                  <a:lnTo>
                    <a:pt x="4516855" y="5553649"/>
                  </a:lnTo>
                  <a:lnTo>
                    <a:pt x="4537797" y="5553649"/>
                  </a:lnTo>
                  <a:lnTo>
                    <a:pt x="4544306" y="5545199"/>
                  </a:lnTo>
                  <a:lnTo>
                    <a:pt x="4544306" y="5528243"/>
                  </a:lnTo>
                  <a:lnTo>
                    <a:pt x="4537797" y="5519795"/>
                  </a:lnTo>
                  <a:close/>
                </a:path>
                <a:path w="9542780" h="6570345">
                  <a:moveTo>
                    <a:pt x="4537797" y="5564245"/>
                  </a:moveTo>
                  <a:lnTo>
                    <a:pt x="4518835" y="5564245"/>
                  </a:lnTo>
                  <a:lnTo>
                    <a:pt x="4510345" y="5570603"/>
                  </a:lnTo>
                  <a:lnTo>
                    <a:pt x="4510345" y="5589649"/>
                  </a:lnTo>
                  <a:lnTo>
                    <a:pt x="4516855" y="5598126"/>
                  </a:lnTo>
                  <a:lnTo>
                    <a:pt x="4537797" y="5598126"/>
                  </a:lnTo>
                  <a:lnTo>
                    <a:pt x="4544306" y="5589649"/>
                  </a:lnTo>
                  <a:lnTo>
                    <a:pt x="4544306" y="5572723"/>
                  </a:lnTo>
                  <a:lnTo>
                    <a:pt x="4537797" y="5564245"/>
                  </a:lnTo>
                  <a:close/>
                </a:path>
                <a:path w="9542780" h="6570345">
                  <a:moveTo>
                    <a:pt x="4537797" y="5608723"/>
                  </a:moveTo>
                  <a:lnTo>
                    <a:pt x="4518835" y="5608723"/>
                  </a:lnTo>
                  <a:lnTo>
                    <a:pt x="4510345" y="5615053"/>
                  </a:lnTo>
                  <a:lnTo>
                    <a:pt x="4510345" y="5634127"/>
                  </a:lnTo>
                  <a:lnTo>
                    <a:pt x="4516855" y="5642576"/>
                  </a:lnTo>
                  <a:lnTo>
                    <a:pt x="4537797" y="5642576"/>
                  </a:lnTo>
                  <a:lnTo>
                    <a:pt x="4544306" y="5634127"/>
                  </a:lnTo>
                  <a:lnTo>
                    <a:pt x="4544306" y="5617173"/>
                  </a:lnTo>
                  <a:lnTo>
                    <a:pt x="4537797" y="5608723"/>
                  </a:lnTo>
                  <a:close/>
                </a:path>
                <a:path w="9542780" h="6570345">
                  <a:moveTo>
                    <a:pt x="4537797" y="5653173"/>
                  </a:moveTo>
                  <a:lnTo>
                    <a:pt x="4518835" y="5653173"/>
                  </a:lnTo>
                  <a:lnTo>
                    <a:pt x="4510345" y="5659532"/>
                  </a:lnTo>
                  <a:lnTo>
                    <a:pt x="4510345" y="5678578"/>
                  </a:lnTo>
                  <a:lnTo>
                    <a:pt x="4516855" y="5687056"/>
                  </a:lnTo>
                  <a:lnTo>
                    <a:pt x="4527326" y="5687056"/>
                  </a:lnTo>
                  <a:lnTo>
                    <a:pt x="4537797" y="5684936"/>
                  </a:lnTo>
                  <a:lnTo>
                    <a:pt x="4544306" y="5678578"/>
                  </a:lnTo>
                  <a:lnTo>
                    <a:pt x="4544306" y="5661651"/>
                  </a:lnTo>
                  <a:lnTo>
                    <a:pt x="4537797" y="5653173"/>
                  </a:lnTo>
                  <a:close/>
                </a:path>
                <a:path w="9542780" h="6570345">
                  <a:moveTo>
                    <a:pt x="4537797" y="5695533"/>
                  </a:moveTo>
                  <a:lnTo>
                    <a:pt x="4518835" y="5695533"/>
                  </a:lnTo>
                  <a:lnTo>
                    <a:pt x="4510345" y="5701863"/>
                  </a:lnTo>
                  <a:lnTo>
                    <a:pt x="4510345" y="5720937"/>
                  </a:lnTo>
                  <a:lnTo>
                    <a:pt x="4516855" y="5729386"/>
                  </a:lnTo>
                  <a:lnTo>
                    <a:pt x="4537797" y="5729386"/>
                  </a:lnTo>
                  <a:lnTo>
                    <a:pt x="4544306" y="5723056"/>
                  </a:lnTo>
                  <a:lnTo>
                    <a:pt x="4544306" y="5703982"/>
                  </a:lnTo>
                  <a:lnTo>
                    <a:pt x="4537797" y="5695533"/>
                  </a:lnTo>
                  <a:close/>
                </a:path>
                <a:path w="9542780" h="6570345">
                  <a:moveTo>
                    <a:pt x="4537797" y="5739983"/>
                  </a:moveTo>
                  <a:lnTo>
                    <a:pt x="4518836" y="5739983"/>
                  </a:lnTo>
                  <a:lnTo>
                    <a:pt x="4510345" y="5746341"/>
                  </a:lnTo>
                  <a:lnTo>
                    <a:pt x="4510345" y="5765387"/>
                  </a:lnTo>
                  <a:lnTo>
                    <a:pt x="4516855" y="5773864"/>
                  </a:lnTo>
                  <a:lnTo>
                    <a:pt x="4537797" y="5773864"/>
                  </a:lnTo>
                  <a:lnTo>
                    <a:pt x="4544306" y="5767506"/>
                  </a:lnTo>
                  <a:lnTo>
                    <a:pt x="4544306" y="5748460"/>
                  </a:lnTo>
                  <a:lnTo>
                    <a:pt x="4537797" y="5739983"/>
                  </a:lnTo>
                  <a:close/>
                </a:path>
                <a:path w="9542780" h="6570345">
                  <a:moveTo>
                    <a:pt x="4537797" y="6358239"/>
                  </a:moveTo>
                  <a:lnTo>
                    <a:pt x="4518836" y="6358239"/>
                  </a:lnTo>
                  <a:lnTo>
                    <a:pt x="4510345" y="6364592"/>
                  </a:lnTo>
                  <a:lnTo>
                    <a:pt x="4510345" y="6385765"/>
                  </a:lnTo>
                  <a:lnTo>
                    <a:pt x="4516855" y="6392118"/>
                  </a:lnTo>
                  <a:lnTo>
                    <a:pt x="4537797" y="6392118"/>
                  </a:lnTo>
                  <a:lnTo>
                    <a:pt x="4544306" y="6385765"/>
                  </a:lnTo>
                  <a:lnTo>
                    <a:pt x="4544306" y="6366711"/>
                  </a:lnTo>
                  <a:lnTo>
                    <a:pt x="4537797" y="6358239"/>
                  </a:lnTo>
                  <a:close/>
                </a:path>
                <a:path w="9542780" h="6570345">
                  <a:moveTo>
                    <a:pt x="4537797" y="6402703"/>
                  </a:moveTo>
                  <a:lnTo>
                    <a:pt x="4518836" y="6402703"/>
                  </a:lnTo>
                  <a:lnTo>
                    <a:pt x="4510345" y="6409056"/>
                  </a:lnTo>
                  <a:lnTo>
                    <a:pt x="4510345" y="6430230"/>
                  </a:lnTo>
                  <a:lnTo>
                    <a:pt x="4516855" y="6436583"/>
                  </a:lnTo>
                  <a:lnTo>
                    <a:pt x="4537797" y="6436583"/>
                  </a:lnTo>
                  <a:lnTo>
                    <a:pt x="4544306" y="6428113"/>
                  </a:lnTo>
                  <a:lnTo>
                    <a:pt x="4544306" y="6411173"/>
                  </a:lnTo>
                  <a:lnTo>
                    <a:pt x="4537797" y="6402703"/>
                  </a:lnTo>
                  <a:close/>
                </a:path>
                <a:path w="9542780" h="6570345">
                  <a:moveTo>
                    <a:pt x="4493365" y="2957790"/>
                  </a:moveTo>
                  <a:lnTo>
                    <a:pt x="4474403" y="2957790"/>
                  </a:lnTo>
                  <a:lnTo>
                    <a:pt x="4465913" y="2964290"/>
                  </a:lnTo>
                  <a:lnTo>
                    <a:pt x="4465913" y="2983222"/>
                  </a:lnTo>
                  <a:lnTo>
                    <a:pt x="4472138" y="2991700"/>
                  </a:lnTo>
                  <a:lnTo>
                    <a:pt x="4493365" y="2991700"/>
                  </a:lnTo>
                  <a:lnTo>
                    <a:pt x="4499874" y="2985482"/>
                  </a:lnTo>
                  <a:lnTo>
                    <a:pt x="4499874" y="2966267"/>
                  </a:lnTo>
                  <a:lnTo>
                    <a:pt x="4493365" y="2957790"/>
                  </a:lnTo>
                  <a:close/>
                </a:path>
                <a:path w="9542780" h="6570345">
                  <a:moveTo>
                    <a:pt x="4493365" y="3002155"/>
                  </a:moveTo>
                  <a:lnTo>
                    <a:pt x="4474403" y="3002155"/>
                  </a:lnTo>
                  <a:lnTo>
                    <a:pt x="4465913" y="3008655"/>
                  </a:lnTo>
                  <a:lnTo>
                    <a:pt x="4465913" y="3027588"/>
                  </a:lnTo>
                  <a:lnTo>
                    <a:pt x="4472138" y="3036065"/>
                  </a:lnTo>
                  <a:lnTo>
                    <a:pt x="4493365" y="3036065"/>
                  </a:lnTo>
                  <a:lnTo>
                    <a:pt x="4499874" y="3027588"/>
                  </a:lnTo>
                  <a:lnTo>
                    <a:pt x="4499874" y="3010632"/>
                  </a:lnTo>
                  <a:lnTo>
                    <a:pt x="4493365" y="3002155"/>
                  </a:lnTo>
                  <a:close/>
                </a:path>
                <a:path w="9542780" h="6570345">
                  <a:moveTo>
                    <a:pt x="4493365" y="3046803"/>
                  </a:moveTo>
                  <a:lnTo>
                    <a:pt x="4474403" y="3046803"/>
                  </a:lnTo>
                  <a:lnTo>
                    <a:pt x="4465913" y="3053020"/>
                  </a:lnTo>
                  <a:lnTo>
                    <a:pt x="4465913" y="3072236"/>
                  </a:lnTo>
                  <a:lnTo>
                    <a:pt x="4472138" y="3080713"/>
                  </a:lnTo>
                  <a:lnTo>
                    <a:pt x="4493365" y="3080713"/>
                  </a:lnTo>
                  <a:lnTo>
                    <a:pt x="4499874" y="3072236"/>
                  </a:lnTo>
                  <a:lnTo>
                    <a:pt x="4499874" y="3055280"/>
                  </a:lnTo>
                  <a:lnTo>
                    <a:pt x="4493365" y="3046803"/>
                  </a:lnTo>
                  <a:close/>
                </a:path>
                <a:path w="9542780" h="6570345">
                  <a:moveTo>
                    <a:pt x="4493365" y="3091169"/>
                  </a:moveTo>
                  <a:lnTo>
                    <a:pt x="4474403" y="3091169"/>
                  </a:lnTo>
                  <a:lnTo>
                    <a:pt x="4465913" y="3097668"/>
                  </a:lnTo>
                  <a:lnTo>
                    <a:pt x="4465913" y="3118862"/>
                  </a:lnTo>
                  <a:lnTo>
                    <a:pt x="4472138" y="3125078"/>
                  </a:lnTo>
                  <a:lnTo>
                    <a:pt x="4493365" y="3125078"/>
                  </a:lnTo>
                  <a:lnTo>
                    <a:pt x="4499874" y="3116601"/>
                  </a:lnTo>
                  <a:lnTo>
                    <a:pt x="4499874" y="3099647"/>
                  </a:lnTo>
                  <a:lnTo>
                    <a:pt x="4493365" y="3091169"/>
                  </a:lnTo>
                  <a:close/>
                </a:path>
                <a:path w="9542780" h="6570345">
                  <a:moveTo>
                    <a:pt x="4493365" y="3135817"/>
                  </a:moveTo>
                  <a:lnTo>
                    <a:pt x="4474403" y="3135817"/>
                  </a:lnTo>
                  <a:lnTo>
                    <a:pt x="4465913" y="3142034"/>
                  </a:lnTo>
                  <a:lnTo>
                    <a:pt x="4465913" y="3163228"/>
                  </a:lnTo>
                  <a:lnTo>
                    <a:pt x="4472138" y="3169445"/>
                  </a:lnTo>
                  <a:lnTo>
                    <a:pt x="4482892" y="3169445"/>
                  </a:lnTo>
                  <a:lnTo>
                    <a:pt x="4493365" y="3167466"/>
                  </a:lnTo>
                  <a:lnTo>
                    <a:pt x="4499874" y="3160967"/>
                  </a:lnTo>
                  <a:lnTo>
                    <a:pt x="4499874" y="3144011"/>
                  </a:lnTo>
                  <a:lnTo>
                    <a:pt x="4493365" y="3135817"/>
                  </a:lnTo>
                  <a:close/>
                </a:path>
                <a:path w="9542780" h="6570345">
                  <a:moveTo>
                    <a:pt x="4493365" y="4945983"/>
                  </a:moveTo>
                  <a:lnTo>
                    <a:pt x="4474403" y="4945983"/>
                  </a:lnTo>
                  <a:lnTo>
                    <a:pt x="4465913" y="4952342"/>
                  </a:lnTo>
                  <a:lnTo>
                    <a:pt x="4465913" y="4971387"/>
                  </a:lnTo>
                  <a:lnTo>
                    <a:pt x="4472138" y="4979865"/>
                  </a:lnTo>
                  <a:lnTo>
                    <a:pt x="4493365" y="4979865"/>
                  </a:lnTo>
                  <a:lnTo>
                    <a:pt x="4499874" y="4971387"/>
                  </a:lnTo>
                  <a:lnTo>
                    <a:pt x="4499874" y="4954460"/>
                  </a:lnTo>
                  <a:lnTo>
                    <a:pt x="4493365" y="4945983"/>
                  </a:lnTo>
                  <a:close/>
                </a:path>
                <a:path w="9542780" h="6570345">
                  <a:moveTo>
                    <a:pt x="4493365" y="4990462"/>
                  </a:moveTo>
                  <a:lnTo>
                    <a:pt x="4474403" y="4990462"/>
                  </a:lnTo>
                  <a:lnTo>
                    <a:pt x="4465913" y="4996792"/>
                  </a:lnTo>
                  <a:lnTo>
                    <a:pt x="4465913" y="5015866"/>
                  </a:lnTo>
                  <a:lnTo>
                    <a:pt x="4472138" y="5024343"/>
                  </a:lnTo>
                  <a:lnTo>
                    <a:pt x="4493365" y="5024343"/>
                  </a:lnTo>
                  <a:lnTo>
                    <a:pt x="4499874" y="5015866"/>
                  </a:lnTo>
                  <a:lnTo>
                    <a:pt x="4499874" y="4998911"/>
                  </a:lnTo>
                  <a:lnTo>
                    <a:pt x="4493365" y="4990462"/>
                  </a:lnTo>
                  <a:close/>
                </a:path>
                <a:path w="9542780" h="6570345">
                  <a:moveTo>
                    <a:pt x="4493365" y="5034912"/>
                  </a:moveTo>
                  <a:lnTo>
                    <a:pt x="4474403" y="5034912"/>
                  </a:lnTo>
                  <a:lnTo>
                    <a:pt x="4465913" y="5041270"/>
                  </a:lnTo>
                  <a:lnTo>
                    <a:pt x="4465913" y="5060316"/>
                  </a:lnTo>
                  <a:lnTo>
                    <a:pt x="4472138" y="5068793"/>
                  </a:lnTo>
                  <a:lnTo>
                    <a:pt x="4482892" y="5068793"/>
                  </a:lnTo>
                  <a:lnTo>
                    <a:pt x="4493365" y="5066673"/>
                  </a:lnTo>
                  <a:lnTo>
                    <a:pt x="4499874" y="5060316"/>
                  </a:lnTo>
                  <a:lnTo>
                    <a:pt x="4499874" y="5043389"/>
                  </a:lnTo>
                  <a:lnTo>
                    <a:pt x="4493365" y="5034912"/>
                  </a:lnTo>
                  <a:close/>
                </a:path>
                <a:path w="9542780" h="6570345">
                  <a:moveTo>
                    <a:pt x="4493365" y="5077270"/>
                  </a:moveTo>
                  <a:lnTo>
                    <a:pt x="4474403" y="5077270"/>
                  </a:lnTo>
                  <a:lnTo>
                    <a:pt x="4465913" y="5083629"/>
                  </a:lnTo>
                  <a:lnTo>
                    <a:pt x="4465913" y="5102675"/>
                  </a:lnTo>
                  <a:lnTo>
                    <a:pt x="4472138" y="5111153"/>
                  </a:lnTo>
                  <a:lnTo>
                    <a:pt x="4493365" y="5111153"/>
                  </a:lnTo>
                  <a:lnTo>
                    <a:pt x="4499874" y="5104794"/>
                  </a:lnTo>
                  <a:lnTo>
                    <a:pt x="4499874" y="5085720"/>
                  </a:lnTo>
                  <a:lnTo>
                    <a:pt x="4493365" y="5077270"/>
                  </a:lnTo>
                  <a:close/>
                </a:path>
                <a:path w="9542780" h="6570345">
                  <a:moveTo>
                    <a:pt x="4493365" y="5121722"/>
                  </a:moveTo>
                  <a:lnTo>
                    <a:pt x="4474403" y="5121722"/>
                  </a:lnTo>
                  <a:lnTo>
                    <a:pt x="4465913" y="5128079"/>
                  </a:lnTo>
                  <a:lnTo>
                    <a:pt x="4465913" y="5147125"/>
                  </a:lnTo>
                  <a:lnTo>
                    <a:pt x="4472138" y="5155603"/>
                  </a:lnTo>
                  <a:lnTo>
                    <a:pt x="4493365" y="5155603"/>
                  </a:lnTo>
                  <a:lnTo>
                    <a:pt x="4499874" y="5149245"/>
                  </a:lnTo>
                  <a:lnTo>
                    <a:pt x="4499874" y="5130199"/>
                  </a:lnTo>
                  <a:lnTo>
                    <a:pt x="4493365" y="5121722"/>
                  </a:lnTo>
                  <a:close/>
                </a:path>
                <a:path w="9542780" h="6570345">
                  <a:moveTo>
                    <a:pt x="4493365" y="5166199"/>
                  </a:moveTo>
                  <a:lnTo>
                    <a:pt x="4474403" y="5166199"/>
                  </a:lnTo>
                  <a:lnTo>
                    <a:pt x="4465913" y="5172529"/>
                  </a:lnTo>
                  <a:lnTo>
                    <a:pt x="4465913" y="5191603"/>
                  </a:lnTo>
                  <a:lnTo>
                    <a:pt x="4472138" y="5200081"/>
                  </a:lnTo>
                  <a:lnTo>
                    <a:pt x="4493365" y="5200081"/>
                  </a:lnTo>
                  <a:lnTo>
                    <a:pt x="4499874" y="5191603"/>
                  </a:lnTo>
                  <a:lnTo>
                    <a:pt x="4499874" y="5174649"/>
                  </a:lnTo>
                  <a:lnTo>
                    <a:pt x="4493365" y="5166199"/>
                  </a:lnTo>
                  <a:close/>
                </a:path>
                <a:path w="9542780" h="6570345">
                  <a:moveTo>
                    <a:pt x="4493365" y="5210649"/>
                  </a:moveTo>
                  <a:lnTo>
                    <a:pt x="4474403" y="5210649"/>
                  </a:lnTo>
                  <a:lnTo>
                    <a:pt x="4465913" y="5217008"/>
                  </a:lnTo>
                  <a:lnTo>
                    <a:pt x="4465913" y="5236053"/>
                  </a:lnTo>
                  <a:lnTo>
                    <a:pt x="4472138" y="5244532"/>
                  </a:lnTo>
                  <a:lnTo>
                    <a:pt x="4493365" y="5244532"/>
                  </a:lnTo>
                  <a:lnTo>
                    <a:pt x="4499874" y="5236053"/>
                  </a:lnTo>
                  <a:lnTo>
                    <a:pt x="4499874" y="5219127"/>
                  </a:lnTo>
                  <a:lnTo>
                    <a:pt x="4493365" y="5210649"/>
                  </a:lnTo>
                  <a:close/>
                </a:path>
                <a:path w="9542780" h="6570345">
                  <a:moveTo>
                    <a:pt x="4493365" y="5255129"/>
                  </a:moveTo>
                  <a:lnTo>
                    <a:pt x="4474403" y="5255129"/>
                  </a:lnTo>
                  <a:lnTo>
                    <a:pt x="4465913" y="5261458"/>
                  </a:lnTo>
                  <a:lnTo>
                    <a:pt x="4465913" y="5282652"/>
                  </a:lnTo>
                  <a:lnTo>
                    <a:pt x="4472138" y="5288982"/>
                  </a:lnTo>
                  <a:lnTo>
                    <a:pt x="4493365" y="5288982"/>
                  </a:lnTo>
                  <a:lnTo>
                    <a:pt x="4499874" y="5280533"/>
                  </a:lnTo>
                  <a:lnTo>
                    <a:pt x="4499874" y="5263577"/>
                  </a:lnTo>
                  <a:lnTo>
                    <a:pt x="4493365" y="5255129"/>
                  </a:lnTo>
                  <a:close/>
                </a:path>
                <a:path w="9542780" h="6570345">
                  <a:moveTo>
                    <a:pt x="4493365" y="5299579"/>
                  </a:moveTo>
                  <a:lnTo>
                    <a:pt x="4474403" y="5299579"/>
                  </a:lnTo>
                  <a:lnTo>
                    <a:pt x="4465913" y="5305936"/>
                  </a:lnTo>
                  <a:lnTo>
                    <a:pt x="4465913" y="5327102"/>
                  </a:lnTo>
                  <a:lnTo>
                    <a:pt x="4472138" y="5333460"/>
                  </a:lnTo>
                  <a:lnTo>
                    <a:pt x="4493365" y="5333460"/>
                  </a:lnTo>
                  <a:lnTo>
                    <a:pt x="4499874" y="5324983"/>
                  </a:lnTo>
                  <a:lnTo>
                    <a:pt x="4499874" y="5308056"/>
                  </a:lnTo>
                  <a:lnTo>
                    <a:pt x="4493365" y="5299579"/>
                  </a:lnTo>
                  <a:close/>
                </a:path>
                <a:path w="9542780" h="6570345">
                  <a:moveTo>
                    <a:pt x="4493365" y="5344057"/>
                  </a:moveTo>
                  <a:lnTo>
                    <a:pt x="4474403" y="5344057"/>
                  </a:lnTo>
                  <a:lnTo>
                    <a:pt x="4465913" y="5350386"/>
                  </a:lnTo>
                  <a:lnTo>
                    <a:pt x="4465913" y="5369460"/>
                  </a:lnTo>
                  <a:lnTo>
                    <a:pt x="4472138" y="5377910"/>
                  </a:lnTo>
                  <a:lnTo>
                    <a:pt x="4482892" y="5377910"/>
                  </a:lnTo>
                  <a:lnTo>
                    <a:pt x="4493365" y="5375791"/>
                  </a:lnTo>
                  <a:lnTo>
                    <a:pt x="4499874" y="5369460"/>
                  </a:lnTo>
                  <a:lnTo>
                    <a:pt x="4499874" y="5352506"/>
                  </a:lnTo>
                  <a:lnTo>
                    <a:pt x="4493365" y="5344057"/>
                  </a:lnTo>
                  <a:close/>
                </a:path>
                <a:path w="9542780" h="6570345">
                  <a:moveTo>
                    <a:pt x="4493365" y="5386388"/>
                  </a:moveTo>
                  <a:lnTo>
                    <a:pt x="4474403" y="5386388"/>
                  </a:lnTo>
                  <a:lnTo>
                    <a:pt x="4465913" y="5392746"/>
                  </a:lnTo>
                  <a:lnTo>
                    <a:pt x="4465913" y="5411792"/>
                  </a:lnTo>
                  <a:lnTo>
                    <a:pt x="4472138" y="5420269"/>
                  </a:lnTo>
                  <a:lnTo>
                    <a:pt x="4493365" y="5420269"/>
                  </a:lnTo>
                  <a:lnTo>
                    <a:pt x="4499874" y="5413912"/>
                  </a:lnTo>
                  <a:lnTo>
                    <a:pt x="4499874" y="5394866"/>
                  </a:lnTo>
                  <a:lnTo>
                    <a:pt x="4493365" y="5386388"/>
                  </a:lnTo>
                  <a:close/>
                </a:path>
                <a:path w="9542780" h="6570345">
                  <a:moveTo>
                    <a:pt x="4493365" y="5430866"/>
                  </a:moveTo>
                  <a:lnTo>
                    <a:pt x="4474403" y="5430866"/>
                  </a:lnTo>
                  <a:lnTo>
                    <a:pt x="4465913" y="5437196"/>
                  </a:lnTo>
                  <a:lnTo>
                    <a:pt x="4465913" y="5458390"/>
                  </a:lnTo>
                  <a:lnTo>
                    <a:pt x="4472138" y="5464719"/>
                  </a:lnTo>
                  <a:lnTo>
                    <a:pt x="4493365" y="5464719"/>
                  </a:lnTo>
                  <a:lnTo>
                    <a:pt x="4499874" y="5458390"/>
                  </a:lnTo>
                  <a:lnTo>
                    <a:pt x="4499874" y="5439316"/>
                  </a:lnTo>
                  <a:lnTo>
                    <a:pt x="4493365" y="5430866"/>
                  </a:lnTo>
                  <a:close/>
                </a:path>
                <a:path w="9542780" h="6570345">
                  <a:moveTo>
                    <a:pt x="4493365" y="5564245"/>
                  </a:moveTo>
                  <a:lnTo>
                    <a:pt x="4474403" y="5564245"/>
                  </a:lnTo>
                  <a:lnTo>
                    <a:pt x="4465913" y="5570603"/>
                  </a:lnTo>
                  <a:lnTo>
                    <a:pt x="4465913" y="5589649"/>
                  </a:lnTo>
                  <a:lnTo>
                    <a:pt x="4472138" y="5598126"/>
                  </a:lnTo>
                  <a:lnTo>
                    <a:pt x="4493365" y="5598126"/>
                  </a:lnTo>
                  <a:lnTo>
                    <a:pt x="4499874" y="5589649"/>
                  </a:lnTo>
                  <a:lnTo>
                    <a:pt x="4499874" y="5572723"/>
                  </a:lnTo>
                  <a:lnTo>
                    <a:pt x="4493365" y="5564245"/>
                  </a:lnTo>
                  <a:close/>
                </a:path>
                <a:path w="9542780" h="6570345">
                  <a:moveTo>
                    <a:pt x="4493365" y="5608723"/>
                  </a:moveTo>
                  <a:lnTo>
                    <a:pt x="4474403" y="5608723"/>
                  </a:lnTo>
                  <a:lnTo>
                    <a:pt x="4465913" y="5615053"/>
                  </a:lnTo>
                  <a:lnTo>
                    <a:pt x="4465913" y="5634127"/>
                  </a:lnTo>
                  <a:lnTo>
                    <a:pt x="4472138" y="5642576"/>
                  </a:lnTo>
                  <a:lnTo>
                    <a:pt x="4493365" y="5642576"/>
                  </a:lnTo>
                  <a:lnTo>
                    <a:pt x="4499874" y="5634127"/>
                  </a:lnTo>
                  <a:lnTo>
                    <a:pt x="4499874" y="5617173"/>
                  </a:lnTo>
                  <a:lnTo>
                    <a:pt x="4493365" y="5608723"/>
                  </a:lnTo>
                  <a:close/>
                </a:path>
                <a:path w="9542780" h="6570345">
                  <a:moveTo>
                    <a:pt x="4493365" y="5653173"/>
                  </a:moveTo>
                  <a:lnTo>
                    <a:pt x="4474403" y="5653173"/>
                  </a:lnTo>
                  <a:lnTo>
                    <a:pt x="4465913" y="5659532"/>
                  </a:lnTo>
                  <a:lnTo>
                    <a:pt x="4465913" y="5678578"/>
                  </a:lnTo>
                  <a:lnTo>
                    <a:pt x="4472138" y="5687056"/>
                  </a:lnTo>
                  <a:lnTo>
                    <a:pt x="4482892" y="5687056"/>
                  </a:lnTo>
                  <a:lnTo>
                    <a:pt x="4493365" y="5684936"/>
                  </a:lnTo>
                  <a:lnTo>
                    <a:pt x="4499874" y="5678578"/>
                  </a:lnTo>
                  <a:lnTo>
                    <a:pt x="4499874" y="5661651"/>
                  </a:lnTo>
                  <a:lnTo>
                    <a:pt x="4493365" y="5653173"/>
                  </a:lnTo>
                  <a:close/>
                </a:path>
                <a:path w="9542780" h="6570345">
                  <a:moveTo>
                    <a:pt x="4493365" y="5695533"/>
                  </a:moveTo>
                  <a:lnTo>
                    <a:pt x="4474403" y="5695533"/>
                  </a:lnTo>
                  <a:lnTo>
                    <a:pt x="4465913" y="5701863"/>
                  </a:lnTo>
                  <a:lnTo>
                    <a:pt x="4465913" y="5720937"/>
                  </a:lnTo>
                  <a:lnTo>
                    <a:pt x="4472138" y="5729386"/>
                  </a:lnTo>
                  <a:lnTo>
                    <a:pt x="4493365" y="5729386"/>
                  </a:lnTo>
                  <a:lnTo>
                    <a:pt x="4499874" y="5723056"/>
                  </a:lnTo>
                  <a:lnTo>
                    <a:pt x="4499874" y="5703982"/>
                  </a:lnTo>
                  <a:lnTo>
                    <a:pt x="4493365" y="5695533"/>
                  </a:lnTo>
                  <a:close/>
                </a:path>
                <a:path w="9542780" h="6570345">
                  <a:moveTo>
                    <a:pt x="4493365" y="5739983"/>
                  </a:moveTo>
                  <a:lnTo>
                    <a:pt x="4474403" y="5739983"/>
                  </a:lnTo>
                  <a:lnTo>
                    <a:pt x="4465913" y="5746341"/>
                  </a:lnTo>
                  <a:lnTo>
                    <a:pt x="4465913" y="5765387"/>
                  </a:lnTo>
                  <a:lnTo>
                    <a:pt x="4472138" y="5773864"/>
                  </a:lnTo>
                  <a:lnTo>
                    <a:pt x="4493365" y="5773864"/>
                  </a:lnTo>
                  <a:lnTo>
                    <a:pt x="4499874" y="5767506"/>
                  </a:lnTo>
                  <a:lnTo>
                    <a:pt x="4499874" y="5748460"/>
                  </a:lnTo>
                  <a:lnTo>
                    <a:pt x="4493365" y="5739983"/>
                  </a:lnTo>
                  <a:close/>
                </a:path>
                <a:path w="9542780" h="6570345">
                  <a:moveTo>
                    <a:pt x="4493365" y="6358239"/>
                  </a:moveTo>
                  <a:lnTo>
                    <a:pt x="4474403" y="6358239"/>
                  </a:lnTo>
                  <a:lnTo>
                    <a:pt x="4465913" y="6364592"/>
                  </a:lnTo>
                  <a:lnTo>
                    <a:pt x="4465913" y="6385765"/>
                  </a:lnTo>
                  <a:lnTo>
                    <a:pt x="4472138" y="6392118"/>
                  </a:lnTo>
                  <a:lnTo>
                    <a:pt x="4493365" y="6392118"/>
                  </a:lnTo>
                  <a:lnTo>
                    <a:pt x="4499874" y="6385765"/>
                  </a:lnTo>
                  <a:lnTo>
                    <a:pt x="4499874" y="6366711"/>
                  </a:lnTo>
                  <a:lnTo>
                    <a:pt x="4493365" y="6358239"/>
                  </a:lnTo>
                  <a:close/>
                </a:path>
                <a:path w="9542780" h="6570345">
                  <a:moveTo>
                    <a:pt x="4493365" y="6402703"/>
                  </a:moveTo>
                  <a:lnTo>
                    <a:pt x="4474403" y="6402703"/>
                  </a:lnTo>
                  <a:lnTo>
                    <a:pt x="4465913" y="6409056"/>
                  </a:lnTo>
                  <a:lnTo>
                    <a:pt x="4465913" y="6430230"/>
                  </a:lnTo>
                  <a:lnTo>
                    <a:pt x="4472138" y="6436583"/>
                  </a:lnTo>
                  <a:lnTo>
                    <a:pt x="4493365" y="6436583"/>
                  </a:lnTo>
                  <a:lnTo>
                    <a:pt x="4499874" y="6428113"/>
                  </a:lnTo>
                  <a:lnTo>
                    <a:pt x="4499874" y="6411173"/>
                  </a:lnTo>
                  <a:lnTo>
                    <a:pt x="4493365" y="6402703"/>
                  </a:lnTo>
                  <a:close/>
                </a:path>
                <a:path w="9542780" h="6570345">
                  <a:moveTo>
                    <a:pt x="4448931" y="3046803"/>
                  </a:moveTo>
                  <a:lnTo>
                    <a:pt x="4429687" y="3046803"/>
                  </a:lnTo>
                  <a:lnTo>
                    <a:pt x="4421197" y="3053020"/>
                  </a:lnTo>
                  <a:lnTo>
                    <a:pt x="4421197" y="3072236"/>
                  </a:lnTo>
                  <a:lnTo>
                    <a:pt x="4427706" y="3080713"/>
                  </a:lnTo>
                  <a:lnTo>
                    <a:pt x="4448931" y="3080713"/>
                  </a:lnTo>
                  <a:lnTo>
                    <a:pt x="4455158" y="3072236"/>
                  </a:lnTo>
                  <a:lnTo>
                    <a:pt x="4455158" y="3055280"/>
                  </a:lnTo>
                  <a:lnTo>
                    <a:pt x="4448931" y="3046803"/>
                  </a:lnTo>
                  <a:close/>
                </a:path>
                <a:path w="9542780" h="6570345">
                  <a:moveTo>
                    <a:pt x="4448931" y="3091169"/>
                  </a:moveTo>
                  <a:lnTo>
                    <a:pt x="4429687" y="3091169"/>
                  </a:lnTo>
                  <a:lnTo>
                    <a:pt x="4421197" y="3097668"/>
                  </a:lnTo>
                  <a:lnTo>
                    <a:pt x="4421197" y="3118862"/>
                  </a:lnTo>
                  <a:lnTo>
                    <a:pt x="4427706" y="3125078"/>
                  </a:lnTo>
                  <a:lnTo>
                    <a:pt x="4448931" y="3125078"/>
                  </a:lnTo>
                  <a:lnTo>
                    <a:pt x="4455158" y="3116601"/>
                  </a:lnTo>
                  <a:lnTo>
                    <a:pt x="4455158" y="3099647"/>
                  </a:lnTo>
                  <a:lnTo>
                    <a:pt x="4448931" y="3091169"/>
                  </a:lnTo>
                  <a:close/>
                </a:path>
                <a:path w="9542780" h="6570345">
                  <a:moveTo>
                    <a:pt x="4448931" y="3135817"/>
                  </a:moveTo>
                  <a:lnTo>
                    <a:pt x="4429687" y="3135817"/>
                  </a:lnTo>
                  <a:lnTo>
                    <a:pt x="4421197" y="3142034"/>
                  </a:lnTo>
                  <a:lnTo>
                    <a:pt x="4421197" y="3163228"/>
                  </a:lnTo>
                  <a:lnTo>
                    <a:pt x="4427706" y="3169445"/>
                  </a:lnTo>
                  <a:lnTo>
                    <a:pt x="4438177" y="3169445"/>
                  </a:lnTo>
                  <a:lnTo>
                    <a:pt x="4448931" y="3167466"/>
                  </a:lnTo>
                  <a:lnTo>
                    <a:pt x="4455158" y="3160967"/>
                  </a:lnTo>
                  <a:lnTo>
                    <a:pt x="4455158" y="3144011"/>
                  </a:lnTo>
                  <a:lnTo>
                    <a:pt x="4448931" y="3135817"/>
                  </a:lnTo>
                  <a:close/>
                </a:path>
                <a:path w="9542780" h="6570345">
                  <a:moveTo>
                    <a:pt x="4448931" y="3929675"/>
                  </a:moveTo>
                  <a:lnTo>
                    <a:pt x="4429687" y="3929675"/>
                  </a:lnTo>
                  <a:lnTo>
                    <a:pt x="4421197" y="3936033"/>
                  </a:lnTo>
                  <a:lnTo>
                    <a:pt x="4421197" y="3955079"/>
                  </a:lnTo>
                  <a:lnTo>
                    <a:pt x="4427706" y="3963558"/>
                  </a:lnTo>
                  <a:lnTo>
                    <a:pt x="4448931" y="3963558"/>
                  </a:lnTo>
                  <a:lnTo>
                    <a:pt x="4455158" y="3955079"/>
                  </a:lnTo>
                  <a:lnTo>
                    <a:pt x="4455158" y="3938153"/>
                  </a:lnTo>
                  <a:lnTo>
                    <a:pt x="4448931" y="3929675"/>
                  </a:lnTo>
                  <a:close/>
                </a:path>
                <a:path w="9542780" h="6570345">
                  <a:moveTo>
                    <a:pt x="4448931" y="5166199"/>
                  </a:moveTo>
                  <a:lnTo>
                    <a:pt x="4429687" y="5166199"/>
                  </a:lnTo>
                  <a:lnTo>
                    <a:pt x="4421197" y="5172529"/>
                  </a:lnTo>
                  <a:lnTo>
                    <a:pt x="4421197" y="5191603"/>
                  </a:lnTo>
                  <a:lnTo>
                    <a:pt x="4427706" y="5200081"/>
                  </a:lnTo>
                  <a:lnTo>
                    <a:pt x="4448931" y="5200081"/>
                  </a:lnTo>
                  <a:lnTo>
                    <a:pt x="4455158" y="5191603"/>
                  </a:lnTo>
                  <a:lnTo>
                    <a:pt x="4455158" y="5174649"/>
                  </a:lnTo>
                  <a:lnTo>
                    <a:pt x="4448931" y="5166199"/>
                  </a:lnTo>
                  <a:close/>
                </a:path>
                <a:path w="9542780" h="6570345">
                  <a:moveTo>
                    <a:pt x="4448931" y="5210649"/>
                  </a:moveTo>
                  <a:lnTo>
                    <a:pt x="4429687" y="5210649"/>
                  </a:lnTo>
                  <a:lnTo>
                    <a:pt x="4421197" y="5217008"/>
                  </a:lnTo>
                  <a:lnTo>
                    <a:pt x="4421197" y="5236053"/>
                  </a:lnTo>
                  <a:lnTo>
                    <a:pt x="4427706" y="5244532"/>
                  </a:lnTo>
                  <a:lnTo>
                    <a:pt x="4448931" y="5244532"/>
                  </a:lnTo>
                  <a:lnTo>
                    <a:pt x="4455158" y="5236053"/>
                  </a:lnTo>
                  <a:lnTo>
                    <a:pt x="4455158" y="5219127"/>
                  </a:lnTo>
                  <a:lnTo>
                    <a:pt x="4448931" y="5210649"/>
                  </a:lnTo>
                  <a:close/>
                </a:path>
                <a:path w="9542780" h="6570345">
                  <a:moveTo>
                    <a:pt x="4448931" y="5255129"/>
                  </a:moveTo>
                  <a:lnTo>
                    <a:pt x="4429687" y="5255129"/>
                  </a:lnTo>
                  <a:lnTo>
                    <a:pt x="4421197" y="5261458"/>
                  </a:lnTo>
                  <a:lnTo>
                    <a:pt x="4421197" y="5282652"/>
                  </a:lnTo>
                  <a:lnTo>
                    <a:pt x="4427706" y="5288982"/>
                  </a:lnTo>
                  <a:lnTo>
                    <a:pt x="4448931" y="5288982"/>
                  </a:lnTo>
                  <a:lnTo>
                    <a:pt x="4455158" y="5280533"/>
                  </a:lnTo>
                  <a:lnTo>
                    <a:pt x="4455158" y="5263577"/>
                  </a:lnTo>
                  <a:lnTo>
                    <a:pt x="4448931" y="5255129"/>
                  </a:lnTo>
                  <a:close/>
                </a:path>
                <a:path w="9542780" h="6570345">
                  <a:moveTo>
                    <a:pt x="4448931" y="5299579"/>
                  </a:moveTo>
                  <a:lnTo>
                    <a:pt x="4429687" y="5299579"/>
                  </a:lnTo>
                  <a:lnTo>
                    <a:pt x="4421197" y="5305936"/>
                  </a:lnTo>
                  <a:lnTo>
                    <a:pt x="4421197" y="5327102"/>
                  </a:lnTo>
                  <a:lnTo>
                    <a:pt x="4427706" y="5333460"/>
                  </a:lnTo>
                  <a:lnTo>
                    <a:pt x="4448931" y="5333460"/>
                  </a:lnTo>
                  <a:lnTo>
                    <a:pt x="4455158" y="5324983"/>
                  </a:lnTo>
                  <a:lnTo>
                    <a:pt x="4455158" y="5308056"/>
                  </a:lnTo>
                  <a:lnTo>
                    <a:pt x="4448931" y="5299579"/>
                  </a:lnTo>
                  <a:close/>
                </a:path>
                <a:path w="9542780" h="6570345">
                  <a:moveTo>
                    <a:pt x="4448931" y="5344057"/>
                  </a:moveTo>
                  <a:lnTo>
                    <a:pt x="4429687" y="5344057"/>
                  </a:lnTo>
                  <a:lnTo>
                    <a:pt x="4421197" y="5350386"/>
                  </a:lnTo>
                  <a:lnTo>
                    <a:pt x="4421197" y="5369460"/>
                  </a:lnTo>
                  <a:lnTo>
                    <a:pt x="4427706" y="5377910"/>
                  </a:lnTo>
                  <a:lnTo>
                    <a:pt x="4438177" y="5377910"/>
                  </a:lnTo>
                  <a:lnTo>
                    <a:pt x="4448931" y="5375791"/>
                  </a:lnTo>
                  <a:lnTo>
                    <a:pt x="4455158" y="5369460"/>
                  </a:lnTo>
                  <a:lnTo>
                    <a:pt x="4455158" y="5352506"/>
                  </a:lnTo>
                  <a:lnTo>
                    <a:pt x="4448931" y="5344057"/>
                  </a:lnTo>
                  <a:close/>
                </a:path>
                <a:path w="9542780" h="6570345">
                  <a:moveTo>
                    <a:pt x="4448931" y="6358239"/>
                  </a:moveTo>
                  <a:lnTo>
                    <a:pt x="4429687" y="6358239"/>
                  </a:lnTo>
                  <a:lnTo>
                    <a:pt x="4421197" y="6364592"/>
                  </a:lnTo>
                  <a:lnTo>
                    <a:pt x="4421197" y="6385765"/>
                  </a:lnTo>
                  <a:lnTo>
                    <a:pt x="4427706" y="6392118"/>
                  </a:lnTo>
                  <a:lnTo>
                    <a:pt x="4448931" y="6392118"/>
                  </a:lnTo>
                  <a:lnTo>
                    <a:pt x="4455158" y="6385765"/>
                  </a:lnTo>
                  <a:lnTo>
                    <a:pt x="4455158" y="6366711"/>
                  </a:lnTo>
                  <a:lnTo>
                    <a:pt x="4448931" y="6358239"/>
                  </a:lnTo>
                  <a:close/>
                </a:path>
                <a:path w="9542780" h="6570345">
                  <a:moveTo>
                    <a:pt x="4448931" y="6402703"/>
                  </a:moveTo>
                  <a:lnTo>
                    <a:pt x="4429687" y="6402703"/>
                  </a:lnTo>
                  <a:lnTo>
                    <a:pt x="4421197" y="6409056"/>
                  </a:lnTo>
                  <a:lnTo>
                    <a:pt x="4421197" y="6430230"/>
                  </a:lnTo>
                  <a:lnTo>
                    <a:pt x="4427706" y="6436583"/>
                  </a:lnTo>
                  <a:lnTo>
                    <a:pt x="4448931" y="6436583"/>
                  </a:lnTo>
                  <a:lnTo>
                    <a:pt x="4455158" y="6428113"/>
                  </a:lnTo>
                  <a:lnTo>
                    <a:pt x="4455158" y="6411173"/>
                  </a:lnTo>
                  <a:lnTo>
                    <a:pt x="4448931" y="6402703"/>
                  </a:lnTo>
                  <a:close/>
                </a:path>
                <a:path w="9542780" h="6570345">
                  <a:moveTo>
                    <a:pt x="4404216" y="3135817"/>
                  </a:moveTo>
                  <a:lnTo>
                    <a:pt x="4385254" y="3135817"/>
                  </a:lnTo>
                  <a:lnTo>
                    <a:pt x="4376764" y="3142034"/>
                  </a:lnTo>
                  <a:lnTo>
                    <a:pt x="4376764" y="3163228"/>
                  </a:lnTo>
                  <a:lnTo>
                    <a:pt x="4383274" y="3169445"/>
                  </a:lnTo>
                  <a:lnTo>
                    <a:pt x="4393745" y="3169445"/>
                  </a:lnTo>
                  <a:lnTo>
                    <a:pt x="4404216" y="3167466"/>
                  </a:lnTo>
                  <a:lnTo>
                    <a:pt x="4410725" y="3160967"/>
                  </a:lnTo>
                  <a:lnTo>
                    <a:pt x="4410725" y="3144011"/>
                  </a:lnTo>
                  <a:lnTo>
                    <a:pt x="4404216" y="3135817"/>
                  </a:lnTo>
                  <a:close/>
                </a:path>
                <a:path w="9542780" h="6570345">
                  <a:moveTo>
                    <a:pt x="4404216" y="3180182"/>
                  </a:moveTo>
                  <a:lnTo>
                    <a:pt x="4385254" y="3180182"/>
                  </a:lnTo>
                  <a:lnTo>
                    <a:pt x="4376764" y="3186399"/>
                  </a:lnTo>
                  <a:lnTo>
                    <a:pt x="4376764" y="3205614"/>
                  </a:lnTo>
                  <a:lnTo>
                    <a:pt x="4383274" y="3214093"/>
                  </a:lnTo>
                  <a:lnTo>
                    <a:pt x="4393745" y="3214093"/>
                  </a:lnTo>
                  <a:lnTo>
                    <a:pt x="4404216" y="3211832"/>
                  </a:lnTo>
                  <a:lnTo>
                    <a:pt x="4410725" y="3205614"/>
                  </a:lnTo>
                  <a:lnTo>
                    <a:pt x="4410725" y="3188660"/>
                  </a:lnTo>
                  <a:lnTo>
                    <a:pt x="4404216" y="3180182"/>
                  </a:lnTo>
                  <a:close/>
                </a:path>
                <a:path w="9542780" h="6570345">
                  <a:moveTo>
                    <a:pt x="4404216" y="3885225"/>
                  </a:moveTo>
                  <a:lnTo>
                    <a:pt x="4385254" y="3885225"/>
                  </a:lnTo>
                  <a:lnTo>
                    <a:pt x="4376764" y="3891555"/>
                  </a:lnTo>
                  <a:lnTo>
                    <a:pt x="4376764" y="3910629"/>
                  </a:lnTo>
                  <a:lnTo>
                    <a:pt x="4383274" y="3919079"/>
                  </a:lnTo>
                  <a:lnTo>
                    <a:pt x="4404216" y="3919079"/>
                  </a:lnTo>
                  <a:lnTo>
                    <a:pt x="4410725" y="3912749"/>
                  </a:lnTo>
                  <a:lnTo>
                    <a:pt x="4410725" y="3893675"/>
                  </a:lnTo>
                  <a:lnTo>
                    <a:pt x="4404216" y="3885225"/>
                  </a:lnTo>
                  <a:close/>
                </a:path>
                <a:path w="9542780" h="6570345">
                  <a:moveTo>
                    <a:pt x="4404216" y="3929675"/>
                  </a:moveTo>
                  <a:lnTo>
                    <a:pt x="4385254" y="3929675"/>
                  </a:lnTo>
                  <a:lnTo>
                    <a:pt x="4376764" y="3936033"/>
                  </a:lnTo>
                  <a:lnTo>
                    <a:pt x="4376764" y="3955079"/>
                  </a:lnTo>
                  <a:lnTo>
                    <a:pt x="4383274" y="3963558"/>
                  </a:lnTo>
                  <a:lnTo>
                    <a:pt x="4404216" y="3963558"/>
                  </a:lnTo>
                  <a:lnTo>
                    <a:pt x="4410725" y="3955079"/>
                  </a:lnTo>
                  <a:lnTo>
                    <a:pt x="4410725" y="3938153"/>
                  </a:lnTo>
                  <a:lnTo>
                    <a:pt x="4404216" y="3929675"/>
                  </a:lnTo>
                  <a:close/>
                </a:path>
                <a:path w="9542780" h="6570345">
                  <a:moveTo>
                    <a:pt x="4404216" y="4592388"/>
                  </a:moveTo>
                  <a:lnTo>
                    <a:pt x="4385254" y="4592388"/>
                  </a:lnTo>
                  <a:lnTo>
                    <a:pt x="4376764" y="4598746"/>
                  </a:lnTo>
                  <a:lnTo>
                    <a:pt x="4376764" y="4617792"/>
                  </a:lnTo>
                  <a:lnTo>
                    <a:pt x="4383274" y="4626269"/>
                  </a:lnTo>
                  <a:lnTo>
                    <a:pt x="4404216" y="4626269"/>
                  </a:lnTo>
                  <a:lnTo>
                    <a:pt x="4410725" y="4617792"/>
                  </a:lnTo>
                  <a:lnTo>
                    <a:pt x="4410725" y="4600865"/>
                  </a:lnTo>
                  <a:lnTo>
                    <a:pt x="4404216" y="4592388"/>
                  </a:lnTo>
                  <a:close/>
                </a:path>
                <a:path w="9542780" h="6570345">
                  <a:moveTo>
                    <a:pt x="4404216" y="4636866"/>
                  </a:moveTo>
                  <a:lnTo>
                    <a:pt x="4385254" y="4636866"/>
                  </a:lnTo>
                  <a:lnTo>
                    <a:pt x="4376764" y="4643224"/>
                  </a:lnTo>
                  <a:lnTo>
                    <a:pt x="4376764" y="4662270"/>
                  </a:lnTo>
                  <a:lnTo>
                    <a:pt x="4383274" y="4670748"/>
                  </a:lnTo>
                  <a:lnTo>
                    <a:pt x="4404216" y="4670748"/>
                  </a:lnTo>
                  <a:lnTo>
                    <a:pt x="4410725" y="4662270"/>
                  </a:lnTo>
                  <a:lnTo>
                    <a:pt x="4410725" y="4645343"/>
                  </a:lnTo>
                  <a:lnTo>
                    <a:pt x="4404216" y="4636866"/>
                  </a:lnTo>
                  <a:close/>
                </a:path>
                <a:path w="9542780" h="6570345">
                  <a:moveTo>
                    <a:pt x="4404216" y="4681316"/>
                  </a:moveTo>
                  <a:lnTo>
                    <a:pt x="4385254" y="4681316"/>
                  </a:lnTo>
                  <a:lnTo>
                    <a:pt x="4376764" y="4687675"/>
                  </a:lnTo>
                  <a:lnTo>
                    <a:pt x="4376764" y="4706721"/>
                  </a:lnTo>
                  <a:lnTo>
                    <a:pt x="4383274" y="4715198"/>
                  </a:lnTo>
                  <a:lnTo>
                    <a:pt x="4393745" y="4715198"/>
                  </a:lnTo>
                  <a:lnTo>
                    <a:pt x="4404216" y="4713079"/>
                  </a:lnTo>
                  <a:lnTo>
                    <a:pt x="4410725" y="4706721"/>
                  </a:lnTo>
                  <a:lnTo>
                    <a:pt x="4410725" y="4689793"/>
                  </a:lnTo>
                  <a:lnTo>
                    <a:pt x="4404216" y="4681316"/>
                  </a:lnTo>
                  <a:close/>
                </a:path>
                <a:path w="9542780" h="6570345">
                  <a:moveTo>
                    <a:pt x="4404216" y="5166199"/>
                  </a:moveTo>
                  <a:lnTo>
                    <a:pt x="4385255" y="5166199"/>
                  </a:lnTo>
                  <a:lnTo>
                    <a:pt x="4376764" y="5172529"/>
                  </a:lnTo>
                  <a:lnTo>
                    <a:pt x="4376764" y="5191603"/>
                  </a:lnTo>
                  <a:lnTo>
                    <a:pt x="4383274" y="5200081"/>
                  </a:lnTo>
                  <a:lnTo>
                    <a:pt x="4404216" y="5200081"/>
                  </a:lnTo>
                  <a:lnTo>
                    <a:pt x="4410725" y="5191603"/>
                  </a:lnTo>
                  <a:lnTo>
                    <a:pt x="4410725" y="5174649"/>
                  </a:lnTo>
                  <a:lnTo>
                    <a:pt x="4404216" y="5166199"/>
                  </a:lnTo>
                  <a:close/>
                </a:path>
                <a:path w="9542780" h="6570345">
                  <a:moveTo>
                    <a:pt x="4404216" y="5210649"/>
                  </a:moveTo>
                  <a:lnTo>
                    <a:pt x="4385255" y="5210649"/>
                  </a:lnTo>
                  <a:lnTo>
                    <a:pt x="4376764" y="5217008"/>
                  </a:lnTo>
                  <a:lnTo>
                    <a:pt x="4376764" y="5236053"/>
                  </a:lnTo>
                  <a:lnTo>
                    <a:pt x="4383274" y="5244532"/>
                  </a:lnTo>
                  <a:lnTo>
                    <a:pt x="4404216" y="5244532"/>
                  </a:lnTo>
                  <a:lnTo>
                    <a:pt x="4410725" y="5236053"/>
                  </a:lnTo>
                  <a:lnTo>
                    <a:pt x="4410725" y="5219127"/>
                  </a:lnTo>
                  <a:lnTo>
                    <a:pt x="4404216" y="5210649"/>
                  </a:lnTo>
                  <a:close/>
                </a:path>
                <a:path w="9542780" h="6570345">
                  <a:moveTo>
                    <a:pt x="4404216" y="5255129"/>
                  </a:moveTo>
                  <a:lnTo>
                    <a:pt x="4385255" y="5255129"/>
                  </a:lnTo>
                  <a:lnTo>
                    <a:pt x="4376764" y="5261458"/>
                  </a:lnTo>
                  <a:lnTo>
                    <a:pt x="4376764" y="5282652"/>
                  </a:lnTo>
                  <a:lnTo>
                    <a:pt x="4383274" y="5288982"/>
                  </a:lnTo>
                  <a:lnTo>
                    <a:pt x="4404216" y="5288982"/>
                  </a:lnTo>
                  <a:lnTo>
                    <a:pt x="4410725" y="5280533"/>
                  </a:lnTo>
                  <a:lnTo>
                    <a:pt x="4410725" y="5263577"/>
                  </a:lnTo>
                  <a:lnTo>
                    <a:pt x="4404216" y="5255129"/>
                  </a:lnTo>
                  <a:close/>
                </a:path>
                <a:path w="9542780" h="6570345">
                  <a:moveTo>
                    <a:pt x="4404216" y="5299579"/>
                  </a:moveTo>
                  <a:lnTo>
                    <a:pt x="4385255" y="5299579"/>
                  </a:lnTo>
                  <a:lnTo>
                    <a:pt x="4376764" y="5305936"/>
                  </a:lnTo>
                  <a:lnTo>
                    <a:pt x="4376764" y="5327102"/>
                  </a:lnTo>
                  <a:lnTo>
                    <a:pt x="4383274" y="5333460"/>
                  </a:lnTo>
                  <a:lnTo>
                    <a:pt x="4404216" y="5333460"/>
                  </a:lnTo>
                  <a:lnTo>
                    <a:pt x="4410725" y="5324983"/>
                  </a:lnTo>
                  <a:lnTo>
                    <a:pt x="4410725" y="5308056"/>
                  </a:lnTo>
                  <a:lnTo>
                    <a:pt x="4404216" y="5299579"/>
                  </a:lnTo>
                  <a:close/>
                </a:path>
                <a:path w="9542780" h="6570345">
                  <a:moveTo>
                    <a:pt x="4404216" y="5344057"/>
                  </a:moveTo>
                  <a:lnTo>
                    <a:pt x="4385255" y="5344057"/>
                  </a:lnTo>
                  <a:lnTo>
                    <a:pt x="4376764" y="5350386"/>
                  </a:lnTo>
                  <a:lnTo>
                    <a:pt x="4376764" y="5369460"/>
                  </a:lnTo>
                  <a:lnTo>
                    <a:pt x="4383274" y="5377910"/>
                  </a:lnTo>
                  <a:lnTo>
                    <a:pt x="4393745" y="5377910"/>
                  </a:lnTo>
                  <a:lnTo>
                    <a:pt x="4404216" y="5375791"/>
                  </a:lnTo>
                  <a:lnTo>
                    <a:pt x="4410725" y="5369460"/>
                  </a:lnTo>
                  <a:lnTo>
                    <a:pt x="4410725" y="5352506"/>
                  </a:lnTo>
                  <a:lnTo>
                    <a:pt x="4404216" y="5344057"/>
                  </a:lnTo>
                  <a:close/>
                </a:path>
                <a:path w="9542780" h="6570345">
                  <a:moveTo>
                    <a:pt x="4404216" y="6358239"/>
                  </a:moveTo>
                  <a:lnTo>
                    <a:pt x="4385255" y="6358239"/>
                  </a:lnTo>
                  <a:lnTo>
                    <a:pt x="4376764" y="6364592"/>
                  </a:lnTo>
                  <a:lnTo>
                    <a:pt x="4376764" y="6385765"/>
                  </a:lnTo>
                  <a:lnTo>
                    <a:pt x="4383274" y="6392118"/>
                  </a:lnTo>
                  <a:lnTo>
                    <a:pt x="4404216" y="6392118"/>
                  </a:lnTo>
                  <a:lnTo>
                    <a:pt x="4410725" y="6385765"/>
                  </a:lnTo>
                  <a:lnTo>
                    <a:pt x="4410725" y="6366711"/>
                  </a:lnTo>
                  <a:lnTo>
                    <a:pt x="4404216" y="6358239"/>
                  </a:lnTo>
                  <a:close/>
                </a:path>
                <a:path w="9542780" h="6570345">
                  <a:moveTo>
                    <a:pt x="4362047" y="3180182"/>
                  </a:moveTo>
                  <a:lnTo>
                    <a:pt x="4342803" y="3180182"/>
                  </a:lnTo>
                  <a:lnTo>
                    <a:pt x="4334313" y="3186399"/>
                  </a:lnTo>
                  <a:lnTo>
                    <a:pt x="4334313" y="3205614"/>
                  </a:lnTo>
                  <a:lnTo>
                    <a:pt x="4340821" y="3214093"/>
                  </a:lnTo>
                  <a:lnTo>
                    <a:pt x="4351293" y="3214093"/>
                  </a:lnTo>
                  <a:lnTo>
                    <a:pt x="4359784" y="3211832"/>
                  </a:lnTo>
                  <a:lnTo>
                    <a:pt x="4368274" y="3205614"/>
                  </a:lnTo>
                  <a:lnTo>
                    <a:pt x="4368274" y="3188660"/>
                  </a:lnTo>
                  <a:lnTo>
                    <a:pt x="4362047" y="3180182"/>
                  </a:lnTo>
                  <a:close/>
                </a:path>
                <a:path w="9542780" h="6570345">
                  <a:moveTo>
                    <a:pt x="4362047" y="3222570"/>
                  </a:moveTo>
                  <a:lnTo>
                    <a:pt x="4342803" y="3222570"/>
                  </a:lnTo>
                  <a:lnTo>
                    <a:pt x="4334313" y="3228787"/>
                  </a:lnTo>
                  <a:lnTo>
                    <a:pt x="4334313" y="3248002"/>
                  </a:lnTo>
                  <a:lnTo>
                    <a:pt x="4340821" y="3256480"/>
                  </a:lnTo>
                  <a:lnTo>
                    <a:pt x="4359784" y="3256480"/>
                  </a:lnTo>
                  <a:lnTo>
                    <a:pt x="4368274" y="3249980"/>
                  </a:lnTo>
                  <a:lnTo>
                    <a:pt x="4368274" y="3231047"/>
                  </a:lnTo>
                  <a:lnTo>
                    <a:pt x="4362047" y="3222570"/>
                  </a:lnTo>
                  <a:close/>
                </a:path>
                <a:path w="9542780" h="6570345">
                  <a:moveTo>
                    <a:pt x="4362047" y="3266935"/>
                  </a:moveTo>
                  <a:lnTo>
                    <a:pt x="4342803" y="3266935"/>
                  </a:lnTo>
                  <a:lnTo>
                    <a:pt x="4334313" y="3273435"/>
                  </a:lnTo>
                  <a:lnTo>
                    <a:pt x="4334313" y="3292368"/>
                  </a:lnTo>
                  <a:lnTo>
                    <a:pt x="4340821" y="3300845"/>
                  </a:lnTo>
                  <a:lnTo>
                    <a:pt x="4359784" y="3300845"/>
                  </a:lnTo>
                  <a:lnTo>
                    <a:pt x="4368274" y="3294345"/>
                  </a:lnTo>
                  <a:lnTo>
                    <a:pt x="4368274" y="3275412"/>
                  </a:lnTo>
                  <a:lnTo>
                    <a:pt x="4362047" y="3266935"/>
                  </a:lnTo>
                  <a:close/>
                </a:path>
                <a:path w="9542780" h="6570345">
                  <a:moveTo>
                    <a:pt x="4362047" y="3840747"/>
                  </a:moveTo>
                  <a:lnTo>
                    <a:pt x="4342803" y="3840747"/>
                  </a:lnTo>
                  <a:lnTo>
                    <a:pt x="4334313" y="3847105"/>
                  </a:lnTo>
                  <a:lnTo>
                    <a:pt x="4334313" y="3866151"/>
                  </a:lnTo>
                  <a:lnTo>
                    <a:pt x="4340821" y="3874629"/>
                  </a:lnTo>
                  <a:lnTo>
                    <a:pt x="4359784" y="3874629"/>
                  </a:lnTo>
                  <a:lnTo>
                    <a:pt x="4368274" y="3868271"/>
                  </a:lnTo>
                  <a:lnTo>
                    <a:pt x="4368274" y="3849225"/>
                  </a:lnTo>
                  <a:lnTo>
                    <a:pt x="4362047" y="3840747"/>
                  </a:lnTo>
                  <a:close/>
                </a:path>
                <a:path w="9542780" h="6570345">
                  <a:moveTo>
                    <a:pt x="4362047" y="3885225"/>
                  </a:moveTo>
                  <a:lnTo>
                    <a:pt x="4342803" y="3885225"/>
                  </a:lnTo>
                  <a:lnTo>
                    <a:pt x="4334313" y="3891555"/>
                  </a:lnTo>
                  <a:lnTo>
                    <a:pt x="4334313" y="3910629"/>
                  </a:lnTo>
                  <a:lnTo>
                    <a:pt x="4340821" y="3919079"/>
                  </a:lnTo>
                  <a:lnTo>
                    <a:pt x="4359784" y="3919079"/>
                  </a:lnTo>
                  <a:lnTo>
                    <a:pt x="4368274" y="3912749"/>
                  </a:lnTo>
                  <a:lnTo>
                    <a:pt x="4368274" y="3893675"/>
                  </a:lnTo>
                  <a:lnTo>
                    <a:pt x="4362047" y="3885225"/>
                  </a:lnTo>
                  <a:close/>
                </a:path>
                <a:path w="9542780" h="6570345">
                  <a:moveTo>
                    <a:pt x="4362047" y="3929675"/>
                  </a:moveTo>
                  <a:lnTo>
                    <a:pt x="4342803" y="3929675"/>
                  </a:lnTo>
                  <a:lnTo>
                    <a:pt x="4334313" y="3936033"/>
                  </a:lnTo>
                  <a:lnTo>
                    <a:pt x="4334313" y="3955079"/>
                  </a:lnTo>
                  <a:lnTo>
                    <a:pt x="4340821" y="3963558"/>
                  </a:lnTo>
                  <a:lnTo>
                    <a:pt x="4359784" y="3963558"/>
                  </a:lnTo>
                  <a:lnTo>
                    <a:pt x="4368274" y="3955079"/>
                  </a:lnTo>
                  <a:lnTo>
                    <a:pt x="4368274" y="3938153"/>
                  </a:lnTo>
                  <a:lnTo>
                    <a:pt x="4362047" y="3929675"/>
                  </a:lnTo>
                  <a:close/>
                </a:path>
                <a:path w="9542780" h="6570345">
                  <a:moveTo>
                    <a:pt x="4362047" y="3974125"/>
                  </a:moveTo>
                  <a:lnTo>
                    <a:pt x="4342803" y="3974125"/>
                  </a:lnTo>
                  <a:lnTo>
                    <a:pt x="4334313" y="3980484"/>
                  </a:lnTo>
                  <a:lnTo>
                    <a:pt x="4334313" y="3999558"/>
                  </a:lnTo>
                  <a:lnTo>
                    <a:pt x="4340821" y="4008008"/>
                  </a:lnTo>
                  <a:lnTo>
                    <a:pt x="4359784" y="4008008"/>
                  </a:lnTo>
                  <a:lnTo>
                    <a:pt x="4368274" y="3999558"/>
                  </a:lnTo>
                  <a:lnTo>
                    <a:pt x="4368274" y="3982603"/>
                  </a:lnTo>
                  <a:lnTo>
                    <a:pt x="4362047" y="3974125"/>
                  </a:lnTo>
                  <a:close/>
                </a:path>
                <a:path w="9542780" h="6570345">
                  <a:moveTo>
                    <a:pt x="4362047" y="4063055"/>
                  </a:moveTo>
                  <a:lnTo>
                    <a:pt x="4342803" y="4063055"/>
                  </a:lnTo>
                  <a:lnTo>
                    <a:pt x="4334313" y="4069412"/>
                  </a:lnTo>
                  <a:lnTo>
                    <a:pt x="4334313" y="4088486"/>
                  </a:lnTo>
                  <a:lnTo>
                    <a:pt x="4340821" y="4096936"/>
                  </a:lnTo>
                  <a:lnTo>
                    <a:pt x="4351293" y="4096936"/>
                  </a:lnTo>
                  <a:lnTo>
                    <a:pt x="4359784" y="4094816"/>
                  </a:lnTo>
                  <a:lnTo>
                    <a:pt x="4368274" y="4088486"/>
                  </a:lnTo>
                  <a:lnTo>
                    <a:pt x="4368274" y="4071532"/>
                  </a:lnTo>
                  <a:lnTo>
                    <a:pt x="4362047" y="4063055"/>
                  </a:lnTo>
                  <a:close/>
                </a:path>
                <a:path w="9542780" h="6570345">
                  <a:moveTo>
                    <a:pt x="4362047" y="4547938"/>
                  </a:moveTo>
                  <a:lnTo>
                    <a:pt x="4342803" y="4547938"/>
                  </a:lnTo>
                  <a:lnTo>
                    <a:pt x="4334313" y="4554296"/>
                  </a:lnTo>
                  <a:lnTo>
                    <a:pt x="4334313" y="4573342"/>
                  </a:lnTo>
                  <a:lnTo>
                    <a:pt x="4340821" y="4581819"/>
                  </a:lnTo>
                  <a:lnTo>
                    <a:pt x="4359784" y="4581819"/>
                  </a:lnTo>
                  <a:lnTo>
                    <a:pt x="4368274" y="4573342"/>
                  </a:lnTo>
                  <a:lnTo>
                    <a:pt x="4368274" y="4556415"/>
                  </a:lnTo>
                  <a:lnTo>
                    <a:pt x="4362047" y="4547938"/>
                  </a:lnTo>
                  <a:close/>
                </a:path>
                <a:path w="9542780" h="6570345">
                  <a:moveTo>
                    <a:pt x="4362047" y="4592388"/>
                  </a:moveTo>
                  <a:lnTo>
                    <a:pt x="4342803" y="4592388"/>
                  </a:lnTo>
                  <a:lnTo>
                    <a:pt x="4334313" y="4598746"/>
                  </a:lnTo>
                  <a:lnTo>
                    <a:pt x="4334313" y="4617792"/>
                  </a:lnTo>
                  <a:lnTo>
                    <a:pt x="4340821" y="4626269"/>
                  </a:lnTo>
                  <a:lnTo>
                    <a:pt x="4359784" y="4626269"/>
                  </a:lnTo>
                  <a:lnTo>
                    <a:pt x="4368274" y="4617792"/>
                  </a:lnTo>
                  <a:lnTo>
                    <a:pt x="4368274" y="4600865"/>
                  </a:lnTo>
                  <a:lnTo>
                    <a:pt x="4362047" y="4592388"/>
                  </a:lnTo>
                  <a:close/>
                </a:path>
                <a:path w="9542780" h="6570345">
                  <a:moveTo>
                    <a:pt x="4362047" y="4636866"/>
                  </a:moveTo>
                  <a:lnTo>
                    <a:pt x="4342803" y="4636866"/>
                  </a:lnTo>
                  <a:lnTo>
                    <a:pt x="4334313" y="4643224"/>
                  </a:lnTo>
                  <a:lnTo>
                    <a:pt x="4334313" y="4662270"/>
                  </a:lnTo>
                  <a:lnTo>
                    <a:pt x="4340821" y="4670748"/>
                  </a:lnTo>
                  <a:lnTo>
                    <a:pt x="4359784" y="4670748"/>
                  </a:lnTo>
                  <a:lnTo>
                    <a:pt x="4368274" y="4662270"/>
                  </a:lnTo>
                  <a:lnTo>
                    <a:pt x="4368274" y="4645343"/>
                  </a:lnTo>
                  <a:lnTo>
                    <a:pt x="4362047" y="4636866"/>
                  </a:lnTo>
                  <a:close/>
                </a:path>
                <a:path w="9542780" h="6570345">
                  <a:moveTo>
                    <a:pt x="4362047" y="4681316"/>
                  </a:moveTo>
                  <a:lnTo>
                    <a:pt x="4342803" y="4681316"/>
                  </a:lnTo>
                  <a:lnTo>
                    <a:pt x="4334313" y="4687675"/>
                  </a:lnTo>
                  <a:lnTo>
                    <a:pt x="4334313" y="4706721"/>
                  </a:lnTo>
                  <a:lnTo>
                    <a:pt x="4340821" y="4715198"/>
                  </a:lnTo>
                  <a:lnTo>
                    <a:pt x="4351293" y="4715198"/>
                  </a:lnTo>
                  <a:lnTo>
                    <a:pt x="4359784" y="4713079"/>
                  </a:lnTo>
                  <a:lnTo>
                    <a:pt x="4368274" y="4706721"/>
                  </a:lnTo>
                  <a:lnTo>
                    <a:pt x="4368274" y="4689793"/>
                  </a:lnTo>
                  <a:lnTo>
                    <a:pt x="4362047" y="4681316"/>
                  </a:lnTo>
                  <a:close/>
                </a:path>
                <a:path w="9542780" h="6570345">
                  <a:moveTo>
                    <a:pt x="4362047" y="6182507"/>
                  </a:moveTo>
                  <a:lnTo>
                    <a:pt x="4342803" y="6182507"/>
                  </a:lnTo>
                  <a:lnTo>
                    <a:pt x="4334313" y="6188864"/>
                  </a:lnTo>
                  <a:lnTo>
                    <a:pt x="4334313" y="6210030"/>
                  </a:lnTo>
                  <a:lnTo>
                    <a:pt x="4340821" y="6216389"/>
                  </a:lnTo>
                  <a:lnTo>
                    <a:pt x="4359784" y="6216389"/>
                  </a:lnTo>
                  <a:lnTo>
                    <a:pt x="4368274" y="6207911"/>
                  </a:lnTo>
                  <a:lnTo>
                    <a:pt x="4368274" y="6190984"/>
                  </a:lnTo>
                  <a:lnTo>
                    <a:pt x="4362047" y="6182507"/>
                  </a:lnTo>
                  <a:close/>
                </a:path>
                <a:path w="9542780" h="6570345">
                  <a:moveTo>
                    <a:pt x="4362047" y="6226957"/>
                  </a:moveTo>
                  <a:lnTo>
                    <a:pt x="4342803" y="6226957"/>
                  </a:lnTo>
                  <a:lnTo>
                    <a:pt x="4334313" y="6233316"/>
                  </a:lnTo>
                  <a:lnTo>
                    <a:pt x="4334313" y="6254480"/>
                  </a:lnTo>
                  <a:lnTo>
                    <a:pt x="4340821" y="6260839"/>
                  </a:lnTo>
                  <a:lnTo>
                    <a:pt x="4359784" y="6260839"/>
                  </a:lnTo>
                  <a:lnTo>
                    <a:pt x="4368274" y="6252362"/>
                  </a:lnTo>
                  <a:lnTo>
                    <a:pt x="4368274" y="6235434"/>
                  </a:lnTo>
                  <a:lnTo>
                    <a:pt x="4362047" y="6226957"/>
                  </a:lnTo>
                  <a:close/>
                </a:path>
                <a:path w="9542780" h="6570345">
                  <a:moveTo>
                    <a:pt x="4317331" y="3180182"/>
                  </a:moveTo>
                  <a:lnTo>
                    <a:pt x="4298370" y="3180182"/>
                  </a:lnTo>
                  <a:lnTo>
                    <a:pt x="4289879" y="3186399"/>
                  </a:lnTo>
                  <a:lnTo>
                    <a:pt x="4289879" y="3205614"/>
                  </a:lnTo>
                  <a:lnTo>
                    <a:pt x="4296106" y="3214093"/>
                  </a:lnTo>
                  <a:lnTo>
                    <a:pt x="4306860" y="3214093"/>
                  </a:lnTo>
                  <a:lnTo>
                    <a:pt x="4315350" y="3211832"/>
                  </a:lnTo>
                  <a:lnTo>
                    <a:pt x="4323840" y="3205614"/>
                  </a:lnTo>
                  <a:lnTo>
                    <a:pt x="4323840" y="3188660"/>
                  </a:lnTo>
                  <a:lnTo>
                    <a:pt x="4317331" y="3180182"/>
                  </a:lnTo>
                  <a:close/>
                </a:path>
                <a:path w="9542780" h="6570345">
                  <a:moveTo>
                    <a:pt x="4317331" y="3222570"/>
                  </a:moveTo>
                  <a:lnTo>
                    <a:pt x="4298370" y="3222570"/>
                  </a:lnTo>
                  <a:lnTo>
                    <a:pt x="4289879" y="3228787"/>
                  </a:lnTo>
                  <a:lnTo>
                    <a:pt x="4289879" y="3248002"/>
                  </a:lnTo>
                  <a:lnTo>
                    <a:pt x="4296106" y="3256480"/>
                  </a:lnTo>
                  <a:lnTo>
                    <a:pt x="4315350" y="3256480"/>
                  </a:lnTo>
                  <a:lnTo>
                    <a:pt x="4323840" y="3249980"/>
                  </a:lnTo>
                  <a:lnTo>
                    <a:pt x="4323840" y="3231047"/>
                  </a:lnTo>
                  <a:lnTo>
                    <a:pt x="4317331" y="3222570"/>
                  </a:lnTo>
                  <a:close/>
                </a:path>
                <a:path w="9542780" h="6570345">
                  <a:moveTo>
                    <a:pt x="4317331" y="3266935"/>
                  </a:moveTo>
                  <a:lnTo>
                    <a:pt x="4298370" y="3266935"/>
                  </a:lnTo>
                  <a:lnTo>
                    <a:pt x="4289879" y="3273435"/>
                  </a:lnTo>
                  <a:lnTo>
                    <a:pt x="4289879" y="3292368"/>
                  </a:lnTo>
                  <a:lnTo>
                    <a:pt x="4296106" y="3300845"/>
                  </a:lnTo>
                  <a:lnTo>
                    <a:pt x="4315350" y="3300845"/>
                  </a:lnTo>
                  <a:lnTo>
                    <a:pt x="4323840" y="3294345"/>
                  </a:lnTo>
                  <a:lnTo>
                    <a:pt x="4323840" y="3275412"/>
                  </a:lnTo>
                  <a:lnTo>
                    <a:pt x="4317331" y="3266935"/>
                  </a:lnTo>
                  <a:close/>
                </a:path>
                <a:path w="9542780" h="6570345">
                  <a:moveTo>
                    <a:pt x="4317331" y="3798416"/>
                  </a:moveTo>
                  <a:lnTo>
                    <a:pt x="4298370" y="3798416"/>
                  </a:lnTo>
                  <a:lnTo>
                    <a:pt x="4289879" y="3804746"/>
                  </a:lnTo>
                  <a:lnTo>
                    <a:pt x="4289879" y="3823820"/>
                  </a:lnTo>
                  <a:lnTo>
                    <a:pt x="4296106" y="3832269"/>
                  </a:lnTo>
                  <a:lnTo>
                    <a:pt x="4306860" y="3832269"/>
                  </a:lnTo>
                  <a:lnTo>
                    <a:pt x="4315350" y="3830151"/>
                  </a:lnTo>
                  <a:lnTo>
                    <a:pt x="4323842" y="3823820"/>
                  </a:lnTo>
                  <a:lnTo>
                    <a:pt x="4323842" y="3806865"/>
                  </a:lnTo>
                  <a:lnTo>
                    <a:pt x="4317331" y="3798416"/>
                  </a:lnTo>
                  <a:close/>
                </a:path>
                <a:path w="9542780" h="6570345">
                  <a:moveTo>
                    <a:pt x="4317331" y="3840747"/>
                  </a:moveTo>
                  <a:lnTo>
                    <a:pt x="4298370" y="3840747"/>
                  </a:lnTo>
                  <a:lnTo>
                    <a:pt x="4289879" y="3847105"/>
                  </a:lnTo>
                  <a:lnTo>
                    <a:pt x="4289879" y="3866151"/>
                  </a:lnTo>
                  <a:lnTo>
                    <a:pt x="4296106" y="3874629"/>
                  </a:lnTo>
                  <a:lnTo>
                    <a:pt x="4315350" y="3874629"/>
                  </a:lnTo>
                  <a:lnTo>
                    <a:pt x="4323842" y="3868271"/>
                  </a:lnTo>
                  <a:lnTo>
                    <a:pt x="4323842" y="3849225"/>
                  </a:lnTo>
                  <a:lnTo>
                    <a:pt x="4317331" y="3840747"/>
                  </a:lnTo>
                  <a:close/>
                </a:path>
                <a:path w="9542780" h="6570345">
                  <a:moveTo>
                    <a:pt x="4317331" y="3885225"/>
                  </a:moveTo>
                  <a:lnTo>
                    <a:pt x="4298370" y="3885225"/>
                  </a:lnTo>
                  <a:lnTo>
                    <a:pt x="4289879" y="3891555"/>
                  </a:lnTo>
                  <a:lnTo>
                    <a:pt x="4289879" y="3910629"/>
                  </a:lnTo>
                  <a:lnTo>
                    <a:pt x="4296106" y="3919079"/>
                  </a:lnTo>
                  <a:lnTo>
                    <a:pt x="4315350" y="3919079"/>
                  </a:lnTo>
                  <a:lnTo>
                    <a:pt x="4323842" y="3912749"/>
                  </a:lnTo>
                  <a:lnTo>
                    <a:pt x="4323842" y="3893675"/>
                  </a:lnTo>
                  <a:lnTo>
                    <a:pt x="4317331" y="3885225"/>
                  </a:lnTo>
                  <a:close/>
                </a:path>
                <a:path w="9542780" h="6570345">
                  <a:moveTo>
                    <a:pt x="4317331" y="3929675"/>
                  </a:moveTo>
                  <a:lnTo>
                    <a:pt x="4298370" y="3929675"/>
                  </a:lnTo>
                  <a:lnTo>
                    <a:pt x="4289879" y="3936033"/>
                  </a:lnTo>
                  <a:lnTo>
                    <a:pt x="4289879" y="3955079"/>
                  </a:lnTo>
                  <a:lnTo>
                    <a:pt x="4296106" y="3963558"/>
                  </a:lnTo>
                  <a:lnTo>
                    <a:pt x="4315350" y="3963558"/>
                  </a:lnTo>
                  <a:lnTo>
                    <a:pt x="4323842" y="3955079"/>
                  </a:lnTo>
                  <a:lnTo>
                    <a:pt x="4323842" y="3938153"/>
                  </a:lnTo>
                  <a:lnTo>
                    <a:pt x="4317331" y="3929675"/>
                  </a:lnTo>
                  <a:close/>
                </a:path>
                <a:path w="9542780" h="6570345">
                  <a:moveTo>
                    <a:pt x="4317331" y="3974125"/>
                  </a:moveTo>
                  <a:lnTo>
                    <a:pt x="4298370" y="3974125"/>
                  </a:lnTo>
                  <a:lnTo>
                    <a:pt x="4289879" y="3980484"/>
                  </a:lnTo>
                  <a:lnTo>
                    <a:pt x="4289879" y="3999558"/>
                  </a:lnTo>
                  <a:lnTo>
                    <a:pt x="4296106" y="4008008"/>
                  </a:lnTo>
                  <a:lnTo>
                    <a:pt x="4315350" y="4008008"/>
                  </a:lnTo>
                  <a:lnTo>
                    <a:pt x="4323842" y="3999558"/>
                  </a:lnTo>
                  <a:lnTo>
                    <a:pt x="4323842" y="3982603"/>
                  </a:lnTo>
                  <a:lnTo>
                    <a:pt x="4317331" y="3974125"/>
                  </a:lnTo>
                  <a:close/>
                </a:path>
                <a:path w="9542780" h="6570345">
                  <a:moveTo>
                    <a:pt x="4317331" y="4018605"/>
                  </a:moveTo>
                  <a:lnTo>
                    <a:pt x="4298370" y="4018605"/>
                  </a:lnTo>
                  <a:lnTo>
                    <a:pt x="4289879" y="4024962"/>
                  </a:lnTo>
                  <a:lnTo>
                    <a:pt x="4289879" y="4044008"/>
                  </a:lnTo>
                  <a:lnTo>
                    <a:pt x="4296106" y="4052486"/>
                  </a:lnTo>
                  <a:lnTo>
                    <a:pt x="4315350" y="4052486"/>
                  </a:lnTo>
                  <a:lnTo>
                    <a:pt x="4323842" y="4044008"/>
                  </a:lnTo>
                  <a:lnTo>
                    <a:pt x="4323842" y="4027082"/>
                  </a:lnTo>
                  <a:lnTo>
                    <a:pt x="4317331" y="4018605"/>
                  </a:lnTo>
                  <a:close/>
                </a:path>
                <a:path w="9542780" h="6570345">
                  <a:moveTo>
                    <a:pt x="4317331" y="4063055"/>
                  </a:moveTo>
                  <a:lnTo>
                    <a:pt x="4298370" y="4063055"/>
                  </a:lnTo>
                  <a:lnTo>
                    <a:pt x="4289879" y="4069412"/>
                  </a:lnTo>
                  <a:lnTo>
                    <a:pt x="4289879" y="4088486"/>
                  </a:lnTo>
                  <a:lnTo>
                    <a:pt x="4296106" y="4096936"/>
                  </a:lnTo>
                  <a:lnTo>
                    <a:pt x="4306860" y="4096936"/>
                  </a:lnTo>
                  <a:lnTo>
                    <a:pt x="4315350" y="4094816"/>
                  </a:lnTo>
                  <a:lnTo>
                    <a:pt x="4323842" y="4088486"/>
                  </a:lnTo>
                  <a:lnTo>
                    <a:pt x="4323842" y="4071532"/>
                  </a:lnTo>
                  <a:lnTo>
                    <a:pt x="4317331" y="4063055"/>
                  </a:lnTo>
                  <a:close/>
                </a:path>
                <a:path w="9542780" h="6570345">
                  <a:moveTo>
                    <a:pt x="4317331" y="4547938"/>
                  </a:moveTo>
                  <a:lnTo>
                    <a:pt x="4298370" y="4547938"/>
                  </a:lnTo>
                  <a:lnTo>
                    <a:pt x="4289879" y="4554296"/>
                  </a:lnTo>
                  <a:lnTo>
                    <a:pt x="4289879" y="4573342"/>
                  </a:lnTo>
                  <a:lnTo>
                    <a:pt x="4296106" y="4581819"/>
                  </a:lnTo>
                  <a:lnTo>
                    <a:pt x="4315350" y="4581819"/>
                  </a:lnTo>
                  <a:lnTo>
                    <a:pt x="4323842" y="4573342"/>
                  </a:lnTo>
                  <a:lnTo>
                    <a:pt x="4323842" y="4556415"/>
                  </a:lnTo>
                  <a:lnTo>
                    <a:pt x="4317331" y="4547938"/>
                  </a:lnTo>
                  <a:close/>
                </a:path>
                <a:path w="9542780" h="6570345">
                  <a:moveTo>
                    <a:pt x="4317331" y="4592388"/>
                  </a:moveTo>
                  <a:lnTo>
                    <a:pt x="4298370" y="4592388"/>
                  </a:lnTo>
                  <a:lnTo>
                    <a:pt x="4289879" y="4598746"/>
                  </a:lnTo>
                  <a:lnTo>
                    <a:pt x="4289879" y="4617792"/>
                  </a:lnTo>
                  <a:lnTo>
                    <a:pt x="4296106" y="4626269"/>
                  </a:lnTo>
                  <a:lnTo>
                    <a:pt x="4315350" y="4626269"/>
                  </a:lnTo>
                  <a:lnTo>
                    <a:pt x="4323842" y="4617792"/>
                  </a:lnTo>
                  <a:lnTo>
                    <a:pt x="4323842" y="4600865"/>
                  </a:lnTo>
                  <a:lnTo>
                    <a:pt x="4317331" y="4592388"/>
                  </a:lnTo>
                  <a:close/>
                </a:path>
                <a:path w="9542780" h="6570345">
                  <a:moveTo>
                    <a:pt x="4317331" y="4636866"/>
                  </a:moveTo>
                  <a:lnTo>
                    <a:pt x="4298370" y="4636866"/>
                  </a:lnTo>
                  <a:lnTo>
                    <a:pt x="4289879" y="4643224"/>
                  </a:lnTo>
                  <a:lnTo>
                    <a:pt x="4289879" y="4662270"/>
                  </a:lnTo>
                  <a:lnTo>
                    <a:pt x="4296106" y="4670748"/>
                  </a:lnTo>
                  <a:lnTo>
                    <a:pt x="4315350" y="4670748"/>
                  </a:lnTo>
                  <a:lnTo>
                    <a:pt x="4323842" y="4662270"/>
                  </a:lnTo>
                  <a:lnTo>
                    <a:pt x="4323842" y="4645343"/>
                  </a:lnTo>
                  <a:lnTo>
                    <a:pt x="4317331" y="4636866"/>
                  </a:lnTo>
                  <a:close/>
                </a:path>
                <a:path w="9542780" h="6570345">
                  <a:moveTo>
                    <a:pt x="4317331" y="6182507"/>
                  </a:moveTo>
                  <a:lnTo>
                    <a:pt x="4298370" y="6182507"/>
                  </a:lnTo>
                  <a:lnTo>
                    <a:pt x="4289879" y="6188864"/>
                  </a:lnTo>
                  <a:lnTo>
                    <a:pt x="4289879" y="6210030"/>
                  </a:lnTo>
                  <a:lnTo>
                    <a:pt x="4296106" y="6216389"/>
                  </a:lnTo>
                  <a:lnTo>
                    <a:pt x="4315350" y="6216389"/>
                  </a:lnTo>
                  <a:lnTo>
                    <a:pt x="4323842" y="6207911"/>
                  </a:lnTo>
                  <a:lnTo>
                    <a:pt x="4323842" y="6190984"/>
                  </a:lnTo>
                  <a:lnTo>
                    <a:pt x="4317331" y="6182507"/>
                  </a:lnTo>
                  <a:close/>
                </a:path>
                <a:path w="9542780" h="6570345">
                  <a:moveTo>
                    <a:pt x="4317331" y="6226957"/>
                  </a:moveTo>
                  <a:lnTo>
                    <a:pt x="4298370" y="6226957"/>
                  </a:lnTo>
                  <a:lnTo>
                    <a:pt x="4289879" y="6233316"/>
                  </a:lnTo>
                  <a:lnTo>
                    <a:pt x="4289879" y="6254480"/>
                  </a:lnTo>
                  <a:lnTo>
                    <a:pt x="4296106" y="6260839"/>
                  </a:lnTo>
                  <a:lnTo>
                    <a:pt x="4315350" y="6260839"/>
                  </a:lnTo>
                  <a:lnTo>
                    <a:pt x="4323842" y="6252362"/>
                  </a:lnTo>
                  <a:lnTo>
                    <a:pt x="4323842" y="6235434"/>
                  </a:lnTo>
                  <a:lnTo>
                    <a:pt x="4317331" y="6226957"/>
                  </a:lnTo>
                  <a:close/>
                </a:path>
                <a:path w="9542780" h="6570345">
                  <a:moveTo>
                    <a:pt x="4272899" y="3222570"/>
                  </a:moveTo>
                  <a:lnTo>
                    <a:pt x="4251672" y="3222570"/>
                  </a:lnTo>
                  <a:lnTo>
                    <a:pt x="4245164" y="3228787"/>
                  </a:lnTo>
                  <a:lnTo>
                    <a:pt x="4245164" y="3248002"/>
                  </a:lnTo>
                  <a:lnTo>
                    <a:pt x="4251672" y="3256480"/>
                  </a:lnTo>
                  <a:lnTo>
                    <a:pt x="4272899" y="3256480"/>
                  </a:lnTo>
                  <a:lnTo>
                    <a:pt x="4279125" y="3249980"/>
                  </a:lnTo>
                  <a:lnTo>
                    <a:pt x="4279125" y="3231047"/>
                  </a:lnTo>
                  <a:lnTo>
                    <a:pt x="4272899" y="3222570"/>
                  </a:lnTo>
                  <a:close/>
                </a:path>
                <a:path w="9542780" h="6570345">
                  <a:moveTo>
                    <a:pt x="4272899" y="3266935"/>
                  </a:moveTo>
                  <a:lnTo>
                    <a:pt x="4251672" y="3266935"/>
                  </a:lnTo>
                  <a:lnTo>
                    <a:pt x="4245164" y="3273435"/>
                  </a:lnTo>
                  <a:lnTo>
                    <a:pt x="4245164" y="3292368"/>
                  </a:lnTo>
                  <a:lnTo>
                    <a:pt x="4251672" y="3300845"/>
                  </a:lnTo>
                  <a:lnTo>
                    <a:pt x="4272899" y="3300845"/>
                  </a:lnTo>
                  <a:lnTo>
                    <a:pt x="4279125" y="3294345"/>
                  </a:lnTo>
                  <a:lnTo>
                    <a:pt x="4279125" y="3275412"/>
                  </a:lnTo>
                  <a:lnTo>
                    <a:pt x="4272899" y="3266935"/>
                  </a:lnTo>
                  <a:close/>
                </a:path>
                <a:path w="9542780" h="6570345">
                  <a:moveTo>
                    <a:pt x="4272899" y="3311301"/>
                  </a:moveTo>
                  <a:lnTo>
                    <a:pt x="4251672" y="3311301"/>
                  </a:lnTo>
                  <a:lnTo>
                    <a:pt x="4245164" y="3317800"/>
                  </a:lnTo>
                  <a:lnTo>
                    <a:pt x="4245164" y="3336733"/>
                  </a:lnTo>
                  <a:lnTo>
                    <a:pt x="4251672" y="3345210"/>
                  </a:lnTo>
                  <a:lnTo>
                    <a:pt x="4272899" y="3345210"/>
                  </a:lnTo>
                  <a:lnTo>
                    <a:pt x="4279125" y="3336733"/>
                  </a:lnTo>
                  <a:lnTo>
                    <a:pt x="4279125" y="3319778"/>
                  </a:lnTo>
                  <a:lnTo>
                    <a:pt x="4272899" y="3311301"/>
                  </a:lnTo>
                  <a:close/>
                </a:path>
                <a:path w="9542780" h="6570345">
                  <a:moveTo>
                    <a:pt x="4272899" y="3798416"/>
                  </a:moveTo>
                  <a:lnTo>
                    <a:pt x="4251674" y="3798416"/>
                  </a:lnTo>
                  <a:lnTo>
                    <a:pt x="4245164" y="3804746"/>
                  </a:lnTo>
                  <a:lnTo>
                    <a:pt x="4245164" y="3823820"/>
                  </a:lnTo>
                  <a:lnTo>
                    <a:pt x="4251674" y="3832269"/>
                  </a:lnTo>
                  <a:lnTo>
                    <a:pt x="4272899" y="3832269"/>
                  </a:lnTo>
                  <a:lnTo>
                    <a:pt x="4279125" y="3823820"/>
                  </a:lnTo>
                  <a:lnTo>
                    <a:pt x="4279125" y="3806865"/>
                  </a:lnTo>
                  <a:lnTo>
                    <a:pt x="4272899" y="3798416"/>
                  </a:lnTo>
                  <a:close/>
                </a:path>
                <a:path w="9542780" h="6570345">
                  <a:moveTo>
                    <a:pt x="4272899" y="3840747"/>
                  </a:moveTo>
                  <a:lnTo>
                    <a:pt x="4251674" y="3840747"/>
                  </a:lnTo>
                  <a:lnTo>
                    <a:pt x="4245164" y="3847105"/>
                  </a:lnTo>
                  <a:lnTo>
                    <a:pt x="4245164" y="3866151"/>
                  </a:lnTo>
                  <a:lnTo>
                    <a:pt x="4251674" y="3874629"/>
                  </a:lnTo>
                  <a:lnTo>
                    <a:pt x="4272899" y="3874629"/>
                  </a:lnTo>
                  <a:lnTo>
                    <a:pt x="4279125" y="3868271"/>
                  </a:lnTo>
                  <a:lnTo>
                    <a:pt x="4279125" y="3849225"/>
                  </a:lnTo>
                  <a:lnTo>
                    <a:pt x="4272899" y="3840747"/>
                  </a:lnTo>
                  <a:close/>
                </a:path>
                <a:path w="9542780" h="6570345">
                  <a:moveTo>
                    <a:pt x="4272899" y="3885225"/>
                  </a:moveTo>
                  <a:lnTo>
                    <a:pt x="4251674" y="3885225"/>
                  </a:lnTo>
                  <a:lnTo>
                    <a:pt x="4245164" y="3891555"/>
                  </a:lnTo>
                  <a:lnTo>
                    <a:pt x="4245164" y="3910629"/>
                  </a:lnTo>
                  <a:lnTo>
                    <a:pt x="4251674" y="3919079"/>
                  </a:lnTo>
                  <a:lnTo>
                    <a:pt x="4272899" y="3919079"/>
                  </a:lnTo>
                  <a:lnTo>
                    <a:pt x="4279125" y="3912749"/>
                  </a:lnTo>
                  <a:lnTo>
                    <a:pt x="4279125" y="3893675"/>
                  </a:lnTo>
                  <a:lnTo>
                    <a:pt x="4272899" y="3885225"/>
                  </a:lnTo>
                  <a:close/>
                </a:path>
                <a:path w="9542780" h="6570345">
                  <a:moveTo>
                    <a:pt x="4272899" y="3929675"/>
                  </a:moveTo>
                  <a:lnTo>
                    <a:pt x="4251674" y="3929675"/>
                  </a:lnTo>
                  <a:lnTo>
                    <a:pt x="4245164" y="3936033"/>
                  </a:lnTo>
                  <a:lnTo>
                    <a:pt x="4245164" y="3955079"/>
                  </a:lnTo>
                  <a:lnTo>
                    <a:pt x="4251674" y="3963558"/>
                  </a:lnTo>
                  <a:lnTo>
                    <a:pt x="4272899" y="3963558"/>
                  </a:lnTo>
                  <a:lnTo>
                    <a:pt x="4279125" y="3955079"/>
                  </a:lnTo>
                  <a:lnTo>
                    <a:pt x="4279125" y="3938153"/>
                  </a:lnTo>
                  <a:lnTo>
                    <a:pt x="4272899" y="3929675"/>
                  </a:lnTo>
                  <a:close/>
                </a:path>
                <a:path w="9542780" h="6570345">
                  <a:moveTo>
                    <a:pt x="4272899" y="3974125"/>
                  </a:moveTo>
                  <a:lnTo>
                    <a:pt x="4251674" y="3974125"/>
                  </a:lnTo>
                  <a:lnTo>
                    <a:pt x="4245164" y="3980484"/>
                  </a:lnTo>
                  <a:lnTo>
                    <a:pt x="4245164" y="3999558"/>
                  </a:lnTo>
                  <a:lnTo>
                    <a:pt x="4251674" y="4008008"/>
                  </a:lnTo>
                  <a:lnTo>
                    <a:pt x="4272899" y="4008008"/>
                  </a:lnTo>
                  <a:lnTo>
                    <a:pt x="4279125" y="3999558"/>
                  </a:lnTo>
                  <a:lnTo>
                    <a:pt x="4279125" y="3982603"/>
                  </a:lnTo>
                  <a:lnTo>
                    <a:pt x="4272899" y="3974125"/>
                  </a:lnTo>
                  <a:close/>
                </a:path>
                <a:path w="9542780" h="6570345">
                  <a:moveTo>
                    <a:pt x="4272899" y="4018605"/>
                  </a:moveTo>
                  <a:lnTo>
                    <a:pt x="4251674" y="4018605"/>
                  </a:lnTo>
                  <a:lnTo>
                    <a:pt x="4245164" y="4024962"/>
                  </a:lnTo>
                  <a:lnTo>
                    <a:pt x="4245164" y="4044008"/>
                  </a:lnTo>
                  <a:lnTo>
                    <a:pt x="4251674" y="4052486"/>
                  </a:lnTo>
                  <a:lnTo>
                    <a:pt x="4272899" y="4052486"/>
                  </a:lnTo>
                  <a:lnTo>
                    <a:pt x="4279125" y="4044008"/>
                  </a:lnTo>
                  <a:lnTo>
                    <a:pt x="4279125" y="4027082"/>
                  </a:lnTo>
                  <a:lnTo>
                    <a:pt x="4272899" y="4018605"/>
                  </a:lnTo>
                  <a:close/>
                </a:path>
                <a:path w="9542780" h="6570345">
                  <a:moveTo>
                    <a:pt x="4272899" y="4063055"/>
                  </a:moveTo>
                  <a:lnTo>
                    <a:pt x="4251674" y="4063055"/>
                  </a:lnTo>
                  <a:lnTo>
                    <a:pt x="4245164" y="4069412"/>
                  </a:lnTo>
                  <a:lnTo>
                    <a:pt x="4245164" y="4088486"/>
                  </a:lnTo>
                  <a:lnTo>
                    <a:pt x="4251674" y="4096936"/>
                  </a:lnTo>
                  <a:lnTo>
                    <a:pt x="4272899" y="4096936"/>
                  </a:lnTo>
                  <a:lnTo>
                    <a:pt x="4279125" y="4088486"/>
                  </a:lnTo>
                  <a:lnTo>
                    <a:pt x="4279125" y="4071532"/>
                  </a:lnTo>
                  <a:lnTo>
                    <a:pt x="4272899" y="4063055"/>
                  </a:lnTo>
                  <a:close/>
                </a:path>
                <a:path w="9542780" h="6570345">
                  <a:moveTo>
                    <a:pt x="4272899" y="4372199"/>
                  </a:moveTo>
                  <a:lnTo>
                    <a:pt x="4251674" y="4372199"/>
                  </a:lnTo>
                  <a:lnTo>
                    <a:pt x="4245164" y="4378558"/>
                  </a:lnTo>
                  <a:lnTo>
                    <a:pt x="4245164" y="4397603"/>
                  </a:lnTo>
                  <a:lnTo>
                    <a:pt x="4251674" y="4406082"/>
                  </a:lnTo>
                  <a:lnTo>
                    <a:pt x="4272899" y="4406082"/>
                  </a:lnTo>
                  <a:lnTo>
                    <a:pt x="4279125" y="4397603"/>
                  </a:lnTo>
                  <a:lnTo>
                    <a:pt x="4279125" y="4380677"/>
                  </a:lnTo>
                  <a:lnTo>
                    <a:pt x="4272899" y="4372199"/>
                  </a:lnTo>
                  <a:close/>
                </a:path>
                <a:path w="9542780" h="6570345">
                  <a:moveTo>
                    <a:pt x="4272899" y="4416649"/>
                  </a:moveTo>
                  <a:lnTo>
                    <a:pt x="4251674" y="4416649"/>
                  </a:lnTo>
                  <a:lnTo>
                    <a:pt x="4245164" y="4423008"/>
                  </a:lnTo>
                  <a:lnTo>
                    <a:pt x="4245164" y="4442054"/>
                  </a:lnTo>
                  <a:lnTo>
                    <a:pt x="4251674" y="4450532"/>
                  </a:lnTo>
                  <a:lnTo>
                    <a:pt x="4272899" y="4450532"/>
                  </a:lnTo>
                  <a:lnTo>
                    <a:pt x="4279125" y="4442054"/>
                  </a:lnTo>
                  <a:lnTo>
                    <a:pt x="4279125" y="4425128"/>
                  </a:lnTo>
                  <a:lnTo>
                    <a:pt x="4272899" y="4416649"/>
                  </a:lnTo>
                  <a:close/>
                </a:path>
                <a:path w="9542780" h="6570345">
                  <a:moveTo>
                    <a:pt x="4272899" y="4547938"/>
                  </a:moveTo>
                  <a:lnTo>
                    <a:pt x="4251674" y="4547938"/>
                  </a:lnTo>
                  <a:lnTo>
                    <a:pt x="4245164" y="4554296"/>
                  </a:lnTo>
                  <a:lnTo>
                    <a:pt x="4245164" y="4573342"/>
                  </a:lnTo>
                  <a:lnTo>
                    <a:pt x="4251674" y="4581819"/>
                  </a:lnTo>
                  <a:lnTo>
                    <a:pt x="4272899" y="4581819"/>
                  </a:lnTo>
                  <a:lnTo>
                    <a:pt x="4279125" y="4573342"/>
                  </a:lnTo>
                  <a:lnTo>
                    <a:pt x="4279125" y="4556415"/>
                  </a:lnTo>
                  <a:lnTo>
                    <a:pt x="4272899" y="4547938"/>
                  </a:lnTo>
                  <a:close/>
                </a:path>
                <a:path w="9542780" h="6570345">
                  <a:moveTo>
                    <a:pt x="4272899" y="4592388"/>
                  </a:moveTo>
                  <a:lnTo>
                    <a:pt x="4251674" y="4592388"/>
                  </a:lnTo>
                  <a:lnTo>
                    <a:pt x="4245164" y="4598746"/>
                  </a:lnTo>
                  <a:lnTo>
                    <a:pt x="4245164" y="4617792"/>
                  </a:lnTo>
                  <a:lnTo>
                    <a:pt x="4251674" y="4626269"/>
                  </a:lnTo>
                  <a:lnTo>
                    <a:pt x="4272899" y="4626269"/>
                  </a:lnTo>
                  <a:lnTo>
                    <a:pt x="4279125" y="4617792"/>
                  </a:lnTo>
                  <a:lnTo>
                    <a:pt x="4279125" y="4600865"/>
                  </a:lnTo>
                  <a:lnTo>
                    <a:pt x="4272899" y="4592388"/>
                  </a:lnTo>
                  <a:close/>
                </a:path>
                <a:path w="9542780" h="6570345">
                  <a:moveTo>
                    <a:pt x="4272899" y="4636866"/>
                  </a:moveTo>
                  <a:lnTo>
                    <a:pt x="4251674" y="4636866"/>
                  </a:lnTo>
                  <a:lnTo>
                    <a:pt x="4245164" y="4643224"/>
                  </a:lnTo>
                  <a:lnTo>
                    <a:pt x="4245164" y="4662270"/>
                  </a:lnTo>
                  <a:lnTo>
                    <a:pt x="4251674" y="4670748"/>
                  </a:lnTo>
                  <a:lnTo>
                    <a:pt x="4272899" y="4670748"/>
                  </a:lnTo>
                  <a:lnTo>
                    <a:pt x="4279125" y="4662270"/>
                  </a:lnTo>
                  <a:lnTo>
                    <a:pt x="4279125" y="4645343"/>
                  </a:lnTo>
                  <a:lnTo>
                    <a:pt x="4272899" y="4636866"/>
                  </a:lnTo>
                  <a:close/>
                </a:path>
                <a:path w="9542780" h="6570345">
                  <a:moveTo>
                    <a:pt x="4272899" y="6138029"/>
                  </a:moveTo>
                  <a:lnTo>
                    <a:pt x="4251674" y="6138029"/>
                  </a:lnTo>
                  <a:lnTo>
                    <a:pt x="4245164" y="6144386"/>
                  </a:lnTo>
                  <a:lnTo>
                    <a:pt x="4245164" y="6163461"/>
                  </a:lnTo>
                  <a:lnTo>
                    <a:pt x="4251674" y="6171910"/>
                  </a:lnTo>
                  <a:lnTo>
                    <a:pt x="4272899" y="6171910"/>
                  </a:lnTo>
                  <a:lnTo>
                    <a:pt x="4279125" y="6163461"/>
                  </a:lnTo>
                  <a:lnTo>
                    <a:pt x="4279125" y="6146506"/>
                  </a:lnTo>
                  <a:lnTo>
                    <a:pt x="4272899" y="6138029"/>
                  </a:lnTo>
                  <a:close/>
                </a:path>
                <a:path w="9542780" h="6570345">
                  <a:moveTo>
                    <a:pt x="4272899" y="6182507"/>
                  </a:moveTo>
                  <a:lnTo>
                    <a:pt x="4251674" y="6182507"/>
                  </a:lnTo>
                  <a:lnTo>
                    <a:pt x="4245164" y="6188864"/>
                  </a:lnTo>
                  <a:lnTo>
                    <a:pt x="4245164" y="6210030"/>
                  </a:lnTo>
                  <a:lnTo>
                    <a:pt x="4251674" y="6216389"/>
                  </a:lnTo>
                  <a:lnTo>
                    <a:pt x="4272899" y="6216389"/>
                  </a:lnTo>
                  <a:lnTo>
                    <a:pt x="4279125" y="6207911"/>
                  </a:lnTo>
                  <a:lnTo>
                    <a:pt x="4279125" y="6190984"/>
                  </a:lnTo>
                  <a:lnTo>
                    <a:pt x="4272899" y="6182507"/>
                  </a:lnTo>
                  <a:close/>
                </a:path>
                <a:path w="9542780" h="6570345">
                  <a:moveTo>
                    <a:pt x="4272899" y="6226957"/>
                  </a:moveTo>
                  <a:lnTo>
                    <a:pt x="4251674" y="6226957"/>
                  </a:lnTo>
                  <a:lnTo>
                    <a:pt x="4245164" y="6233316"/>
                  </a:lnTo>
                  <a:lnTo>
                    <a:pt x="4245164" y="6254480"/>
                  </a:lnTo>
                  <a:lnTo>
                    <a:pt x="4251674" y="6260839"/>
                  </a:lnTo>
                  <a:lnTo>
                    <a:pt x="4272899" y="6260839"/>
                  </a:lnTo>
                  <a:lnTo>
                    <a:pt x="4279125" y="6252362"/>
                  </a:lnTo>
                  <a:lnTo>
                    <a:pt x="4279125" y="6235434"/>
                  </a:lnTo>
                  <a:lnTo>
                    <a:pt x="4272899" y="6226957"/>
                  </a:lnTo>
                  <a:close/>
                </a:path>
                <a:path w="9542780" h="6570345">
                  <a:moveTo>
                    <a:pt x="4228466" y="3266935"/>
                  </a:moveTo>
                  <a:lnTo>
                    <a:pt x="4207240" y="3266935"/>
                  </a:lnTo>
                  <a:lnTo>
                    <a:pt x="4200732" y="3273435"/>
                  </a:lnTo>
                  <a:lnTo>
                    <a:pt x="4200732" y="3292368"/>
                  </a:lnTo>
                  <a:lnTo>
                    <a:pt x="4207240" y="3300845"/>
                  </a:lnTo>
                  <a:lnTo>
                    <a:pt x="4228466" y="3300845"/>
                  </a:lnTo>
                  <a:lnTo>
                    <a:pt x="4234693" y="3294345"/>
                  </a:lnTo>
                  <a:lnTo>
                    <a:pt x="4234693" y="3275412"/>
                  </a:lnTo>
                  <a:lnTo>
                    <a:pt x="4228466" y="3266935"/>
                  </a:lnTo>
                  <a:close/>
                </a:path>
                <a:path w="9542780" h="6570345">
                  <a:moveTo>
                    <a:pt x="4228466" y="3311301"/>
                  </a:moveTo>
                  <a:lnTo>
                    <a:pt x="4207240" y="3311301"/>
                  </a:lnTo>
                  <a:lnTo>
                    <a:pt x="4200732" y="3317800"/>
                  </a:lnTo>
                  <a:lnTo>
                    <a:pt x="4200732" y="3336733"/>
                  </a:lnTo>
                  <a:lnTo>
                    <a:pt x="4207240" y="3345210"/>
                  </a:lnTo>
                  <a:lnTo>
                    <a:pt x="4228466" y="3345210"/>
                  </a:lnTo>
                  <a:lnTo>
                    <a:pt x="4234693" y="3336733"/>
                  </a:lnTo>
                  <a:lnTo>
                    <a:pt x="4234693" y="3319778"/>
                  </a:lnTo>
                  <a:lnTo>
                    <a:pt x="4228466" y="3311301"/>
                  </a:lnTo>
                  <a:close/>
                </a:path>
                <a:path w="9542780" h="6570345">
                  <a:moveTo>
                    <a:pt x="4228466" y="3355949"/>
                  </a:moveTo>
                  <a:lnTo>
                    <a:pt x="4207240" y="3355949"/>
                  </a:lnTo>
                  <a:lnTo>
                    <a:pt x="4200732" y="3362166"/>
                  </a:lnTo>
                  <a:lnTo>
                    <a:pt x="4200732" y="3381381"/>
                  </a:lnTo>
                  <a:lnTo>
                    <a:pt x="4207240" y="3389858"/>
                  </a:lnTo>
                  <a:lnTo>
                    <a:pt x="4228466" y="3389858"/>
                  </a:lnTo>
                  <a:lnTo>
                    <a:pt x="4234693" y="3381381"/>
                  </a:lnTo>
                  <a:lnTo>
                    <a:pt x="4234693" y="3364426"/>
                  </a:lnTo>
                  <a:lnTo>
                    <a:pt x="4228466" y="3355949"/>
                  </a:lnTo>
                  <a:close/>
                </a:path>
                <a:path w="9542780" h="6570345">
                  <a:moveTo>
                    <a:pt x="4228466" y="3709459"/>
                  </a:moveTo>
                  <a:lnTo>
                    <a:pt x="4207240" y="3709459"/>
                  </a:lnTo>
                  <a:lnTo>
                    <a:pt x="4200732" y="3715959"/>
                  </a:lnTo>
                  <a:lnTo>
                    <a:pt x="4200732" y="3734892"/>
                  </a:lnTo>
                  <a:lnTo>
                    <a:pt x="4207240" y="3743369"/>
                  </a:lnTo>
                  <a:lnTo>
                    <a:pt x="4228466" y="3743369"/>
                  </a:lnTo>
                  <a:lnTo>
                    <a:pt x="4234693" y="3734892"/>
                  </a:lnTo>
                  <a:lnTo>
                    <a:pt x="4234693" y="3717936"/>
                  </a:lnTo>
                  <a:lnTo>
                    <a:pt x="4228466" y="3709459"/>
                  </a:lnTo>
                  <a:close/>
                </a:path>
                <a:path w="9542780" h="6570345">
                  <a:moveTo>
                    <a:pt x="4228466" y="3753825"/>
                  </a:moveTo>
                  <a:lnTo>
                    <a:pt x="4207240" y="3753825"/>
                  </a:lnTo>
                  <a:lnTo>
                    <a:pt x="4200732" y="3760296"/>
                  </a:lnTo>
                  <a:lnTo>
                    <a:pt x="4200732" y="3779342"/>
                  </a:lnTo>
                  <a:lnTo>
                    <a:pt x="4207240" y="3787819"/>
                  </a:lnTo>
                  <a:lnTo>
                    <a:pt x="4228466" y="3787819"/>
                  </a:lnTo>
                  <a:lnTo>
                    <a:pt x="4234693" y="3779342"/>
                  </a:lnTo>
                  <a:lnTo>
                    <a:pt x="4234693" y="3762415"/>
                  </a:lnTo>
                  <a:lnTo>
                    <a:pt x="4228466" y="3753825"/>
                  </a:lnTo>
                  <a:close/>
                </a:path>
                <a:path w="9542780" h="6570345">
                  <a:moveTo>
                    <a:pt x="4228466" y="3798416"/>
                  </a:moveTo>
                  <a:lnTo>
                    <a:pt x="4207240" y="3798416"/>
                  </a:lnTo>
                  <a:lnTo>
                    <a:pt x="4200732" y="3804746"/>
                  </a:lnTo>
                  <a:lnTo>
                    <a:pt x="4200732" y="3823820"/>
                  </a:lnTo>
                  <a:lnTo>
                    <a:pt x="4207240" y="3832269"/>
                  </a:lnTo>
                  <a:lnTo>
                    <a:pt x="4228466" y="3832269"/>
                  </a:lnTo>
                  <a:lnTo>
                    <a:pt x="4234693" y="3823820"/>
                  </a:lnTo>
                  <a:lnTo>
                    <a:pt x="4234693" y="3806865"/>
                  </a:lnTo>
                  <a:lnTo>
                    <a:pt x="4228466" y="3798416"/>
                  </a:lnTo>
                  <a:close/>
                </a:path>
                <a:path w="9542780" h="6570345">
                  <a:moveTo>
                    <a:pt x="4228466" y="3840747"/>
                  </a:moveTo>
                  <a:lnTo>
                    <a:pt x="4207240" y="3840747"/>
                  </a:lnTo>
                  <a:lnTo>
                    <a:pt x="4200732" y="3847105"/>
                  </a:lnTo>
                  <a:lnTo>
                    <a:pt x="4200732" y="3866151"/>
                  </a:lnTo>
                  <a:lnTo>
                    <a:pt x="4207240" y="3874629"/>
                  </a:lnTo>
                  <a:lnTo>
                    <a:pt x="4228466" y="3874629"/>
                  </a:lnTo>
                  <a:lnTo>
                    <a:pt x="4234693" y="3868271"/>
                  </a:lnTo>
                  <a:lnTo>
                    <a:pt x="4234693" y="3849225"/>
                  </a:lnTo>
                  <a:lnTo>
                    <a:pt x="4228466" y="3840747"/>
                  </a:lnTo>
                  <a:close/>
                </a:path>
                <a:path w="9542780" h="6570345">
                  <a:moveTo>
                    <a:pt x="4228466" y="3885225"/>
                  </a:moveTo>
                  <a:lnTo>
                    <a:pt x="4207240" y="3885225"/>
                  </a:lnTo>
                  <a:lnTo>
                    <a:pt x="4200732" y="3891555"/>
                  </a:lnTo>
                  <a:lnTo>
                    <a:pt x="4200732" y="3910629"/>
                  </a:lnTo>
                  <a:lnTo>
                    <a:pt x="4207240" y="3919079"/>
                  </a:lnTo>
                  <a:lnTo>
                    <a:pt x="4228466" y="3919079"/>
                  </a:lnTo>
                  <a:lnTo>
                    <a:pt x="4234693" y="3912749"/>
                  </a:lnTo>
                  <a:lnTo>
                    <a:pt x="4234693" y="3893675"/>
                  </a:lnTo>
                  <a:lnTo>
                    <a:pt x="4228466" y="3885225"/>
                  </a:lnTo>
                  <a:close/>
                </a:path>
                <a:path w="9542780" h="6570345">
                  <a:moveTo>
                    <a:pt x="4228466" y="3929675"/>
                  </a:moveTo>
                  <a:lnTo>
                    <a:pt x="4207240" y="3929675"/>
                  </a:lnTo>
                  <a:lnTo>
                    <a:pt x="4200732" y="3936033"/>
                  </a:lnTo>
                  <a:lnTo>
                    <a:pt x="4200732" y="3955079"/>
                  </a:lnTo>
                  <a:lnTo>
                    <a:pt x="4207240" y="3963558"/>
                  </a:lnTo>
                  <a:lnTo>
                    <a:pt x="4228466" y="3963558"/>
                  </a:lnTo>
                  <a:lnTo>
                    <a:pt x="4234693" y="3955079"/>
                  </a:lnTo>
                  <a:lnTo>
                    <a:pt x="4234693" y="3938153"/>
                  </a:lnTo>
                  <a:lnTo>
                    <a:pt x="4228466" y="3929675"/>
                  </a:lnTo>
                  <a:close/>
                </a:path>
                <a:path w="9542780" h="6570345">
                  <a:moveTo>
                    <a:pt x="4228466" y="3974125"/>
                  </a:moveTo>
                  <a:lnTo>
                    <a:pt x="4207240" y="3974125"/>
                  </a:lnTo>
                  <a:lnTo>
                    <a:pt x="4200732" y="3980484"/>
                  </a:lnTo>
                  <a:lnTo>
                    <a:pt x="4200732" y="3999558"/>
                  </a:lnTo>
                  <a:lnTo>
                    <a:pt x="4207240" y="4008008"/>
                  </a:lnTo>
                  <a:lnTo>
                    <a:pt x="4228466" y="4008008"/>
                  </a:lnTo>
                  <a:lnTo>
                    <a:pt x="4234693" y="3999558"/>
                  </a:lnTo>
                  <a:lnTo>
                    <a:pt x="4234693" y="3982603"/>
                  </a:lnTo>
                  <a:lnTo>
                    <a:pt x="4228466" y="3974125"/>
                  </a:lnTo>
                  <a:close/>
                </a:path>
                <a:path w="9542780" h="6570345">
                  <a:moveTo>
                    <a:pt x="4228466" y="4018605"/>
                  </a:moveTo>
                  <a:lnTo>
                    <a:pt x="4207240" y="4018605"/>
                  </a:lnTo>
                  <a:lnTo>
                    <a:pt x="4200732" y="4024962"/>
                  </a:lnTo>
                  <a:lnTo>
                    <a:pt x="4200732" y="4044008"/>
                  </a:lnTo>
                  <a:lnTo>
                    <a:pt x="4207240" y="4052486"/>
                  </a:lnTo>
                  <a:lnTo>
                    <a:pt x="4228466" y="4052486"/>
                  </a:lnTo>
                  <a:lnTo>
                    <a:pt x="4234693" y="4044008"/>
                  </a:lnTo>
                  <a:lnTo>
                    <a:pt x="4234693" y="4027082"/>
                  </a:lnTo>
                  <a:lnTo>
                    <a:pt x="4228466" y="4018605"/>
                  </a:lnTo>
                  <a:close/>
                </a:path>
                <a:path w="9542780" h="6570345">
                  <a:moveTo>
                    <a:pt x="4228466" y="4063055"/>
                  </a:moveTo>
                  <a:lnTo>
                    <a:pt x="4207240" y="4063055"/>
                  </a:lnTo>
                  <a:lnTo>
                    <a:pt x="4200732" y="4069412"/>
                  </a:lnTo>
                  <a:lnTo>
                    <a:pt x="4200732" y="4088486"/>
                  </a:lnTo>
                  <a:lnTo>
                    <a:pt x="4207240" y="4096936"/>
                  </a:lnTo>
                  <a:lnTo>
                    <a:pt x="4228466" y="4096936"/>
                  </a:lnTo>
                  <a:lnTo>
                    <a:pt x="4234693" y="4088486"/>
                  </a:lnTo>
                  <a:lnTo>
                    <a:pt x="4234693" y="4071532"/>
                  </a:lnTo>
                  <a:lnTo>
                    <a:pt x="4228466" y="4063055"/>
                  </a:lnTo>
                  <a:close/>
                </a:path>
                <a:path w="9542780" h="6570345">
                  <a:moveTo>
                    <a:pt x="4228466" y="4327721"/>
                  </a:moveTo>
                  <a:lnTo>
                    <a:pt x="4207240" y="4327721"/>
                  </a:lnTo>
                  <a:lnTo>
                    <a:pt x="4200732" y="4334079"/>
                  </a:lnTo>
                  <a:lnTo>
                    <a:pt x="4200732" y="4353153"/>
                  </a:lnTo>
                  <a:lnTo>
                    <a:pt x="4207240" y="4361602"/>
                  </a:lnTo>
                  <a:lnTo>
                    <a:pt x="4228466" y="4361602"/>
                  </a:lnTo>
                  <a:lnTo>
                    <a:pt x="4234693" y="4353153"/>
                  </a:lnTo>
                  <a:lnTo>
                    <a:pt x="4234693" y="4336199"/>
                  </a:lnTo>
                  <a:lnTo>
                    <a:pt x="4228466" y="4327721"/>
                  </a:lnTo>
                  <a:close/>
                </a:path>
                <a:path w="9542780" h="6570345">
                  <a:moveTo>
                    <a:pt x="4228466" y="4372199"/>
                  </a:moveTo>
                  <a:lnTo>
                    <a:pt x="4207240" y="4372199"/>
                  </a:lnTo>
                  <a:lnTo>
                    <a:pt x="4200732" y="4378558"/>
                  </a:lnTo>
                  <a:lnTo>
                    <a:pt x="4200732" y="4397603"/>
                  </a:lnTo>
                  <a:lnTo>
                    <a:pt x="4207240" y="4406082"/>
                  </a:lnTo>
                  <a:lnTo>
                    <a:pt x="4228466" y="4406082"/>
                  </a:lnTo>
                  <a:lnTo>
                    <a:pt x="4234693" y="4397603"/>
                  </a:lnTo>
                  <a:lnTo>
                    <a:pt x="4234693" y="4380677"/>
                  </a:lnTo>
                  <a:lnTo>
                    <a:pt x="4228466" y="4372199"/>
                  </a:lnTo>
                  <a:close/>
                </a:path>
                <a:path w="9542780" h="6570345">
                  <a:moveTo>
                    <a:pt x="4228466" y="4416649"/>
                  </a:moveTo>
                  <a:lnTo>
                    <a:pt x="4207240" y="4416649"/>
                  </a:lnTo>
                  <a:lnTo>
                    <a:pt x="4200732" y="4423008"/>
                  </a:lnTo>
                  <a:lnTo>
                    <a:pt x="4200732" y="4442054"/>
                  </a:lnTo>
                  <a:lnTo>
                    <a:pt x="4207240" y="4450532"/>
                  </a:lnTo>
                  <a:lnTo>
                    <a:pt x="4228466" y="4450532"/>
                  </a:lnTo>
                  <a:lnTo>
                    <a:pt x="4234693" y="4442054"/>
                  </a:lnTo>
                  <a:lnTo>
                    <a:pt x="4234693" y="4425128"/>
                  </a:lnTo>
                  <a:lnTo>
                    <a:pt x="4228466" y="4416649"/>
                  </a:lnTo>
                  <a:close/>
                </a:path>
                <a:path w="9542780" h="6570345">
                  <a:moveTo>
                    <a:pt x="4228466" y="4459009"/>
                  </a:moveTo>
                  <a:lnTo>
                    <a:pt x="4207240" y="4459009"/>
                  </a:lnTo>
                  <a:lnTo>
                    <a:pt x="4200732" y="4465366"/>
                  </a:lnTo>
                  <a:lnTo>
                    <a:pt x="4200732" y="4484413"/>
                  </a:lnTo>
                  <a:lnTo>
                    <a:pt x="4207240" y="4492890"/>
                  </a:lnTo>
                  <a:lnTo>
                    <a:pt x="4228466" y="4492890"/>
                  </a:lnTo>
                  <a:lnTo>
                    <a:pt x="4234693" y="4486532"/>
                  </a:lnTo>
                  <a:lnTo>
                    <a:pt x="4234693" y="4467486"/>
                  </a:lnTo>
                  <a:lnTo>
                    <a:pt x="4228466" y="4459009"/>
                  </a:lnTo>
                  <a:close/>
                </a:path>
                <a:path w="9542780" h="6570345">
                  <a:moveTo>
                    <a:pt x="4228466" y="4503459"/>
                  </a:moveTo>
                  <a:lnTo>
                    <a:pt x="4207240" y="4503459"/>
                  </a:lnTo>
                  <a:lnTo>
                    <a:pt x="4200732" y="4509816"/>
                  </a:lnTo>
                  <a:lnTo>
                    <a:pt x="4200732" y="4528863"/>
                  </a:lnTo>
                  <a:lnTo>
                    <a:pt x="4207240" y="4537341"/>
                  </a:lnTo>
                  <a:lnTo>
                    <a:pt x="4228466" y="4537341"/>
                  </a:lnTo>
                  <a:lnTo>
                    <a:pt x="4234693" y="4530982"/>
                  </a:lnTo>
                  <a:lnTo>
                    <a:pt x="4234693" y="4511936"/>
                  </a:lnTo>
                  <a:lnTo>
                    <a:pt x="4228466" y="4503459"/>
                  </a:lnTo>
                  <a:close/>
                </a:path>
                <a:path w="9542780" h="6570345">
                  <a:moveTo>
                    <a:pt x="4228466" y="4547938"/>
                  </a:moveTo>
                  <a:lnTo>
                    <a:pt x="4207240" y="4547938"/>
                  </a:lnTo>
                  <a:lnTo>
                    <a:pt x="4200732" y="4554296"/>
                  </a:lnTo>
                  <a:lnTo>
                    <a:pt x="4200732" y="4573342"/>
                  </a:lnTo>
                  <a:lnTo>
                    <a:pt x="4207240" y="4581819"/>
                  </a:lnTo>
                  <a:lnTo>
                    <a:pt x="4228466" y="4581819"/>
                  </a:lnTo>
                  <a:lnTo>
                    <a:pt x="4234693" y="4573342"/>
                  </a:lnTo>
                  <a:lnTo>
                    <a:pt x="4234693" y="4556415"/>
                  </a:lnTo>
                  <a:lnTo>
                    <a:pt x="4228466" y="4547938"/>
                  </a:lnTo>
                  <a:close/>
                </a:path>
                <a:path w="9542780" h="6570345">
                  <a:moveTo>
                    <a:pt x="4228466" y="4592388"/>
                  </a:moveTo>
                  <a:lnTo>
                    <a:pt x="4207240" y="4592388"/>
                  </a:lnTo>
                  <a:lnTo>
                    <a:pt x="4200732" y="4598746"/>
                  </a:lnTo>
                  <a:lnTo>
                    <a:pt x="4200732" y="4617792"/>
                  </a:lnTo>
                  <a:lnTo>
                    <a:pt x="4207240" y="4626269"/>
                  </a:lnTo>
                  <a:lnTo>
                    <a:pt x="4228466" y="4626269"/>
                  </a:lnTo>
                  <a:lnTo>
                    <a:pt x="4234693" y="4617792"/>
                  </a:lnTo>
                  <a:lnTo>
                    <a:pt x="4234693" y="4600865"/>
                  </a:lnTo>
                  <a:lnTo>
                    <a:pt x="4228466" y="4592388"/>
                  </a:lnTo>
                  <a:close/>
                </a:path>
                <a:path w="9542780" h="6570345">
                  <a:moveTo>
                    <a:pt x="4228466" y="4636866"/>
                  </a:moveTo>
                  <a:lnTo>
                    <a:pt x="4207240" y="4636866"/>
                  </a:lnTo>
                  <a:lnTo>
                    <a:pt x="4200732" y="4643224"/>
                  </a:lnTo>
                  <a:lnTo>
                    <a:pt x="4200732" y="4662270"/>
                  </a:lnTo>
                  <a:lnTo>
                    <a:pt x="4207240" y="4670748"/>
                  </a:lnTo>
                  <a:lnTo>
                    <a:pt x="4228466" y="4670748"/>
                  </a:lnTo>
                  <a:lnTo>
                    <a:pt x="4234693" y="4662270"/>
                  </a:lnTo>
                  <a:lnTo>
                    <a:pt x="4234693" y="4645343"/>
                  </a:lnTo>
                  <a:lnTo>
                    <a:pt x="4228466" y="4636866"/>
                  </a:lnTo>
                  <a:close/>
                </a:path>
                <a:path w="9542780" h="6570345">
                  <a:moveTo>
                    <a:pt x="4228466" y="4681316"/>
                  </a:moveTo>
                  <a:lnTo>
                    <a:pt x="4207240" y="4681316"/>
                  </a:lnTo>
                  <a:lnTo>
                    <a:pt x="4200732" y="4687675"/>
                  </a:lnTo>
                  <a:lnTo>
                    <a:pt x="4200732" y="4706721"/>
                  </a:lnTo>
                  <a:lnTo>
                    <a:pt x="4207240" y="4715198"/>
                  </a:lnTo>
                  <a:lnTo>
                    <a:pt x="4228466" y="4715198"/>
                  </a:lnTo>
                  <a:lnTo>
                    <a:pt x="4234693" y="4706721"/>
                  </a:lnTo>
                  <a:lnTo>
                    <a:pt x="4234693" y="4689793"/>
                  </a:lnTo>
                  <a:lnTo>
                    <a:pt x="4228466" y="4681316"/>
                  </a:lnTo>
                  <a:close/>
                </a:path>
                <a:path w="9542780" h="6570345">
                  <a:moveTo>
                    <a:pt x="4228466" y="4725795"/>
                  </a:moveTo>
                  <a:lnTo>
                    <a:pt x="4207240" y="4725795"/>
                  </a:lnTo>
                  <a:lnTo>
                    <a:pt x="4200732" y="4732153"/>
                  </a:lnTo>
                  <a:lnTo>
                    <a:pt x="4200732" y="4753319"/>
                  </a:lnTo>
                  <a:lnTo>
                    <a:pt x="4207240" y="4759676"/>
                  </a:lnTo>
                  <a:lnTo>
                    <a:pt x="4228466" y="4759676"/>
                  </a:lnTo>
                  <a:lnTo>
                    <a:pt x="4234693" y="4751199"/>
                  </a:lnTo>
                  <a:lnTo>
                    <a:pt x="4234693" y="4734245"/>
                  </a:lnTo>
                  <a:lnTo>
                    <a:pt x="4228466" y="4725795"/>
                  </a:lnTo>
                  <a:close/>
                </a:path>
                <a:path w="9542780" h="6570345">
                  <a:moveTo>
                    <a:pt x="4228466" y="6138029"/>
                  </a:moveTo>
                  <a:lnTo>
                    <a:pt x="4207240" y="6138029"/>
                  </a:lnTo>
                  <a:lnTo>
                    <a:pt x="4200732" y="6144386"/>
                  </a:lnTo>
                  <a:lnTo>
                    <a:pt x="4200732" y="6163461"/>
                  </a:lnTo>
                  <a:lnTo>
                    <a:pt x="4207240" y="6171910"/>
                  </a:lnTo>
                  <a:lnTo>
                    <a:pt x="4228466" y="6171910"/>
                  </a:lnTo>
                  <a:lnTo>
                    <a:pt x="4234693" y="6163461"/>
                  </a:lnTo>
                  <a:lnTo>
                    <a:pt x="4234693" y="6146506"/>
                  </a:lnTo>
                  <a:lnTo>
                    <a:pt x="4228466" y="6138029"/>
                  </a:lnTo>
                  <a:close/>
                </a:path>
                <a:path w="9542780" h="6570345">
                  <a:moveTo>
                    <a:pt x="4228466" y="6182507"/>
                  </a:moveTo>
                  <a:lnTo>
                    <a:pt x="4207240" y="6182507"/>
                  </a:lnTo>
                  <a:lnTo>
                    <a:pt x="4200732" y="6188864"/>
                  </a:lnTo>
                  <a:lnTo>
                    <a:pt x="4200732" y="6210030"/>
                  </a:lnTo>
                  <a:lnTo>
                    <a:pt x="4207240" y="6216389"/>
                  </a:lnTo>
                  <a:lnTo>
                    <a:pt x="4228466" y="6216389"/>
                  </a:lnTo>
                  <a:lnTo>
                    <a:pt x="4234693" y="6207911"/>
                  </a:lnTo>
                  <a:lnTo>
                    <a:pt x="4234693" y="6190984"/>
                  </a:lnTo>
                  <a:lnTo>
                    <a:pt x="4228466" y="6182507"/>
                  </a:lnTo>
                  <a:close/>
                </a:path>
                <a:path w="9542780" h="6570345">
                  <a:moveTo>
                    <a:pt x="4228466" y="6226957"/>
                  </a:moveTo>
                  <a:lnTo>
                    <a:pt x="4207240" y="6226957"/>
                  </a:lnTo>
                  <a:lnTo>
                    <a:pt x="4200732" y="6233316"/>
                  </a:lnTo>
                  <a:lnTo>
                    <a:pt x="4200732" y="6254480"/>
                  </a:lnTo>
                  <a:lnTo>
                    <a:pt x="4207240" y="6260839"/>
                  </a:lnTo>
                  <a:lnTo>
                    <a:pt x="4228466" y="6260839"/>
                  </a:lnTo>
                  <a:lnTo>
                    <a:pt x="4234693" y="6252362"/>
                  </a:lnTo>
                  <a:lnTo>
                    <a:pt x="4234693" y="6235434"/>
                  </a:lnTo>
                  <a:lnTo>
                    <a:pt x="4228466" y="6226957"/>
                  </a:lnTo>
                  <a:close/>
                </a:path>
                <a:path w="9542780" h="6570345">
                  <a:moveTo>
                    <a:pt x="4183750" y="3311301"/>
                  </a:moveTo>
                  <a:lnTo>
                    <a:pt x="4164789" y="3311301"/>
                  </a:lnTo>
                  <a:lnTo>
                    <a:pt x="4156298" y="3317800"/>
                  </a:lnTo>
                  <a:lnTo>
                    <a:pt x="4156298" y="3336733"/>
                  </a:lnTo>
                  <a:lnTo>
                    <a:pt x="4162525" y="3345210"/>
                  </a:lnTo>
                  <a:lnTo>
                    <a:pt x="4183750" y="3345210"/>
                  </a:lnTo>
                  <a:lnTo>
                    <a:pt x="4190260" y="3336733"/>
                  </a:lnTo>
                  <a:lnTo>
                    <a:pt x="4190260" y="3319778"/>
                  </a:lnTo>
                  <a:lnTo>
                    <a:pt x="4183750" y="3311301"/>
                  </a:lnTo>
                  <a:close/>
                </a:path>
                <a:path w="9542780" h="6570345">
                  <a:moveTo>
                    <a:pt x="4183750" y="3355949"/>
                  </a:moveTo>
                  <a:lnTo>
                    <a:pt x="4164789" y="3355949"/>
                  </a:lnTo>
                  <a:lnTo>
                    <a:pt x="4156298" y="3362166"/>
                  </a:lnTo>
                  <a:lnTo>
                    <a:pt x="4156298" y="3381381"/>
                  </a:lnTo>
                  <a:lnTo>
                    <a:pt x="4162525" y="3389858"/>
                  </a:lnTo>
                  <a:lnTo>
                    <a:pt x="4183750" y="3389858"/>
                  </a:lnTo>
                  <a:lnTo>
                    <a:pt x="4190260" y="3381381"/>
                  </a:lnTo>
                  <a:lnTo>
                    <a:pt x="4190260" y="3364426"/>
                  </a:lnTo>
                  <a:lnTo>
                    <a:pt x="4183750" y="3355949"/>
                  </a:lnTo>
                  <a:close/>
                </a:path>
                <a:path w="9542780" h="6570345">
                  <a:moveTo>
                    <a:pt x="4183750" y="3400314"/>
                  </a:moveTo>
                  <a:lnTo>
                    <a:pt x="4164789" y="3400314"/>
                  </a:lnTo>
                  <a:lnTo>
                    <a:pt x="4156298" y="3406814"/>
                  </a:lnTo>
                  <a:lnTo>
                    <a:pt x="4156298" y="3425746"/>
                  </a:lnTo>
                  <a:lnTo>
                    <a:pt x="4162525" y="3434224"/>
                  </a:lnTo>
                  <a:lnTo>
                    <a:pt x="4183750" y="3434224"/>
                  </a:lnTo>
                  <a:lnTo>
                    <a:pt x="4190260" y="3425746"/>
                  </a:lnTo>
                  <a:lnTo>
                    <a:pt x="4190260" y="3408791"/>
                  </a:lnTo>
                  <a:lnTo>
                    <a:pt x="4183750" y="3400314"/>
                  </a:lnTo>
                  <a:close/>
                </a:path>
                <a:path w="9542780" h="6570345">
                  <a:moveTo>
                    <a:pt x="4183750" y="3709459"/>
                  </a:moveTo>
                  <a:lnTo>
                    <a:pt x="4164789" y="3709459"/>
                  </a:lnTo>
                  <a:lnTo>
                    <a:pt x="4156298" y="3715959"/>
                  </a:lnTo>
                  <a:lnTo>
                    <a:pt x="4156298" y="3734892"/>
                  </a:lnTo>
                  <a:lnTo>
                    <a:pt x="4162525" y="3743369"/>
                  </a:lnTo>
                  <a:lnTo>
                    <a:pt x="4183750" y="3743369"/>
                  </a:lnTo>
                  <a:lnTo>
                    <a:pt x="4190260" y="3734892"/>
                  </a:lnTo>
                  <a:lnTo>
                    <a:pt x="4190260" y="3717936"/>
                  </a:lnTo>
                  <a:lnTo>
                    <a:pt x="4183750" y="3709459"/>
                  </a:lnTo>
                  <a:close/>
                </a:path>
                <a:path w="9542780" h="6570345">
                  <a:moveTo>
                    <a:pt x="4183750" y="3753825"/>
                  </a:moveTo>
                  <a:lnTo>
                    <a:pt x="4164789" y="3753825"/>
                  </a:lnTo>
                  <a:lnTo>
                    <a:pt x="4156298" y="3760296"/>
                  </a:lnTo>
                  <a:lnTo>
                    <a:pt x="4156298" y="3779342"/>
                  </a:lnTo>
                  <a:lnTo>
                    <a:pt x="4162525" y="3787819"/>
                  </a:lnTo>
                  <a:lnTo>
                    <a:pt x="4173279" y="3787819"/>
                  </a:lnTo>
                  <a:lnTo>
                    <a:pt x="4183750" y="3785699"/>
                  </a:lnTo>
                  <a:lnTo>
                    <a:pt x="4190260" y="3779342"/>
                  </a:lnTo>
                  <a:lnTo>
                    <a:pt x="4190260" y="3762415"/>
                  </a:lnTo>
                  <a:lnTo>
                    <a:pt x="4183750" y="3753825"/>
                  </a:lnTo>
                  <a:close/>
                </a:path>
                <a:path w="9542780" h="6570345">
                  <a:moveTo>
                    <a:pt x="4183750" y="3798416"/>
                  </a:moveTo>
                  <a:lnTo>
                    <a:pt x="4164789" y="3798416"/>
                  </a:lnTo>
                  <a:lnTo>
                    <a:pt x="4156298" y="3804746"/>
                  </a:lnTo>
                  <a:lnTo>
                    <a:pt x="4156298" y="3823820"/>
                  </a:lnTo>
                  <a:lnTo>
                    <a:pt x="4162525" y="3832269"/>
                  </a:lnTo>
                  <a:lnTo>
                    <a:pt x="4173279" y="3832269"/>
                  </a:lnTo>
                  <a:lnTo>
                    <a:pt x="4183750" y="3830151"/>
                  </a:lnTo>
                  <a:lnTo>
                    <a:pt x="4190260" y="3823820"/>
                  </a:lnTo>
                  <a:lnTo>
                    <a:pt x="4190260" y="3806865"/>
                  </a:lnTo>
                  <a:lnTo>
                    <a:pt x="4183750" y="3798416"/>
                  </a:lnTo>
                  <a:close/>
                </a:path>
                <a:path w="9542780" h="6570345">
                  <a:moveTo>
                    <a:pt x="4183750" y="3840747"/>
                  </a:moveTo>
                  <a:lnTo>
                    <a:pt x="4164789" y="3840747"/>
                  </a:lnTo>
                  <a:lnTo>
                    <a:pt x="4156298" y="3847105"/>
                  </a:lnTo>
                  <a:lnTo>
                    <a:pt x="4156298" y="3866151"/>
                  </a:lnTo>
                  <a:lnTo>
                    <a:pt x="4162525" y="3874629"/>
                  </a:lnTo>
                  <a:lnTo>
                    <a:pt x="4183750" y="3874629"/>
                  </a:lnTo>
                  <a:lnTo>
                    <a:pt x="4190260" y="3868271"/>
                  </a:lnTo>
                  <a:lnTo>
                    <a:pt x="4190260" y="3849225"/>
                  </a:lnTo>
                  <a:lnTo>
                    <a:pt x="4183750" y="3840747"/>
                  </a:lnTo>
                  <a:close/>
                </a:path>
                <a:path w="9542780" h="6570345">
                  <a:moveTo>
                    <a:pt x="4183750" y="3885225"/>
                  </a:moveTo>
                  <a:lnTo>
                    <a:pt x="4164789" y="3885225"/>
                  </a:lnTo>
                  <a:lnTo>
                    <a:pt x="4156298" y="3891555"/>
                  </a:lnTo>
                  <a:lnTo>
                    <a:pt x="4156298" y="3910629"/>
                  </a:lnTo>
                  <a:lnTo>
                    <a:pt x="4162525" y="3919079"/>
                  </a:lnTo>
                  <a:lnTo>
                    <a:pt x="4183750" y="3919079"/>
                  </a:lnTo>
                  <a:lnTo>
                    <a:pt x="4190260" y="3912749"/>
                  </a:lnTo>
                  <a:lnTo>
                    <a:pt x="4190260" y="3893675"/>
                  </a:lnTo>
                  <a:lnTo>
                    <a:pt x="4183750" y="3885225"/>
                  </a:lnTo>
                  <a:close/>
                </a:path>
                <a:path w="9542780" h="6570345">
                  <a:moveTo>
                    <a:pt x="4183750" y="3929675"/>
                  </a:moveTo>
                  <a:lnTo>
                    <a:pt x="4164789" y="3929675"/>
                  </a:lnTo>
                  <a:lnTo>
                    <a:pt x="4156298" y="3936033"/>
                  </a:lnTo>
                  <a:lnTo>
                    <a:pt x="4156298" y="3955079"/>
                  </a:lnTo>
                  <a:lnTo>
                    <a:pt x="4162525" y="3963558"/>
                  </a:lnTo>
                  <a:lnTo>
                    <a:pt x="4183750" y="3963558"/>
                  </a:lnTo>
                  <a:lnTo>
                    <a:pt x="4190260" y="3955079"/>
                  </a:lnTo>
                  <a:lnTo>
                    <a:pt x="4190260" y="3938153"/>
                  </a:lnTo>
                  <a:lnTo>
                    <a:pt x="4183750" y="3929675"/>
                  </a:lnTo>
                  <a:close/>
                </a:path>
                <a:path w="9542780" h="6570345">
                  <a:moveTo>
                    <a:pt x="4183750" y="3974125"/>
                  </a:moveTo>
                  <a:lnTo>
                    <a:pt x="4164789" y="3974125"/>
                  </a:lnTo>
                  <a:lnTo>
                    <a:pt x="4156298" y="3980484"/>
                  </a:lnTo>
                  <a:lnTo>
                    <a:pt x="4156298" y="3999558"/>
                  </a:lnTo>
                  <a:lnTo>
                    <a:pt x="4162525" y="4008008"/>
                  </a:lnTo>
                  <a:lnTo>
                    <a:pt x="4183750" y="4008008"/>
                  </a:lnTo>
                  <a:lnTo>
                    <a:pt x="4190260" y="3999558"/>
                  </a:lnTo>
                  <a:lnTo>
                    <a:pt x="4190260" y="3982603"/>
                  </a:lnTo>
                  <a:lnTo>
                    <a:pt x="4183750" y="3974125"/>
                  </a:lnTo>
                  <a:close/>
                </a:path>
                <a:path w="9542780" h="6570345">
                  <a:moveTo>
                    <a:pt x="4183750" y="4018605"/>
                  </a:moveTo>
                  <a:lnTo>
                    <a:pt x="4164789" y="4018605"/>
                  </a:lnTo>
                  <a:lnTo>
                    <a:pt x="4156298" y="4024962"/>
                  </a:lnTo>
                  <a:lnTo>
                    <a:pt x="4156298" y="4044008"/>
                  </a:lnTo>
                  <a:lnTo>
                    <a:pt x="4162525" y="4052486"/>
                  </a:lnTo>
                  <a:lnTo>
                    <a:pt x="4183750" y="4052486"/>
                  </a:lnTo>
                  <a:lnTo>
                    <a:pt x="4190260" y="4044008"/>
                  </a:lnTo>
                  <a:lnTo>
                    <a:pt x="4190260" y="4027082"/>
                  </a:lnTo>
                  <a:lnTo>
                    <a:pt x="4183750" y="4018605"/>
                  </a:lnTo>
                  <a:close/>
                </a:path>
                <a:path w="9542780" h="6570345">
                  <a:moveTo>
                    <a:pt x="4183750" y="4063055"/>
                  </a:moveTo>
                  <a:lnTo>
                    <a:pt x="4164789" y="4063055"/>
                  </a:lnTo>
                  <a:lnTo>
                    <a:pt x="4156298" y="4069412"/>
                  </a:lnTo>
                  <a:lnTo>
                    <a:pt x="4156298" y="4088486"/>
                  </a:lnTo>
                  <a:lnTo>
                    <a:pt x="4162525" y="4096936"/>
                  </a:lnTo>
                  <a:lnTo>
                    <a:pt x="4173279" y="4096936"/>
                  </a:lnTo>
                  <a:lnTo>
                    <a:pt x="4183750" y="4094816"/>
                  </a:lnTo>
                  <a:lnTo>
                    <a:pt x="4190260" y="4088486"/>
                  </a:lnTo>
                  <a:lnTo>
                    <a:pt x="4190260" y="4071532"/>
                  </a:lnTo>
                  <a:lnTo>
                    <a:pt x="4183750" y="4063055"/>
                  </a:lnTo>
                  <a:close/>
                </a:path>
                <a:path w="9542780" h="6570345">
                  <a:moveTo>
                    <a:pt x="4183750" y="4107533"/>
                  </a:moveTo>
                  <a:lnTo>
                    <a:pt x="4164789" y="4107533"/>
                  </a:lnTo>
                  <a:lnTo>
                    <a:pt x="4156298" y="4113891"/>
                  </a:lnTo>
                  <a:lnTo>
                    <a:pt x="4156298" y="4132938"/>
                  </a:lnTo>
                  <a:lnTo>
                    <a:pt x="4162525" y="4141415"/>
                  </a:lnTo>
                  <a:lnTo>
                    <a:pt x="4173279" y="4141415"/>
                  </a:lnTo>
                  <a:lnTo>
                    <a:pt x="4183750" y="4139295"/>
                  </a:lnTo>
                  <a:lnTo>
                    <a:pt x="4190260" y="4132938"/>
                  </a:lnTo>
                  <a:lnTo>
                    <a:pt x="4190260" y="4116010"/>
                  </a:lnTo>
                  <a:lnTo>
                    <a:pt x="4183750" y="4107533"/>
                  </a:lnTo>
                  <a:close/>
                </a:path>
                <a:path w="9542780" h="6570345">
                  <a:moveTo>
                    <a:pt x="4183750" y="4149864"/>
                  </a:moveTo>
                  <a:lnTo>
                    <a:pt x="4164789" y="4149864"/>
                  </a:lnTo>
                  <a:lnTo>
                    <a:pt x="4156298" y="4156222"/>
                  </a:lnTo>
                  <a:lnTo>
                    <a:pt x="4156298" y="4175296"/>
                  </a:lnTo>
                  <a:lnTo>
                    <a:pt x="4162525" y="4183745"/>
                  </a:lnTo>
                  <a:lnTo>
                    <a:pt x="4183750" y="4183745"/>
                  </a:lnTo>
                  <a:lnTo>
                    <a:pt x="4190260" y="4177416"/>
                  </a:lnTo>
                  <a:lnTo>
                    <a:pt x="4190260" y="4158341"/>
                  </a:lnTo>
                  <a:lnTo>
                    <a:pt x="4183750" y="4149864"/>
                  </a:lnTo>
                  <a:close/>
                </a:path>
                <a:path w="9542780" h="6570345">
                  <a:moveTo>
                    <a:pt x="4183750" y="4194342"/>
                  </a:moveTo>
                  <a:lnTo>
                    <a:pt x="4164789" y="4194342"/>
                  </a:lnTo>
                  <a:lnTo>
                    <a:pt x="4156298" y="4200700"/>
                  </a:lnTo>
                  <a:lnTo>
                    <a:pt x="4156298" y="4221866"/>
                  </a:lnTo>
                  <a:lnTo>
                    <a:pt x="4162525" y="4228223"/>
                  </a:lnTo>
                  <a:lnTo>
                    <a:pt x="4183750" y="4228223"/>
                  </a:lnTo>
                  <a:lnTo>
                    <a:pt x="4190260" y="4221866"/>
                  </a:lnTo>
                  <a:lnTo>
                    <a:pt x="4190260" y="4202819"/>
                  </a:lnTo>
                  <a:lnTo>
                    <a:pt x="4183750" y="4194342"/>
                  </a:lnTo>
                  <a:close/>
                </a:path>
                <a:path w="9542780" h="6570345">
                  <a:moveTo>
                    <a:pt x="4183750" y="4327721"/>
                  </a:moveTo>
                  <a:lnTo>
                    <a:pt x="4164789" y="4327721"/>
                  </a:lnTo>
                  <a:lnTo>
                    <a:pt x="4156298" y="4334079"/>
                  </a:lnTo>
                  <a:lnTo>
                    <a:pt x="4156298" y="4353153"/>
                  </a:lnTo>
                  <a:lnTo>
                    <a:pt x="4162525" y="4361602"/>
                  </a:lnTo>
                  <a:lnTo>
                    <a:pt x="4183750" y="4361602"/>
                  </a:lnTo>
                  <a:lnTo>
                    <a:pt x="4190260" y="4353153"/>
                  </a:lnTo>
                  <a:lnTo>
                    <a:pt x="4190260" y="4336199"/>
                  </a:lnTo>
                  <a:lnTo>
                    <a:pt x="4183750" y="4327721"/>
                  </a:lnTo>
                  <a:close/>
                </a:path>
                <a:path w="9542780" h="6570345">
                  <a:moveTo>
                    <a:pt x="4183750" y="4372199"/>
                  </a:moveTo>
                  <a:lnTo>
                    <a:pt x="4164789" y="4372199"/>
                  </a:lnTo>
                  <a:lnTo>
                    <a:pt x="4156298" y="4378558"/>
                  </a:lnTo>
                  <a:lnTo>
                    <a:pt x="4156298" y="4397603"/>
                  </a:lnTo>
                  <a:lnTo>
                    <a:pt x="4162525" y="4406082"/>
                  </a:lnTo>
                  <a:lnTo>
                    <a:pt x="4173279" y="4406082"/>
                  </a:lnTo>
                  <a:lnTo>
                    <a:pt x="4183750" y="4403962"/>
                  </a:lnTo>
                  <a:lnTo>
                    <a:pt x="4190260" y="4397603"/>
                  </a:lnTo>
                  <a:lnTo>
                    <a:pt x="4190260" y="4380677"/>
                  </a:lnTo>
                  <a:lnTo>
                    <a:pt x="4183750" y="4372199"/>
                  </a:lnTo>
                  <a:close/>
                </a:path>
                <a:path w="9542780" h="6570345">
                  <a:moveTo>
                    <a:pt x="4183750" y="4416649"/>
                  </a:moveTo>
                  <a:lnTo>
                    <a:pt x="4164789" y="4416649"/>
                  </a:lnTo>
                  <a:lnTo>
                    <a:pt x="4156298" y="4423008"/>
                  </a:lnTo>
                  <a:lnTo>
                    <a:pt x="4156298" y="4442054"/>
                  </a:lnTo>
                  <a:lnTo>
                    <a:pt x="4162525" y="4450532"/>
                  </a:lnTo>
                  <a:lnTo>
                    <a:pt x="4173279" y="4450532"/>
                  </a:lnTo>
                  <a:lnTo>
                    <a:pt x="4183750" y="4448412"/>
                  </a:lnTo>
                  <a:lnTo>
                    <a:pt x="4190260" y="4442054"/>
                  </a:lnTo>
                  <a:lnTo>
                    <a:pt x="4190260" y="4425128"/>
                  </a:lnTo>
                  <a:lnTo>
                    <a:pt x="4183750" y="4416649"/>
                  </a:lnTo>
                  <a:close/>
                </a:path>
                <a:path w="9542780" h="6570345">
                  <a:moveTo>
                    <a:pt x="4183750" y="4459009"/>
                  </a:moveTo>
                  <a:lnTo>
                    <a:pt x="4164789" y="4459009"/>
                  </a:lnTo>
                  <a:lnTo>
                    <a:pt x="4156298" y="4465366"/>
                  </a:lnTo>
                  <a:lnTo>
                    <a:pt x="4156298" y="4484413"/>
                  </a:lnTo>
                  <a:lnTo>
                    <a:pt x="4162525" y="4492890"/>
                  </a:lnTo>
                  <a:lnTo>
                    <a:pt x="4183750" y="4492890"/>
                  </a:lnTo>
                  <a:lnTo>
                    <a:pt x="4190260" y="4486532"/>
                  </a:lnTo>
                  <a:lnTo>
                    <a:pt x="4190260" y="4467486"/>
                  </a:lnTo>
                  <a:lnTo>
                    <a:pt x="4183750" y="4459009"/>
                  </a:lnTo>
                  <a:close/>
                </a:path>
                <a:path w="9542780" h="6570345">
                  <a:moveTo>
                    <a:pt x="4183750" y="4503459"/>
                  </a:moveTo>
                  <a:lnTo>
                    <a:pt x="4164789" y="4503459"/>
                  </a:lnTo>
                  <a:lnTo>
                    <a:pt x="4156298" y="4509816"/>
                  </a:lnTo>
                  <a:lnTo>
                    <a:pt x="4156298" y="4528863"/>
                  </a:lnTo>
                  <a:lnTo>
                    <a:pt x="4162525" y="4537341"/>
                  </a:lnTo>
                  <a:lnTo>
                    <a:pt x="4183750" y="4537341"/>
                  </a:lnTo>
                  <a:lnTo>
                    <a:pt x="4190260" y="4530982"/>
                  </a:lnTo>
                  <a:lnTo>
                    <a:pt x="4190260" y="4511936"/>
                  </a:lnTo>
                  <a:lnTo>
                    <a:pt x="4183750" y="4503459"/>
                  </a:lnTo>
                  <a:close/>
                </a:path>
                <a:path w="9542780" h="6570345">
                  <a:moveTo>
                    <a:pt x="4183750" y="4547938"/>
                  </a:moveTo>
                  <a:lnTo>
                    <a:pt x="4164789" y="4547938"/>
                  </a:lnTo>
                  <a:lnTo>
                    <a:pt x="4156298" y="4554296"/>
                  </a:lnTo>
                  <a:lnTo>
                    <a:pt x="4156298" y="4573342"/>
                  </a:lnTo>
                  <a:lnTo>
                    <a:pt x="4162525" y="4581819"/>
                  </a:lnTo>
                  <a:lnTo>
                    <a:pt x="4183750" y="4581819"/>
                  </a:lnTo>
                  <a:lnTo>
                    <a:pt x="4190260" y="4573342"/>
                  </a:lnTo>
                  <a:lnTo>
                    <a:pt x="4190260" y="4556415"/>
                  </a:lnTo>
                  <a:lnTo>
                    <a:pt x="4183750" y="4547938"/>
                  </a:lnTo>
                  <a:close/>
                </a:path>
                <a:path w="9542780" h="6570345">
                  <a:moveTo>
                    <a:pt x="4183750" y="4592388"/>
                  </a:moveTo>
                  <a:lnTo>
                    <a:pt x="4164789" y="4592388"/>
                  </a:lnTo>
                  <a:lnTo>
                    <a:pt x="4156298" y="4598746"/>
                  </a:lnTo>
                  <a:lnTo>
                    <a:pt x="4156298" y="4617792"/>
                  </a:lnTo>
                  <a:lnTo>
                    <a:pt x="4162525" y="4626269"/>
                  </a:lnTo>
                  <a:lnTo>
                    <a:pt x="4183750" y="4626269"/>
                  </a:lnTo>
                  <a:lnTo>
                    <a:pt x="4190260" y="4617792"/>
                  </a:lnTo>
                  <a:lnTo>
                    <a:pt x="4190260" y="4600865"/>
                  </a:lnTo>
                  <a:lnTo>
                    <a:pt x="4183750" y="4592388"/>
                  </a:lnTo>
                  <a:close/>
                </a:path>
                <a:path w="9542780" h="6570345">
                  <a:moveTo>
                    <a:pt x="4183750" y="4636866"/>
                  </a:moveTo>
                  <a:lnTo>
                    <a:pt x="4164789" y="4636866"/>
                  </a:lnTo>
                  <a:lnTo>
                    <a:pt x="4156298" y="4643224"/>
                  </a:lnTo>
                  <a:lnTo>
                    <a:pt x="4156298" y="4662270"/>
                  </a:lnTo>
                  <a:lnTo>
                    <a:pt x="4162525" y="4670748"/>
                  </a:lnTo>
                  <a:lnTo>
                    <a:pt x="4183750" y="4670748"/>
                  </a:lnTo>
                  <a:lnTo>
                    <a:pt x="4190260" y="4662270"/>
                  </a:lnTo>
                  <a:lnTo>
                    <a:pt x="4190260" y="4645343"/>
                  </a:lnTo>
                  <a:lnTo>
                    <a:pt x="4183750" y="4636866"/>
                  </a:lnTo>
                  <a:close/>
                </a:path>
                <a:path w="9542780" h="6570345">
                  <a:moveTo>
                    <a:pt x="4183750" y="4681316"/>
                  </a:moveTo>
                  <a:lnTo>
                    <a:pt x="4164789" y="4681316"/>
                  </a:lnTo>
                  <a:lnTo>
                    <a:pt x="4156298" y="4687675"/>
                  </a:lnTo>
                  <a:lnTo>
                    <a:pt x="4156298" y="4706721"/>
                  </a:lnTo>
                  <a:lnTo>
                    <a:pt x="4162525" y="4715198"/>
                  </a:lnTo>
                  <a:lnTo>
                    <a:pt x="4173279" y="4715198"/>
                  </a:lnTo>
                  <a:lnTo>
                    <a:pt x="4183750" y="4713079"/>
                  </a:lnTo>
                  <a:lnTo>
                    <a:pt x="4190260" y="4706721"/>
                  </a:lnTo>
                  <a:lnTo>
                    <a:pt x="4190260" y="4689793"/>
                  </a:lnTo>
                  <a:lnTo>
                    <a:pt x="4183750" y="4681316"/>
                  </a:lnTo>
                  <a:close/>
                </a:path>
                <a:path w="9542780" h="6570345">
                  <a:moveTo>
                    <a:pt x="4183750" y="4725795"/>
                  </a:moveTo>
                  <a:lnTo>
                    <a:pt x="4164789" y="4725795"/>
                  </a:lnTo>
                  <a:lnTo>
                    <a:pt x="4156298" y="4732153"/>
                  </a:lnTo>
                  <a:lnTo>
                    <a:pt x="4156298" y="4753319"/>
                  </a:lnTo>
                  <a:lnTo>
                    <a:pt x="4162525" y="4759676"/>
                  </a:lnTo>
                  <a:lnTo>
                    <a:pt x="4173279" y="4759676"/>
                  </a:lnTo>
                  <a:lnTo>
                    <a:pt x="4183750" y="4757557"/>
                  </a:lnTo>
                  <a:lnTo>
                    <a:pt x="4190260" y="4751199"/>
                  </a:lnTo>
                  <a:lnTo>
                    <a:pt x="4190260" y="4734245"/>
                  </a:lnTo>
                  <a:lnTo>
                    <a:pt x="4183750" y="4725795"/>
                  </a:lnTo>
                  <a:close/>
                </a:path>
                <a:path w="9542780" h="6570345">
                  <a:moveTo>
                    <a:pt x="4183750" y="4768126"/>
                  </a:moveTo>
                  <a:lnTo>
                    <a:pt x="4164789" y="4768126"/>
                  </a:lnTo>
                  <a:lnTo>
                    <a:pt x="4156298" y="4774483"/>
                  </a:lnTo>
                  <a:lnTo>
                    <a:pt x="4156298" y="4795649"/>
                  </a:lnTo>
                  <a:lnTo>
                    <a:pt x="4162525" y="4802007"/>
                  </a:lnTo>
                  <a:lnTo>
                    <a:pt x="4183750" y="4802007"/>
                  </a:lnTo>
                  <a:lnTo>
                    <a:pt x="4190260" y="4795649"/>
                  </a:lnTo>
                  <a:lnTo>
                    <a:pt x="4190260" y="4776603"/>
                  </a:lnTo>
                  <a:lnTo>
                    <a:pt x="4183750" y="4768126"/>
                  </a:lnTo>
                  <a:close/>
                </a:path>
                <a:path w="9542780" h="6570345">
                  <a:moveTo>
                    <a:pt x="4183750" y="4812604"/>
                  </a:moveTo>
                  <a:lnTo>
                    <a:pt x="4164789" y="4812604"/>
                  </a:lnTo>
                  <a:lnTo>
                    <a:pt x="4156298" y="4818962"/>
                  </a:lnTo>
                  <a:lnTo>
                    <a:pt x="4156298" y="4838009"/>
                  </a:lnTo>
                  <a:lnTo>
                    <a:pt x="4162525" y="4846486"/>
                  </a:lnTo>
                  <a:lnTo>
                    <a:pt x="4183750" y="4846486"/>
                  </a:lnTo>
                  <a:lnTo>
                    <a:pt x="4190260" y="4840128"/>
                  </a:lnTo>
                  <a:lnTo>
                    <a:pt x="4190260" y="4821053"/>
                  </a:lnTo>
                  <a:lnTo>
                    <a:pt x="4183750" y="4812604"/>
                  </a:lnTo>
                  <a:close/>
                </a:path>
                <a:path w="9542780" h="6570345">
                  <a:moveTo>
                    <a:pt x="4183750" y="4857055"/>
                  </a:moveTo>
                  <a:lnTo>
                    <a:pt x="4164789" y="4857055"/>
                  </a:lnTo>
                  <a:lnTo>
                    <a:pt x="4156298" y="4863412"/>
                  </a:lnTo>
                  <a:lnTo>
                    <a:pt x="4156298" y="4882459"/>
                  </a:lnTo>
                  <a:lnTo>
                    <a:pt x="4162525" y="4890936"/>
                  </a:lnTo>
                  <a:lnTo>
                    <a:pt x="4183750" y="4890936"/>
                  </a:lnTo>
                  <a:lnTo>
                    <a:pt x="4190260" y="4882459"/>
                  </a:lnTo>
                  <a:lnTo>
                    <a:pt x="4190260" y="4865532"/>
                  </a:lnTo>
                  <a:lnTo>
                    <a:pt x="4183750" y="4857055"/>
                  </a:lnTo>
                  <a:close/>
                </a:path>
                <a:path w="9542780" h="6570345">
                  <a:moveTo>
                    <a:pt x="4183750" y="6226957"/>
                  </a:moveTo>
                  <a:lnTo>
                    <a:pt x="4164789" y="6226957"/>
                  </a:lnTo>
                  <a:lnTo>
                    <a:pt x="4156298" y="6233316"/>
                  </a:lnTo>
                  <a:lnTo>
                    <a:pt x="4156298" y="6254480"/>
                  </a:lnTo>
                  <a:lnTo>
                    <a:pt x="4162525" y="6260839"/>
                  </a:lnTo>
                  <a:lnTo>
                    <a:pt x="4183750" y="6260839"/>
                  </a:lnTo>
                  <a:lnTo>
                    <a:pt x="4190260" y="6252362"/>
                  </a:lnTo>
                  <a:lnTo>
                    <a:pt x="4190260" y="6235434"/>
                  </a:lnTo>
                  <a:lnTo>
                    <a:pt x="4183750" y="6226957"/>
                  </a:lnTo>
                  <a:close/>
                </a:path>
                <a:path w="9542780" h="6570345">
                  <a:moveTo>
                    <a:pt x="4183750" y="6271436"/>
                  </a:moveTo>
                  <a:lnTo>
                    <a:pt x="4164789" y="6271436"/>
                  </a:lnTo>
                  <a:lnTo>
                    <a:pt x="4156298" y="6277794"/>
                  </a:lnTo>
                  <a:lnTo>
                    <a:pt x="4156298" y="6298957"/>
                  </a:lnTo>
                  <a:lnTo>
                    <a:pt x="4162525" y="6305308"/>
                  </a:lnTo>
                  <a:lnTo>
                    <a:pt x="4173279" y="6305308"/>
                  </a:lnTo>
                  <a:lnTo>
                    <a:pt x="4183750" y="6303190"/>
                  </a:lnTo>
                  <a:lnTo>
                    <a:pt x="4190260" y="6296840"/>
                  </a:lnTo>
                  <a:lnTo>
                    <a:pt x="4190260" y="6279913"/>
                  </a:lnTo>
                  <a:lnTo>
                    <a:pt x="4183750" y="6271436"/>
                  </a:lnTo>
                  <a:close/>
                </a:path>
                <a:path w="9542780" h="6570345">
                  <a:moveTo>
                    <a:pt x="4139318" y="3665094"/>
                  </a:moveTo>
                  <a:lnTo>
                    <a:pt x="4120073" y="3665094"/>
                  </a:lnTo>
                  <a:lnTo>
                    <a:pt x="4111583" y="3671310"/>
                  </a:lnTo>
                  <a:lnTo>
                    <a:pt x="4111583" y="3692504"/>
                  </a:lnTo>
                  <a:lnTo>
                    <a:pt x="4118093" y="3699004"/>
                  </a:lnTo>
                  <a:lnTo>
                    <a:pt x="4139318" y="3699004"/>
                  </a:lnTo>
                  <a:lnTo>
                    <a:pt x="4145544" y="3690526"/>
                  </a:lnTo>
                  <a:lnTo>
                    <a:pt x="4145544" y="3673571"/>
                  </a:lnTo>
                  <a:lnTo>
                    <a:pt x="4139318" y="3665094"/>
                  </a:lnTo>
                  <a:close/>
                </a:path>
                <a:path w="9542780" h="6570345">
                  <a:moveTo>
                    <a:pt x="4139318" y="3709459"/>
                  </a:moveTo>
                  <a:lnTo>
                    <a:pt x="4120073" y="3709459"/>
                  </a:lnTo>
                  <a:lnTo>
                    <a:pt x="4111583" y="3715959"/>
                  </a:lnTo>
                  <a:lnTo>
                    <a:pt x="4111583" y="3734892"/>
                  </a:lnTo>
                  <a:lnTo>
                    <a:pt x="4118093" y="3743369"/>
                  </a:lnTo>
                  <a:lnTo>
                    <a:pt x="4139318" y="3743369"/>
                  </a:lnTo>
                  <a:lnTo>
                    <a:pt x="4145544" y="3734892"/>
                  </a:lnTo>
                  <a:lnTo>
                    <a:pt x="4145544" y="3717936"/>
                  </a:lnTo>
                  <a:lnTo>
                    <a:pt x="4139318" y="3709459"/>
                  </a:lnTo>
                  <a:close/>
                </a:path>
                <a:path w="9542780" h="6570345">
                  <a:moveTo>
                    <a:pt x="4139318" y="3753825"/>
                  </a:moveTo>
                  <a:lnTo>
                    <a:pt x="4120073" y="3753825"/>
                  </a:lnTo>
                  <a:lnTo>
                    <a:pt x="4111583" y="3760296"/>
                  </a:lnTo>
                  <a:lnTo>
                    <a:pt x="4111583" y="3779342"/>
                  </a:lnTo>
                  <a:lnTo>
                    <a:pt x="4118093" y="3787819"/>
                  </a:lnTo>
                  <a:lnTo>
                    <a:pt x="4128564" y="3787819"/>
                  </a:lnTo>
                  <a:lnTo>
                    <a:pt x="4139318" y="3785699"/>
                  </a:lnTo>
                  <a:lnTo>
                    <a:pt x="4145544" y="3779342"/>
                  </a:lnTo>
                  <a:lnTo>
                    <a:pt x="4145544" y="3762415"/>
                  </a:lnTo>
                  <a:lnTo>
                    <a:pt x="4139318" y="3753825"/>
                  </a:lnTo>
                  <a:close/>
                </a:path>
                <a:path w="9542780" h="6570345">
                  <a:moveTo>
                    <a:pt x="4139318" y="3798416"/>
                  </a:moveTo>
                  <a:lnTo>
                    <a:pt x="4120073" y="3798416"/>
                  </a:lnTo>
                  <a:lnTo>
                    <a:pt x="4111583" y="3804746"/>
                  </a:lnTo>
                  <a:lnTo>
                    <a:pt x="4111583" y="3823820"/>
                  </a:lnTo>
                  <a:lnTo>
                    <a:pt x="4118093" y="3832269"/>
                  </a:lnTo>
                  <a:lnTo>
                    <a:pt x="4128564" y="3832269"/>
                  </a:lnTo>
                  <a:lnTo>
                    <a:pt x="4139318" y="3830151"/>
                  </a:lnTo>
                  <a:lnTo>
                    <a:pt x="4145544" y="3823820"/>
                  </a:lnTo>
                  <a:lnTo>
                    <a:pt x="4145544" y="3806865"/>
                  </a:lnTo>
                  <a:lnTo>
                    <a:pt x="4139318" y="3798416"/>
                  </a:lnTo>
                  <a:close/>
                </a:path>
                <a:path w="9542780" h="6570345">
                  <a:moveTo>
                    <a:pt x="4139318" y="3840747"/>
                  </a:moveTo>
                  <a:lnTo>
                    <a:pt x="4120071" y="3840747"/>
                  </a:lnTo>
                  <a:lnTo>
                    <a:pt x="4111583" y="3847105"/>
                  </a:lnTo>
                  <a:lnTo>
                    <a:pt x="4111583" y="3866151"/>
                  </a:lnTo>
                  <a:lnTo>
                    <a:pt x="4118093" y="3874629"/>
                  </a:lnTo>
                  <a:lnTo>
                    <a:pt x="4139318" y="3874629"/>
                  </a:lnTo>
                  <a:lnTo>
                    <a:pt x="4145544" y="3868271"/>
                  </a:lnTo>
                  <a:lnTo>
                    <a:pt x="4145544" y="3849225"/>
                  </a:lnTo>
                  <a:lnTo>
                    <a:pt x="4139318" y="3840747"/>
                  </a:lnTo>
                  <a:close/>
                </a:path>
                <a:path w="9542780" h="6570345">
                  <a:moveTo>
                    <a:pt x="4139318" y="3885225"/>
                  </a:moveTo>
                  <a:lnTo>
                    <a:pt x="4120073" y="3885225"/>
                  </a:lnTo>
                  <a:lnTo>
                    <a:pt x="4111583" y="3891555"/>
                  </a:lnTo>
                  <a:lnTo>
                    <a:pt x="4111583" y="3910629"/>
                  </a:lnTo>
                  <a:lnTo>
                    <a:pt x="4118093" y="3919079"/>
                  </a:lnTo>
                  <a:lnTo>
                    <a:pt x="4139318" y="3919079"/>
                  </a:lnTo>
                  <a:lnTo>
                    <a:pt x="4145544" y="3912749"/>
                  </a:lnTo>
                  <a:lnTo>
                    <a:pt x="4145544" y="3893675"/>
                  </a:lnTo>
                  <a:lnTo>
                    <a:pt x="4139318" y="3885225"/>
                  </a:lnTo>
                  <a:close/>
                </a:path>
                <a:path w="9542780" h="6570345">
                  <a:moveTo>
                    <a:pt x="4139318" y="3929675"/>
                  </a:moveTo>
                  <a:lnTo>
                    <a:pt x="4120073" y="3929675"/>
                  </a:lnTo>
                  <a:lnTo>
                    <a:pt x="4111583" y="3936033"/>
                  </a:lnTo>
                  <a:lnTo>
                    <a:pt x="4111583" y="3955079"/>
                  </a:lnTo>
                  <a:lnTo>
                    <a:pt x="4118093" y="3963558"/>
                  </a:lnTo>
                  <a:lnTo>
                    <a:pt x="4139318" y="3963558"/>
                  </a:lnTo>
                  <a:lnTo>
                    <a:pt x="4145544" y="3955079"/>
                  </a:lnTo>
                  <a:lnTo>
                    <a:pt x="4145544" y="3938153"/>
                  </a:lnTo>
                  <a:lnTo>
                    <a:pt x="4139318" y="3929675"/>
                  </a:lnTo>
                  <a:close/>
                </a:path>
                <a:path w="9542780" h="6570345">
                  <a:moveTo>
                    <a:pt x="4139318" y="3974125"/>
                  </a:moveTo>
                  <a:lnTo>
                    <a:pt x="4120073" y="3974125"/>
                  </a:lnTo>
                  <a:lnTo>
                    <a:pt x="4111583" y="3980484"/>
                  </a:lnTo>
                  <a:lnTo>
                    <a:pt x="4111583" y="3999558"/>
                  </a:lnTo>
                  <a:lnTo>
                    <a:pt x="4118093" y="4008008"/>
                  </a:lnTo>
                  <a:lnTo>
                    <a:pt x="4139318" y="4008008"/>
                  </a:lnTo>
                  <a:lnTo>
                    <a:pt x="4145544" y="3999558"/>
                  </a:lnTo>
                  <a:lnTo>
                    <a:pt x="4145544" y="3982603"/>
                  </a:lnTo>
                  <a:lnTo>
                    <a:pt x="4139318" y="3974125"/>
                  </a:lnTo>
                  <a:close/>
                </a:path>
                <a:path w="9542780" h="6570345">
                  <a:moveTo>
                    <a:pt x="4139318" y="4018605"/>
                  </a:moveTo>
                  <a:lnTo>
                    <a:pt x="4120073" y="4018605"/>
                  </a:lnTo>
                  <a:lnTo>
                    <a:pt x="4111583" y="4024962"/>
                  </a:lnTo>
                  <a:lnTo>
                    <a:pt x="4111583" y="4044008"/>
                  </a:lnTo>
                  <a:lnTo>
                    <a:pt x="4118093" y="4052486"/>
                  </a:lnTo>
                  <a:lnTo>
                    <a:pt x="4139318" y="4052486"/>
                  </a:lnTo>
                  <a:lnTo>
                    <a:pt x="4145544" y="4044008"/>
                  </a:lnTo>
                  <a:lnTo>
                    <a:pt x="4145544" y="4027082"/>
                  </a:lnTo>
                  <a:lnTo>
                    <a:pt x="4139318" y="4018605"/>
                  </a:lnTo>
                  <a:close/>
                </a:path>
                <a:path w="9542780" h="6570345">
                  <a:moveTo>
                    <a:pt x="4139318" y="4063055"/>
                  </a:moveTo>
                  <a:lnTo>
                    <a:pt x="4120073" y="4063055"/>
                  </a:lnTo>
                  <a:lnTo>
                    <a:pt x="4111583" y="4069412"/>
                  </a:lnTo>
                  <a:lnTo>
                    <a:pt x="4111583" y="4088486"/>
                  </a:lnTo>
                  <a:lnTo>
                    <a:pt x="4118093" y="4096936"/>
                  </a:lnTo>
                  <a:lnTo>
                    <a:pt x="4128564" y="4096936"/>
                  </a:lnTo>
                  <a:lnTo>
                    <a:pt x="4139318" y="4094816"/>
                  </a:lnTo>
                  <a:lnTo>
                    <a:pt x="4145544" y="4088486"/>
                  </a:lnTo>
                  <a:lnTo>
                    <a:pt x="4145544" y="4071532"/>
                  </a:lnTo>
                  <a:lnTo>
                    <a:pt x="4139318" y="4063055"/>
                  </a:lnTo>
                  <a:close/>
                </a:path>
                <a:path w="9542780" h="6570345">
                  <a:moveTo>
                    <a:pt x="4139318" y="4107533"/>
                  </a:moveTo>
                  <a:lnTo>
                    <a:pt x="4120073" y="4107533"/>
                  </a:lnTo>
                  <a:lnTo>
                    <a:pt x="4111583" y="4113891"/>
                  </a:lnTo>
                  <a:lnTo>
                    <a:pt x="4111583" y="4132938"/>
                  </a:lnTo>
                  <a:lnTo>
                    <a:pt x="4118093" y="4141415"/>
                  </a:lnTo>
                  <a:lnTo>
                    <a:pt x="4128564" y="4141415"/>
                  </a:lnTo>
                  <a:lnTo>
                    <a:pt x="4139318" y="4139295"/>
                  </a:lnTo>
                  <a:lnTo>
                    <a:pt x="4145544" y="4132938"/>
                  </a:lnTo>
                  <a:lnTo>
                    <a:pt x="4145544" y="4116010"/>
                  </a:lnTo>
                  <a:lnTo>
                    <a:pt x="4139318" y="4107533"/>
                  </a:lnTo>
                  <a:close/>
                </a:path>
                <a:path w="9542780" h="6570345">
                  <a:moveTo>
                    <a:pt x="4139318" y="4149864"/>
                  </a:moveTo>
                  <a:lnTo>
                    <a:pt x="4120073" y="4149864"/>
                  </a:lnTo>
                  <a:lnTo>
                    <a:pt x="4111583" y="4156222"/>
                  </a:lnTo>
                  <a:lnTo>
                    <a:pt x="4111583" y="4175296"/>
                  </a:lnTo>
                  <a:lnTo>
                    <a:pt x="4118093" y="4183745"/>
                  </a:lnTo>
                  <a:lnTo>
                    <a:pt x="4139318" y="4183745"/>
                  </a:lnTo>
                  <a:lnTo>
                    <a:pt x="4145544" y="4177416"/>
                  </a:lnTo>
                  <a:lnTo>
                    <a:pt x="4145544" y="4158341"/>
                  </a:lnTo>
                  <a:lnTo>
                    <a:pt x="4139318" y="4149864"/>
                  </a:lnTo>
                  <a:close/>
                </a:path>
                <a:path w="9542780" h="6570345">
                  <a:moveTo>
                    <a:pt x="4139318" y="4194342"/>
                  </a:moveTo>
                  <a:lnTo>
                    <a:pt x="4120073" y="4194342"/>
                  </a:lnTo>
                  <a:lnTo>
                    <a:pt x="4111583" y="4200700"/>
                  </a:lnTo>
                  <a:lnTo>
                    <a:pt x="4111583" y="4221866"/>
                  </a:lnTo>
                  <a:lnTo>
                    <a:pt x="4118093" y="4228223"/>
                  </a:lnTo>
                  <a:lnTo>
                    <a:pt x="4139318" y="4228223"/>
                  </a:lnTo>
                  <a:lnTo>
                    <a:pt x="4145544" y="4221866"/>
                  </a:lnTo>
                  <a:lnTo>
                    <a:pt x="4145544" y="4202819"/>
                  </a:lnTo>
                  <a:lnTo>
                    <a:pt x="4139318" y="4194342"/>
                  </a:lnTo>
                  <a:close/>
                </a:path>
                <a:path w="9542780" h="6570345">
                  <a:moveTo>
                    <a:pt x="4139318" y="4238792"/>
                  </a:moveTo>
                  <a:lnTo>
                    <a:pt x="4120073" y="4238792"/>
                  </a:lnTo>
                  <a:lnTo>
                    <a:pt x="4111583" y="4245151"/>
                  </a:lnTo>
                  <a:lnTo>
                    <a:pt x="4111583" y="4266316"/>
                  </a:lnTo>
                  <a:lnTo>
                    <a:pt x="4118093" y="4272674"/>
                  </a:lnTo>
                  <a:lnTo>
                    <a:pt x="4139318" y="4272674"/>
                  </a:lnTo>
                  <a:lnTo>
                    <a:pt x="4145544" y="4264225"/>
                  </a:lnTo>
                  <a:lnTo>
                    <a:pt x="4145544" y="4247269"/>
                  </a:lnTo>
                  <a:lnTo>
                    <a:pt x="4139318" y="4238792"/>
                  </a:lnTo>
                  <a:close/>
                </a:path>
                <a:path w="9542780" h="6570345">
                  <a:moveTo>
                    <a:pt x="4139318" y="4283271"/>
                  </a:moveTo>
                  <a:lnTo>
                    <a:pt x="4120073" y="4283271"/>
                  </a:lnTo>
                  <a:lnTo>
                    <a:pt x="4111583" y="4289629"/>
                  </a:lnTo>
                  <a:lnTo>
                    <a:pt x="4111583" y="4308675"/>
                  </a:lnTo>
                  <a:lnTo>
                    <a:pt x="4118093" y="4317152"/>
                  </a:lnTo>
                  <a:lnTo>
                    <a:pt x="4139318" y="4317152"/>
                  </a:lnTo>
                  <a:lnTo>
                    <a:pt x="4145544" y="4308675"/>
                  </a:lnTo>
                  <a:lnTo>
                    <a:pt x="4145544" y="4291749"/>
                  </a:lnTo>
                  <a:lnTo>
                    <a:pt x="4139318" y="4283271"/>
                  </a:lnTo>
                  <a:close/>
                </a:path>
                <a:path w="9542780" h="6570345">
                  <a:moveTo>
                    <a:pt x="4139318" y="4327721"/>
                  </a:moveTo>
                  <a:lnTo>
                    <a:pt x="4120073" y="4327721"/>
                  </a:lnTo>
                  <a:lnTo>
                    <a:pt x="4111583" y="4334079"/>
                  </a:lnTo>
                  <a:lnTo>
                    <a:pt x="4111583" y="4353153"/>
                  </a:lnTo>
                  <a:lnTo>
                    <a:pt x="4118093" y="4361602"/>
                  </a:lnTo>
                  <a:lnTo>
                    <a:pt x="4139318" y="4361602"/>
                  </a:lnTo>
                  <a:lnTo>
                    <a:pt x="4145544" y="4353153"/>
                  </a:lnTo>
                  <a:lnTo>
                    <a:pt x="4145544" y="4336199"/>
                  </a:lnTo>
                  <a:lnTo>
                    <a:pt x="4139318" y="4327721"/>
                  </a:lnTo>
                  <a:close/>
                </a:path>
                <a:path w="9542780" h="6570345">
                  <a:moveTo>
                    <a:pt x="4139318" y="4372199"/>
                  </a:moveTo>
                  <a:lnTo>
                    <a:pt x="4120073" y="4372199"/>
                  </a:lnTo>
                  <a:lnTo>
                    <a:pt x="4111583" y="4378558"/>
                  </a:lnTo>
                  <a:lnTo>
                    <a:pt x="4111583" y="4397603"/>
                  </a:lnTo>
                  <a:lnTo>
                    <a:pt x="4118093" y="4406082"/>
                  </a:lnTo>
                  <a:lnTo>
                    <a:pt x="4128564" y="4406082"/>
                  </a:lnTo>
                  <a:lnTo>
                    <a:pt x="4139318" y="4403962"/>
                  </a:lnTo>
                  <a:lnTo>
                    <a:pt x="4145544" y="4397603"/>
                  </a:lnTo>
                  <a:lnTo>
                    <a:pt x="4145544" y="4380677"/>
                  </a:lnTo>
                  <a:lnTo>
                    <a:pt x="4139318" y="4372199"/>
                  </a:lnTo>
                  <a:close/>
                </a:path>
                <a:path w="9542780" h="6570345">
                  <a:moveTo>
                    <a:pt x="4139318" y="4416649"/>
                  </a:moveTo>
                  <a:lnTo>
                    <a:pt x="4120073" y="4416649"/>
                  </a:lnTo>
                  <a:lnTo>
                    <a:pt x="4111583" y="4423008"/>
                  </a:lnTo>
                  <a:lnTo>
                    <a:pt x="4111583" y="4442054"/>
                  </a:lnTo>
                  <a:lnTo>
                    <a:pt x="4118093" y="4450532"/>
                  </a:lnTo>
                  <a:lnTo>
                    <a:pt x="4128564" y="4450532"/>
                  </a:lnTo>
                  <a:lnTo>
                    <a:pt x="4139318" y="4448412"/>
                  </a:lnTo>
                  <a:lnTo>
                    <a:pt x="4145544" y="4442054"/>
                  </a:lnTo>
                  <a:lnTo>
                    <a:pt x="4145544" y="4425128"/>
                  </a:lnTo>
                  <a:lnTo>
                    <a:pt x="4139318" y="4416649"/>
                  </a:lnTo>
                  <a:close/>
                </a:path>
                <a:path w="9542780" h="6570345">
                  <a:moveTo>
                    <a:pt x="4139318" y="4459009"/>
                  </a:moveTo>
                  <a:lnTo>
                    <a:pt x="4120073" y="4459009"/>
                  </a:lnTo>
                  <a:lnTo>
                    <a:pt x="4111583" y="4465366"/>
                  </a:lnTo>
                  <a:lnTo>
                    <a:pt x="4111583" y="4484413"/>
                  </a:lnTo>
                  <a:lnTo>
                    <a:pt x="4118093" y="4492890"/>
                  </a:lnTo>
                  <a:lnTo>
                    <a:pt x="4139318" y="4492890"/>
                  </a:lnTo>
                  <a:lnTo>
                    <a:pt x="4145544" y="4486532"/>
                  </a:lnTo>
                  <a:lnTo>
                    <a:pt x="4145544" y="4467486"/>
                  </a:lnTo>
                  <a:lnTo>
                    <a:pt x="4139318" y="4459009"/>
                  </a:lnTo>
                  <a:close/>
                </a:path>
                <a:path w="9542780" h="6570345">
                  <a:moveTo>
                    <a:pt x="4139318" y="4503459"/>
                  </a:moveTo>
                  <a:lnTo>
                    <a:pt x="4120073" y="4503459"/>
                  </a:lnTo>
                  <a:lnTo>
                    <a:pt x="4111583" y="4509816"/>
                  </a:lnTo>
                  <a:lnTo>
                    <a:pt x="4111583" y="4528863"/>
                  </a:lnTo>
                  <a:lnTo>
                    <a:pt x="4118093" y="4537341"/>
                  </a:lnTo>
                  <a:lnTo>
                    <a:pt x="4139318" y="4537341"/>
                  </a:lnTo>
                  <a:lnTo>
                    <a:pt x="4145544" y="4530982"/>
                  </a:lnTo>
                  <a:lnTo>
                    <a:pt x="4145544" y="4511936"/>
                  </a:lnTo>
                  <a:lnTo>
                    <a:pt x="4139318" y="4503459"/>
                  </a:lnTo>
                  <a:close/>
                </a:path>
                <a:path w="9542780" h="6570345">
                  <a:moveTo>
                    <a:pt x="4139318" y="4547938"/>
                  </a:moveTo>
                  <a:lnTo>
                    <a:pt x="4120073" y="4547938"/>
                  </a:lnTo>
                  <a:lnTo>
                    <a:pt x="4111583" y="4554296"/>
                  </a:lnTo>
                  <a:lnTo>
                    <a:pt x="4111583" y="4573342"/>
                  </a:lnTo>
                  <a:lnTo>
                    <a:pt x="4118093" y="4581819"/>
                  </a:lnTo>
                  <a:lnTo>
                    <a:pt x="4139318" y="4581819"/>
                  </a:lnTo>
                  <a:lnTo>
                    <a:pt x="4145544" y="4573342"/>
                  </a:lnTo>
                  <a:lnTo>
                    <a:pt x="4145544" y="4556415"/>
                  </a:lnTo>
                  <a:lnTo>
                    <a:pt x="4139318" y="4547938"/>
                  </a:lnTo>
                  <a:close/>
                </a:path>
                <a:path w="9542780" h="6570345">
                  <a:moveTo>
                    <a:pt x="4139318" y="4592388"/>
                  </a:moveTo>
                  <a:lnTo>
                    <a:pt x="4120073" y="4592388"/>
                  </a:lnTo>
                  <a:lnTo>
                    <a:pt x="4111583" y="4598746"/>
                  </a:lnTo>
                  <a:lnTo>
                    <a:pt x="4111583" y="4617792"/>
                  </a:lnTo>
                  <a:lnTo>
                    <a:pt x="4118093" y="4626269"/>
                  </a:lnTo>
                  <a:lnTo>
                    <a:pt x="4139318" y="4626269"/>
                  </a:lnTo>
                  <a:lnTo>
                    <a:pt x="4145544" y="4617792"/>
                  </a:lnTo>
                  <a:lnTo>
                    <a:pt x="4145544" y="4600865"/>
                  </a:lnTo>
                  <a:lnTo>
                    <a:pt x="4139318" y="4592388"/>
                  </a:lnTo>
                  <a:close/>
                </a:path>
                <a:path w="9542780" h="6570345">
                  <a:moveTo>
                    <a:pt x="4139318" y="4636866"/>
                  </a:moveTo>
                  <a:lnTo>
                    <a:pt x="4120073" y="4636866"/>
                  </a:lnTo>
                  <a:lnTo>
                    <a:pt x="4111583" y="4643224"/>
                  </a:lnTo>
                  <a:lnTo>
                    <a:pt x="4111583" y="4662270"/>
                  </a:lnTo>
                  <a:lnTo>
                    <a:pt x="4118093" y="4670748"/>
                  </a:lnTo>
                  <a:lnTo>
                    <a:pt x="4139318" y="4670748"/>
                  </a:lnTo>
                  <a:lnTo>
                    <a:pt x="4145544" y="4662270"/>
                  </a:lnTo>
                  <a:lnTo>
                    <a:pt x="4145544" y="4645343"/>
                  </a:lnTo>
                  <a:lnTo>
                    <a:pt x="4139318" y="4636866"/>
                  </a:lnTo>
                  <a:close/>
                </a:path>
                <a:path w="9542780" h="6570345">
                  <a:moveTo>
                    <a:pt x="4139318" y="4681316"/>
                  </a:moveTo>
                  <a:lnTo>
                    <a:pt x="4120073" y="4681316"/>
                  </a:lnTo>
                  <a:lnTo>
                    <a:pt x="4111583" y="4687675"/>
                  </a:lnTo>
                  <a:lnTo>
                    <a:pt x="4111583" y="4706721"/>
                  </a:lnTo>
                  <a:lnTo>
                    <a:pt x="4118093" y="4715198"/>
                  </a:lnTo>
                  <a:lnTo>
                    <a:pt x="4128564" y="4715198"/>
                  </a:lnTo>
                  <a:lnTo>
                    <a:pt x="4139318" y="4713079"/>
                  </a:lnTo>
                  <a:lnTo>
                    <a:pt x="4145544" y="4706721"/>
                  </a:lnTo>
                  <a:lnTo>
                    <a:pt x="4145544" y="4689793"/>
                  </a:lnTo>
                  <a:lnTo>
                    <a:pt x="4139318" y="4681316"/>
                  </a:lnTo>
                  <a:close/>
                </a:path>
                <a:path w="9542780" h="6570345">
                  <a:moveTo>
                    <a:pt x="4139318" y="4725795"/>
                  </a:moveTo>
                  <a:lnTo>
                    <a:pt x="4120073" y="4725795"/>
                  </a:lnTo>
                  <a:lnTo>
                    <a:pt x="4111583" y="4732153"/>
                  </a:lnTo>
                  <a:lnTo>
                    <a:pt x="4111583" y="4753319"/>
                  </a:lnTo>
                  <a:lnTo>
                    <a:pt x="4118093" y="4759676"/>
                  </a:lnTo>
                  <a:lnTo>
                    <a:pt x="4128564" y="4759676"/>
                  </a:lnTo>
                  <a:lnTo>
                    <a:pt x="4139318" y="4757557"/>
                  </a:lnTo>
                  <a:lnTo>
                    <a:pt x="4145544" y="4751199"/>
                  </a:lnTo>
                  <a:lnTo>
                    <a:pt x="4145544" y="4734245"/>
                  </a:lnTo>
                  <a:lnTo>
                    <a:pt x="4139318" y="4725795"/>
                  </a:lnTo>
                  <a:close/>
                </a:path>
                <a:path w="9542780" h="6570345">
                  <a:moveTo>
                    <a:pt x="4139318" y="4768126"/>
                  </a:moveTo>
                  <a:lnTo>
                    <a:pt x="4120073" y="4768126"/>
                  </a:lnTo>
                  <a:lnTo>
                    <a:pt x="4111583" y="4774483"/>
                  </a:lnTo>
                  <a:lnTo>
                    <a:pt x="4111583" y="4795649"/>
                  </a:lnTo>
                  <a:lnTo>
                    <a:pt x="4118093" y="4802007"/>
                  </a:lnTo>
                  <a:lnTo>
                    <a:pt x="4139318" y="4802007"/>
                  </a:lnTo>
                  <a:lnTo>
                    <a:pt x="4145544" y="4795649"/>
                  </a:lnTo>
                  <a:lnTo>
                    <a:pt x="4145544" y="4776603"/>
                  </a:lnTo>
                  <a:lnTo>
                    <a:pt x="4139318" y="4768126"/>
                  </a:lnTo>
                  <a:close/>
                </a:path>
                <a:path w="9542780" h="6570345">
                  <a:moveTo>
                    <a:pt x="4139318" y="4812604"/>
                  </a:moveTo>
                  <a:lnTo>
                    <a:pt x="4120073" y="4812604"/>
                  </a:lnTo>
                  <a:lnTo>
                    <a:pt x="4111583" y="4818962"/>
                  </a:lnTo>
                  <a:lnTo>
                    <a:pt x="4111583" y="4838009"/>
                  </a:lnTo>
                  <a:lnTo>
                    <a:pt x="4118093" y="4846486"/>
                  </a:lnTo>
                  <a:lnTo>
                    <a:pt x="4139318" y="4846486"/>
                  </a:lnTo>
                  <a:lnTo>
                    <a:pt x="4145544" y="4840128"/>
                  </a:lnTo>
                  <a:lnTo>
                    <a:pt x="4145544" y="4821053"/>
                  </a:lnTo>
                  <a:lnTo>
                    <a:pt x="4139318" y="4812604"/>
                  </a:lnTo>
                  <a:close/>
                </a:path>
                <a:path w="9542780" h="6570345">
                  <a:moveTo>
                    <a:pt x="4139318" y="4857055"/>
                  </a:moveTo>
                  <a:lnTo>
                    <a:pt x="4120073" y="4857055"/>
                  </a:lnTo>
                  <a:lnTo>
                    <a:pt x="4111583" y="4863412"/>
                  </a:lnTo>
                  <a:lnTo>
                    <a:pt x="4111583" y="4882459"/>
                  </a:lnTo>
                  <a:lnTo>
                    <a:pt x="4118093" y="4890936"/>
                  </a:lnTo>
                  <a:lnTo>
                    <a:pt x="4139318" y="4890936"/>
                  </a:lnTo>
                  <a:lnTo>
                    <a:pt x="4145544" y="4882459"/>
                  </a:lnTo>
                  <a:lnTo>
                    <a:pt x="4145544" y="4865532"/>
                  </a:lnTo>
                  <a:lnTo>
                    <a:pt x="4139318" y="4857055"/>
                  </a:lnTo>
                  <a:close/>
                </a:path>
                <a:path w="9542780" h="6570345">
                  <a:moveTo>
                    <a:pt x="4139318" y="4901533"/>
                  </a:moveTo>
                  <a:lnTo>
                    <a:pt x="4120073" y="4901533"/>
                  </a:lnTo>
                  <a:lnTo>
                    <a:pt x="4111583" y="4907890"/>
                  </a:lnTo>
                  <a:lnTo>
                    <a:pt x="4111583" y="4926937"/>
                  </a:lnTo>
                  <a:lnTo>
                    <a:pt x="4118093" y="4935414"/>
                  </a:lnTo>
                  <a:lnTo>
                    <a:pt x="4139318" y="4935414"/>
                  </a:lnTo>
                  <a:lnTo>
                    <a:pt x="4145544" y="4926937"/>
                  </a:lnTo>
                  <a:lnTo>
                    <a:pt x="4145544" y="4909982"/>
                  </a:lnTo>
                  <a:lnTo>
                    <a:pt x="4139318" y="4901533"/>
                  </a:lnTo>
                  <a:close/>
                </a:path>
                <a:path w="9542780" h="6570345">
                  <a:moveTo>
                    <a:pt x="4139318" y="6182507"/>
                  </a:moveTo>
                  <a:lnTo>
                    <a:pt x="4120074" y="6182507"/>
                  </a:lnTo>
                  <a:lnTo>
                    <a:pt x="4111583" y="6188864"/>
                  </a:lnTo>
                  <a:lnTo>
                    <a:pt x="4111583" y="6210030"/>
                  </a:lnTo>
                  <a:lnTo>
                    <a:pt x="4118093" y="6216389"/>
                  </a:lnTo>
                  <a:lnTo>
                    <a:pt x="4139318" y="6216389"/>
                  </a:lnTo>
                  <a:lnTo>
                    <a:pt x="4145544" y="6207911"/>
                  </a:lnTo>
                  <a:lnTo>
                    <a:pt x="4145544" y="6190984"/>
                  </a:lnTo>
                  <a:lnTo>
                    <a:pt x="4139318" y="6182507"/>
                  </a:lnTo>
                  <a:close/>
                </a:path>
                <a:path w="9542780" h="6570345">
                  <a:moveTo>
                    <a:pt x="4139318" y="6226957"/>
                  </a:moveTo>
                  <a:lnTo>
                    <a:pt x="4120074" y="6226957"/>
                  </a:lnTo>
                  <a:lnTo>
                    <a:pt x="4111583" y="6233316"/>
                  </a:lnTo>
                  <a:lnTo>
                    <a:pt x="4111583" y="6254480"/>
                  </a:lnTo>
                  <a:lnTo>
                    <a:pt x="4118093" y="6260839"/>
                  </a:lnTo>
                  <a:lnTo>
                    <a:pt x="4139318" y="6260839"/>
                  </a:lnTo>
                  <a:lnTo>
                    <a:pt x="4145544" y="6252362"/>
                  </a:lnTo>
                  <a:lnTo>
                    <a:pt x="4145544" y="6235434"/>
                  </a:lnTo>
                  <a:lnTo>
                    <a:pt x="4139318" y="6226957"/>
                  </a:lnTo>
                  <a:close/>
                </a:path>
                <a:path w="9542780" h="6570345">
                  <a:moveTo>
                    <a:pt x="4139318" y="6271436"/>
                  </a:moveTo>
                  <a:lnTo>
                    <a:pt x="4120074" y="6271436"/>
                  </a:lnTo>
                  <a:lnTo>
                    <a:pt x="4111583" y="6277794"/>
                  </a:lnTo>
                  <a:lnTo>
                    <a:pt x="4111583" y="6298957"/>
                  </a:lnTo>
                  <a:lnTo>
                    <a:pt x="4118093" y="6305308"/>
                  </a:lnTo>
                  <a:lnTo>
                    <a:pt x="4128564" y="6305308"/>
                  </a:lnTo>
                  <a:lnTo>
                    <a:pt x="4139318" y="6303190"/>
                  </a:lnTo>
                  <a:lnTo>
                    <a:pt x="4145544" y="6296840"/>
                  </a:lnTo>
                  <a:lnTo>
                    <a:pt x="4145544" y="6279913"/>
                  </a:lnTo>
                  <a:lnTo>
                    <a:pt x="4139318" y="6271436"/>
                  </a:lnTo>
                  <a:close/>
                </a:path>
                <a:path w="9542780" h="6570345">
                  <a:moveTo>
                    <a:pt x="4094603" y="3665094"/>
                  </a:moveTo>
                  <a:lnTo>
                    <a:pt x="4075640" y="3665094"/>
                  </a:lnTo>
                  <a:lnTo>
                    <a:pt x="4067150" y="3671310"/>
                  </a:lnTo>
                  <a:lnTo>
                    <a:pt x="4067150" y="3692504"/>
                  </a:lnTo>
                  <a:lnTo>
                    <a:pt x="4073659" y="3699004"/>
                  </a:lnTo>
                  <a:lnTo>
                    <a:pt x="4094603" y="3699004"/>
                  </a:lnTo>
                  <a:lnTo>
                    <a:pt x="4101111" y="3690526"/>
                  </a:lnTo>
                  <a:lnTo>
                    <a:pt x="4101111" y="3673571"/>
                  </a:lnTo>
                  <a:lnTo>
                    <a:pt x="4094603" y="3665094"/>
                  </a:lnTo>
                  <a:close/>
                </a:path>
                <a:path w="9542780" h="6570345">
                  <a:moveTo>
                    <a:pt x="4094603" y="3709459"/>
                  </a:moveTo>
                  <a:lnTo>
                    <a:pt x="4075640" y="3709459"/>
                  </a:lnTo>
                  <a:lnTo>
                    <a:pt x="4067150" y="3715959"/>
                  </a:lnTo>
                  <a:lnTo>
                    <a:pt x="4067150" y="3734892"/>
                  </a:lnTo>
                  <a:lnTo>
                    <a:pt x="4073659" y="3743369"/>
                  </a:lnTo>
                  <a:lnTo>
                    <a:pt x="4094603" y="3743369"/>
                  </a:lnTo>
                  <a:lnTo>
                    <a:pt x="4101111" y="3734892"/>
                  </a:lnTo>
                  <a:lnTo>
                    <a:pt x="4101111" y="3717936"/>
                  </a:lnTo>
                  <a:lnTo>
                    <a:pt x="4094603" y="3709459"/>
                  </a:lnTo>
                  <a:close/>
                </a:path>
                <a:path w="9542780" h="6570345">
                  <a:moveTo>
                    <a:pt x="4094603" y="3753825"/>
                  </a:moveTo>
                  <a:lnTo>
                    <a:pt x="4075640" y="3753825"/>
                  </a:lnTo>
                  <a:lnTo>
                    <a:pt x="4067150" y="3760296"/>
                  </a:lnTo>
                  <a:lnTo>
                    <a:pt x="4067150" y="3779342"/>
                  </a:lnTo>
                  <a:lnTo>
                    <a:pt x="4073659" y="3787819"/>
                  </a:lnTo>
                  <a:lnTo>
                    <a:pt x="4084130" y="3787819"/>
                  </a:lnTo>
                  <a:lnTo>
                    <a:pt x="4094603" y="3785699"/>
                  </a:lnTo>
                  <a:lnTo>
                    <a:pt x="4101111" y="3779342"/>
                  </a:lnTo>
                  <a:lnTo>
                    <a:pt x="4101111" y="3762415"/>
                  </a:lnTo>
                  <a:lnTo>
                    <a:pt x="4094603" y="3753825"/>
                  </a:lnTo>
                  <a:close/>
                </a:path>
                <a:path w="9542780" h="6570345">
                  <a:moveTo>
                    <a:pt x="4094603" y="3798416"/>
                  </a:moveTo>
                  <a:lnTo>
                    <a:pt x="4075640" y="3798416"/>
                  </a:lnTo>
                  <a:lnTo>
                    <a:pt x="4067150" y="3804746"/>
                  </a:lnTo>
                  <a:lnTo>
                    <a:pt x="4067150" y="3823820"/>
                  </a:lnTo>
                  <a:lnTo>
                    <a:pt x="4073659" y="3832269"/>
                  </a:lnTo>
                  <a:lnTo>
                    <a:pt x="4084130" y="3832269"/>
                  </a:lnTo>
                  <a:lnTo>
                    <a:pt x="4094603" y="3830151"/>
                  </a:lnTo>
                  <a:lnTo>
                    <a:pt x="4101111" y="3823820"/>
                  </a:lnTo>
                  <a:lnTo>
                    <a:pt x="4101111" y="3806865"/>
                  </a:lnTo>
                  <a:lnTo>
                    <a:pt x="4094603" y="3798416"/>
                  </a:lnTo>
                  <a:close/>
                </a:path>
                <a:path w="9542780" h="6570345">
                  <a:moveTo>
                    <a:pt x="4094603" y="3840746"/>
                  </a:moveTo>
                  <a:lnTo>
                    <a:pt x="4075640" y="3840746"/>
                  </a:lnTo>
                  <a:lnTo>
                    <a:pt x="4067150" y="3847105"/>
                  </a:lnTo>
                  <a:lnTo>
                    <a:pt x="4067150" y="3866151"/>
                  </a:lnTo>
                  <a:lnTo>
                    <a:pt x="4073659" y="3874629"/>
                  </a:lnTo>
                  <a:lnTo>
                    <a:pt x="4094603" y="3874629"/>
                  </a:lnTo>
                  <a:lnTo>
                    <a:pt x="4101111" y="3868271"/>
                  </a:lnTo>
                  <a:lnTo>
                    <a:pt x="4101111" y="3849225"/>
                  </a:lnTo>
                  <a:lnTo>
                    <a:pt x="4094603" y="3840746"/>
                  </a:lnTo>
                  <a:close/>
                </a:path>
                <a:path w="9542780" h="6570345">
                  <a:moveTo>
                    <a:pt x="4094603" y="3885225"/>
                  </a:moveTo>
                  <a:lnTo>
                    <a:pt x="4075640" y="3885225"/>
                  </a:lnTo>
                  <a:lnTo>
                    <a:pt x="4067150" y="3891555"/>
                  </a:lnTo>
                  <a:lnTo>
                    <a:pt x="4067150" y="3910629"/>
                  </a:lnTo>
                  <a:lnTo>
                    <a:pt x="4073659" y="3919079"/>
                  </a:lnTo>
                  <a:lnTo>
                    <a:pt x="4094603" y="3919079"/>
                  </a:lnTo>
                  <a:lnTo>
                    <a:pt x="4101111" y="3912749"/>
                  </a:lnTo>
                  <a:lnTo>
                    <a:pt x="4101111" y="3893675"/>
                  </a:lnTo>
                  <a:lnTo>
                    <a:pt x="4094603" y="3885225"/>
                  </a:lnTo>
                  <a:close/>
                </a:path>
                <a:path w="9542780" h="6570345">
                  <a:moveTo>
                    <a:pt x="4094603" y="3929675"/>
                  </a:moveTo>
                  <a:lnTo>
                    <a:pt x="4075640" y="3929675"/>
                  </a:lnTo>
                  <a:lnTo>
                    <a:pt x="4067150" y="3936033"/>
                  </a:lnTo>
                  <a:lnTo>
                    <a:pt x="4067150" y="3955079"/>
                  </a:lnTo>
                  <a:lnTo>
                    <a:pt x="4073659" y="3963558"/>
                  </a:lnTo>
                  <a:lnTo>
                    <a:pt x="4094603" y="3963558"/>
                  </a:lnTo>
                  <a:lnTo>
                    <a:pt x="4101111" y="3955079"/>
                  </a:lnTo>
                  <a:lnTo>
                    <a:pt x="4101111" y="3938153"/>
                  </a:lnTo>
                  <a:lnTo>
                    <a:pt x="4094603" y="3929675"/>
                  </a:lnTo>
                  <a:close/>
                </a:path>
                <a:path w="9542780" h="6570345">
                  <a:moveTo>
                    <a:pt x="4094603" y="3974125"/>
                  </a:moveTo>
                  <a:lnTo>
                    <a:pt x="4075640" y="3974125"/>
                  </a:lnTo>
                  <a:lnTo>
                    <a:pt x="4067150" y="3980484"/>
                  </a:lnTo>
                  <a:lnTo>
                    <a:pt x="4067150" y="3999558"/>
                  </a:lnTo>
                  <a:lnTo>
                    <a:pt x="4073659" y="4008008"/>
                  </a:lnTo>
                  <a:lnTo>
                    <a:pt x="4094603" y="4008008"/>
                  </a:lnTo>
                  <a:lnTo>
                    <a:pt x="4101111" y="3999558"/>
                  </a:lnTo>
                  <a:lnTo>
                    <a:pt x="4101111" y="3982603"/>
                  </a:lnTo>
                  <a:lnTo>
                    <a:pt x="4094603" y="3974125"/>
                  </a:lnTo>
                  <a:close/>
                </a:path>
                <a:path w="9542780" h="6570345">
                  <a:moveTo>
                    <a:pt x="4094603" y="4018605"/>
                  </a:moveTo>
                  <a:lnTo>
                    <a:pt x="4075640" y="4018605"/>
                  </a:lnTo>
                  <a:lnTo>
                    <a:pt x="4067150" y="4024962"/>
                  </a:lnTo>
                  <a:lnTo>
                    <a:pt x="4067150" y="4044008"/>
                  </a:lnTo>
                  <a:lnTo>
                    <a:pt x="4073659" y="4052486"/>
                  </a:lnTo>
                  <a:lnTo>
                    <a:pt x="4094603" y="4052486"/>
                  </a:lnTo>
                  <a:lnTo>
                    <a:pt x="4101111" y="4044008"/>
                  </a:lnTo>
                  <a:lnTo>
                    <a:pt x="4101111" y="4027082"/>
                  </a:lnTo>
                  <a:lnTo>
                    <a:pt x="4094603" y="4018605"/>
                  </a:lnTo>
                  <a:close/>
                </a:path>
                <a:path w="9542780" h="6570345">
                  <a:moveTo>
                    <a:pt x="4094603" y="4063055"/>
                  </a:moveTo>
                  <a:lnTo>
                    <a:pt x="4075640" y="4063055"/>
                  </a:lnTo>
                  <a:lnTo>
                    <a:pt x="4067150" y="4069412"/>
                  </a:lnTo>
                  <a:lnTo>
                    <a:pt x="4067150" y="4088486"/>
                  </a:lnTo>
                  <a:lnTo>
                    <a:pt x="4073659" y="4096936"/>
                  </a:lnTo>
                  <a:lnTo>
                    <a:pt x="4084130" y="4096936"/>
                  </a:lnTo>
                  <a:lnTo>
                    <a:pt x="4094603" y="4094816"/>
                  </a:lnTo>
                  <a:lnTo>
                    <a:pt x="4101111" y="4088486"/>
                  </a:lnTo>
                  <a:lnTo>
                    <a:pt x="4101111" y="4071532"/>
                  </a:lnTo>
                  <a:lnTo>
                    <a:pt x="4094603" y="4063055"/>
                  </a:lnTo>
                  <a:close/>
                </a:path>
                <a:path w="9542780" h="6570345">
                  <a:moveTo>
                    <a:pt x="4094603" y="4107533"/>
                  </a:moveTo>
                  <a:lnTo>
                    <a:pt x="4075640" y="4107533"/>
                  </a:lnTo>
                  <a:lnTo>
                    <a:pt x="4067150" y="4113891"/>
                  </a:lnTo>
                  <a:lnTo>
                    <a:pt x="4067150" y="4132936"/>
                  </a:lnTo>
                  <a:lnTo>
                    <a:pt x="4073659" y="4141415"/>
                  </a:lnTo>
                  <a:lnTo>
                    <a:pt x="4084130" y="4141415"/>
                  </a:lnTo>
                  <a:lnTo>
                    <a:pt x="4094603" y="4139295"/>
                  </a:lnTo>
                  <a:lnTo>
                    <a:pt x="4101111" y="4132936"/>
                  </a:lnTo>
                  <a:lnTo>
                    <a:pt x="4101111" y="4116010"/>
                  </a:lnTo>
                  <a:lnTo>
                    <a:pt x="4094603" y="4107533"/>
                  </a:lnTo>
                  <a:close/>
                </a:path>
                <a:path w="9542780" h="6570345">
                  <a:moveTo>
                    <a:pt x="4094603" y="4149864"/>
                  </a:moveTo>
                  <a:lnTo>
                    <a:pt x="4075640" y="4149864"/>
                  </a:lnTo>
                  <a:lnTo>
                    <a:pt x="4067150" y="4156222"/>
                  </a:lnTo>
                  <a:lnTo>
                    <a:pt x="4067150" y="4175296"/>
                  </a:lnTo>
                  <a:lnTo>
                    <a:pt x="4073659" y="4183745"/>
                  </a:lnTo>
                  <a:lnTo>
                    <a:pt x="4094603" y="4183745"/>
                  </a:lnTo>
                  <a:lnTo>
                    <a:pt x="4101111" y="4177416"/>
                  </a:lnTo>
                  <a:lnTo>
                    <a:pt x="4101111" y="4158341"/>
                  </a:lnTo>
                  <a:lnTo>
                    <a:pt x="4094603" y="4149864"/>
                  </a:lnTo>
                  <a:close/>
                </a:path>
                <a:path w="9542780" h="6570345">
                  <a:moveTo>
                    <a:pt x="4094603" y="4194342"/>
                  </a:moveTo>
                  <a:lnTo>
                    <a:pt x="4075640" y="4194342"/>
                  </a:lnTo>
                  <a:lnTo>
                    <a:pt x="4067150" y="4200700"/>
                  </a:lnTo>
                  <a:lnTo>
                    <a:pt x="4067150" y="4221866"/>
                  </a:lnTo>
                  <a:lnTo>
                    <a:pt x="4073659" y="4228223"/>
                  </a:lnTo>
                  <a:lnTo>
                    <a:pt x="4094603" y="4228223"/>
                  </a:lnTo>
                  <a:lnTo>
                    <a:pt x="4101111" y="4221866"/>
                  </a:lnTo>
                  <a:lnTo>
                    <a:pt x="4101111" y="4202819"/>
                  </a:lnTo>
                  <a:lnTo>
                    <a:pt x="4094603" y="4194342"/>
                  </a:lnTo>
                  <a:close/>
                </a:path>
                <a:path w="9542780" h="6570345">
                  <a:moveTo>
                    <a:pt x="4094603" y="4238792"/>
                  </a:moveTo>
                  <a:lnTo>
                    <a:pt x="4075640" y="4238792"/>
                  </a:lnTo>
                  <a:lnTo>
                    <a:pt x="4067150" y="4245151"/>
                  </a:lnTo>
                  <a:lnTo>
                    <a:pt x="4067150" y="4266316"/>
                  </a:lnTo>
                  <a:lnTo>
                    <a:pt x="4073659" y="4272674"/>
                  </a:lnTo>
                  <a:lnTo>
                    <a:pt x="4094603" y="4272674"/>
                  </a:lnTo>
                  <a:lnTo>
                    <a:pt x="4101111" y="4264225"/>
                  </a:lnTo>
                  <a:lnTo>
                    <a:pt x="4101111" y="4247269"/>
                  </a:lnTo>
                  <a:lnTo>
                    <a:pt x="4094603" y="4238792"/>
                  </a:lnTo>
                  <a:close/>
                </a:path>
                <a:path w="9542780" h="6570345">
                  <a:moveTo>
                    <a:pt x="4094603" y="4283271"/>
                  </a:moveTo>
                  <a:lnTo>
                    <a:pt x="4075640" y="4283271"/>
                  </a:lnTo>
                  <a:lnTo>
                    <a:pt x="4067150" y="4289629"/>
                  </a:lnTo>
                  <a:lnTo>
                    <a:pt x="4067150" y="4308675"/>
                  </a:lnTo>
                  <a:lnTo>
                    <a:pt x="4073659" y="4317152"/>
                  </a:lnTo>
                  <a:lnTo>
                    <a:pt x="4094603" y="4317152"/>
                  </a:lnTo>
                  <a:lnTo>
                    <a:pt x="4101111" y="4308675"/>
                  </a:lnTo>
                  <a:lnTo>
                    <a:pt x="4101111" y="4291749"/>
                  </a:lnTo>
                  <a:lnTo>
                    <a:pt x="4094603" y="4283271"/>
                  </a:lnTo>
                  <a:close/>
                </a:path>
                <a:path w="9542780" h="6570345">
                  <a:moveTo>
                    <a:pt x="4094603" y="4327721"/>
                  </a:moveTo>
                  <a:lnTo>
                    <a:pt x="4075640" y="4327721"/>
                  </a:lnTo>
                  <a:lnTo>
                    <a:pt x="4067150" y="4334079"/>
                  </a:lnTo>
                  <a:lnTo>
                    <a:pt x="4067150" y="4353153"/>
                  </a:lnTo>
                  <a:lnTo>
                    <a:pt x="4073659" y="4361602"/>
                  </a:lnTo>
                  <a:lnTo>
                    <a:pt x="4094603" y="4361602"/>
                  </a:lnTo>
                  <a:lnTo>
                    <a:pt x="4101111" y="4353153"/>
                  </a:lnTo>
                  <a:lnTo>
                    <a:pt x="4101111" y="4336199"/>
                  </a:lnTo>
                  <a:lnTo>
                    <a:pt x="4094603" y="4327721"/>
                  </a:lnTo>
                  <a:close/>
                </a:path>
                <a:path w="9542780" h="6570345">
                  <a:moveTo>
                    <a:pt x="4094603" y="4372199"/>
                  </a:moveTo>
                  <a:lnTo>
                    <a:pt x="4075640" y="4372199"/>
                  </a:lnTo>
                  <a:lnTo>
                    <a:pt x="4067150" y="4378558"/>
                  </a:lnTo>
                  <a:lnTo>
                    <a:pt x="4067150" y="4397603"/>
                  </a:lnTo>
                  <a:lnTo>
                    <a:pt x="4073659" y="4406082"/>
                  </a:lnTo>
                  <a:lnTo>
                    <a:pt x="4084130" y="4406082"/>
                  </a:lnTo>
                  <a:lnTo>
                    <a:pt x="4094603" y="4403962"/>
                  </a:lnTo>
                  <a:lnTo>
                    <a:pt x="4101111" y="4397603"/>
                  </a:lnTo>
                  <a:lnTo>
                    <a:pt x="4101111" y="4380677"/>
                  </a:lnTo>
                  <a:lnTo>
                    <a:pt x="4094603" y="4372199"/>
                  </a:lnTo>
                  <a:close/>
                </a:path>
                <a:path w="9542780" h="6570345">
                  <a:moveTo>
                    <a:pt x="4094603" y="4416649"/>
                  </a:moveTo>
                  <a:lnTo>
                    <a:pt x="4075640" y="4416649"/>
                  </a:lnTo>
                  <a:lnTo>
                    <a:pt x="4067150" y="4423008"/>
                  </a:lnTo>
                  <a:lnTo>
                    <a:pt x="4067150" y="4442054"/>
                  </a:lnTo>
                  <a:lnTo>
                    <a:pt x="4073659" y="4450532"/>
                  </a:lnTo>
                  <a:lnTo>
                    <a:pt x="4084130" y="4450532"/>
                  </a:lnTo>
                  <a:lnTo>
                    <a:pt x="4094603" y="4448412"/>
                  </a:lnTo>
                  <a:lnTo>
                    <a:pt x="4101111" y="4442054"/>
                  </a:lnTo>
                  <a:lnTo>
                    <a:pt x="4101111" y="4425128"/>
                  </a:lnTo>
                  <a:lnTo>
                    <a:pt x="4094603" y="4416649"/>
                  </a:lnTo>
                  <a:close/>
                </a:path>
                <a:path w="9542780" h="6570345">
                  <a:moveTo>
                    <a:pt x="4094603" y="4459009"/>
                  </a:moveTo>
                  <a:lnTo>
                    <a:pt x="4075640" y="4459009"/>
                  </a:lnTo>
                  <a:lnTo>
                    <a:pt x="4067150" y="4465366"/>
                  </a:lnTo>
                  <a:lnTo>
                    <a:pt x="4067150" y="4484413"/>
                  </a:lnTo>
                  <a:lnTo>
                    <a:pt x="4073659" y="4492890"/>
                  </a:lnTo>
                  <a:lnTo>
                    <a:pt x="4094603" y="4492890"/>
                  </a:lnTo>
                  <a:lnTo>
                    <a:pt x="4101111" y="4486532"/>
                  </a:lnTo>
                  <a:lnTo>
                    <a:pt x="4101111" y="4467486"/>
                  </a:lnTo>
                  <a:lnTo>
                    <a:pt x="4094603" y="4459009"/>
                  </a:lnTo>
                  <a:close/>
                </a:path>
                <a:path w="9542780" h="6570345">
                  <a:moveTo>
                    <a:pt x="4094603" y="4503459"/>
                  </a:moveTo>
                  <a:lnTo>
                    <a:pt x="4075640" y="4503459"/>
                  </a:lnTo>
                  <a:lnTo>
                    <a:pt x="4067150" y="4509816"/>
                  </a:lnTo>
                  <a:lnTo>
                    <a:pt x="4067150" y="4528863"/>
                  </a:lnTo>
                  <a:lnTo>
                    <a:pt x="4073659" y="4537341"/>
                  </a:lnTo>
                  <a:lnTo>
                    <a:pt x="4094603" y="4537341"/>
                  </a:lnTo>
                  <a:lnTo>
                    <a:pt x="4101111" y="4530982"/>
                  </a:lnTo>
                  <a:lnTo>
                    <a:pt x="4101111" y="4511936"/>
                  </a:lnTo>
                  <a:lnTo>
                    <a:pt x="4094603" y="4503459"/>
                  </a:lnTo>
                  <a:close/>
                </a:path>
                <a:path w="9542780" h="6570345">
                  <a:moveTo>
                    <a:pt x="4094603" y="4547938"/>
                  </a:moveTo>
                  <a:lnTo>
                    <a:pt x="4075640" y="4547938"/>
                  </a:lnTo>
                  <a:lnTo>
                    <a:pt x="4067150" y="4554296"/>
                  </a:lnTo>
                  <a:lnTo>
                    <a:pt x="4067150" y="4573342"/>
                  </a:lnTo>
                  <a:lnTo>
                    <a:pt x="4073659" y="4581819"/>
                  </a:lnTo>
                  <a:lnTo>
                    <a:pt x="4094603" y="4581819"/>
                  </a:lnTo>
                  <a:lnTo>
                    <a:pt x="4101111" y="4573342"/>
                  </a:lnTo>
                  <a:lnTo>
                    <a:pt x="4101111" y="4556415"/>
                  </a:lnTo>
                  <a:lnTo>
                    <a:pt x="4094603" y="4547938"/>
                  </a:lnTo>
                  <a:close/>
                </a:path>
                <a:path w="9542780" h="6570345">
                  <a:moveTo>
                    <a:pt x="4094603" y="4592388"/>
                  </a:moveTo>
                  <a:lnTo>
                    <a:pt x="4075640" y="4592388"/>
                  </a:lnTo>
                  <a:lnTo>
                    <a:pt x="4067150" y="4598746"/>
                  </a:lnTo>
                  <a:lnTo>
                    <a:pt x="4067150" y="4617792"/>
                  </a:lnTo>
                  <a:lnTo>
                    <a:pt x="4073659" y="4626269"/>
                  </a:lnTo>
                  <a:lnTo>
                    <a:pt x="4094603" y="4626269"/>
                  </a:lnTo>
                  <a:lnTo>
                    <a:pt x="4101111" y="4617792"/>
                  </a:lnTo>
                  <a:lnTo>
                    <a:pt x="4101111" y="4600865"/>
                  </a:lnTo>
                  <a:lnTo>
                    <a:pt x="4094603" y="4592388"/>
                  </a:lnTo>
                  <a:close/>
                </a:path>
                <a:path w="9542780" h="6570345">
                  <a:moveTo>
                    <a:pt x="4094603" y="4636866"/>
                  </a:moveTo>
                  <a:lnTo>
                    <a:pt x="4075640" y="4636866"/>
                  </a:lnTo>
                  <a:lnTo>
                    <a:pt x="4067150" y="4643224"/>
                  </a:lnTo>
                  <a:lnTo>
                    <a:pt x="4067150" y="4662270"/>
                  </a:lnTo>
                  <a:lnTo>
                    <a:pt x="4073659" y="4670748"/>
                  </a:lnTo>
                  <a:lnTo>
                    <a:pt x="4094603" y="4670748"/>
                  </a:lnTo>
                  <a:lnTo>
                    <a:pt x="4101111" y="4662270"/>
                  </a:lnTo>
                  <a:lnTo>
                    <a:pt x="4101111" y="4645343"/>
                  </a:lnTo>
                  <a:lnTo>
                    <a:pt x="4094603" y="4636866"/>
                  </a:lnTo>
                  <a:close/>
                </a:path>
                <a:path w="9542780" h="6570345">
                  <a:moveTo>
                    <a:pt x="4094603" y="4681316"/>
                  </a:moveTo>
                  <a:lnTo>
                    <a:pt x="4075640" y="4681316"/>
                  </a:lnTo>
                  <a:lnTo>
                    <a:pt x="4067150" y="4687675"/>
                  </a:lnTo>
                  <a:lnTo>
                    <a:pt x="4067150" y="4706721"/>
                  </a:lnTo>
                  <a:lnTo>
                    <a:pt x="4073659" y="4715198"/>
                  </a:lnTo>
                  <a:lnTo>
                    <a:pt x="4084130" y="4715198"/>
                  </a:lnTo>
                  <a:lnTo>
                    <a:pt x="4094603" y="4713079"/>
                  </a:lnTo>
                  <a:lnTo>
                    <a:pt x="4101111" y="4706721"/>
                  </a:lnTo>
                  <a:lnTo>
                    <a:pt x="4101111" y="4689793"/>
                  </a:lnTo>
                  <a:lnTo>
                    <a:pt x="4094603" y="4681316"/>
                  </a:lnTo>
                  <a:close/>
                </a:path>
                <a:path w="9542780" h="6570345">
                  <a:moveTo>
                    <a:pt x="4094603" y="4725795"/>
                  </a:moveTo>
                  <a:lnTo>
                    <a:pt x="4075640" y="4725795"/>
                  </a:lnTo>
                  <a:lnTo>
                    <a:pt x="4067150" y="4732153"/>
                  </a:lnTo>
                  <a:lnTo>
                    <a:pt x="4067150" y="4753319"/>
                  </a:lnTo>
                  <a:lnTo>
                    <a:pt x="4073659" y="4759676"/>
                  </a:lnTo>
                  <a:lnTo>
                    <a:pt x="4084130" y="4759676"/>
                  </a:lnTo>
                  <a:lnTo>
                    <a:pt x="4094603" y="4757557"/>
                  </a:lnTo>
                  <a:lnTo>
                    <a:pt x="4101111" y="4751199"/>
                  </a:lnTo>
                  <a:lnTo>
                    <a:pt x="4101111" y="4734245"/>
                  </a:lnTo>
                  <a:lnTo>
                    <a:pt x="4094603" y="4725795"/>
                  </a:lnTo>
                  <a:close/>
                </a:path>
                <a:path w="9542780" h="6570345">
                  <a:moveTo>
                    <a:pt x="4094603" y="4768126"/>
                  </a:moveTo>
                  <a:lnTo>
                    <a:pt x="4075640" y="4768126"/>
                  </a:lnTo>
                  <a:lnTo>
                    <a:pt x="4067150" y="4774483"/>
                  </a:lnTo>
                  <a:lnTo>
                    <a:pt x="4067150" y="4795649"/>
                  </a:lnTo>
                  <a:lnTo>
                    <a:pt x="4073659" y="4802007"/>
                  </a:lnTo>
                  <a:lnTo>
                    <a:pt x="4094603" y="4802007"/>
                  </a:lnTo>
                  <a:lnTo>
                    <a:pt x="4101111" y="4795649"/>
                  </a:lnTo>
                  <a:lnTo>
                    <a:pt x="4101111" y="4776603"/>
                  </a:lnTo>
                  <a:lnTo>
                    <a:pt x="4094603" y="4768126"/>
                  </a:lnTo>
                  <a:close/>
                </a:path>
                <a:path w="9542780" h="6570345">
                  <a:moveTo>
                    <a:pt x="4094603" y="4812604"/>
                  </a:moveTo>
                  <a:lnTo>
                    <a:pt x="4075640" y="4812604"/>
                  </a:lnTo>
                  <a:lnTo>
                    <a:pt x="4067150" y="4818962"/>
                  </a:lnTo>
                  <a:lnTo>
                    <a:pt x="4067150" y="4838009"/>
                  </a:lnTo>
                  <a:lnTo>
                    <a:pt x="4073659" y="4846486"/>
                  </a:lnTo>
                  <a:lnTo>
                    <a:pt x="4094603" y="4846486"/>
                  </a:lnTo>
                  <a:lnTo>
                    <a:pt x="4101111" y="4840128"/>
                  </a:lnTo>
                  <a:lnTo>
                    <a:pt x="4101111" y="4821053"/>
                  </a:lnTo>
                  <a:lnTo>
                    <a:pt x="4094603" y="4812604"/>
                  </a:lnTo>
                  <a:close/>
                </a:path>
                <a:path w="9542780" h="6570345">
                  <a:moveTo>
                    <a:pt x="4094603" y="4857055"/>
                  </a:moveTo>
                  <a:lnTo>
                    <a:pt x="4075640" y="4857055"/>
                  </a:lnTo>
                  <a:lnTo>
                    <a:pt x="4067150" y="4863412"/>
                  </a:lnTo>
                  <a:lnTo>
                    <a:pt x="4067150" y="4882459"/>
                  </a:lnTo>
                  <a:lnTo>
                    <a:pt x="4073659" y="4890936"/>
                  </a:lnTo>
                  <a:lnTo>
                    <a:pt x="4094603" y="4890936"/>
                  </a:lnTo>
                  <a:lnTo>
                    <a:pt x="4101111" y="4882459"/>
                  </a:lnTo>
                  <a:lnTo>
                    <a:pt x="4101111" y="4865532"/>
                  </a:lnTo>
                  <a:lnTo>
                    <a:pt x="4094603" y="4857055"/>
                  </a:lnTo>
                  <a:close/>
                </a:path>
                <a:path w="9542780" h="6570345">
                  <a:moveTo>
                    <a:pt x="4094603" y="4901533"/>
                  </a:moveTo>
                  <a:lnTo>
                    <a:pt x="4075640" y="4901533"/>
                  </a:lnTo>
                  <a:lnTo>
                    <a:pt x="4067150" y="4907890"/>
                  </a:lnTo>
                  <a:lnTo>
                    <a:pt x="4067150" y="4926937"/>
                  </a:lnTo>
                  <a:lnTo>
                    <a:pt x="4073659" y="4935414"/>
                  </a:lnTo>
                  <a:lnTo>
                    <a:pt x="4094603" y="4935414"/>
                  </a:lnTo>
                  <a:lnTo>
                    <a:pt x="4101111" y="4926937"/>
                  </a:lnTo>
                  <a:lnTo>
                    <a:pt x="4101111" y="4909982"/>
                  </a:lnTo>
                  <a:lnTo>
                    <a:pt x="4094603" y="4901533"/>
                  </a:lnTo>
                  <a:close/>
                </a:path>
                <a:path w="9542780" h="6570345">
                  <a:moveTo>
                    <a:pt x="4094603" y="4945983"/>
                  </a:moveTo>
                  <a:lnTo>
                    <a:pt x="4075640" y="4945983"/>
                  </a:lnTo>
                  <a:lnTo>
                    <a:pt x="4067150" y="4952342"/>
                  </a:lnTo>
                  <a:lnTo>
                    <a:pt x="4067150" y="4971387"/>
                  </a:lnTo>
                  <a:lnTo>
                    <a:pt x="4073659" y="4979865"/>
                  </a:lnTo>
                  <a:lnTo>
                    <a:pt x="4094603" y="4979865"/>
                  </a:lnTo>
                  <a:lnTo>
                    <a:pt x="4101111" y="4971387"/>
                  </a:lnTo>
                  <a:lnTo>
                    <a:pt x="4101111" y="4954460"/>
                  </a:lnTo>
                  <a:lnTo>
                    <a:pt x="4094603" y="4945983"/>
                  </a:lnTo>
                  <a:close/>
                </a:path>
                <a:path w="9542780" h="6570345">
                  <a:moveTo>
                    <a:pt x="4094603" y="4990462"/>
                  </a:moveTo>
                  <a:lnTo>
                    <a:pt x="4075640" y="4990462"/>
                  </a:lnTo>
                  <a:lnTo>
                    <a:pt x="4067150" y="4996792"/>
                  </a:lnTo>
                  <a:lnTo>
                    <a:pt x="4067150" y="5015866"/>
                  </a:lnTo>
                  <a:lnTo>
                    <a:pt x="4073659" y="5024343"/>
                  </a:lnTo>
                  <a:lnTo>
                    <a:pt x="4094603" y="5024343"/>
                  </a:lnTo>
                  <a:lnTo>
                    <a:pt x="4101111" y="5015866"/>
                  </a:lnTo>
                  <a:lnTo>
                    <a:pt x="4101111" y="4998911"/>
                  </a:lnTo>
                  <a:lnTo>
                    <a:pt x="4094603" y="4990462"/>
                  </a:lnTo>
                  <a:close/>
                </a:path>
                <a:path w="9542780" h="6570345">
                  <a:moveTo>
                    <a:pt x="4094603" y="6182507"/>
                  </a:moveTo>
                  <a:lnTo>
                    <a:pt x="4075640" y="6182507"/>
                  </a:lnTo>
                  <a:lnTo>
                    <a:pt x="4067150" y="6188864"/>
                  </a:lnTo>
                  <a:lnTo>
                    <a:pt x="4067150" y="6210030"/>
                  </a:lnTo>
                  <a:lnTo>
                    <a:pt x="4073659" y="6216389"/>
                  </a:lnTo>
                  <a:lnTo>
                    <a:pt x="4094603" y="6216389"/>
                  </a:lnTo>
                  <a:lnTo>
                    <a:pt x="4101111" y="6207911"/>
                  </a:lnTo>
                  <a:lnTo>
                    <a:pt x="4101111" y="6190984"/>
                  </a:lnTo>
                  <a:lnTo>
                    <a:pt x="4094603" y="6182507"/>
                  </a:lnTo>
                  <a:close/>
                </a:path>
                <a:path w="9542780" h="6570345">
                  <a:moveTo>
                    <a:pt x="4094603" y="6226957"/>
                  </a:moveTo>
                  <a:lnTo>
                    <a:pt x="4075640" y="6226957"/>
                  </a:lnTo>
                  <a:lnTo>
                    <a:pt x="4067150" y="6233316"/>
                  </a:lnTo>
                  <a:lnTo>
                    <a:pt x="4067150" y="6254480"/>
                  </a:lnTo>
                  <a:lnTo>
                    <a:pt x="4073659" y="6260839"/>
                  </a:lnTo>
                  <a:lnTo>
                    <a:pt x="4094603" y="6260839"/>
                  </a:lnTo>
                  <a:lnTo>
                    <a:pt x="4101111" y="6252362"/>
                  </a:lnTo>
                  <a:lnTo>
                    <a:pt x="4101111" y="6235434"/>
                  </a:lnTo>
                  <a:lnTo>
                    <a:pt x="4094603" y="6226957"/>
                  </a:lnTo>
                  <a:close/>
                </a:path>
                <a:path w="9542780" h="6570345">
                  <a:moveTo>
                    <a:pt x="4052434" y="3665094"/>
                  </a:moveTo>
                  <a:lnTo>
                    <a:pt x="4033189" y="3665094"/>
                  </a:lnTo>
                  <a:lnTo>
                    <a:pt x="4024698" y="3671310"/>
                  </a:lnTo>
                  <a:lnTo>
                    <a:pt x="4024698" y="3692504"/>
                  </a:lnTo>
                  <a:lnTo>
                    <a:pt x="4031208" y="3699004"/>
                  </a:lnTo>
                  <a:lnTo>
                    <a:pt x="4050169" y="3699004"/>
                  </a:lnTo>
                  <a:lnTo>
                    <a:pt x="4058659" y="3690526"/>
                  </a:lnTo>
                  <a:lnTo>
                    <a:pt x="4058659" y="3673571"/>
                  </a:lnTo>
                  <a:lnTo>
                    <a:pt x="4052434" y="3665094"/>
                  </a:lnTo>
                  <a:close/>
                </a:path>
                <a:path w="9542780" h="6570345">
                  <a:moveTo>
                    <a:pt x="4052434" y="3709459"/>
                  </a:moveTo>
                  <a:lnTo>
                    <a:pt x="4033189" y="3709459"/>
                  </a:lnTo>
                  <a:lnTo>
                    <a:pt x="4024698" y="3715959"/>
                  </a:lnTo>
                  <a:lnTo>
                    <a:pt x="4024698" y="3734892"/>
                  </a:lnTo>
                  <a:lnTo>
                    <a:pt x="4031208" y="3743369"/>
                  </a:lnTo>
                  <a:lnTo>
                    <a:pt x="4050169" y="3743369"/>
                  </a:lnTo>
                  <a:lnTo>
                    <a:pt x="4058659" y="3734892"/>
                  </a:lnTo>
                  <a:lnTo>
                    <a:pt x="4058659" y="3717936"/>
                  </a:lnTo>
                  <a:lnTo>
                    <a:pt x="4052434" y="3709459"/>
                  </a:lnTo>
                  <a:close/>
                </a:path>
                <a:path w="9542780" h="6570345">
                  <a:moveTo>
                    <a:pt x="4052434" y="3753825"/>
                  </a:moveTo>
                  <a:lnTo>
                    <a:pt x="4033189" y="3753825"/>
                  </a:lnTo>
                  <a:lnTo>
                    <a:pt x="4024698" y="3760296"/>
                  </a:lnTo>
                  <a:lnTo>
                    <a:pt x="4024698" y="3779342"/>
                  </a:lnTo>
                  <a:lnTo>
                    <a:pt x="4031208" y="3787819"/>
                  </a:lnTo>
                  <a:lnTo>
                    <a:pt x="4041679" y="3787819"/>
                  </a:lnTo>
                  <a:lnTo>
                    <a:pt x="4050169" y="3785699"/>
                  </a:lnTo>
                  <a:lnTo>
                    <a:pt x="4058659" y="3779342"/>
                  </a:lnTo>
                  <a:lnTo>
                    <a:pt x="4058659" y="3762415"/>
                  </a:lnTo>
                  <a:lnTo>
                    <a:pt x="4052434" y="3753825"/>
                  </a:lnTo>
                  <a:close/>
                </a:path>
                <a:path w="9542780" h="6570345">
                  <a:moveTo>
                    <a:pt x="4052434" y="3798416"/>
                  </a:moveTo>
                  <a:lnTo>
                    <a:pt x="4033189" y="3798416"/>
                  </a:lnTo>
                  <a:lnTo>
                    <a:pt x="4024698" y="3804746"/>
                  </a:lnTo>
                  <a:lnTo>
                    <a:pt x="4024698" y="3823820"/>
                  </a:lnTo>
                  <a:lnTo>
                    <a:pt x="4031208" y="3832269"/>
                  </a:lnTo>
                  <a:lnTo>
                    <a:pt x="4041679" y="3832269"/>
                  </a:lnTo>
                  <a:lnTo>
                    <a:pt x="4050169" y="3830151"/>
                  </a:lnTo>
                  <a:lnTo>
                    <a:pt x="4058659" y="3823820"/>
                  </a:lnTo>
                  <a:lnTo>
                    <a:pt x="4058659" y="3806865"/>
                  </a:lnTo>
                  <a:lnTo>
                    <a:pt x="4052434" y="3798416"/>
                  </a:lnTo>
                  <a:close/>
                </a:path>
                <a:path w="9542780" h="6570345">
                  <a:moveTo>
                    <a:pt x="4052434" y="3840746"/>
                  </a:moveTo>
                  <a:lnTo>
                    <a:pt x="4033189" y="3840746"/>
                  </a:lnTo>
                  <a:lnTo>
                    <a:pt x="4024698" y="3847105"/>
                  </a:lnTo>
                  <a:lnTo>
                    <a:pt x="4024698" y="3866151"/>
                  </a:lnTo>
                  <a:lnTo>
                    <a:pt x="4031208" y="3874629"/>
                  </a:lnTo>
                  <a:lnTo>
                    <a:pt x="4050169" y="3874629"/>
                  </a:lnTo>
                  <a:lnTo>
                    <a:pt x="4058659" y="3868271"/>
                  </a:lnTo>
                  <a:lnTo>
                    <a:pt x="4058659" y="3849225"/>
                  </a:lnTo>
                  <a:lnTo>
                    <a:pt x="4052434" y="3840746"/>
                  </a:lnTo>
                  <a:close/>
                </a:path>
                <a:path w="9542780" h="6570345">
                  <a:moveTo>
                    <a:pt x="4052434" y="3885225"/>
                  </a:moveTo>
                  <a:lnTo>
                    <a:pt x="4033189" y="3885225"/>
                  </a:lnTo>
                  <a:lnTo>
                    <a:pt x="4024698" y="3891555"/>
                  </a:lnTo>
                  <a:lnTo>
                    <a:pt x="4024698" y="3910629"/>
                  </a:lnTo>
                  <a:lnTo>
                    <a:pt x="4031208" y="3919079"/>
                  </a:lnTo>
                  <a:lnTo>
                    <a:pt x="4050169" y="3919079"/>
                  </a:lnTo>
                  <a:lnTo>
                    <a:pt x="4058659" y="3912749"/>
                  </a:lnTo>
                  <a:lnTo>
                    <a:pt x="4058659" y="3893675"/>
                  </a:lnTo>
                  <a:lnTo>
                    <a:pt x="4052434" y="3885225"/>
                  </a:lnTo>
                  <a:close/>
                </a:path>
                <a:path w="9542780" h="6570345">
                  <a:moveTo>
                    <a:pt x="4052434" y="3929675"/>
                  </a:moveTo>
                  <a:lnTo>
                    <a:pt x="4033189" y="3929675"/>
                  </a:lnTo>
                  <a:lnTo>
                    <a:pt x="4024698" y="3936033"/>
                  </a:lnTo>
                  <a:lnTo>
                    <a:pt x="4024698" y="3955079"/>
                  </a:lnTo>
                  <a:lnTo>
                    <a:pt x="4031208" y="3963558"/>
                  </a:lnTo>
                  <a:lnTo>
                    <a:pt x="4050169" y="3963558"/>
                  </a:lnTo>
                  <a:lnTo>
                    <a:pt x="4058659" y="3955079"/>
                  </a:lnTo>
                  <a:lnTo>
                    <a:pt x="4058659" y="3938153"/>
                  </a:lnTo>
                  <a:lnTo>
                    <a:pt x="4052434" y="3929675"/>
                  </a:lnTo>
                  <a:close/>
                </a:path>
                <a:path w="9542780" h="6570345">
                  <a:moveTo>
                    <a:pt x="4052434" y="3974125"/>
                  </a:moveTo>
                  <a:lnTo>
                    <a:pt x="4033189" y="3974125"/>
                  </a:lnTo>
                  <a:lnTo>
                    <a:pt x="4024698" y="3980484"/>
                  </a:lnTo>
                  <a:lnTo>
                    <a:pt x="4024698" y="3999558"/>
                  </a:lnTo>
                  <a:lnTo>
                    <a:pt x="4031208" y="4008008"/>
                  </a:lnTo>
                  <a:lnTo>
                    <a:pt x="4050169" y="4008008"/>
                  </a:lnTo>
                  <a:lnTo>
                    <a:pt x="4058659" y="3999558"/>
                  </a:lnTo>
                  <a:lnTo>
                    <a:pt x="4058659" y="3982603"/>
                  </a:lnTo>
                  <a:lnTo>
                    <a:pt x="4052434" y="3974125"/>
                  </a:lnTo>
                  <a:close/>
                </a:path>
                <a:path w="9542780" h="6570345">
                  <a:moveTo>
                    <a:pt x="4052434" y="4018605"/>
                  </a:moveTo>
                  <a:lnTo>
                    <a:pt x="4033189" y="4018605"/>
                  </a:lnTo>
                  <a:lnTo>
                    <a:pt x="4024698" y="4024962"/>
                  </a:lnTo>
                  <a:lnTo>
                    <a:pt x="4024698" y="4044008"/>
                  </a:lnTo>
                  <a:lnTo>
                    <a:pt x="4031208" y="4052486"/>
                  </a:lnTo>
                  <a:lnTo>
                    <a:pt x="4050169" y="4052486"/>
                  </a:lnTo>
                  <a:lnTo>
                    <a:pt x="4058659" y="4044008"/>
                  </a:lnTo>
                  <a:lnTo>
                    <a:pt x="4058659" y="4027082"/>
                  </a:lnTo>
                  <a:lnTo>
                    <a:pt x="4052434" y="4018605"/>
                  </a:lnTo>
                  <a:close/>
                </a:path>
                <a:path w="9542780" h="6570345">
                  <a:moveTo>
                    <a:pt x="4052434" y="4063055"/>
                  </a:moveTo>
                  <a:lnTo>
                    <a:pt x="4033189" y="4063055"/>
                  </a:lnTo>
                  <a:lnTo>
                    <a:pt x="4024698" y="4069412"/>
                  </a:lnTo>
                  <a:lnTo>
                    <a:pt x="4024698" y="4088486"/>
                  </a:lnTo>
                  <a:lnTo>
                    <a:pt x="4031208" y="4096936"/>
                  </a:lnTo>
                  <a:lnTo>
                    <a:pt x="4041679" y="4096936"/>
                  </a:lnTo>
                  <a:lnTo>
                    <a:pt x="4050169" y="4094816"/>
                  </a:lnTo>
                  <a:lnTo>
                    <a:pt x="4058659" y="4088486"/>
                  </a:lnTo>
                  <a:lnTo>
                    <a:pt x="4058659" y="4071532"/>
                  </a:lnTo>
                  <a:lnTo>
                    <a:pt x="4052434" y="4063055"/>
                  </a:lnTo>
                  <a:close/>
                </a:path>
                <a:path w="9542780" h="6570345">
                  <a:moveTo>
                    <a:pt x="4052434" y="4107533"/>
                  </a:moveTo>
                  <a:lnTo>
                    <a:pt x="4033189" y="4107533"/>
                  </a:lnTo>
                  <a:lnTo>
                    <a:pt x="4024698" y="4113891"/>
                  </a:lnTo>
                  <a:lnTo>
                    <a:pt x="4024698" y="4132936"/>
                  </a:lnTo>
                  <a:lnTo>
                    <a:pt x="4031208" y="4141415"/>
                  </a:lnTo>
                  <a:lnTo>
                    <a:pt x="4041679" y="4141415"/>
                  </a:lnTo>
                  <a:lnTo>
                    <a:pt x="4050169" y="4139295"/>
                  </a:lnTo>
                  <a:lnTo>
                    <a:pt x="4058659" y="4132936"/>
                  </a:lnTo>
                  <a:lnTo>
                    <a:pt x="4058659" y="4116010"/>
                  </a:lnTo>
                  <a:lnTo>
                    <a:pt x="4052434" y="4107533"/>
                  </a:lnTo>
                  <a:close/>
                </a:path>
                <a:path w="9542780" h="6570345">
                  <a:moveTo>
                    <a:pt x="4052434" y="4149864"/>
                  </a:moveTo>
                  <a:lnTo>
                    <a:pt x="4033189" y="4149864"/>
                  </a:lnTo>
                  <a:lnTo>
                    <a:pt x="4024698" y="4156222"/>
                  </a:lnTo>
                  <a:lnTo>
                    <a:pt x="4024698" y="4175296"/>
                  </a:lnTo>
                  <a:lnTo>
                    <a:pt x="4031208" y="4183745"/>
                  </a:lnTo>
                  <a:lnTo>
                    <a:pt x="4050169" y="4183745"/>
                  </a:lnTo>
                  <a:lnTo>
                    <a:pt x="4058660" y="4177416"/>
                  </a:lnTo>
                  <a:lnTo>
                    <a:pt x="4058660" y="4158341"/>
                  </a:lnTo>
                  <a:lnTo>
                    <a:pt x="4052434" y="4149864"/>
                  </a:lnTo>
                  <a:close/>
                </a:path>
                <a:path w="9542780" h="6570345">
                  <a:moveTo>
                    <a:pt x="4052434" y="4194342"/>
                  </a:moveTo>
                  <a:lnTo>
                    <a:pt x="4033189" y="4194342"/>
                  </a:lnTo>
                  <a:lnTo>
                    <a:pt x="4024698" y="4200700"/>
                  </a:lnTo>
                  <a:lnTo>
                    <a:pt x="4024698" y="4221866"/>
                  </a:lnTo>
                  <a:lnTo>
                    <a:pt x="4031208" y="4228223"/>
                  </a:lnTo>
                  <a:lnTo>
                    <a:pt x="4050169" y="4228223"/>
                  </a:lnTo>
                  <a:lnTo>
                    <a:pt x="4058660" y="4221866"/>
                  </a:lnTo>
                  <a:lnTo>
                    <a:pt x="4058660" y="4202819"/>
                  </a:lnTo>
                  <a:lnTo>
                    <a:pt x="4052434" y="4194342"/>
                  </a:lnTo>
                  <a:close/>
                </a:path>
                <a:path w="9542780" h="6570345">
                  <a:moveTo>
                    <a:pt x="4052434" y="4238792"/>
                  </a:moveTo>
                  <a:lnTo>
                    <a:pt x="4033189" y="4238792"/>
                  </a:lnTo>
                  <a:lnTo>
                    <a:pt x="4024698" y="4245151"/>
                  </a:lnTo>
                  <a:lnTo>
                    <a:pt x="4024698" y="4266316"/>
                  </a:lnTo>
                  <a:lnTo>
                    <a:pt x="4031208" y="4272674"/>
                  </a:lnTo>
                  <a:lnTo>
                    <a:pt x="4050169" y="4272674"/>
                  </a:lnTo>
                  <a:lnTo>
                    <a:pt x="4058660" y="4264225"/>
                  </a:lnTo>
                  <a:lnTo>
                    <a:pt x="4058660" y="4247269"/>
                  </a:lnTo>
                  <a:lnTo>
                    <a:pt x="4052434" y="4238792"/>
                  </a:lnTo>
                  <a:close/>
                </a:path>
                <a:path w="9542780" h="6570345">
                  <a:moveTo>
                    <a:pt x="4052434" y="4283271"/>
                  </a:moveTo>
                  <a:lnTo>
                    <a:pt x="4033189" y="4283271"/>
                  </a:lnTo>
                  <a:lnTo>
                    <a:pt x="4024698" y="4289629"/>
                  </a:lnTo>
                  <a:lnTo>
                    <a:pt x="4024698" y="4308675"/>
                  </a:lnTo>
                  <a:lnTo>
                    <a:pt x="4031208" y="4317152"/>
                  </a:lnTo>
                  <a:lnTo>
                    <a:pt x="4050169" y="4317152"/>
                  </a:lnTo>
                  <a:lnTo>
                    <a:pt x="4058660" y="4308675"/>
                  </a:lnTo>
                  <a:lnTo>
                    <a:pt x="4058660" y="4291749"/>
                  </a:lnTo>
                  <a:lnTo>
                    <a:pt x="4052434" y="4283271"/>
                  </a:lnTo>
                  <a:close/>
                </a:path>
                <a:path w="9542780" h="6570345">
                  <a:moveTo>
                    <a:pt x="4052434" y="4327721"/>
                  </a:moveTo>
                  <a:lnTo>
                    <a:pt x="4033189" y="4327721"/>
                  </a:lnTo>
                  <a:lnTo>
                    <a:pt x="4024698" y="4334079"/>
                  </a:lnTo>
                  <a:lnTo>
                    <a:pt x="4024698" y="4353153"/>
                  </a:lnTo>
                  <a:lnTo>
                    <a:pt x="4031208" y="4361602"/>
                  </a:lnTo>
                  <a:lnTo>
                    <a:pt x="4050169" y="4361602"/>
                  </a:lnTo>
                  <a:lnTo>
                    <a:pt x="4058660" y="4353153"/>
                  </a:lnTo>
                  <a:lnTo>
                    <a:pt x="4058660" y="4336199"/>
                  </a:lnTo>
                  <a:lnTo>
                    <a:pt x="4052434" y="4327721"/>
                  </a:lnTo>
                  <a:close/>
                </a:path>
                <a:path w="9542780" h="6570345">
                  <a:moveTo>
                    <a:pt x="4052434" y="4372199"/>
                  </a:moveTo>
                  <a:lnTo>
                    <a:pt x="4033189" y="4372199"/>
                  </a:lnTo>
                  <a:lnTo>
                    <a:pt x="4024698" y="4378558"/>
                  </a:lnTo>
                  <a:lnTo>
                    <a:pt x="4024698" y="4397603"/>
                  </a:lnTo>
                  <a:lnTo>
                    <a:pt x="4031208" y="4406082"/>
                  </a:lnTo>
                  <a:lnTo>
                    <a:pt x="4041679" y="4406082"/>
                  </a:lnTo>
                  <a:lnTo>
                    <a:pt x="4050169" y="4403962"/>
                  </a:lnTo>
                  <a:lnTo>
                    <a:pt x="4058660" y="4397603"/>
                  </a:lnTo>
                  <a:lnTo>
                    <a:pt x="4058660" y="4380677"/>
                  </a:lnTo>
                  <a:lnTo>
                    <a:pt x="4052434" y="4372199"/>
                  </a:lnTo>
                  <a:close/>
                </a:path>
                <a:path w="9542780" h="6570345">
                  <a:moveTo>
                    <a:pt x="4052434" y="4416649"/>
                  </a:moveTo>
                  <a:lnTo>
                    <a:pt x="4033189" y="4416649"/>
                  </a:lnTo>
                  <a:lnTo>
                    <a:pt x="4024698" y="4423008"/>
                  </a:lnTo>
                  <a:lnTo>
                    <a:pt x="4024698" y="4442054"/>
                  </a:lnTo>
                  <a:lnTo>
                    <a:pt x="4031208" y="4450532"/>
                  </a:lnTo>
                  <a:lnTo>
                    <a:pt x="4041679" y="4450532"/>
                  </a:lnTo>
                  <a:lnTo>
                    <a:pt x="4050169" y="4448412"/>
                  </a:lnTo>
                  <a:lnTo>
                    <a:pt x="4058660" y="4442054"/>
                  </a:lnTo>
                  <a:lnTo>
                    <a:pt x="4058660" y="4425127"/>
                  </a:lnTo>
                  <a:lnTo>
                    <a:pt x="4052434" y="4416649"/>
                  </a:lnTo>
                  <a:close/>
                </a:path>
                <a:path w="9542780" h="6570345">
                  <a:moveTo>
                    <a:pt x="4052434" y="4459009"/>
                  </a:moveTo>
                  <a:lnTo>
                    <a:pt x="4033189" y="4459009"/>
                  </a:lnTo>
                  <a:lnTo>
                    <a:pt x="4024698" y="4465366"/>
                  </a:lnTo>
                  <a:lnTo>
                    <a:pt x="4024698" y="4484413"/>
                  </a:lnTo>
                  <a:lnTo>
                    <a:pt x="4031208" y="4492890"/>
                  </a:lnTo>
                  <a:lnTo>
                    <a:pt x="4050169" y="4492890"/>
                  </a:lnTo>
                  <a:lnTo>
                    <a:pt x="4058660" y="4486532"/>
                  </a:lnTo>
                  <a:lnTo>
                    <a:pt x="4058660" y="4467486"/>
                  </a:lnTo>
                  <a:lnTo>
                    <a:pt x="4052434" y="4459009"/>
                  </a:lnTo>
                  <a:close/>
                </a:path>
                <a:path w="9542780" h="6570345">
                  <a:moveTo>
                    <a:pt x="4052434" y="4503459"/>
                  </a:moveTo>
                  <a:lnTo>
                    <a:pt x="4033189" y="4503459"/>
                  </a:lnTo>
                  <a:lnTo>
                    <a:pt x="4024698" y="4509816"/>
                  </a:lnTo>
                  <a:lnTo>
                    <a:pt x="4024698" y="4528863"/>
                  </a:lnTo>
                  <a:lnTo>
                    <a:pt x="4031208" y="4537341"/>
                  </a:lnTo>
                  <a:lnTo>
                    <a:pt x="4050169" y="4537341"/>
                  </a:lnTo>
                  <a:lnTo>
                    <a:pt x="4058660" y="4530982"/>
                  </a:lnTo>
                  <a:lnTo>
                    <a:pt x="4058660" y="4511936"/>
                  </a:lnTo>
                  <a:lnTo>
                    <a:pt x="4052434" y="4503459"/>
                  </a:lnTo>
                  <a:close/>
                </a:path>
                <a:path w="9542780" h="6570345">
                  <a:moveTo>
                    <a:pt x="4052434" y="4547938"/>
                  </a:moveTo>
                  <a:lnTo>
                    <a:pt x="4033189" y="4547938"/>
                  </a:lnTo>
                  <a:lnTo>
                    <a:pt x="4024698" y="4554296"/>
                  </a:lnTo>
                  <a:lnTo>
                    <a:pt x="4024698" y="4573342"/>
                  </a:lnTo>
                  <a:lnTo>
                    <a:pt x="4031208" y="4581819"/>
                  </a:lnTo>
                  <a:lnTo>
                    <a:pt x="4050169" y="4581819"/>
                  </a:lnTo>
                  <a:lnTo>
                    <a:pt x="4058660" y="4573342"/>
                  </a:lnTo>
                  <a:lnTo>
                    <a:pt x="4058660" y="4556415"/>
                  </a:lnTo>
                  <a:lnTo>
                    <a:pt x="4052434" y="4547938"/>
                  </a:lnTo>
                  <a:close/>
                </a:path>
                <a:path w="9542780" h="6570345">
                  <a:moveTo>
                    <a:pt x="4052434" y="4592388"/>
                  </a:moveTo>
                  <a:lnTo>
                    <a:pt x="4033189" y="4592388"/>
                  </a:lnTo>
                  <a:lnTo>
                    <a:pt x="4024698" y="4598746"/>
                  </a:lnTo>
                  <a:lnTo>
                    <a:pt x="4024698" y="4617792"/>
                  </a:lnTo>
                  <a:lnTo>
                    <a:pt x="4031208" y="4626269"/>
                  </a:lnTo>
                  <a:lnTo>
                    <a:pt x="4050169" y="4626269"/>
                  </a:lnTo>
                  <a:lnTo>
                    <a:pt x="4058660" y="4617792"/>
                  </a:lnTo>
                  <a:lnTo>
                    <a:pt x="4058660" y="4600865"/>
                  </a:lnTo>
                  <a:lnTo>
                    <a:pt x="4052434" y="4592388"/>
                  </a:lnTo>
                  <a:close/>
                </a:path>
                <a:path w="9542780" h="6570345">
                  <a:moveTo>
                    <a:pt x="4052434" y="4636866"/>
                  </a:moveTo>
                  <a:lnTo>
                    <a:pt x="4033189" y="4636866"/>
                  </a:lnTo>
                  <a:lnTo>
                    <a:pt x="4024698" y="4643224"/>
                  </a:lnTo>
                  <a:lnTo>
                    <a:pt x="4024698" y="4662270"/>
                  </a:lnTo>
                  <a:lnTo>
                    <a:pt x="4031208" y="4670748"/>
                  </a:lnTo>
                  <a:lnTo>
                    <a:pt x="4050169" y="4670748"/>
                  </a:lnTo>
                  <a:lnTo>
                    <a:pt x="4058660" y="4662270"/>
                  </a:lnTo>
                  <a:lnTo>
                    <a:pt x="4058660" y="4645343"/>
                  </a:lnTo>
                  <a:lnTo>
                    <a:pt x="4052434" y="4636866"/>
                  </a:lnTo>
                  <a:close/>
                </a:path>
                <a:path w="9542780" h="6570345">
                  <a:moveTo>
                    <a:pt x="4052434" y="4681316"/>
                  </a:moveTo>
                  <a:lnTo>
                    <a:pt x="4033189" y="4681316"/>
                  </a:lnTo>
                  <a:lnTo>
                    <a:pt x="4024698" y="4687675"/>
                  </a:lnTo>
                  <a:lnTo>
                    <a:pt x="4024698" y="4706721"/>
                  </a:lnTo>
                  <a:lnTo>
                    <a:pt x="4031208" y="4715198"/>
                  </a:lnTo>
                  <a:lnTo>
                    <a:pt x="4041679" y="4715198"/>
                  </a:lnTo>
                  <a:lnTo>
                    <a:pt x="4050169" y="4713079"/>
                  </a:lnTo>
                  <a:lnTo>
                    <a:pt x="4058660" y="4706721"/>
                  </a:lnTo>
                  <a:lnTo>
                    <a:pt x="4058660" y="4689793"/>
                  </a:lnTo>
                  <a:lnTo>
                    <a:pt x="4052434" y="4681316"/>
                  </a:lnTo>
                  <a:close/>
                </a:path>
                <a:path w="9542780" h="6570345">
                  <a:moveTo>
                    <a:pt x="4052434" y="4725795"/>
                  </a:moveTo>
                  <a:lnTo>
                    <a:pt x="4033189" y="4725795"/>
                  </a:lnTo>
                  <a:lnTo>
                    <a:pt x="4024698" y="4732153"/>
                  </a:lnTo>
                  <a:lnTo>
                    <a:pt x="4024698" y="4753319"/>
                  </a:lnTo>
                  <a:lnTo>
                    <a:pt x="4031208" y="4759676"/>
                  </a:lnTo>
                  <a:lnTo>
                    <a:pt x="4041679" y="4759676"/>
                  </a:lnTo>
                  <a:lnTo>
                    <a:pt x="4050169" y="4757557"/>
                  </a:lnTo>
                  <a:lnTo>
                    <a:pt x="4058660" y="4751199"/>
                  </a:lnTo>
                  <a:lnTo>
                    <a:pt x="4058660" y="4734245"/>
                  </a:lnTo>
                  <a:lnTo>
                    <a:pt x="4052434" y="4725795"/>
                  </a:lnTo>
                  <a:close/>
                </a:path>
                <a:path w="9542780" h="6570345">
                  <a:moveTo>
                    <a:pt x="4052434" y="4768126"/>
                  </a:moveTo>
                  <a:lnTo>
                    <a:pt x="4033189" y="4768126"/>
                  </a:lnTo>
                  <a:lnTo>
                    <a:pt x="4024698" y="4774483"/>
                  </a:lnTo>
                  <a:lnTo>
                    <a:pt x="4024698" y="4795649"/>
                  </a:lnTo>
                  <a:lnTo>
                    <a:pt x="4031208" y="4802007"/>
                  </a:lnTo>
                  <a:lnTo>
                    <a:pt x="4050169" y="4802007"/>
                  </a:lnTo>
                  <a:lnTo>
                    <a:pt x="4058660" y="4795649"/>
                  </a:lnTo>
                  <a:lnTo>
                    <a:pt x="4058660" y="4776603"/>
                  </a:lnTo>
                  <a:lnTo>
                    <a:pt x="4052434" y="4768126"/>
                  </a:lnTo>
                  <a:close/>
                </a:path>
                <a:path w="9542780" h="6570345">
                  <a:moveTo>
                    <a:pt x="4052434" y="4812604"/>
                  </a:moveTo>
                  <a:lnTo>
                    <a:pt x="4033189" y="4812604"/>
                  </a:lnTo>
                  <a:lnTo>
                    <a:pt x="4024698" y="4818962"/>
                  </a:lnTo>
                  <a:lnTo>
                    <a:pt x="4024698" y="4838009"/>
                  </a:lnTo>
                  <a:lnTo>
                    <a:pt x="4031208" y="4846486"/>
                  </a:lnTo>
                  <a:lnTo>
                    <a:pt x="4050169" y="4846486"/>
                  </a:lnTo>
                  <a:lnTo>
                    <a:pt x="4058660" y="4840128"/>
                  </a:lnTo>
                  <a:lnTo>
                    <a:pt x="4058660" y="4821053"/>
                  </a:lnTo>
                  <a:lnTo>
                    <a:pt x="4052434" y="4812604"/>
                  </a:lnTo>
                  <a:close/>
                </a:path>
                <a:path w="9542780" h="6570345">
                  <a:moveTo>
                    <a:pt x="4052434" y="4857055"/>
                  </a:moveTo>
                  <a:lnTo>
                    <a:pt x="4033189" y="4857055"/>
                  </a:lnTo>
                  <a:lnTo>
                    <a:pt x="4024698" y="4863412"/>
                  </a:lnTo>
                  <a:lnTo>
                    <a:pt x="4024698" y="4882459"/>
                  </a:lnTo>
                  <a:lnTo>
                    <a:pt x="4031208" y="4890936"/>
                  </a:lnTo>
                  <a:lnTo>
                    <a:pt x="4050169" y="4890936"/>
                  </a:lnTo>
                  <a:lnTo>
                    <a:pt x="4058660" y="4882459"/>
                  </a:lnTo>
                  <a:lnTo>
                    <a:pt x="4058660" y="4865532"/>
                  </a:lnTo>
                  <a:lnTo>
                    <a:pt x="4052434" y="4857055"/>
                  </a:lnTo>
                  <a:close/>
                </a:path>
                <a:path w="9542780" h="6570345">
                  <a:moveTo>
                    <a:pt x="4052434" y="4901533"/>
                  </a:moveTo>
                  <a:lnTo>
                    <a:pt x="4033189" y="4901533"/>
                  </a:lnTo>
                  <a:lnTo>
                    <a:pt x="4024698" y="4907890"/>
                  </a:lnTo>
                  <a:lnTo>
                    <a:pt x="4024698" y="4926937"/>
                  </a:lnTo>
                  <a:lnTo>
                    <a:pt x="4031208" y="4935414"/>
                  </a:lnTo>
                  <a:lnTo>
                    <a:pt x="4050169" y="4935414"/>
                  </a:lnTo>
                  <a:lnTo>
                    <a:pt x="4058660" y="4926937"/>
                  </a:lnTo>
                  <a:lnTo>
                    <a:pt x="4058660" y="4909982"/>
                  </a:lnTo>
                  <a:lnTo>
                    <a:pt x="4052434" y="4901533"/>
                  </a:lnTo>
                  <a:close/>
                </a:path>
                <a:path w="9542780" h="6570345">
                  <a:moveTo>
                    <a:pt x="4052434" y="4945983"/>
                  </a:moveTo>
                  <a:lnTo>
                    <a:pt x="4033189" y="4945983"/>
                  </a:lnTo>
                  <a:lnTo>
                    <a:pt x="4024698" y="4952342"/>
                  </a:lnTo>
                  <a:lnTo>
                    <a:pt x="4024698" y="4971387"/>
                  </a:lnTo>
                  <a:lnTo>
                    <a:pt x="4031208" y="4979865"/>
                  </a:lnTo>
                  <a:lnTo>
                    <a:pt x="4050169" y="4979865"/>
                  </a:lnTo>
                  <a:lnTo>
                    <a:pt x="4058660" y="4971387"/>
                  </a:lnTo>
                  <a:lnTo>
                    <a:pt x="4058660" y="4954460"/>
                  </a:lnTo>
                  <a:lnTo>
                    <a:pt x="4052434" y="4945983"/>
                  </a:lnTo>
                  <a:close/>
                </a:path>
                <a:path w="9542780" h="6570345">
                  <a:moveTo>
                    <a:pt x="4052434" y="4990462"/>
                  </a:moveTo>
                  <a:lnTo>
                    <a:pt x="4033189" y="4990462"/>
                  </a:lnTo>
                  <a:lnTo>
                    <a:pt x="4024698" y="4996792"/>
                  </a:lnTo>
                  <a:lnTo>
                    <a:pt x="4024698" y="5015866"/>
                  </a:lnTo>
                  <a:lnTo>
                    <a:pt x="4031208" y="5024343"/>
                  </a:lnTo>
                  <a:lnTo>
                    <a:pt x="4050169" y="5024343"/>
                  </a:lnTo>
                  <a:lnTo>
                    <a:pt x="4058660" y="5015866"/>
                  </a:lnTo>
                  <a:lnTo>
                    <a:pt x="4058660" y="4998911"/>
                  </a:lnTo>
                  <a:lnTo>
                    <a:pt x="4052434" y="4990462"/>
                  </a:lnTo>
                  <a:close/>
                </a:path>
                <a:path w="9542780" h="6570345">
                  <a:moveTo>
                    <a:pt x="4007718" y="3709459"/>
                  </a:moveTo>
                  <a:lnTo>
                    <a:pt x="3988756" y="3709459"/>
                  </a:lnTo>
                  <a:lnTo>
                    <a:pt x="3980266" y="3715959"/>
                  </a:lnTo>
                  <a:lnTo>
                    <a:pt x="3980266" y="3734892"/>
                  </a:lnTo>
                  <a:lnTo>
                    <a:pt x="3986491" y="3743369"/>
                  </a:lnTo>
                  <a:lnTo>
                    <a:pt x="4005737" y="3743369"/>
                  </a:lnTo>
                  <a:lnTo>
                    <a:pt x="4014227" y="3734892"/>
                  </a:lnTo>
                  <a:lnTo>
                    <a:pt x="4014227" y="3717936"/>
                  </a:lnTo>
                  <a:lnTo>
                    <a:pt x="4007718" y="3709459"/>
                  </a:lnTo>
                  <a:close/>
                </a:path>
                <a:path w="9542780" h="6570345">
                  <a:moveTo>
                    <a:pt x="4007718" y="3753825"/>
                  </a:moveTo>
                  <a:lnTo>
                    <a:pt x="3988756" y="3753825"/>
                  </a:lnTo>
                  <a:lnTo>
                    <a:pt x="3980266" y="3760296"/>
                  </a:lnTo>
                  <a:lnTo>
                    <a:pt x="3980266" y="3779342"/>
                  </a:lnTo>
                  <a:lnTo>
                    <a:pt x="3986491" y="3787819"/>
                  </a:lnTo>
                  <a:lnTo>
                    <a:pt x="3997247" y="3787819"/>
                  </a:lnTo>
                  <a:lnTo>
                    <a:pt x="4005737" y="3785699"/>
                  </a:lnTo>
                  <a:lnTo>
                    <a:pt x="4014227" y="3779342"/>
                  </a:lnTo>
                  <a:lnTo>
                    <a:pt x="4014227" y="3762415"/>
                  </a:lnTo>
                  <a:lnTo>
                    <a:pt x="4007718" y="3753825"/>
                  </a:lnTo>
                  <a:close/>
                </a:path>
                <a:path w="9542780" h="6570345">
                  <a:moveTo>
                    <a:pt x="4007718" y="3798416"/>
                  </a:moveTo>
                  <a:lnTo>
                    <a:pt x="3988756" y="3798416"/>
                  </a:lnTo>
                  <a:lnTo>
                    <a:pt x="3980266" y="3804746"/>
                  </a:lnTo>
                  <a:lnTo>
                    <a:pt x="3980266" y="3823820"/>
                  </a:lnTo>
                  <a:lnTo>
                    <a:pt x="3986491" y="3832269"/>
                  </a:lnTo>
                  <a:lnTo>
                    <a:pt x="3997247" y="3832269"/>
                  </a:lnTo>
                  <a:lnTo>
                    <a:pt x="4005737" y="3830151"/>
                  </a:lnTo>
                  <a:lnTo>
                    <a:pt x="4014227" y="3823820"/>
                  </a:lnTo>
                  <a:lnTo>
                    <a:pt x="4014227" y="3806865"/>
                  </a:lnTo>
                  <a:lnTo>
                    <a:pt x="4007718" y="3798416"/>
                  </a:lnTo>
                  <a:close/>
                </a:path>
                <a:path w="9542780" h="6570345">
                  <a:moveTo>
                    <a:pt x="4007718" y="3840746"/>
                  </a:moveTo>
                  <a:lnTo>
                    <a:pt x="3988756" y="3840746"/>
                  </a:lnTo>
                  <a:lnTo>
                    <a:pt x="3980266" y="3847105"/>
                  </a:lnTo>
                  <a:lnTo>
                    <a:pt x="3980266" y="3866151"/>
                  </a:lnTo>
                  <a:lnTo>
                    <a:pt x="3986491" y="3874629"/>
                  </a:lnTo>
                  <a:lnTo>
                    <a:pt x="4005737" y="3874629"/>
                  </a:lnTo>
                  <a:lnTo>
                    <a:pt x="4014227" y="3868271"/>
                  </a:lnTo>
                  <a:lnTo>
                    <a:pt x="4014227" y="3849225"/>
                  </a:lnTo>
                  <a:lnTo>
                    <a:pt x="4007718" y="3840746"/>
                  </a:lnTo>
                  <a:close/>
                </a:path>
                <a:path w="9542780" h="6570345">
                  <a:moveTo>
                    <a:pt x="4007718" y="3885225"/>
                  </a:moveTo>
                  <a:lnTo>
                    <a:pt x="3988756" y="3885225"/>
                  </a:lnTo>
                  <a:lnTo>
                    <a:pt x="3980266" y="3891555"/>
                  </a:lnTo>
                  <a:lnTo>
                    <a:pt x="3980266" y="3910629"/>
                  </a:lnTo>
                  <a:lnTo>
                    <a:pt x="3986491" y="3919079"/>
                  </a:lnTo>
                  <a:lnTo>
                    <a:pt x="4005737" y="3919079"/>
                  </a:lnTo>
                  <a:lnTo>
                    <a:pt x="4014227" y="3912749"/>
                  </a:lnTo>
                  <a:lnTo>
                    <a:pt x="4014227" y="3893675"/>
                  </a:lnTo>
                  <a:lnTo>
                    <a:pt x="4007718" y="3885225"/>
                  </a:lnTo>
                  <a:close/>
                </a:path>
                <a:path w="9542780" h="6570345">
                  <a:moveTo>
                    <a:pt x="4007718" y="3929675"/>
                  </a:moveTo>
                  <a:lnTo>
                    <a:pt x="3988756" y="3929675"/>
                  </a:lnTo>
                  <a:lnTo>
                    <a:pt x="3980266" y="3936033"/>
                  </a:lnTo>
                  <a:lnTo>
                    <a:pt x="3980266" y="3955079"/>
                  </a:lnTo>
                  <a:lnTo>
                    <a:pt x="3986491" y="3963558"/>
                  </a:lnTo>
                  <a:lnTo>
                    <a:pt x="4005737" y="3963558"/>
                  </a:lnTo>
                  <a:lnTo>
                    <a:pt x="4014227" y="3955079"/>
                  </a:lnTo>
                  <a:lnTo>
                    <a:pt x="4014227" y="3938153"/>
                  </a:lnTo>
                  <a:lnTo>
                    <a:pt x="4007718" y="3929675"/>
                  </a:lnTo>
                  <a:close/>
                </a:path>
                <a:path w="9542780" h="6570345">
                  <a:moveTo>
                    <a:pt x="4007718" y="3974125"/>
                  </a:moveTo>
                  <a:lnTo>
                    <a:pt x="3988756" y="3974125"/>
                  </a:lnTo>
                  <a:lnTo>
                    <a:pt x="3980266" y="3980484"/>
                  </a:lnTo>
                  <a:lnTo>
                    <a:pt x="3980266" y="3999558"/>
                  </a:lnTo>
                  <a:lnTo>
                    <a:pt x="3986491" y="4008008"/>
                  </a:lnTo>
                  <a:lnTo>
                    <a:pt x="4005737" y="4008008"/>
                  </a:lnTo>
                  <a:lnTo>
                    <a:pt x="4014227" y="3999558"/>
                  </a:lnTo>
                  <a:lnTo>
                    <a:pt x="4014227" y="3982603"/>
                  </a:lnTo>
                  <a:lnTo>
                    <a:pt x="4007718" y="3974125"/>
                  </a:lnTo>
                  <a:close/>
                </a:path>
                <a:path w="9542780" h="6570345">
                  <a:moveTo>
                    <a:pt x="4007718" y="4018605"/>
                  </a:moveTo>
                  <a:lnTo>
                    <a:pt x="3988756" y="4018605"/>
                  </a:lnTo>
                  <a:lnTo>
                    <a:pt x="3980266" y="4024962"/>
                  </a:lnTo>
                  <a:lnTo>
                    <a:pt x="3980266" y="4044008"/>
                  </a:lnTo>
                  <a:lnTo>
                    <a:pt x="3986491" y="4052486"/>
                  </a:lnTo>
                  <a:lnTo>
                    <a:pt x="4005737" y="4052486"/>
                  </a:lnTo>
                  <a:lnTo>
                    <a:pt x="4014227" y="4044008"/>
                  </a:lnTo>
                  <a:lnTo>
                    <a:pt x="4014227" y="4027082"/>
                  </a:lnTo>
                  <a:lnTo>
                    <a:pt x="4007718" y="4018605"/>
                  </a:lnTo>
                  <a:close/>
                </a:path>
                <a:path w="9542780" h="6570345">
                  <a:moveTo>
                    <a:pt x="4007718" y="4063055"/>
                  </a:moveTo>
                  <a:lnTo>
                    <a:pt x="3988756" y="4063055"/>
                  </a:lnTo>
                  <a:lnTo>
                    <a:pt x="3980266" y="4069412"/>
                  </a:lnTo>
                  <a:lnTo>
                    <a:pt x="3980266" y="4088486"/>
                  </a:lnTo>
                  <a:lnTo>
                    <a:pt x="3986491" y="4096936"/>
                  </a:lnTo>
                  <a:lnTo>
                    <a:pt x="3997247" y="4096936"/>
                  </a:lnTo>
                  <a:lnTo>
                    <a:pt x="4005737" y="4094816"/>
                  </a:lnTo>
                  <a:lnTo>
                    <a:pt x="4014227" y="4088486"/>
                  </a:lnTo>
                  <a:lnTo>
                    <a:pt x="4014227" y="4071532"/>
                  </a:lnTo>
                  <a:lnTo>
                    <a:pt x="4007718" y="4063055"/>
                  </a:lnTo>
                  <a:close/>
                </a:path>
                <a:path w="9542780" h="6570345">
                  <a:moveTo>
                    <a:pt x="4007718" y="4107533"/>
                  </a:moveTo>
                  <a:lnTo>
                    <a:pt x="3988756" y="4107533"/>
                  </a:lnTo>
                  <a:lnTo>
                    <a:pt x="3980266" y="4113891"/>
                  </a:lnTo>
                  <a:lnTo>
                    <a:pt x="3980266" y="4132936"/>
                  </a:lnTo>
                  <a:lnTo>
                    <a:pt x="3986493" y="4141415"/>
                  </a:lnTo>
                  <a:lnTo>
                    <a:pt x="3997247" y="4141415"/>
                  </a:lnTo>
                  <a:lnTo>
                    <a:pt x="4005737" y="4139295"/>
                  </a:lnTo>
                  <a:lnTo>
                    <a:pt x="4014227" y="4132936"/>
                  </a:lnTo>
                  <a:lnTo>
                    <a:pt x="4014227" y="4116010"/>
                  </a:lnTo>
                  <a:lnTo>
                    <a:pt x="4007718" y="4107533"/>
                  </a:lnTo>
                  <a:close/>
                </a:path>
                <a:path w="9542780" h="6570345">
                  <a:moveTo>
                    <a:pt x="4007718" y="4149864"/>
                  </a:moveTo>
                  <a:lnTo>
                    <a:pt x="3988756" y="4149864"/>
                  </a:lnTo>
                  <a:lnTo>
                    <a:pt x="3980266" y="4156222"/>
                  </a:lnTo>
                  <a:lnTo>
                    <a:pt x="3980266" y="4175296"/>
                  </a:lnTo>
                  <a:lnTo>
                    <a:pt x="3986493" y="4183745"/>
                  </a:lnTo>
                  <a:lnTo>
                    <a:pt x="4005737" y="4183745"/>
                  </a:lnTo>
                  <a:lnTo>
                    <a:pt x="4014227" y="4177416"/>
                  </a:lnTo>
                  <a:lnTo>
                    <a:pt x="4014227" y="4158341"/>
                  </a:lnTo>
                  <a:lnTo>
                    <a:pt x="4007718" y="4149864"/>
                  </a:lnTo>
                  <a:close/>
                </a:path>
                <a:path w="9542780" h="6570345">
                  <a:moveTo>
                    <a:pt x="4007718" y="4194342"/>
                  </a:moveTo>
                  <a:lnTo>
                    <a:pt x="3988756" y="4194342"/>
                  </a:lnTo>
                  <a:lnTo>
                    <a:pt x="3980266" y="4200700"/>
                  </a:lnTo>
                  <a:lnTo>
                    <a:pt x="3980266" y="4221866"/>
                  </a:lnTo>
                  <a:lnTo>
                    <a:pt x="3986493" y="4228223"/>
                  </a:lnTo>
                  <a:lnTo>
                    <a:pt x="4005737" y="4228223"/>
                  </a:lnTo>
                  <a:lnTo>
                    <a:pt x="4014227" y="4221866"/>
                  </a:lnTo>
                  <a:lnTo>
                    <a:pt x="4014227" y="4202819"/>
                  </a:lnTo>
                  <a:lnTo>
                    <a:pt x="4007718" y="4194342"/>
                  </a:lnTo>
                  <a:close/>
                </a:path>
                <a:path w="9542780" h="6570345">
                  <a:moveTo>
                    <a:pt x="4007718" y="4238792"/>
                  </a:moveTo>
                  <a:lnTo>
                    <a:pt x="3988756" y="4238792"/>
                  </a:lnTo>
                  <a:lnTo>
                    <a:pt x="3980266" y="4245151"/>
                  </a:lnTo>
                  <a:lnTo>
                    <a:pt x="3980266" y="4266316"/>
                  </a:lnTo>
                  <a:lnTo>
                    <a:pt x="3986493" y="4272674"/>
                  </a:lnTo>
                  <a:lnTo>
                    <a:pt x="4005737" y="4272674"/>
                  </a:lnTo>
                  <a:lnTo>
                    <a:pt x="4014227" y="4264225"/>
                  </a:lnTo>
                  <a:lnTo>
                    <a:pt x="4014227" y="4247269"/>
                  </a:lnTo>
                  <a:lnTo>
                    <a:pt x="4007718" y="4238792"/>
                  </a:lnTo>
                  <a:close/>
                </a:path>
                <a:path w="9542780" h="6570345">
                  <a:moveTo>
                    <a:pt x="4007718" y="4283271"/>
                  </a:moveTo>
                  <a:lnTo>
                    <a:pt x="3988756" y="4283271"/>
                  </a:lnTo>
                  <a:lnTo>
                    <a:pt x="3980266" y="4289629"/>
                  </a:lnTo>
                  <a:lnTo>
                    <a:pt x="3980266" y="4308675"/>
                  </a:lnTo>
                  <a:lnTo>
                    <a:pt x="3986493" y="4317152"/>
                  </a:lnTo>
                  <a:lnTo>
                    <a:pt x="4005737" y="4317152"/>
                  </a:lnTo>
                  <a:lnTo>
                    <a:pt x="4014227" y="4308675"/>
                  </a:lnTo>
                  <a:lnTo>
                    <a:pt x="4014227" y="4291749"/>
                  </a:lnTo>
                  <a:lnTo>
                    <a:pt x="4007718" y="4283271"/>
                  </a:lnTo>
                  <a:close/>
                </a:path>
                <a:path w="9542780" h="6570345">
                  <a:moveTo>
                    <a:pt x="4007718" y="4327721"/>
                  </a:moveTo>
                  <a:lnTo>
                    <a:pt x="3988756" y="4327721"/>
                  </a:lnTo>
                  <a:lnTo>
                    <a:pt x="3980266" y="4334079"/>
                  </a:lnTo>
                  <a:lnTo>
                    <a:pt x="3980266" y="4353153"/>
                  </a:lnTo>
                  <a:lnTo>
                    <a:pt x="3986493" y="4361602"/>
                  </a:lnTo>
                  <a:lnTo>
                    <a:pt x="4005737" y="4361602"/>
                  </a:lnTo>
                  <a:lnTo>
                    <a:pt x="4014227" y="4353153"/>
                  </a:lnTo>
                  <a:lnTo>
                    <a:pt x="4014227" y="4336199"/>
                  </a:lnTo>
                  <a:lnTo>
                    <a:pt x="4007718" y="4327721"/>
                  </a:lnTo>
                  <a:close/>
                </a:path>
                <a:path w="9542780" h="6570345">
                  <a:moveTo>
                    <a:pt x="4007718" y="4372199"/>
                  </a:moveTo>
                  <a:lnTo>
                    <a:pt x="3988756" y="4372199"/>
                  </a:lnTo>
                  <a:lnTo>
                    <a:pt x="3980266" y="4378558"/>
                  </a:lnTo>
                  <a:lnTo>
                    <a:pt x="3980266" y="4397603"/>
                  </a:lnTo>
                  <a:lnTo>
                    <a:pt x="3986493" y="4406082"/>
                  </a:lnTo>
                  <a:lnTo>
                    <a:pt x="3997247" y="4406082"/>
                  </a:lnTo>
                  <a:lnTo>
                    <a:pt x="4005737" y="4403962"/>
                  </a:lnTo>
                  <a:lnTo>
                    <a:pt x="4014227" y="4397603"/>
                  </a:lnTo>
                  <a:lnTo>
                    <a:pt x="4014227" y="4380677"/>
                  </a:lnTo>
                  <a:lnTo>
                    <a:pt x="4007718" y="4372199"/>
                  </a:lnTo>
                  <a:close/>
                </a:path>
                <a:path w="9542780" h="6570345">
                  <a:moveTo>
                    <a:pt x="4007718" y="4416649"/>
                  </a:moveTo>
                  <a:lnTo>
                    <a:pt x="3988756" y="4416649"/>
                  </a:lnTo>
                  <a:lnTo>
                    <a:pt x="3980266" y="4423008"/>
                  </a:lnTo>
                  <a:lnTo>
                    <a:pt x="3980266" y="4442054"/>
                  </a:lnTo>
                  <a:lnTo>
                    <a:pt x="3986493" y="4450532"/>
                  </a:lnTo>
                  <a:lnTo>
                    <a:pt x="3997247" y="4450532"/>
                  </a:lnTo>
                  <a:lnTo>
                    <a:pt x="4005737" y="4448412"/>
                  </a:lnTo>
                  <a:lnTo>
                    <a:pt x="4014227" y="4442054"/>
                  </a:lnTo>
                  <a:lnTo>
                    <a:pt x="4014227" y="4425127"/>
                  </a:lnTo>
                  <a:lnTo>
                    <a:pt x="4007718" y="4416649"/>
                  </a:lnTo>
                  <a:close/>
                </a:path>
                <a:path w="9542780" h="6570345">
                  <a:moveTo>
                    <a:pt x="4007718" y="4459009"/>
                  </a:moveTo>
                  <a:lnTo>
                    <a:pt x="3988756" y="4459009"/>
                  </a:lnTo>
                  <a:lnTo>
                    <a:pt x="3980266" y="4465366"/>
                  </a:lnTo>
                  <a:lnTo>
                    <a:pt x="3980266" y="4484413"/>
                  </a:lnTo>
                  <a:lnTo>
                    <a:pt x="3986493" y="4492890"/>
                  </a:lnTo>
                  <a:lnTo>
                    <a:pt x="4005737" y="4492890"/>
                  </a:lnTo>
                  <a:lnTo>
                    <a:pt x="4014227" y="4486532"/>
                  </a:lnTo>
                  <a:lnTo>
                    <a:pt x="4014227" y="4467486"/>
                  </a:lnTo>
                  <a:lnTo>
                    <a:pt x="4007718" y="4459009"/>
                  </a:lnTo>
                  <a:close/>
                </a:path>
                <a:path w="9542780" h="6570345">
                  <a:moveTo>
                    <a:pt x="4007718" y="4503459"/>
                  </a:moveTo>
                  <a:lnTo>
                    <a:pt x="3988756" y="4503459"/>
                  </a:lnTo>
                  <a:lnTo>
                    <a:pt x="3980266" y="4509816"/>
                  </a:lnTo>
                  <a:lnTo>
                    <a:pt x="3980266" y="4528863"/>
                  </a:lnTo>
                  <a:lnTo>
                    <a:pt x="3986493" y="4537341"/>
                  </a:lnTo>
                  <a:lnTo>
                    <a:pt x="4005737" y="4537341"/>
                  </a:lnTo>
                  <a:lnTo>
                    <a:pt x="4014227" y="4530982"/>
                  </a:lnTo>
                  <a:lnTo>
                    <a:pt x="4014227" y="4511936"/>
                  </a:lnTo>
                  <a:lnTo>
                    <a:pt x="4007718" y="4503459"/>
                  </a:lnTo>
                  <a:close/>
                </a:path>
                <a:path w="9542780" h="6570345">
                  <a:moveTo>
                    <a:pt x="4007718" y="4547938"/>
                  </a:moveTo>
                  <a:lnTo>
                    <a:pt x="3988756" y="4547938"/>
                  </a:lnTo>
                  <a:lnTo>
                    <a:pt x="3980266" y="4554296"/>
                  </a:lnTo>
                  <a:lnTo>
                    <a:pt x="3980266" y="4573342"/>
                  </a:lnTo>
                  <a:lnTo>
                    <a:pt x="3986493" y="4581819"/>
                  </a:lnTo>
                  <a:lnTo>
                    <a:pt x="4005737" y="4581819"/>
                  </a:lnTo>
                  <a:lnTo>
                    <a:pt x="4014227" y="4573342"/>
                  </a:lnTo>
                  <a:lnTo>
                    <a:pt x="4014227" y="4556415"/>
                  </a:lnTo>
                  <a:lnTo>
                    <a:pt x="4007718" y="4547938"/>
                  </a:lnTo>
                  <a:close/>
                </a:path>
                <a:path w="9542780" h="6570345">
                  <a:moveTo>
                    <a:pt x="4007718" y="4592388"/>
                  </a:moveTo>
                  <a:lnTo>
                    <a:pt x="3988756" y="4592388"/>
                  </a:lnTo>
                  <a:lnTo>
                    <a:pt x="3980266" y="4598746"/>
                  </a:lnTo>
                  <a:lnTo>
                    <a:pt x="3980266" y="4617792"/>
                  </a:lnTo>
                  <a:lnTo>
                    <a:pt x="3986493" y="4626269"/>
                  </a:lnTo>
                  <a:lnTo>
                    <a:pt x="4005737" y="4626269"/>
                  </a:lnTo>
                  <a:lnTo>
                    <a:pt x="4014227" y="4617792"/>
                  </a:lnTo>
                  <a:lnTo>
                    <a:pt x="4014227" y="4600865"/>
                  </a:lnTo>
                  <a:lnTo>
                    <a:pt x="4007718" y="4592388"/>
                  </a:lnTo>
                  <a:close/>
                </a:path>
                <a:path w="9542780" h="6570345">
                  <a:moveTo>
                    <a:pt x="4007718" y="4636866"/>
                  </a:moveTo>
                  <a:lnTo>
                    <a:pt x="3988756" y="4636866"/>
                  </a:lnTo>
                  <a:lnTo>
                    <a:pt x="3980266" y="4643224"/>
                  </a:lnTo>
                  <a:lnTo>
                    <a:pt x="3980266" y="4662270"/>
                  </a:lnTo>
                  <a:lnTo>
                    <a:pt x="3986493" y="4670748"/>
                  </a:lnTo>
                  <a:lnTo>
                    <a:pt x="4005737" y="4670748"/>
                  </a:lnTo>
                  <a:lnTo>
                    <a:pt x="4014227" y="4662270"/>
                  </a:lnTo>
                  <a:lnTo>
                    <a:pt x="4014227" y="4645343"/>
                  </a:lnTo>
                  <a:lnTo>
                    <a:pt x="4007718" y="4636866"/>
                  </a:lnTo>
                  <a:close/>
                </a:path>
                <a:path w="9542780" h="6570345">
                  <a:moveTo>
                    <a:pt x="4007718" y="4681316"/>
                  </a:moveTo>
                  <a:lnTo>
                    <a:pt x="3988756" y="4681316"/>
                  </a:lnTo>
                  <a:lnTo>
                    <a:pt x="3980266" y="4687675"/>
                  </a:lnTo>
                  <a:lnTo>
                    <a:pt x="3980266" y="4706721"/>
                  </a:lnTo>
                  <a:lnTo>
                    <a:pt x="3986493" y="4715198"/>
                  </a:lnTo>
                  <a:lnTo>
                    <a:pt x="3997247" y="4715198"/>
                  </a:lnTo>
                  <a:lnTo>
                    <a:pt x="4005737" y="4713079"/>
                  </a:lnTo>
                  <a:lnTo>
                    <a:pt x="4014227" y="4706721"/>
                  </a:lnTo>
                  <a:lnTo>
                    <a:pt x="4014227" y="4689793"/>
                  </a:lnTo>
                  <a:lnTo>
                    <a:pt x="4007718" y="4681316"/>
                  </a:lnTo>
                  <a:close/>
                </a:path>
                <a:path w="9542780" h="6570345">
                  <a:moveTo>
                    <a:pt x="4007718" y="4725795"/>
                  </a:moveTo>
                  <a:lnTo>
                    <a:pt x="3988756" y="4725795"/>
                  </a:lnTo>
                  <a:lnTo>
                    <a:pt x="3980266" y="4732153"/>
                  </a:lnTo>
                  <a:lnTo>
                    <a:pt x="3980266" y="4753319"/>
                  </a:lnTo>
                  <a:lnTo>
                    <a:pt x="3986493" y="4759676"/>
                  </a:lnTo>
                  <a:lnTo>
                    <a:pt x="3997247" y="4759676"/>
                  </a:lnTo>
                  <a:lnTo>
                    <a:pt x="4005737" y="4757557"/>
                  </a:lnTo>
                  <a:lnTo>
                    <a:pt x="4014227" y="4751199"/>
                  </a:lnTo>
                  <a:lnTo>
                    <a:pt x="4014227" y="4734245"/>
                  </a:lnTo>
                  <a:lnTo>
                    <a:pt x="4007718" y="4725795"/>
                  </a:lnTo>
                  <a:close/>
                </a:path>
                <a:path w="9542780" h="6570345">
                  <a:moveTo>
                    <a:pt x="4007718" y="4768126"/>
                  </a:moveTo>
                  <a:lnTo>
                    <a:pt x="3988756" y="4768126"/>
                  </a:lnTo>
                  <a:lnTo>
                    <a:pt x="3980266" y="4774483"/>
                  </a:lnTo>
                  <a:lnTo>
                    <a:pt x="3980266" y="4795649"/>
                  </a:lnTo>
                  <a:lnTo>
                    <a:pt x="3986493" y="4802007"/>
                  </a:lnTo>
                  <a:lnTo>
                    <a:pt x="4005737" y="4802007"/>
                  </a:lnTo>
                  <a:lnTo>
                    <a:pt x="4014227" y="4795649"/>
                  </a:lnTo>
                  <a:lnTo>
                    <a:pt x="4014227" y="4776603"/>
                  </a:lnTo>
                  <a:lnTo>
                    <a:pt x="4007718" y="4768126"/>
                  </a:lnTo>
                  <a:close/>
                </a:path>
                <a:path w="9542780" h="6570345">
                  <a:moveTo>
                    <a:pt x="4007718" y="4812604"/>
                  </a:moveTo>
                  <a:lnTo>
                    <a:pt x="3988756" y="4812604"/>
                  </a:lnTo>
                  <a:lnTo>
                    <a:pt x="3980266" y="4818962"/>
                  </a:lnTo>
                  <a:lnTo>
                    <a:pt x="3980266" y="4838009"/>
                  </a:lnTo>
                  <a:lnTo>
                    <a:pt x="3986493" y="4846486"/>
                  </a:lnTo>
                  <a:lnTo>
                    <a:pt x="4005737" y="4846486"/>
                  </a:lnTo>
                  <a:lnTo>
                    <a:pt x="4014227" y="4840128"/>
                  </a:lnTo>
                  <a:lnTo>
                    <a:pt x="4014227" y="4821053"/>
                  </a:lnTo>
                  <a:lnTo>
                    <a:pt x="4007718" y="4812604"/>
                  </a:lnTo>
                  <a:close/>
                </a:path>
                <a:path w="9542780" h="6570345">
                  <a:moveTo>
                    <a:pt x="4007718" y="4857055"/>
                  </a:moveTo>
                  <a:lnTo>
                    <a:pt x="3988756" y="4857055"/>
                  </a:lnTo>
                  <a:lnTo>
                    <a:pt x="3980266" y="4863412"/>
                  </a:lnTo>
                  <a:lnTo>
                    <a:pt x="3980266" y="4882459"/>
                  </a:lnTo>
                  <a:lnTo>
                    <a:pt x="3986493" y="4890936"/>
                  </a:lnTo>
                  <a:lnTo>
                    <a:pt x="4005737" y="4890936"/>
                  </a:lnTo>
                  <a:lnTo>
                    <a:pt x="4014227" y="4882459"/>
                  </a:lnTo>
                  <a:lnTo>
                    <a:pt x="4014227" y="4865532"/>
                  </a:lnTo>
                  <a:lnTo>
                    <a:pt x="4007718" y="4857055"/>
                  </a:lnTo>
                  <a:close/>
                </a:path>
                <a:path w="9542780" h="6570345">
                  <a:moveTo>
                    <a:pt x="4007718" y="4901533"/>
                  </a:moveTo>
                  <a:lnTo>
                    <a:pt x="3988756" y="4901533"/>
                  </a:lnTo>
                  <a:lnTo>
                    <a:pt x="3980266" y="4907890"/>
                  </a:lnTo>
                  <a:lnTo>
                    <a:pt x="3980266" y="4926937"/>
                  </a:lnTo>
                  <a:lnTo>
                    <a:pt x="3986493" y="4935414"/>
                  </a:lnTo>
                  <a:lnTo>
                    <a:pt x="4005737" y="4935414"/>
                  </a:lnTo>
                  <a:lnTo>
                    <a:pt x="4014227" y="4926937"/>
                  </a:lnTo>
                  <a:lnTo>
                    <a:pt x="4014227" y="4909982"/>
                  </a:lnTo>
                  <a:lnTo>
                    <a:pt x="4007718" y="4901533"/>
                  </a:lnTo>
                  <a:close/>
                </a:path>
                <a:path w="9542780" h="6570345">
                  <a:moveTo>
                    <a:pt x="4007718" y="4945983"/>
                  </a:moveTo>
                  <a:lnTo>
                    <a:pt x="3988756" y="4945983"/>
                  </a:lnTo>
                  <a:lnTo>
                    <a:pt x="3980266" y="4952342"/>
                  </a:lnTo>
                  <a:lnTo>
                    <a:pt x="3980266" y="4971387"/>
                  </a:lnTo>
                  <a:lnTo>
                    <a:pt x="3986493" y="4979865"/>
                  </a:lnTo>
                  <a:lnTo>
                    <a:pt x="4005737" y="4979865"/>
                  </a:lnTo>
                  <a:lnTo>
                    <a:pt x="4014227" y="4971387"/>
                  </a:lnTo>
                  <a:lnTo>
                    <a:pt x="4014227" y="4954460"/>
                  </a:lnTo>
                  <a:lnTo>
                    <a:pt x="4007718" y="4945983"/>
                  </a:lnTo>
                  <a:close/>
                </a:path>
                <a:path w="9542780" h="6570345">
                  <a:moveTo>
                    <a:pt x="4007718" y="4990462"/>
                  </a:moveTo>
                  <a:lnTo>
                    <a:pt x="3988756" y="4990462"/>
                  </a:lnTo>
                  <a:lnTo>
                    <a:pt x="3980266" y="4996792"/>
                  </a:lnTo>
                  <a:lnTo>
                    <a:pt x="3980266" y="5015866"/>
                  </a:lnTo>
                  <a:lnTo>
                    <a:pt x="3986493" y="5024343"/>
                  </a:lnTo>
                  <a:lnTo>
                    <a:pt x="4005737" y="5024343"/>
                  </a:lnTo>
                  <a:lnTo>
                    <a:pt x="4014227" y="5015866"/>
                  </a:lnTo>
                  <a:lnTo>
                    <a:pt x="4014227" y="4998911"/>
                  </a:lnTo>
                  <a:lnTo>
                    <a:pt x="4007718" y="4990462"/>
                  </a:lnTo>
                  <a:close/>
                </a:path>
                <a:path w="9542780" h="6570345">
                  <a:moveTo>
                    <a:pt x="4007718" y="5034912"/>
                  </a:moveTo>
                  <a:lnTo>
                    <a:pt x="3988756" y="5034912"/>
                  </a:lnTo>
                  <a:lnTo>
                    <a:pt x="3980266" y="5041270"/>
                  </a:lnTo>
                  <a:lnTo>
                    <a:pt x="3980266" y="5060316"/>
                  </a:lnTo>
                  <a:lnTo>
                    <a:pt x="3986493" y="5068793"/>
                  </a:lnTo>
                  <a:lnTo>
                    <a:pt x="3997247" y="5068793"/>
                  </a:lnTo>
                  <a:lnTo>
                    <a:pt x="4005737" y="5066673"/>
                  </a:lnTo>
                  <a:lnTo>
                    <a:pt x="4014227" y="5060316"/>
                  </a:lnTo>
                  <a:lnTo>
                    <a:pt x="4014227" y="5043389"/>
                  </a:lnTo>
                  <a:lnTo>
                    <a:pt x="4007718" y="5034912"/>
                  </a:lnTo>
                  <a:close/>
                </a:path>
                <a:path w="9542780" h="6570345">
                  <a:moveTo>
                    <a:pt x="4007718" y="5077270"/>
                  </a:moveTo>
                  <a:lnTo>
                    <a:pt x="3988756" y="5077270"/>
                  </a:lnTo>
                  <a:lnTo>
                    <a:pt x="3980266" y="5083629"/>
                  </a:lnTo>
                  <a:lnTo>
                    <a:pt x="3980266" y="5102675"/>
                  </a:lnTo>
                  <a:lnTo>
                    <a:pt x="3986493" y="5111153"/>
                  </a:lnTo>
                  <a:lnTo>
                    <a:pt x="4005737" y="5111153"/>
                  </a:lnTo>
                  <a:lnTo>
                    <a:pt x="4014227" y="5104794"/>
                  </a:lnTo>
                  <a:lnTo>
                    <a:pt x="4014227" y="5085720"/>
                  </a:lnTo>
                  <a:lnTo>
                    <a:pt x="4007718" y="5077270"/>
                  </a:lnTo>
                  <a:close/>
                </a:path>
                <a:path w="9542780" h="6570345">
                  <a:moveTo>
                    <a:pt x="4007718" y="5166199"/>
                  </a:moveTo>
                  <a:lnTo>
                    <a:pt x="3988756" y="5166199"/>
                  </a:lnTo>
                  <a:lnTo>
                    <a:pt x="3980266" y="5172529"/>
                  </a:lnTo>
                  <a:lnTo>
                    <a:pt x="3980266" y="5191603"/>
                  </a:lnTo>
                  <a:lnTo>
                    <a:pt x="3986493" y="5200081"/>
                  </a:lnTo>
                  <a:lnTo>
                    <a:pt x="4005737" y="5200081"/>
                  </a:lnTo>
                  <a:lnTo>
                    <a:pt x="4014227" y="5191603"/>
                  </a:lnTo>
                  <a:lnTo>
                    <a:pt x="4014227" y="5174649"/>
                  </a:lnTo>
                  <a:lnTo>
                    <a:pt x="4007718" y="5166199"/>
                  </a:lnTo>
                  <a:close/>
                </a:path>
                <a:path w="9542780" h="6570345">
                  <a:moveTo>
                    <a:pt x="4007718" y="5210649"/>
                  </a:moveTo>
                  <a:lnTo>
                    <a:pt x="3988756" y="5210649"/>
                  </a:lnTo>
                  <a:lnTo>
                    <a:pt x="3980266" y="5217008"/>
                  </a:lnTo>
                  <a:lnTo>
                    <a:pt x="3980266" y="5236053"/>
                  </a:lnTo>
                  <a:lnTo>
                    <a:pt x="3986493" y="5244532"/>
                  </a:lnTo>
                  <a:lnTo>
                    <a:pt x="4005737" y="5244532"/>
                  </a:lnTo>
                  <a:lnTo>
                    <a:pt x="4014227" y="5236053"/>
                  </a:lnTo>
                  <a:lnTo>
                    <a:pt x="4014227" y="5219127"/>
                  </a:lnTo>
                  <a:lnTo>
                    <a:pt x="4007718" y="5210649"/>
                  </a:lnTo>
                  <a:close/>
                </a:path>
                <a:path w="9542780" h="6570345">
                  <a:moveTo>
                    <a:pt x="4007718" y="6138029"/>
                  </a:moveTo>
                  <a:lnTo>
                    <a:pt x="3988756" y="6138029"/>
                  </a:lnTo>
                  <a:lnTo>
                    <a:pt x="3980266" y="6144386"/>
                  </a:lnTo>
                  <a:lnTo>
                    <a:pt x="3980266" y="6163461"/>
                  </a:lnTo>
                  <a:lnTo>
                    <a:pt x="3986493" y="6171910"/>
                  </a:lnTo>
                  <a:lnTo>
                    <a:pt x="4005737" y="6171910"/>
                  </a:lnTo>
                  <a:lnTo>
                    <a:pt x="4014227" y="6163461"/>
                  </a:lnTo>
                  <a:lnTo>
                    <a:pt x="4014227" y="6146506"/>
                  </a:lnTo>
                  <a:lnTo>
                    <a:pt x="4007718" y="6138029"/>
                  </a:lnTo>
                  <a:close/>
                </a:path>
                <a:path w="9542780" h="6570345">
                  <a:moveTo>
                    <a:pt x="4007718" y="6182507"/>
                  </a:moveTo>
                  <a:lnTo>
                    <a:pt x="3988756" y="6182507"/>
                  </a:lnTo>
                  <a:lnTo>
                    <a:pt x="3980266" y="6188864"/>
                  </a:lnTo>
                  <a:lnTo>
                    <a:pt x="3980266" y="6210030"/>
                  </a:lnTo>
                  <a:lnTo>
                    <a:pt x="3986493" y="6216389"/>
                  </a:lnTo>
                  <a:lnTo>
                    <a:pt x="4005737" y="6216389"/>
                  </a:lnTo>
                  <a:lnTo>
                    <a:pt x="4014227" y="6207911"/>
                  </a:lnTo>
                  <a:lnTo>
                    <a:pt x="4014227" y="6190984"/>
                  </a:lnTo>
                  <a:lnTo>
                    <a:pt x="4007718" y="6182507"/>
                  </a:lnTo>
                  <a:close/>
                </a:path>
                <a:path w="9542780" h="6570345">
                  <a:moveTo>
                    <a:pt x="3963285" y="3753825"/>
                  </a:moveTo>
                  <a:lnTo>
                    <a:pt x="3944324" y="3753825"/>
                  </a:lnTo>
                  <a:lnTo>
                    <a:pt x="3935834" y="3760296"/>
                  </a:lnTo>
                  <a:lnTo>
                    <a:pt x="3935834" y="3779342"/>
                  </a:lnTo>
                  <a:lnTo>
                    <a:pt x="3942059" y="3787819"/>
                  </a:lnTo>
                  <a:lnTo>
                    <a:pt x="3952530" y="3787819"/>
                  </a:lnTo>
                  <a:lnTo>
                    <a:pt x="3961022" y="3785699"/>
                  </a:lnTo>
                  <a:lnTo>
                    <a:pt x="3969511" y="3779342"/>
                  </a:lnTo>
                  <a:lnTo>
                    <a:pt x="3969511" y="3762415"/>
                  </a:lnTo>
                  <a:lnTo>
                    <a:pt x="3963285" y="3753825"/>
                  </a:lnTo>
                  <a:close/>
                </a:path>
                <a:path w="9542780" h="6570345">
                  <a:moveTo>
                    <a:pt x="3963285" y="3798416"/>
                  </a:moveTo>
                  <a:lnTo>
                    <a:pt x="3944324" y="3798416"/>
                  </a:lnTo>
                  <a:lnTo>
                    <a:pt x="3935834" y="3804746"/>
                  </a:lnTo>
                  <a:lnTo>
                    <a:pt x="3935834" y="3823820"/>
                  </a:lnTo>
                  <a:lnTo>
                    <a:pt x="3942059" y="3832269"/>
                  </a:lnTo>
                  <a:lnTo>
                    <a:pt x="3952530" y="3832269"/>
                  </a:lnTo>
                  <a:lnTo>
                    <a:pt x="3961022" y="3830151"/>
                  </a:lnTo>
                  <a:lnTo>
                    <a:pt x="3969511" y="3823820"/>
                  </a:lnTo>
                  <a:lnTo>
                    <a:pt x="3969511" y="3806865"/>
                  </a:lnTo>
                  <a:lnTo>
                    <a:pt x="3963285" y="3798416"/>
                  </a:lnTo>
                  <a:close/>
                </a:path>
                <a:path w="9542780" h="6570345">
                  <a:moveTo>
                    <a:pt x="3963285" y="3840746"/>
                  </a:moveTo>
                  <a:lnTo>
                    <a:pt x="3944324" y="3840746"/>
                  </a:lnTo>
                  <a:lnTo>
                    <a:pt x="3935834" y="3847105"/>
                  </a:lnTo>
                  <a:lnTo>
                    <a:pt x="3935834" y="3866151"/>
                  </a:lnTo>
                  <a:lnTo>
                    <a:pt x="3942059" y="3874629"/>
                  </a:lnTo>
                  <a:lnTo>
                    <a:pt x="3961022" y="3874629"/>
                  </a:lnTo>
                  <a:lnTo>
                    <a:pt x="3969511" y="3868271"/>
                  </a:lnTo>
                  <a:lnTo>
                    <a:pt x="3969511" y="3849225"/>
                  </a:lnTo>
                  <a:lnTo>
                    <a:pt x="3963285" y="3840746"/>
                  </a:lnTo>
                  <a:close/>
                </a:path>
                <a:path w="9542780" h="6570345">
                  <a:moveTo>
                    <a:pt x="3963285" y="3885225"/>
                  </a:moveTo>
                  <a:lnTo>
                    <a:pt x="3944324" y="3885225"/>
                  </a:lnTo>
                  <a:lnTo>
                    <a:pt x="3935834" y="3891555"/>
                  </a:lnTo>
                  <a:lnTo>
                    <a:pt x="3935834" y="3910629"/>
                  </a:lnTo>
                  <a:lnTo>
                    <a:pt x="3942059" y="3919079"/>
                  </a:lnTo>
                  <a:lnTo>
                    <a:pt x="3961022" y="3919079"/>
                  </a:lnTo>
                  <a:lnTo>
                    <a:pt x="3969511" y="3912749"/>
                  </a:lnTo>
                  <a:lnTo>
                    <a:pt x="3969511" y="3893675"/>
                  </a:lnTo>
                  <a:lnTo>
                    <a:pt x="3963285" y="3885225"/>
                  </a:lnTo>
                  <a:close/>
                </a:path>
                <a:path w="9542780" h="6570345">
                  <a:moveTo>
                    <a:pt x="3963285" y="3929675"/>
                  </a:moveTo>
                  <a:lnTo>
                    <a:pt x="3944324" y="3929675"/>
                  </a:lnTo>
                  <a:lnTo>
                    <a:pt x="3935834" y="3936033"/>
                  </a:lnTo>
                  <a:lnTo>
                    <a:pt x="3935834" y="3955079"/>
                  </a:lnTo>
                  <a:lnTo>
                    <a:pt x="3942059" y="3963558"/>
                  </a:lnTo>
                  <a:lnTo>
                    <a:pt x="3961022" y="3963558"/>
                  </a:lnTo>
                  <a:lnTo>
                    <a:pt x="3969511" y="3955079"/>
                  </a:lnTo>
                  <a:lnTo>
                    <a:pt x="3969511" y="3938153"/>
                  </a:lnTo>
                  <a:lnTo>
                    <a:pt x="3963285" y="3929675"/>
                  </a:lnTo>
                  <a:close/>
                </a:path>
                <a:path w="9542780" h="6570345">
                  <a:moveTo>
                    <a:pt x="3963285" y="3974125"/>
                  </a:moveTo>
                  <a:lnTo>
                    <a:pt x="3944324" y="3974125"/>
                  </a:lnTo>
                  <a:lnTo>
                    <a:pt x="3935834" y="3980484"/>
                  </a:lnTo>
                  <a:lnTo>
                    <a:pt x="3935834" y="3999558"/>
                  </a:lnTo>
                  <a:lnTo>
                    <a:pt x="3942059" y="4008008"/>
                  </a:lnTo>
                  <a:lnTo>
                    <a:pt x="3961022" y="4008008"/>
                  </a:lnTo>
                  <a:lnTo>
                    <a:pt x="3969511" y="3999558"/>
                  </a:lnTo>
                  <a:lnTo>
                    <a:pt x="3969511" y="3982603"/>
                  </a:lnTo>
                  <a:lnTo>
                    <a:pt x="3963285" y="3974125"/>
                  </a:lnTo>
                  <a:close/>
                </a:path>
                <a:path w="9542780" h="6570345">
                  <a:moveTo>
                    <a:pt x="3963285" y="4018605"/>
                  </a:moveTo>
                  <a:lnTo>
                    <a:pt x="3944324" y="4018605"/>
                  </a:lnTo>
                  <a:lnTo>
                    <a:pt x="3935834" y="4024962"/>
                  </a:lnTo>
                  <a:lnTo>
                    <a:pt x="3935834" y="4044008"/>
                  </a:lnTo>
                  <a:lnTo>
                    <a:pt x="3942059" y="4052486"/>
                  </a:lnTo>
                  <a:lnTo>
                    <a:pt x="3961022" y="4052486"/>
                  </a:lnTo>
                  <a:lnTo>
                    <a:pt x="3969511" y="4044008"/>
                  </a:lnTo>
                  <a:lnTo>
                    <a:pt x="3969511" y="4027082"/>
                  </a:lnTo>
                  <a:lnTo>
                    <a:pt x="3963285" y="4018605"/>
                  </a:lnTo>
                  <a:close/>
                </a:path>
                <a:path w="9542780" h="6570345">
                  <a:moveTo>
                    <a:pt x="3963285" y="4063055"/>
                  </a:moveTo>
                  <a:lnTo>
                    <a:pt x="3944324" y="4063055"/>
                  </a:lnTo>
                  <a:lnTo>
                    <a:pt x="3935834" y="4069412"/>
                  </a:lnTo>
                  <a:lnTo>
                    <a:pt x="3935834" y="4088486"/>
                  </a:lnTo>
                  <a:lnTo>
                    <a:pt x="3942059" y="4096936"/>
                  </a:lnTo>
                  <a:lnTo>
                    <a:pt x="3952530" y="4096936"/>
                  </a:lnTo>
                  <a:lnTo>
                    <a:pt x="3961022" y="4094816"/>
                  </a:lnTo>
                  <a:lnTo>
                    <a:pt x="3969511" y="4088486"/>
                  </a:lnTo>
                  <a:lnTo>
                    <a:pt x="3969511" y="4071532"/>
                  </a:lnTo>
                  <a:lnTo>
                    <a:pt x="3963285" y="4063055"/>
                  </a:lnTo>
                  <a:close/>
                </a:path>
                <a:path w="9542780" h="6570345">
                  <a:moveTo>
                    <a:pt x="3963285" y="4107533"/>
                  </a:moveTo>
                  <a:lnTo>
                    <a:pt x="3944324" y="4107533"/>
                  </a:lnTo>
                  <a:lnTo>
                    <a:pt x="3935834" y="4113891"/>
                  </a:lnTo>
                  <a:lnTo>
                    <a:pt x="3935834" y="4132936"/>
                  </a:lnTo>
                  <a:lnTo>
                    <a:pt x="3942059" y="4141415"/>
                  </a:lnTo>
                  <a:lnTo>
                    <a:pt x="3952530" y="4141415"/>
                  </a:lnTo>
                  <a:lnTo>
                    <a:pt x="3961022" y="4139295"/>
                  </a:lnTo>
                  <a:lnTo>
                    <a:pt x="3969511" y="4132936"/>
                  </a:lnTo>
                  <a:lnTo>
                    <a:pt x="3969511" y="4116010"/>
                  </a:lnTo>
                  <a:lnTo>
                    <a:pt x="3963285" y="4107533"/>
                  </a:lnTo>
                  <a:close/>
                </a:path>
                <a:path w="9542780" h="6570345">
                  <a:moveTo>
                    <a:pt x="3963285" y="4149864"/>
                  </a:moveTo>
                  <a:lnTo>
                    <a:pt x="3944324" y="4149864"/>
                  </a:lnTo>
                  <a:lnTo>
                    <a:pt x="3935834" y="4156222"/>
                  </a:lnTo>
                  <a:lnTo>
                    <a:pt x="3935834" y="4175296"/>
                  </a:lnTo>
                  <a:lnTo>
                    <a:pt x="3942059" y="4183745"/>
                  </a:lnTo>
                  <a:lnTo>
                    <a:pt x="3961022" y="4183745"/>
                  </a:lnTo>
                  <a:lnTo>
                    <a:pt x="3969511" y="4177416"/>
                  </a:lnTo>
                  <a:lnTo>
                    <a:pt x="3969511" y="4158341"/>
                  </a:lnTo>
                  <a:lnTo>
                    <a:pt x="3963285" y="4149864"/>
                  </a:lnTo>
                  <a:close/>
                </a:path>
                <a:path w="9542780" h="6570345">
                  <a:moveTo>
                    <a:pt x="3963285" y="4194342"/>
                  </a:moveTo>
                  <a:lnTo>
                    <a:pt x="3944324" y="4194342"/>
                  </a:lnTo>
                  <a:lnTo>
                    <a:pt x="3935834" y="4200700"/>
                  </a:lnTo>
                  <a:lnTo>
                    <a:pt x="3935834" y="4221866"/>
                  </a:lnTo>
                  <a:lnTo>
                    <a:pt x="3942059" y="4228223"/>
                  </a:lnTo>
                  <a:lnTo>
                    <a:pt x="3961022" y="4228223"/>
                  </a:lnTo>
                  <a:lnTo>
                    <a:pt x="3969511" y="4221866"/>
                  </a:lnTo>
                  <a:lnTo>
                    <a:pt x="3969511" y="4202819"/>
                  </a:lnTo>
                  <a:lnTo>
                    <a:pt x="3963285" y="4194342"/>
                  </a:lnTo>
                  <a:close/>
                </a:path>
                <a:path w="9542780" h="6570345">
                  <a:moveTo>
                    <a:pt x="3963285" y="4238792"/>
                  </a:moveTo>
                  <a:lnTo>
                    <a:pt x="3944324" y="4238792"/>
                  </a:lnTo>
                  <a:lnTo>
                    <a:pt x="3935834" y="4245151"/>
                  </a:lnTo>
                  <a:lnTo>
                    <a:pt x="3935834" y="4266316"/>
                  </a:lnTo>
                  <a:lnTo>
                    <a:pt x="3942059" y="4272674"/>
                  </a:lnTo>
                  <a:lnTo>
                    <a:pt x="3961022" y="4272674"/>
                  </a:lnTo>
                  <a:lnTo>
                    <a:pt x="3969511" y="4264225"/>
                  </a:lnTo>
                  <a:lnTo>
                    <a:pt x="3969511" y="4247269"/>
                  </a:lnTo>
                  <a:lnTo>
                    <a:pt x="3963285" y="4238792"/>
                  </a:lnTo>
                  <a:close/>
                </a:path>
                <a:path w="9542780" h="6570345">
                  <a:moveTo>
                    <a:pt x="3963285" y="4283271"/>
                  </a:moveTo>
                  <a:lnTo>
                    <a:pt x="3944324" y="4283271"/>
                  </a:lnTo>
                  <a:lnTo>
                    <a:pt x="3935834" y="4289629"/>
                  </a:lnTo>
                  <a:lnTo>
                    <a:pt x="3935834" y="4308675"/>
                  </a:lnTo>
                  <a:lnTo>
                    <a:pt x="3942059" y="4317152"/>
                  </a:lnTo>
                  <a:lnTo>
                    <a:pt x="3961022" y="4317152"/>
                  </a:lnTo>
                  <a:lnTo>
                    <a:pt x="3969511" y="4308675"/>
                  </a:lnTo>
                  <a:lnTo>
                    <a:pt x="3969511" y="4291749"/>
                  </a:lnTo>
                  <a:lnTo>
                    <a:pt x="3963285" y="4283271"/>
                  </a:lnTo>
                  <a:close/>
                </a:path>
                <a:path w="9542780" h="6570345">
                  <a:moveTo>
                    <a:pt x="3963285" y="4327721"/>
                  </a:moveTo>
                  <a:lnTo>
                    <a:pt x="3944324" y="4327721"/>
                  </a:lnTo>
                  <a:lnTo>
                    <a:pt x="3935834" y="4334079"/>
                  </a:lnTo>
                  <a:lnTo>
                    <a:pt x="3935834" y="4353153"/>
                  </a:lnTo>
                  <a:lnTo>
                    <a:pt x="3942059" y="4361602"/>
                  </a:lnTo>
                  <a:lnTo>
                    <a:pt x="3961022" y="4361602"/>
                  </a:lnTo>
                  <a:lnTo>
                    <a:pt x="3969511" y="4353153"/>
                  </a:lnTo>
                  <a:lnTo>
                    <a:pt x="3969511" y="4336199"/>
                  </a:lnTo>
                  <a:lnTo>
                    <a:pt x="3963285" y="4327721"/>
                  </a:lnTo>
                  <a:close/>
                </a:path>
                <a:path w="9542780" h="6570345">
                  <a:moveTo>
                    <a:pt x="3963285" y="4372199"/>
                  </a:moveTo>
                  <a:lnTo>
                    <a:pt x="3944324" y="4372199"/>
                  </a:lnTo>
                  <a:lnTo>
                    <a:pt x="3935834" y="4378558"/>
                  </a:lnTo>
                  <a:lnTo>
                    <a:pt x="3935834" y="4397603"/>
                  </a:lnTo>
                  <a:lnTo>
                    <a:pt x="3942059" y="4406082"/>
                  </a:lnTo>
                  <a:lnTo>
                    <a:pt x="3952530" y="4406082"/>
                  </a:lnTo>
                  <a:lnTo>
                    <a:pt x="3961022" y="4403962"/>
                  </a:lnTo>
                  <a:lnTo>
                    <a:pt x="3969511" y="4397603"/>
                  </a:lnTo>
                  <a:lnTo>
                    <a:pt x="3969511" y="4380677"/>
                  </a:lnTo>
                  <a:lnTo>
                    <a:pt x="3963285" y="4372199"/>
                  </a:lnTo>
                  <a:close/>
                </a:path>
                <a:path w="9542780" h="6570345">
                  <a:moveTo>
                    <a:pt x="3963285" y="4416649"/>
                  </a:moveTo>
                  <a:lnTo>
                    <a:pt x="3944324" y="4416649"/>
                  </a:lnTo>
                  <a:lnTo>
                    <a:pt x="3935834" y="4423008"/>
                  </a:lnTo>
                  <a:lnTo>
                    <a:pt x="3935834" y="4442054"/>
                  </a:lnTo>
                  <a:lnTo>
                    <a:pt x="3942059" y="4450532"/>
                  </a:lnTo>
                  <a:lnTo>
                    <a:pt x="3952530" y="4450532"/>
                  </a:lnTo>
                  <a:lnTo>
                    <a:pt x="3961022" y="4448412"/>
                  </a:lnTo>
                  <a:lnTo>
                    <a:pt x="3969511" y="4442054"/>
                  </a:lnTo>
                  <a:lnTo>
                    <a:pt x="3969511" y="4425127"/>
                  </a:lnTo>
                  <a:lnTo>
                    <a:pt x="3963285" y="4416649"/>
                  </a:lnTo>
                  <a:close/>
                </a:path>
                <a:path w="9542780" h="6570345">
                  <a:moveTo>
                    <a:pt x="3963285" y="4459009"/>
                  </a:moveTo>
                  <a:lnTo>
                    <a:pt x="3944324" y="4459009"/>
                  </a:lnTo>
                  <a:lnTo>
                    <a:pt x="3935834" y="4465366"/>
                  </a:lnTo>
                  <a:lnTo>
                    <a:pt x="3935834" y="4484413"/>
                  </a:lnTo>
                  <a:lnTo>
                    <a:pt x="3942059" y="4492890"/>
                  </a:lnTo>
                  <a:lnTo>
                    <a:pt x="3961022" y="4492890"/>
                  </a:lnTo>
                  <a:lnTo>
                    <a:pt x="3969511" y="4486532"/>
                  </a:lnTo>
                  <a:lnTo>
                    <a:pt x="3969511" y="4467486"/>
                  </a:lnTo>
                  <a:lnTo>
                    <a:pt x="3963285" y="4459009"/>
                  </a:lnTo>
                  <a:close/>
                </a:path>
                <a:path w="9542780" h="6570345">
                  <a:moveTo>
                    <a:pt x="3963285" y="4503459"/>
                  </a:moveTo>
                  <a:lnTo>
                    <a:pt x="3944324" y="4503459"/>
                  </a:lnTo>
                  <a:lnTo>
                    <a:pt x="3935834" y="4509816"/>
                  </a:lnTo>
                  <a:lnTo>
                    <a:pt x="3935834" y="4528863"/>
                  </a:lnTo>
                  <a:lnTo>
                    <a:pt x="3942059" y="4537341"/>
                  </a:lnTo>
                  <a:lnTo>
                    <a:pt x="3961022" y="4537341"/>
                  </a:lnTo>
                  <a:lnTo>
                    <a:pt x="3969511" y="4530982"/>
                  </a:lnTo>
                  <a:lnTo>
                    <a:pt x="3969511" y="4511936"/>
                  </a:lnTo>
                  <a:lnTo>
                    <a:pt x="3963285" y="4503459"/>
                  </a:lnTo>
                  <a:close/>
                </a:path>
                <a:path w="9542780" h="6570345">
                  <a:moveTo>
                    <a:pt x="3963285" y="4547938"/>
                  </a:moveTo>
                  <a:lnTo>
                    <a:pt x="3944324" y="4547938"/>
                  </a:lnTo>
                  <a:lnTo>
                    <a:pt x="3935834" y="4554296"/>
                  </a:lnTo>
                  <a:lnTo>
                    <a:pt x="3935834" y="4573342"/>
                  </a:lnTo>
                  <a:lnTo>
                    <a:pt x="3942059" y="4581819"/>
                  </a:lnTo>
                  <a:lnTo>
                    <a:pt x="3961022" y="4581819"/>
                  </a:lnTo>
                  <a:lnTo>
                    <a:pt x="3969511" y="4573342"/>
                  </a:lnTo>
                  <a:lnTo>
                    <a:pt x="3969511" y="4556415"/>
                  </a:lnTo>
                  <a:lnTo>
                    <a:pt x="3963285" y="4547938"/>
                  </a:lnTo>
                  <a:close/>
                </a:path>
                <a:path w="9542780" h="6570345">
                  <a:moveTo>
                    <a:pt x="3963285" y="4592388"/>
                  </a:moveTo>
                  <a:lnTo>
                    <a:pt x="3944324" y="4592388"/>
                  </a:lnTo>
                  <a:lnTo>
                    <a:pt x="3935834" y="4598746"/>
                  </a:lnTo>
                  <a:lnTo>
                    <a:pt x="3935834" y="4617792"/>
                  </a:lnTo>
                  <a:lnTo>
                    <a:pt x="3942059" y="4626269"/>
                  </a:lnTo>
                  <a:lnTo>
                    <a:pt x="3961022" y="4626269"/>
                  </a:lnTo>
                  <a:lnTo>
                    <a:pt x="3969511" y="4617792"/>
                  </a:lnTo>
                  <a:lnTo>
                    <a:pt x="3969511" y="4600865"/>
                  </a:lnTo>
                  <a:lnTo>
                    <a:pt x="3963285" y="4592388"/>
                  </a:lnTo>
                  <a:close/>
                </a:path>
                <a:path w="9542780" h="6570345">
                  <a:moveTo>
                    <a:pt x="3963285" y="4636866"/>
                  </a:moveTo>
                  <a:lnTo>
                    <a:pt x="3944324" y="4636866"/>
                  </a:lnTo>
                  <a:lnTo>
                    <a:pt x="3935834" y="4643224"/>
                  </a:lnTo>
                  <a:lnTo>
                    <a:pt x="3935834" y="4662270"/>
                  </a:lnTo>
                  <a:lnTo>
                    <a:pt x="3942059" y="4670748"/>
                  </a:lnTo>
                  <a:lnTo>
                    <a:pt x="3961022" y="4670748"/>
                  </a:lnTo>
                  <a:lnTo>
                    <a:pt x="3969511" y="4662270"/>
                  </a:lnTo>
                  <a:lnTo>
                    <a:pt x="3969511" y="4645343"/>
                  </a:lnTo>
                  <a:lnTo>
                    <a:pt x="3963285" y="4636866"/>
                  </a:lnTo>
                  <a:close/>
                </a:path>
                <a:path w="9542780" h="6570345">
                  <a:moveTo>
                    <a:pt x="3963285" y="4681316"/>
                  </a:moveTo>
                  <a:lnTo>
                    <a:pt x="3944324" y="4681316"/>
                  </a:lnTo>
                  <a:lnTo>
                    <a:pt x="3935834" y="4687675"/>
                  </a:lnTo>
                  <a:lnTo>
                    <a:pt x="3935834" y="4706721"/>
                  </a:lnTo>
                  <a:lnTo>
                    <a:pt x="3942059" y="4715198"/>
                  </a:lnTo>
                  <a:lnTo>
                    <a:pt x="3952530" y="4715198"/>
                  </a:lnTo>
                  <a:lnTo>
                    <a:pt x="3961022" y="4713079"/>
                  </a:lnTo>
                  <a:lnTo>
                    <a:pt x="3969511" y="4706721"/>
                  </a:lnTo>
                  <a:lnTo>
                    <a:pt x="3969511" y="4689793"/>
                  </a:lnTo>
                  <a:lnTo>
                    <a:pt x="3963285" y="4681316"/>
                  </a:lnTo>
                  <a:close/>
                </a:path>
                <a:path w="9542780" h="6570345">
                  <a:moveTo>
                    <a:pt x="3963285" y="4725795"/>
                  </a:moveTo>
                  <a:lnTo>
                    <a:pt x="3944324" y="4725795"/>
                  </a:lnTo>
                  <a:lnTo>
                    <a:pt x="3935834" y="4732153"/>
                  </a:lnTo>
                  <a:lnTo>
                    <a:pt x="3935834" y="4753319"/>
                  </a:lnTo>
                  <a:lnTo>
                    <a:pt x="3942059" y="4759676"/>
                  </a:lnTo>
                  <a:lnTo>
                    <a:pt x="3952530" y="4759676"/>
                  </a:lnTo>
                  <a:lnTo>
                    <a:pt x="3961022" y="4757557"/>
                  </a:lnTo>
                  <a:lnTo>
                    <a:pt x="3969511" y="4751199"/>
                  </a:lnTo>
                  <a:lnTo>
                    <a:pt x="3969511" y="4734245"/>
                  </a:lnTo>
                  <a:lnTo>
                    <a:pt x="3963285" y="4725795"/>
                  </a:lnTo>
                  <a:close/>
                </a:path>
                <a:path w="9542780" h="6570345">
                  <a:moveTo>
                    <a:pt x="3963285" y="4768126"/>
                  </a:moveTo>
                  <a:lnTo>
                    <a:pt x="3944324" y="4768126"/>
                  </a:lnTo>
                  <a:lnTo>
                    <a:pt x="3935834" y="4774483"/>
                  </a:lnTo>
                  <a:lnTo>
                    <a:pt x="3935834" y="4795649"/>
                  </a:lnTo>
                  <a:lnTo>
                    <a:pt x="3942059" y="4802007"/>
                  </a:lnTo>
                  <a:lnTo>
                    <a:pt x="3961022" y="4802007"/>
                  </a:lnTo>
                  <a:lnTo>
                    <a:pt x="3969511" y="4795649"/>
                  </a:lnTo>
                  <a:lnTo>
                    <a:pt x="3969511" y="4776603"/>
                  </a:lnTo>
                  <a:lnTo>
                    <a:pt x="3963285" y="4768126"/>
                  </a:lnTo>
                  <a:close/>
                </a:path>
                <a:path w="9542780" h="6570345">
                  <a:moveTo>
                    <a:pt x="3963285" y="4812604"/>
                  </a:moveTo>
                  <a:lnTo>
                    <a:pt x="3944324" y="4812604"/>
                  </a:lnTo>
                  <a:lnTo>
                    <a:pt x="3935834" y="4818962"/>
                  </a:lnTo>
                  <a:lnTo>
                    <a:pt x="3935834" y="4838009"/>
                  </a:lnTo>
                  <a:lnTo>
                    <a:pt x="3942059" y="4846486"/>
                  </a:lnTo>
                  <a:lnTo>
                    <a:pt x="3961022" y="4846486"/>
                  </a:lnTo>
                  <a:lnTo>
                    <a:pt x="3969511" y="4840128"/>
                  </a:lnTo>
                  <a:lnTo>
                    <a:pt x="3969511" y="4821053"/>
                  </a:lnTo>
                  <a:lnTo>
                    <a:pt x="3963285" y="4812604"/>
                  </a:lnTo>
                  <a:close/>
                </a:path>
                <a:path w="9542780" h="6570345">
                  <a:moveTo>
                    <a:pt x="3963285" y="4857055"/>
                  </a:moveTo>
                  <a:lnTo>
                    <a:pt x="3944324" y="4857055"/>
                  </a:lnTo>
                  <a:lnTo>
                    <a:pt x="3935834" y="4863412"/>
                  </a:lnTo>
                  <a:lnTo>
                    <a:pt x="3935834" y="4882459"/>
                  </a:lnTo>
                  <a:lnTo>
                    <a:pt x="3942059" y="4890936"/>
                  </a:lnTo>
                  <a:lnTo>
                    <a:pt x="3961022" y="4890936"/>
                  </a:lnTo>
                  <a:lnTo>
                    <a:pt x="3969511" y="4882459"/>
                  </a:lnTo>
                  <a:lnTo>
                    <a:pt x="3969511" y="4865532"/>
                  </a:lnTo>
                  <a:lnTo>
                    <a:pt x="3963285" y="4857055"/>
                  </a:lnTo>
                  <a:close/>
                </a:path>
                <a:path w="9542780" h="6570345">
                  <a:moveTo>
                    <a:pt x="3963285" y="4901533"/>
                  </a:moveTo>
                  <a:lnTo>
                    <a:pt x="3944324" y="4901533"/>
                  </a:lnTo>
                  <a:lnTo>
                    <a:pt x="3935834" y="4907890"/>
                  </a:lnTo>
                  <a:lnTo>
                    <a:pt x="3935834" y="4926937"/>
                  </a:lnTo>
                  <a:lnTo>
                    <a:pt x="3942059" y="4935414"/>
                  </a:lnTo>
                  <a:lnTo>
                    <a:pt x="3961022" y="4935414"/>
                  </a:lnTo>
                  <a:lnTo>
                    <a:pt x="3969511" y="4926937"/>
                  </a:lnTo>
                  <a:lnTo>
                    <a:pt x="3969511" y="4909982"/>
                  </a:lnTo>
                  <a:lnTo>
                    <a:pt x="3963285" y="4901533"/>
                  </a:lnTo>
                  <a:close/>
                </a:path>
                <a:path w="9542780" h="6570345">
                  <a:moveTo>
                    <a:pt x="3963285" y="4945983"/>
                  </a:moveTo>
                  <a:lnTo>
                    <a:pt x="3944324" y="4945983"/>
                  </a:lnTo>
                  <a:lnTo>
                    <a:pt x="3935834" y="4952342"/>
                  </a:lnTo>
                  <a:lnTo>
                    <a:pt x="3935834" y="4971387"/>
                  </a:lnTo>
                  <a:lnTo>
                    <a:pt x="3942059" y="4979865"/>
                  </a:lnTo>
                  <a:lnTo>
                    <a:pt x="3961022" y="4979865"/>
                  </a:lnTo>
                  <a:lnTo>
                    <a:pt x="3969511" y="4971387"/>
                  </a:lnTo>
                  <a:lnTo>
                    <a:pt x="3969511" y="4954460"/>
                  </a:lnTo>
                  <a:lnTo>
                    <a:pt x="3963285" y="4945983"/>
                  </a:lnTo>
                  <a:close/>
                </a:path>
                <a:path w="9542780" h="6570345">
                  <a:moveTo>
                    <a:pt x="3963285" y="4990462"/>
                  </a:moveTo>
                  <a:lnTo>
                    <a:pt x="3944324" y="4990462"/>
                  </a:lnTo>
                  <a:lnTo>
                    <a:pt x="3935834" y="4996792"/>
                  </a:lnTo>
                  <a:lnTo>
                    <a:pt x="3935834" y="5015866"/>
                  </a:lnTo>
                  <a:lnTo>
                    <a:pt x="3942059" y="5024343"/>
                  </a:lnTo>
                  <a:lnTo>
                    <a:pt x="3961022" y="5024343"/>
                  </a:lnTo>
                  <a:lnTo>
                    <a:pt x="3969511" y="5015866"/>
                  </a:lnTo>
                  <a:lnTo>
                    <a:pt x="3969511" y="4998911"/>
                  </a:lnTo>
                  <a:lnTo>
                    <a:pt x="3963285" y="4990462"/>
                  </a:lnTo>
                  <a:close/>
                </a:path>
                <a:path w="9542780" h="6570345">
                  <a:moveTo>
                    <a:pt x="3963285" y="5034912"/>
                  </a:moveTo>
                  <a:lnTo>
                    <a:pt x="3944324" y="5034912"/>
                  </a:lnTo>
                  <a:lnTo>
                    <a:pt x="3935834" y="5041270"/>
                  </a:lnTo>
                  <a:lnTo>
                    <a:pt x="3935834" y="5060316"/>
                  </a:lnTo>
                  <a:lnTo>
                    <a:pt x="3942059" y="5068793"/>
                  </a:lnTo>
                  <a:lnTo>
                    <a:pt x="3952530" y="5068793"/>
                  </a:lnTo>
                  <a:lnTo>
                    <a:pt x="3961022" y="5066673"/>
                  </a:lnTo>
                  <a:lnTo>
                    <a:pt x="3969511" y="5060316"/>
                  </a:lnTo>
                  <a:lnTo>
                    <a:pt x="3969511" y="5043389"/>
                  </a:lnTo>
                  <a:lnTo>
                    <a:pt x="3963285" y="5034912"/>
                  </a:lnTo>
                  <a:close/>
                </a:path>
                <a:path w="9542780" h="6570345">
                  <a:moveTo>
                    <a:pt x="3963285" y="5077270"/>
                  </a:moveTo>
                  <a:lnTo>
                    <a:pt x="3944324" y="5077270"/>
                  </a:lnTo>
                  <a:lnTo>
                    <a:pt x="3935834" y="5083629"/>
                  </a:lnTo>
                  <a:lnTo>
                    <a:pt x="3935834" y="5102675"/>
                  </a:lnTo>
                  <a:lnTo>
                    <a:pt x="3942059" y="5111153"/>
                  </a:lnTo>
                  <a:lnTo>
                    <a:pt x="3961022" y="5111153"/>
                  </a:lnTo>
                  <a:lnTo>
                    <a:pt x="3969511" y="5104794"/>
                  </a:lnTo>
                  <a:lnTo>
                    <a:pt x="3969511" y="5085720"/>
                  </a:lnTo>
                  <a:lnTo>
                    <a:pt x="3963285" y="5077270"/>
                  </a:lnTo>
                  <a:close/>
                </a:path>
                <a:path w="9542780" h="6570345">
                  <a:moveTo>
                    <a:pt x="3963285" y="5121722"/>
                  </a:moveTo>
                  <a:lnTo>
                    <a:pt x="3944324" y="5121722"/>
                  </a:lnTo>
                  <a:lnTo>
                    <a:pt x="3935834" y="5128079"/>
                  </a:lnTo>
                  <a:lnTo>
                    <a:pt x="3935834" y="5147125"/>
                  </a:lnTo>
                  <a:lnTo>
                    <a:pt x="3942059" y="5155603"/>
                  </a:lnTo>
                  <a:lnTo>
                    <a:pt x="3961022" y="5155603"/>
                  </a:lnTo>
                  <a:lnTo>
                    <a:pt x="3969511" y="5149245"/>
                  </a:lnTo>
                  <a:lnTo>
                    <a:pt x="3969511" y="5130199"/>
                  </a:lnTo>
                  <a:lnTo>
                    <a:pt x="3963285" y="5121722"/>
                  </a:lnTo>
                  <a:close/>
                </a:path>
                <a:path w="9542780" h="6570345">
                  <a:moveTo>
                    <a:pt x="3963285" y="5166199"/>
                  </a:moveTo>
                  <a:lnTo>
                    <a:pt x="3944324" y="5166199"/>
                  </a:lnTo>
                  <a:lnTo>
                    <a:pt x="3935834" y="5172529"/>
                  </a:lnTo>
                  <a:lnTo>
                    <a:pt x="3935834" y="5191603"/>
                  </a:lnTo>
                  <a:lnTo>
                    <a:pt x="3942059" y="5200081"/>
                  </a:lnTo>
                  <a:lnTo>
                    <a:pt x="3961022" y="5200081"/>
                  </a:lnTo>
                  <a:lnTo>
                    <a:pt x="3969511" y="5191603"/>
                  </a:lnTo>
                  <a:lnTo>
                    <a:pt x="3969511" y="5174649"/>
                  </a:lnTo>
                  <a:lnTo>
                    <a:pt x="3963285" y="5166199"/>
                  </a:lnTo>
                  <a:close/>
                </a:path>
                <a:path w="9542780" h="6570345">
                  <a:moveTo>
                    <a:pt x="3963285" y="5210649"/>
                  </a:moveTo>
                  <a:lnTo>
                    <a:pt x="3944324" y="5210649"/>
                  </a:lnTo>
                  <a:lnTo>
                    <a:pt x="3935834" y="5217008"/>
                  </a:lnTo>
                  <a:lnTo>
                    <a:pt x="3935834" y="5236053"/>
                  </a:lnTo>
                  <a:lnTo>
                    <a:pt x="3942059" y="5244532"/>
                  </a:lnTo>
                  <a:lnTo>
                    <a:pt x="3961022" y="5244532"/>
                  </a:lnTo>
                  <a:lnTo>
                    <a:pt x="3969511" y="5236053"/>
                  </a:lnTo>
                  <a:lnTo>
                    <a:pt x="3969511" y="5219127"/>
                  </a:lnTo>
                  <a:lnTo>
                    <a:pt x="3963285" y="5210649"/>
                  </a:lnTo>
                  <a:close/>
                </a:path>
                <a:path w="9542780" h="6570345">
                  <a:moveTo>
                    <a:pt x="3963285" y="5255129"/>
                  </a:moveTo>
                  <a:lnTo>
                    <a:pt x="3944324" y="5255129"/>
                  </a:lnTo>
                  <a:lnTo>
                    <a:pt x="3935834" y="5261458"/>
                  </a:lnTo>
                  <a:lnTo>
                    <a:pt x="3935834" y="5282652"/>
                  </a:lnTo>
                  <a:lnTo>
                    <a:pt x="3942059" y="5288982"/>
                  </a:lnTo>
                  <a:lnTo>
                    <a:pt x="3961022" y="5288982"/>
                  </a:lnTo>
                  <a:lnTo>
                    <a:pt x="3969511" y="5280533"/>
                  </a:lnTo>
                  <a:lnTo>
                    <a:pt x="3969511" y="5263577"/>
                  </a:lnTo>
                  <a:lnTo>
                    <a:pt x="3963285" y="5255129"/>
                  </a:lnTo>
                  <a:close/>
                </a:path>
                <a:path w="9542780" h="6570345">
                  <a:moveTo>
                    <a:pt x="3963285" y="5299579"/>
                  </a:moveTo>
                  <a:lnTo>
                    <a:pt x="3944324" y="5299579"/>
                  </a:lnTo>
                  <a:lnTo>
                    <a:pt x="3935834" y="5305936"/>
                  </a:lnTo>
                  <a:lnTo>
                    <a:pt x="3935834" y="5327102"/>
                  </a:lnTo>
                  <a:lnTo>
                    <a:pt x="3942059" y="5333460"/>
                  </a:lnTo>
                  <a:lnTo>
                    <a:pt x="3961022" y="5333460"/>
                  </a:lnTo>
                  <a:lnTo>
                    <a:pt x="3969511" y="5324983"/>
                  </a:lnTo>
                  <a:lnTo>
                    <a:pt x="3969511" y="5308056"/>
                  </a:lnTo>
                  <a:lnTo>
                    <a:pt x="3963285" y="5299579"/>
                  </a:lnTo>
                  <a:close/>
                </a:path>
                <a:path w="9542780" h="6570345">
                  <a:moveTo>
                    <a:pt x="3963285" y="6182507"/>
                  </a:moveTo>
                  <a:lnTo>
                    <a:pt x="3944324" y="6182507"/>
                  </a:lnTo>
                  <a:lnTo>
                    <a:pt x="3935834" y="6188864"/>
                  </a:lnTo>
                  <a:lnTo>
                    <a:pt x="3935834" y="6210030"/>
                  </a:lnTo>
                  <a:lnTo>
                    <a:pt x="3942059" y="6216389"/>
                  </a:lnTo>
                  <a:lnTo>
                    <a:pt x="3961022" y="6216389"/>
                  </a:lnTo>
                  <a:lnTo>
                    <a:pt x="3969511" y="6207911"/>
                  </a:lnTo>
                  <a:lnTo>
                    <a:pt x="3969511" y="6190984"/>
                  </a:lnTo>
                  <a:lnTo>
                    <a:pt x="3963285" y="6182507"/>
                  </a:lnTo>
                  <a:close/>
                </a:path>
                <a:path w="9542780" h="6570345">
                  <a:moveTo>
                    <a:pt x="3963285" y="6226957"/>
                  </a:moveTo>
                  <a:lnTo>
                    <a:pt x="3944324" y="6226957"/>
                  </a:lnTo>
                  <a:lnTo>
                    <a:pt x="3935834" y="6233316"/>
                  </a:lnTo>
                  <a:lnTo>
                    <a:pt x="3935834" y="6254480"/>
                  </a:lnTo>
                  <a:lnTo>
                    <a:pt x="3942059" y="6260839"/>
                  </a:lnTo>
                  <a:lnTo>
                    <a:pt x="3961022" y="6260839"/>
                  </a:lnTo>
                  <a:lnTo>
                    <a:pt x="3969511" y="6252362"/>
                  </a:lnTo>
                  <a:lnTo>
                    <a:pt x="3969511" y="6235434"/>
                  </a:lnTo>
                  <a:lnTo>
                    <a:pt x="3963285" y="6226957"/>
                  </a:lnTo>
                  <a:close/>
                </a:path>
                <a:path w="9542780" h="6570345">
                  <a:moveTo>
                    <a:pt x="3918852" y="3798416"/>
                  </a:moveTo>
                  <a:lnTo>
                    <a:pt x="3899608" y="3798416"/>
                  </a:lnTo>
                  <a:lnTo>
                    <a:pt x="3891117" y="3804746"/>
                  </a:lnTo>
                  <a:lnTo>
                    <a:pt x="3891117" y="3823820"/>
                  </a:lnTo>
                  <a:lnTo>
                    <a:pt x="3897627" y="3832269"/>
                  </a:lnTo>
                  <a:lnTo>
                    <a:pt x="3908098" y="3832269"/>
                  </a:lnTo>
                  <a:lnTo>
                    <a:pt x="3918852" y="3830151"/>
                  </a:lnTo>
                  <a:lnTo>
                    <a:pt x="3925079" y="3823820"/>
                  </a:lnTo>
                  <a:lnTo>
                    <a:pt x="3925079" y="3806865"/>
                  </a:lnTo>
                  <a:lnTo>
                    <a:pt x="3918852" y="3798416"/>
                  </a:lnTo>
                  <a:close/>
                </a:path>
                <a:path w="9542780" h="6570345">
                  <a:moveTo>
                    <a:pt x="3918852" y="3840746"/>
                  </a:moveTo>
                  <a:lnTo>
                    <a:pt x="3899608" y="3840746"/>
                  </a:lnTo>
                  <a:lnTo>
                    <a:pt x="3891117" y="3847105"/>
                  </a:lnTo>
                  <a:lnTo>
                    <a:pt x="3891117" y="3866151"/>
                  </a:lnTo>
                  <a:lnTo>
                    <a:pt x="3897627" y="3874629"/>
                  </a:lnTo>
                  <a:lnTo>
                    <a:pt x="3918852" y="3874629"/>
                  </a:lnTo>
                  <a:lnTo>
                    <a:pt x="3925079" y="3868271"/>
                  </a:lnTo>
                  <a:lnTo>
                    <a:pt x="3925079" y="3849225"/>
                  </a:lnTo>
                  <a:lnTo>
                    <a:pt x="3918852" y="3840746"/>
                  </a:lnTo>
                  <a:close/>
                </a:path>
                <a:path w="9542780" h="6570345">
                  <a:moveTo>
                    <a:pt x="3918852" y="3885225"/>
                  </a:moveTo>
                  <a:lnTo>
                    <a:pt x="3899608" y="3885225"/>
                  </a:lnTo>
                  <a:lnTo>
                    <a:pt x="3891117" y="3891555"/>
                  </a:lnTo>
                  <a:lnTo>
                    <a:pt x="3891117" y="3910629"/>
                  </a:lnTo>
                  <a:lnTo>
                    <a:pt x="3897627" y="3919079"/>
                  </a:lnTo>
                  <a:lnTo>
                    <a:pt x="3918852" y="3919079"/>
                  </a:lnTo>
                  <a:lnTo>
                    <a:pt x="3925079" y="3912749"/>
                  </a:lnTo>
                  <a:lnTo>
                    <a:pt x="3925079" y="3893675"/>
                  </a:lnTo>
                  <a:lnTo>
                    <a:pt x="3918852" y="3885225"/>
                  </a:lnTo>
                  <a:close/>
                </a:path>
                <a:path w="9542780" h="6570345">
                  <a:moveTo>
                    <a:pt x="3918852" y="3929675"/>
                  </a:moveTo>
                  <a:lnTo>
                    <a:pt x="3899608" y="3929675"/>
                  </a:lnTo>
                  <a:lnTo>
                    <a:pt x="3891117" y="3936033"/>
                  </a:lnTo>
                  <a:lnTo>
                    <a:pt x="3891117" y="3955079"/>
                  </a:lnTo>
                  <a:lnTo>
                    <a:pt x="3897627" y="3963558"/>
                  </a:lnTo>
                  <a:lnTo>
                    <a:pt x="3918852" y="3963558"/>
                  </a:lnTo>
                  <a:lnTo>
                    <a:pt x="3925079" y="3955079"/>
                  </a:lnTo>
                  <a:lnTo>
                    <a:pt x="3925079" y="3938153"/>
                  </a:lnTo>
                  <a:lnTo>
                    <a:pt x="3918852" y="3929675"/>
                  </a:lnTo>
                  <a:close/>
                </a:path>
                <a:path w="9542780" h="6570345">
                  <a:moveTo>
                    <a:pt x="3918852" y="3974125"/>
                  </a:moveTo>
                  <a:lnTo>
                    <a:pt x="3899608" y="3974125"/>
                  </a:lnTo>
                  <a:lnTo>
                    <a:pt x="3891117" y="3980484"/>
                  </a:lnTo>
                  <a:lnTo>
                    <a:pt x="3891117" y="3999558"/>
                  </a:lnTo>
                  <a:lnTo>
                    <a:pt x="3897627" y="4008008"/>
                  </a:lnTo>
                  <a:lnTo>
                    <a:pt x="3918852" y="4008008"/>
                  </a:lnTo>
                  <a:lnTo>
                    <a:pt x="3925079" y="3999558"/>
                  </a:lnTo>
                  <a:lnTo>
                    <a:pt x="3925079" y="3982603"/>
                  </a:lnTo>
                  <a:lnTo>
                    <a:pt x="3918852" y="3974125"/>
                  </a:lnTo>
                  <a:close/>
                </a:path>
                <a:path w="9542780" h="6570345">
                  <a:moveTo>
                    <a:pt x="3918852" y="4018605"/>
                  </a:moveTo>
                  <a:lnTo>
                    <a:pt x="3899608" y="4018605"/>
                  </a:lnTo>
                  <a:lnTo>
                    <a:pt x="3891117" y="4024962"/>
                  </a:lnTo>
                  <a:lnTo>
                    <a:pt x="3891117" y="4044008"/>
                  </a:lnTo>
                  <a:lnTo>
                    <a:pt x="3897627" y="4052486"/>
                  </a:lnTo>
                  <a:lnTo>
                    <a:pt x="3918852" y="4052486"/>
                  </a:lnTo>
                  <a:lnTo>
                    <a:pt x="3925079" y="4044008"/>
                  </a:lnTo>
                  <a:lnTo>
                    <a:pt x="3925079" y="4027082"/>
                  </a:lnTo>
                  <a:lnTo>
                    <a:pt x="3918852" y="4018605"/>
                  </a:lnTo>
                  <a:close/>
                </a:path>
                <a:path w="9542780" h="6570345">
                  <a:moveTo>
                    <a:pt x="3918852" y="4063055"/>
                  </a:moveTo>
                  <a:lnTo>
                    <a:pt x="3899608" y="4063055"/>
                  </a:lnTo>
                  <a:lnTo>
                    <a:pt x="3891117" y="4069412"/>
                  </a:lnTo>
                  <a:lnTo>
                    <a:pt x="3891117" y="4088486"/>
                  </a:lnTo>
                  <a:lnTo>
                    <a:pt x="3897627" y="4096936"/>
                  </a:lnTo>
                  <a:lnTo>
                    <a:pt x="3908098" y="4096936"/>
                  </a:lnTo>
                  <a:lnTo>
                    <a:pt x="3918852" y="4094816"/>
                  </a:lnTo>
                  <a:lnTo>
                    <a:pt x="3925079" y="4088486"/>
                  </a:lnTo>
                  <a:lnTo>
                    <a:pt x="3925079" y="4071532"/>
                  </a:lnTo>
                  <a:lnTo>
                    <a:pt x="3918852" y="4063055"/>
                  </a:lnTo>
                  <a:close/>
                </a:path>
                <a:path w="9542780" h="6570345">
                  <a:moveTo>
                    <a:pt x="3918852" y="4107533"/>
                  </a:moveTo>
                  <a:lnTo>
                    <a:pt x="3899608" y="4107533"/>
                  </a:lnTo>
                  <a:lnTo>
                    <a:pt x="3891117" y="4113891"/>
                  </a:lnTo>
                  <a:lnTo>
                    <a:pt x="3891117" y="4132936"/>
                  </a:lnTo>
                  <a:lnTo>
                    <a:pt x="3897627" y="4141415"/>
                  </a:lnTo>
                  <a:lnTo>
                    <a:pt x="3908098" y="4141415"/>
                  </a:lnTo>
                  <a:lnTo>
                    <a:pt x="3918852" y="4139295"/>
                  </a:lnTo>
                  <a:lnTo>
                    <a:pt x="3925079" y="4132936"/>
                  </a:lnTo>
                  <a:lnTo>
                    <a:pt x="3925079" y="4116010"/>
                  </a:lnTo>
                  <a:lnTo>
                    <a:pt x="3918852" y="4107533"/>
                  </a:lnTo>
                  <a:close/>
                </a:path>
                <a:path w="9542780" h="6570345">
                  <a:moveTo>
                    <a:pt x="3918852" y="4149864"/>
                  </a:moveTo>
                  <a:lnTo>
                    <a:pt x="3899608" y="4149864"/>
                  </a:lnTo>
                  <a:lnTo>
                    <a:pt x="3891117" y="4156222"/>
                  </a:lnTo>
                  <a:lnTo>
                    <a:pt x="3891117" y="4175296"/>
                  </a:lnTo>
                  <a:lnTo>
                    <a:pt x="3897627" y="4183745"/>
                  </a:lnTo>
                  <a:lnTo>
                    <a:pt x="3918852" y="4183745"/>
                  </a:lnTo>
                  <a:lnTo>
                    <a:pt x="3925079" y="4177416"/>
                  </a:lnTo>
                  <a:lnTo>
                    <a:pt x="3925079" y="4158341"/>
                  </a:lnTo>
                  <a:lnTo>
                    <a:pt x="3918852" y="4149864"/>
                  </a:lnTo>
                  <a:close/>
                </a:path>
                <a:path w="9542780" h="6570345">
                  <a:moveTo>
                    <a:pt x="3918852" y="4194342"/>
                  </a:moveTo>
                  <a:lnTo>
                    <a:pt x="3899608" y="4194342"/>
                  </a:lnTo>
                  <a:lnTo>
                    <a:pt x="3891117" y="4200700"/>
                  </a:lnTo>
                  <a:lnTo>
                    <a:pt x="3891117" y="4221866"/>
                  </a:lnTo>
                  <a:lnTo>
                    <a:pt x="3897627" y="4228223"/>
                  </a:lnTo>
                  <a:lnTo>
                    <a:pt x="3918852" y="4228223"/>
                  </a:lnTo>
                  <a:lnTo>
                    <a:pt x="3925079" y="4221866"/>
                  </a:lnTo>
                  <a:lnTo>
                    <a:pt x="3925079" y="4202819"/>
                  </a:lnTo>
                  <a:lnTo>
                    <a:pt x="3918852" y="4194342"/>
                  </a:lnTo>
                  <a:close/>
                </a:path>
                <a:path w="9542780" h="6570345">
                  <a:moveTo>
                    <a:pt x="3918852" y="4238792"/>
                  </a:moveTo>
                  <a:lnTo>
                    <a:pt x="3899608" y="4238792"/>
                  </a:lnTo>
                  <a:lnTo>
                    <a:pt x="3891117" y="4245151"/>
                  </a:lnTo>
                  <a:lnTo>
                    <a:pt x="3891117" y="4266316"/>
                  </a:lnTo>
                  <a:lnTo>
                    <a:pt x="3897627" y="4272674"/>
                  </a:lnTo>
                  <a:lnTo>
                    <a:pt x="3918852" y="4272674"/>
                  </a:lnTo>
                  <a:lnTo>
                    <a:pt x="3925079" y="4264225"/>
                  </a:lnTo>
                  <a:lnTo>
                    <a:pt x="3925079" y="4247269"/>
                  </a:lnTo>
                  <a:lnTo>
                    <a:pt x="3918852" y="4238792"/>
                  </a:lnTo>
                  <a:close/>
                </a:path>
                <a:path w="9542780" h="6570345">
                  <a:moveTo>
                    <a:pt x="3918852" y="4283271"/>
                  </a:moveTo>
                  <a:lnTo>
                    <a:pt x="3899608" y="4283271"/>
                  </a:lnTo>
                  <a:lnTo>
                    <a:pt x="3891117" y="4289629"/>
                  </a:lnTo>
                  <a:lnTo>
                    <a:pt x="3891117" y="4308675"/>
                  </a:lnTo>
                  <a:lnTo>
                    <a:pt x="3897627" y="4317152"/>
                  </a:lnTo>
                  <a:lnTo>
                    <a:pt x="3918852" y="4317152"/>
                  </a:lnTo>
                  <a:lnTo>
                    <a:pt x="3925079" y="4308675"/>
                  </a:lnTo>
                  <a:lnTo>
                    <a:pt x="3925079" y="4291749"/>
                  </a:lnTo>
                  <a:lnTo>
                    <a:pt x="3918852" y="4283271"/>
                  </a:lnTo>
                  <a:close/>
                </a:path>
                <a:path w="9542780" h="6570345">
                  <a:moveTo>
                    <a:pt x="3918852" y="4327721"/>
                  </a:moveTo>
                  <a:lnTo>
                    <a:pt x="3899608" y="4327721"/>
                  </a:lnTo>
                  <a:lnTo>
                    <a:pt x="3891117" y="4334079"/>
                  </a:lnTo>
                  <a:lnTo>
                    <a:pt x="3891117" y="4353153"/>
                  </a:lnTo>
                  <a:lnTo>
                    <a:pt x="3897627" y="4361602"/>
                  </a:lnTo>
                  <a:lnTo>
                    <a:pt x="3918852" y="4361602"/>
                  </a:lnTo>
                  <a:lnTo>
                    <a:pt x="3925079" y="4353153"/>
                  </a:lnTo>
                  <a:lnTo>
                    <a:pt x="3925079" y="4336199"/>
                  </a:lnTo>
                  <a:lnTo>
                    <a:pt x="3918852" y="4327721"/>
                  </a:lnTo>
                  <a:close/>
                </a:path>
                <a:path w="9542780" h="6570345">
                  <a:moveTo>
                    <a:pt x="3918852" y="4372199"/>
                  </a:moveTo>
                  <a:lnTo>
                    <a:pt x="3899608" y="4372199"/>
                  </a:lnTo>
                  <a:lnTo>
                    <a:pt x="3891117" y="4378558"/>
                  </a:lnTo>
                  <a:lnTo>
                    <a:pt x="3891117" y="4397603"/>
                  </a:lnTo>
                  <a:lnTo>
                    <a:pt x="3897627" y="4406082"/>
                  </a:lnTo>
                  <a:lnTo>
                    <a:pt x="3908098" y="4406082"/>
                  </a:lnTo>
                  <a:lnTo>
                    <a:pt x="3918852" y="4403962"/>
                  </a:lnTo>
                  <a:lnTo>
                    <a:pt x="3925079" y="4397603"/>
                  </a:lnTo>
                  <a:lnTo>
                    <a:pt x="3925079" y="4380677"/>
                  </a:lnTo>
                  <a:lnTo>
                    <a:pt x="3918852" y="4372199"/>
                  </a:lnTo>
                  <a:close/>
                </a:path>
                <a:path w="9542780" h="6570345">
                  <a:moveTo>
                    <a:pt x="3918852" y="4416649"/>
                  </a:moveTo>
                  <a:lnTo>
                    <a:pt x="3899608" y="4416649"/>
                  </a:lnTo>
                  <a:lnTo>
                    <a:pt x="3891117" y="4423008"/>
                  </a:lnTo>
                  <a:lnTo>
                    <a:pt x="3891117" y="4442054"/>
                  </a:lnTo>
                  <a:lnTo>
                    <a:pt x="3897627" y="4450532"/>
                  </a:lnTo>
                  <a:lnTo>
                    <a:pt x="3908098" y="4450532"/>
                  </a:lnTo>
                  <a:lnTo>
                    <a:pt x="3918852" y="4448412"/>
                  </a:lnTo>
                  <a:lnTo>
                    <a:pt x="3925079" y="4442054"/>
                  </a:lnTo>
                  <a:lnTo>
                    <a:pt x="3925079" y="4425127"/>
                  </a:lnTo>
                  <a:lnTo>
                    <a:pt x="3918852" y="4416649"/>
                  </a:lnTo>
                  <a:close/>
                </a:path>
                <a:path w="9542780" h="6570345">
                  <a:moveTo>
                    <a:pt x="3918852" y="4459009"/>
                  </a:moveTo>
                  <a:lnTo>
                    <a:pt x="3899608" y="4459009"/>
                  </a:lnTo>
                  <a:lnTo>
                    <a:pt x="3891117" y="4465366"/>
                  </a:lnTo>
                  <a:lnTo>
                    <a:pt x="3891117" y="4484413"/>
                  </a:lnTo>
                  <a:lnTo>
                    <a:pt x="3897627" y="4492890"/>
                  </a:lnTo>
                  <a:lnTo>
                    <a:pt x="3918852" y="4492890"/>
                  </a:lnTo>
                  <a:lnTo>
                    <a:pt x="3925079" y="4486532"/>
                  </a:lnTo>
                  <a:lnTo>
                    <a:pt x="3925079" y="4467486"/>
                  </a:lnTo>
                  <a:lnTo>
                    <a:pt x="3918852" y="4459009"/>
                  </a:lnTo>
                  <a:close/>
                </a:path>
                <a:path w="9542780" h="6570345">
                  <a:moveTo>
                    <a:pt x="3918852" y="4503459"/>
                  </a:moveTo>
                  <a:lnTo>
                    <a:pt x="3899608" y="4503459"/>
                  </a:lnTo>
                  <a:lnTo>
                    <a:pt x="3891117" y="4509816"/>
                  </a:lnTo>
                  <a:lnTo>
                    <a:pt x="3891117" y="4528863"/>
                  </a:lnTo>
                  <a:lnTo>
                    <a:pt x="3897627" y="4537341"/>
                  </a:lnTo>
                  <a:lnTo>
                    <a:pt x="3918852" y="4537341"/>
                  </a:lnTo>
                  <a:lnTo>
                    <a:pt x="3925079" y="4530982"/>
                  </a:lnTo>
                  <a:lnTo>
                    <a:pt x="3925079" y="4511936"/>
                  </a:lnTo>
                  <a:lnTo>
                    <a:pt x="3918852" y="4503459"/>
                  </a:lnTo>
                  <a:close/>
                </a:path>
                <a:path w="9542780" h="6570345">
                  <a:moveTo>
                    <a:pt x="3918852" y="4547938"/>
                  </a:moveTo>
                  <a:lnTo>
                    <a:pt x="3899608" y="4547938"/>
                  </a:lnTo>
                  <a:lnTo>
                    <a:pt x="3891117" y="4554296"/>
                  </a:lnTo>
                  <a:lnTo>
                    <a:pt x="3891117" y="4573342"/>
                  </a:lnTo>
                  <a:lnTo>
                    <a:pt x="3897627" y="4581819"/>
                  </a:lnTo>
                  <a:lnTo>
                    <a:pt x="3918852" y="4581819"/>
                  </a:lnTo>
                  <a:lnTo>
                    <a:pt x="3925079" y="4573342"/>
                  </a:lnTo>
                  <a:lnTo>
                    <a:pt x="3925079" y="4556415"/>
                  </a:lnTo>
                  <a:lnTo>
                    <a:pt x="3918852" y="4547938"/>
                  </a:lnTo>
                  <a:close/>
                </a:path>
                <a:path w="9542780" h="6570345">
                  <a:moveTo>
                    <a:pt x="3918852" y="4592388"/>
                  </a:moveTo>
                  <a:lnTo>
                    <a:pt x="3899608" y="4592388"/>
                  </a:lnTo>
                  <a:lnTo>
                    <a:pt x="3891117" y="4598746"/>
                  </a:lnTo>
                  <a:lnTo>
                    <a:pt x="3891117" y="4617792"/>
                  </a:lnTo>
                  <a:lnTo>
                    <a:pt x="3897627" y="4626269"/>
                  </a:lnTo>
                  <a:lnTo>
                    <a:pt x="3918852" y="4626269"/>
                  </a:lnTo>
                  <a:lnTo>
                    <a:pt x="3925079" y="4617792"/>
                  </a:lnTo>
                  <a:lnTo>
                    <a:pt x="3925079" y="4600865"/>
                  </a:lnTo>
                  <a:lnTo>
                    <a:pt x="3918852" y="4592388"/>
                  </a:lnTo>
                  <a:close/>
                </a:path>
                <a:path w="9542780" h="6570345">
                  <a:moveTo>
                    <a:pt x="3918852" y="4636866"/>
                  </a:moveTo>
                  <a:lnTo>
                    <a:pt x="3899608" y="4636866"/>
                  </a:lnTo>
                  <a:lnTo>
                    <a:pt x="3891117" y="4643224"/>
                  </a:lnTo>
                  <a:lnTo>
                    <a:pt x="3891117" y="4662270"/>
                  </a:lnTo>
                  <a:lnTo>
                    <a:pt x="3897627" y="4670748"/>
                  </a:lnTo>
                  <a:lnTo>
                    <a:pt x="3918852" y="4670748"/>
                  </a:lnTo>
                  <a:lnTo>
                    <a:pt x="3925079" y="4662270"/>
                  </a:lnTo>
                  <a:lnTo>
                    <a:pt x="3925079" y="4645343"/>
                  </a:lnTo>
                  <a:lnTo>
                    <a:pt x="3918852" y="4636866"/>
                  </a:lnTo>
                  <a:close/>
                </a:path>
                <a:path w="9542780" h="6570345">
                  <a:moveTo>
                    <a:pt x="3918852" y="4681316"/>
                  </a:moveTo>
                  <a:lnTo>
                    <a:pt x="3899608" y="4681316"/>
                  </a:lnTo>
                  <a:lnTo>
                    <a:pt x="3891117" y="4687675"/>
                  </a:lnTo>
                  <a:lnTo>
                    <a:pt x="3891117" y="4706721"/>
                  </a:lnTo>
                  <a:lnTo>
                    <a:pt x="3897627" y="4715198"/>
                  </a:lnTo>
                  <a:lnTo>
                    <a:pt x="3908098" y="4715198"/>
                  </a:lnTo>
                  <a:lnTo>
                    <a:pt x="3918852" y="4713079"/>
                  </a:lnTo>
                  <a:lnTo>
                    <a:pt x="3925079" y="4706721"/>
                  </a:lnTo>
                  <a:lnTo>
                    <a:pt x="3925079" y="4689793"/>
                  </a:lnTo>
                  <a:lnTo>
                    <a:pt x="3918852" y="4681316"/>
                  </a:lnTo>
                  <a:close/>
                </a:path>
                <a:path w="9542780" h="6570345">
                  <a:moveTo>
                    <a:pt x="3918852" y="4725795"/>
                  </a:moveTo>
                  <a:lnTo>
                    <a:pt x="3899608" y="4725795"/>
                  </a:lnTo>
                  <a:lnTo>
                    <a:pt x="3891117" y="4732153"/>
                  </a:lnTo>
                  <a:lnTo>
                    <a:pt x="3891117" y="4753319"/>
                  </a:lnTo>
                  <a:lnTo>
                    <a:pt x="3897627" y="4759676"/>
                  </a:lnTo>
                  <a:lnTo>
                    <a:pt x="3908098" y="4759676"/>
                  </a:lnTo>
                  <a:lnTo>
                    <a:pt x="3918852" y="4757557"/>
                  </a:lnTo>
                  <a:lnTo>
                    <a:pt x="3925079" y="4751199"/>
                  </a:lnTo>
                  <a:lnTo>
                    <a:pt x="3925079" y="4734245"/>
                  </a:lnTo>
                  <a:lnTo>
                    <a:pt x="3918852" y="4725795"/>
                  </a:lnTo>
                  <a:close/>
                </a:path>
                <a:path w="9542780" h="6570345">
                  <a:moveTo>
                    <a:pt x="3918852" y="4768126"/>
                  </a:moveTo>
                  <a:lnTo>
                    <a:pt x="3899608" y="4768126"/>
                  </a:lnTo>
                  <a:lnTo>
                    <a:pt x="3891117" y="4774483"/>
                  </a:lnTo>
                  <a:lnTo>
                    <a:pt x="3891117" y="4795649"/>
                  </a:lnTo>
                  <a:lnTo>
                    <a:pt x="3897627" y="4802007"/>
                  </a:lnTo>
                  <a:lnTo>
                    <a:pt x="3918852" y="4802007"/>
                  </a:lnTo>
                  <a:lnTo>
                    <a:pt x="3925079" y="4795649"/>
                  </a:lnTo>
                  <a:lnTo>
                    <a:pt x="3925079" y="4776603"/>
                  </a:lnTo>
                  <a:lnTo>
                    <a:pt x="3918852" y="4768126"/>
                  </a:lnTo>
                  <a:close/>
                </a:path>
                <a:path w="9542780" h="6570345">
                  <a:moveTo>
                    <a:pt x="3918852" y="4812604"/>
                  </a:moveTo>
                  <a:lnTo>
                    <a:pt x="3899608" y="4812604"/>
                  </a:lnTo>
                  <a:lnTo>
                    <a:pt x="3891117" y="4818962"/>
                  </a:lnTo>
                  <a:lnTo>
                    <a:pt x="3891117" y="4838009"/>
                  </a:lnTo>
                  <a:lnTo>
                    <a:pt x="3897627" y="4846486"/>
                  </a:lnTo>
                  <a:lnTo>
                    <a:pt x="3918852" y="4846486"/>
                  </a:lnTo>
                  <a:lnTo>
                    <a:pt x="3925079" y="4840128"/>
                  </a:lnTo>
                  <a:lnTo>
                    <a:pt x="3925079" y="4821053"/>
                  </a:lnTo>
                  <a:lnTo>
                    <a:pt x="3918852" y="4812604"/>
                  </a:lnTo>
                  <a:close/>
                </a:path>
                <a:path w="9542780" h="6570345">
                  <a:moveTo>
                    <a:pt x="3918852" y="4857055"/>
                  </a:moveTo>
                  <a:lnTo>
                    <a:pt x="3899608" y="4857055"/>
                  </a:lnTo>
                  <a:lnTo>
                    <a:pt x="3891117" y="4863412"/>
                  </a:lnTo>
                  <a:lnTo>
                    <a:pt x="3891117" y="4882459"/>
                  </a:lnTo>
                  <a:lnTo>
                    <a:pt x="3897627" y="4890936"/>
                  </a:lnTo>
                  <a:lnTo>
                    <a:pt x="3918852" y="4890936"/>
                  </a:lnTo>
                  <a:lnTo>
                    <a:pt x="3925079" y="4882459"/>
                  </a:lnTo>
                  <a:lnTo>
                    <a:pt x="3925079" y="4865532"/>
                  </a:lnTo>
                  <a:lnTo>
                    <a:pt x="3918852" y="4857055"/>
                  </a:lnTo>
                  <a:close/>
                </a:path>
                <a:path w="9542780" h="6570345">
                  <a:moveTo>
                    <a:pt x="3918852" y="4901533"/>
                  </a:moveTo>
                  <a:lnTo>
                    <a:pt x="3899608" y="4901533"/>
                  </a:lnTo>
                  <a:lnTo>
                    <a:pt x="3891117" y="4907890"/>
                  </a:lnTo>
                  <a:lnTo>
                    <a:pt x="3891117" y="4926937"/>
                  </a:lnTo>
                  <a:lnTo>
                    <a:pt x="3897627" y="4935414"/>
                  </a:lnTo>
                  <a:lnTo>
                    <a:pt x="3918852" y="4935414"/>
                  </a:lnTo>
                  <a:lnTo>
                    <a:pt x="3925079" y="4926937"/>
                  </a:lnTo>
                  <a:lnTo>
                    <a:pt x="3925079" y="4909982"/>
                  </a:lnTo>
                  <a:lnTo>
                    <a:pt x="3918852" y="4901533"/>
                  </a:lnTo>
                  <a:close/>
                </a:path>
                <a:path w="9542780" h="6570345">
                  <a:moveTo>
                    <a:pt x="3918852" y="4945983"/>
                  </a:moveTo>
                  <a:lnTo>
                    <a:pt x="3899608" y="4945983"/>
                  </a:lnTo>
                  <a:lnTo>
                    <a:pt x="3891117" y="4952342"/>
                  </a:lnTo>
                  <a:lnTo>
                    <a:pt x="3891117" y="4971387"/>
                  </a:lnTo>
                  <a:lnTo>
                    <a:pt x="3897627" y="4979865"/>
                  </a:lnTo>
                  <a:lnTo>
                    <a:pt x="3918852" y="4979865"/>
                  </a:lnTo>
                  <a:lnTo>
                    <a:pt x="3925079" y="4971387"/>
                  </a:lnTo>
                  <a:lnTo>
                    <a:pt x="3925079" y="4954460"/>
                  </a:lnTo>
                  <a:lnTo>
                    <a:pt x="3918852" y="4945983"/>
                  </a:lnTo>
                  <a:close/>
                </a:path>
                <a:path w="9542780" h="6570345">
                  <a:moveTo>
                    <a:pt x="3918852" y="4990462"/>
                  </a:moveTo>
                  <a:lnTo>
                    <a:pt x="3899608" y="4990462"/>
                  </a:lnTo>
                  <a:lnTo>
                    <a:pt x="3891117" y="4996792"/>
                  </a:lnTo>
                  <a:lnTo>
                    <a:pt x="3891117" y="5015866"/>
                  </a:lnTo>
                  <a:lnTo>
                    <a:pt x="3897627" y="5024343"/>
                  </a:lnTo>
                  <a:lnTo>
                    <a:pt x="3918852" y="5024343"/>
                  </a:lnTo>
                  <a:lnTo>
                    <a:pt x="3925079" y="5015866"/>
                  </a:lnTo>
                  <a:lnTo>
                    <a:pt x="3925079" y="4998911"/>
                  </a:lnTo>
                  <a:lnTo>
                    <a:pt x="3918852" y="4990462"/>
                  </a:lnTo>
                  <a:close/>
                </a:path>
                <a:path w="9542780" h="6570345">
                  <a:moveTo>
                    <a:pt x="3918852" y="5034912"/>
                  </a:moveTo>
                  <a:lnTo>
                    <a:pt x="3899608" y="5034912"/>
                  </a:lnTo>
                  <a:lnTo>
                    <a:pt x="3891117" y="5041270"/>
                  </a:lnTo>
                  <a:lnTo>
                    <a:pt x="3891117" y="5060316"/>
                  </a:lnTo>
                  <a:lnTo>
                    <a:pt x="3897627" y="5068793"/>
                  </a:lnTo>
                  <a:lnTo>
                    <a:pt x="3908098" y="5068793"/>
                  </a:lnTo>
                  <a:lnTo>
                    <a:pt x="3918852" y="5066673"/>
                  </a:lnTo>
                  <a:lnTo>
                    <a:pt x="3925079" y="5060316"/>
                  </a:lnTo>
                  <a:lnTo>
                    <a:pt x="3925079" y="5043389"/>
                  </a:lnTo>
                  <a:lnTo>
                    <a:pt x="3918852" y="5034912"/>
                  </a:lnTo>
                  <a:close/>
                </a:path>
                <a:path w="9542780" h="6570345">
                  <a:moveTo>
                    <a:pt x="3918852" y="5077270"/>
                  </a:moveTo>
                  <a:lnTo>
                    <a:pt x="3899608" y="5077270"/>
                  </a:lnTo>
                  <a:lnTo>
                    <a:pt x="3891117" y="5083629"/>
                  </a:lnTo>
                  <a:lnTo>
                    <a:pt x="3891117" y="5102675"/>
                  </a:lnTo>
                  <a:lnTo>
                    <a:pt x="3897627" y="5111153"/>
                  </a:lnTo>
                  <a:lnTo>
                    <a:pt x="3918852" y="5111153"/>
                  </a:lnTo>
                  <a:lnTo>
                    <a:pt x="3925079" y="5104794"/>
                  </a:lnTo>
                  <a:lnTo>
                    <a:pt x="3925079" y="5085720"/>
                  </a:lnTo>
                  <a:lnTo>
                    <a:pt x="3918852" y="5077270"/>
                  </a:lnTo>
                  <a:close/>
                </a:path>
                <a:path w="9542780" h="6570345">
                  <a:moveTo>
                    <a:pt x="3918852" y="5121722"/>
                  </a:moveTo>
                  <a:lnTo>
                    <a:pt x="3899608" y="5121722"/>
                  </a:lnTo>
                  <a:lnTo>
                    <a:pt x="3891117" y="5128079"/>
                  </a:lnTo>
                  <a:lnTo>
                    <a:pt x="3891117" y="5147125"/>
                  </a:lnTo>
                  <a:lnTo>
                    <a:pt x="3897627" y="5155603"/>
                  </a:lnTo>
                  <a:lnTo>
                    <a:pt x="3918852" y="5155603"/>
                  </a:lnTo>
                  <a:lnTo>
                    <a:pt x="3925079" y="5149245"/>
                  </a:lnTo>
                  <a:lnTo>
                    <a:pt x="3925079" y="5130199"/>
                  </a:lnTo>
                  <a:lnTo>
                    <a:pt x="3918852" y="5121722"/>
                  </a:lnTo>
                  <a:close/>
                </a:path>
                <a:path w="9542780" h="6570345">
                  <a:moveTo>
                    <a:pt x="3918852" y="5166199"/>
                  </a:moveTo>
                  <a:lnTo>
                    <a:pt x="3899608" y="5166199"/>
                  </a:lnTo>
                  <a:lnTo>
                    <a:pt x="3891117" y="5172529"/>
                  </a:lnTo>
                  <a:lnTo>
                    <a:pt x="3891117" y="5191603"/>
                  </a:lnTo>
                  <a:lnTo>
                    <a:pt x="3897627" y="5200081"/>
                  </a:lnTo>
                  <a:lnTo>
                    <a:pt x="3918852" y="5200081"/>
                  </a:lnTo>
                  <a:lnTo>
                    <a:pt x="3925079" y="5191603"/>
                  </a:lnTo>
                  <a:lnTo>
                    <a:pt x="3925079" y="5174649"/>
                  </a:lnTo>
                  <a:lnTo>
                    <a:pt x="3918852" y="5166199"/>
                  </a:lnTo>
                  <a:close/>
                </a:path>
                <a:path w="9542780" h="6570345">
                  <a:moveTo>
                    <a:pt x="3918852" y="5210649"/>
                  </a:moveTo>
                  <a:lnTo>
                    <a:pt x="3899608" y="5210649"/>
                  </a:lnTo>
                  <a:lnTo>
                    <a:pt x="3891117" y="5217008"/>
                  </a:lnTo>
                  <a:lnTo>
                    <a:pt x="3891117" y="5236053"/>
                  </a:lnTo>
                  <a:lnTo>
                    <a:pt x="3897627" y="5244532"/>
                  </a:lnTo>
                  <a:lnTo>
                    <a:pt x="3918852" y="5244532"/>
                  </a:lnTo>
                  <a:lnTo>
                    <a:pt x="3925079" y="5236053"/>
                  </a:lnTo>
                  <a:lnTo>
                    <a:pt x="3925079" y="5219127"/>
                  </a:lnTo>
                  <a:lnTo>
                    <a:pt x="3918852" y="5210649"/>
                  </a:lnTo>
                  <a:close/>
                </a:path>
                <a:path w="9542780" h="6570345">
                  <a:moveTo>
                    <a:pt x="3918852" y="5255129"/>
                  </a:moveTo>
                  <a:lnTo>
                    <a:pt x="3899608" y="5255129"/>
                  </a:lnTo>
                  <a:lnTo>
                    <a:pt x="3891117" y="5261458"/>
                  </a:lnTo>
                  <a:lnTo>
                    <a:pt x="3891117" y="5282652"/>
                  </a:lnTo>
                  <a:lnTo>
                    <a:pt x="3897627" y="5288982"/>
                  </a:lnTo>
                  <a:lnTo>
                    <a:pt x="3918852" y="5288982"/>
                  </a:lnTo>
                  <a:lnTo>
                    <a:pt x="3925079" y="5280533"/>
                  </a:lnTo>
                  <a:lnTo>
                    <a:pt x="3925079" y="5263577"/>
                  </a:lnTo>
                  <a:lnTo>
                    <a:pt x="3918852" y="5255129"/>
                  </a:lnTo>
                  <a:close/>
                </a:path>
                <a:path w="9542780" h="6570345">
                  <a:moveTo>
                    <a:pt x="3918852" y="5299579"/>
                  </a:moveTo>
                  <a:lnTo>
                    <a:pt x="3899608" y="5299579"/>
                  </a:lnTo>
                  <a:lnTo>
                    <a:pt x="3891117" y="5305936"/>
                  </a:lnTo>
                  <a:lnTo>
                    <a:pt x="3891117" y="5327102"/>
                  </a:lnTo>
                  <a:lnTo>
                    <a:pt x="3897627" y="5333460"/>
                  </a:lnTo>
                  <a:lnTo>
                    <a:pt x="3918852" y="5333460"/>
                  </a:lnTo>
                  <a:lnTo>
                    <a:pt x="3925079" y="5324983"/>
                  </a:lnTo>
                  <a:lnTo>
                    <a:pt x="3925079" y="5308056"/>
                  </a:lnTo>
                  <a:lnTo>
                    <a:pt x="3918852" y="5299579"/>
                  </a:lnTo>
                  <a:close/>
                </a:path>
                <a:path w="9542780" h="6570345">
                  <a:moveTo>
                    <a:pt x="3918852" y="5344057"/>
                  </a:moveTo>
                  <a:lnTo>
                    <a:pt x="3899608" y="5344057"/>
                  </a:lnTo>
                  <a:lnTo>
                    <a:pt x="3891117" y="5350386"/>
                  </a:lnTo>
                  <a:lnTo>
                    <a:pt x="3891117" y="5369460"/>
                  </a:lnTo>
                  <a:lnTo>
                    <a:pt x="3897627" y="5377910"/>
                  </a:lnTo>
                  <a:lnTo>
                    <a:pt x="3908098" y="5377910"/>
                  </a:lnTo>
                  <a:lnTo>
                    <a:pt x="3918852" y="5375791"/>
                  </a:lnTo>
                  <a:lnTo>
                    <a:pt x="3925079" y="5369460"/>
                  </a:lnTo>
                  <a:lnTo>
                    <a:pt x="3925079" y="5352506"/>
                  </a:lnTo>
                  <a:lnTo>
                    <a:pt x="3918852" y="5344057"/>
                  </a:lnTo>
                  <a:close/>
                </a:path>
                <a:path w="9542780" h="6570345">
                  <a:moveTo>
                    <a:pt x="3918852" y="5386387"/>
                  </a:moveTo>
                  <a:lnTo>
                    <a:pt x="3899608" y="5386387"/>
                  </a:lnTo>
                  <a:lnTo>
                    <a:pt x="3891117" y="5392746"/>
                  </a:lnTo>
                  <a:lnTo>
                    <a:pt x="3891117" y="5411792"/>
                  </a:lnTo>
                  <a:lnTo>
                    <a:pt x="3897627" y="5420269"/>
                  </a:lnTo>
                  <a:lnTo>
                    <a:pt x="3918852" y="5420269"/>
                  </a:lnTo>
                  <a:lnTo>
                    <a:pt x="3925079" y="5413912"/>
                  </a:lnTo>
                  <a:lnTo>
                    <a:pt x="3925079" y="5394866"/>
                  </a:lnTo>
                  <a:lnTo>
                    <a:pt x="3918852" y="5386387"/>
                  </a:lnTo>
                  <a:close/>
                </a:path>
                <a:path w="9542780" h="6570345">
                  <a:moveTo>
                    <a:pt x="3918852" y="6182507"/>
                  </a:moveTo>
                  <a:lnTo>
                    <a:pt x="3899608" y="6182507"/>
                  </a:lnTo>
                  <a:lnTo>
                    <a:pt x="3891117" y="6188864"/>
                  </a:lnTo>
                  <a:lnTo>
                    <a:pt x="3891117" y="6210030"/>
                  </a:lnTo>
                  <a:lnTo>
                    <a:pt x="3897627" y="6216389"/>
                  </a:lnTo>
                  <a:lnTo>
                    <a:pt x="3918852" y="6216389"/>
                  </a:lnTo>
                  <a:lnTo>
                    <a:pt x="3925079" y="6207911"/>
                  </a:lnTo>
                  <a:lnTo>
                    <a:pt x="3925079" y="6190984"/>
                  </a:lnTo>
                  <a:lnTo>
                    <a:pt x="3918852" y="6182507"/>
                  </a:lnTo>
                  <a:close/>
                </a:path>
                <a:path w="9542780" h="6570345">
                  <a:moveTo>
                    <a:pt x="3918852" y="6226957"/>
                  </a:moveTo>
                  <a:lnTo>
                    <a:pt x="3899608" y="6226957"/>
                  </a:lnTo>
                  <a:lnTo>
                    <a:pt x="3891117" y="6233316"/>
                  </a:lnTo>
                  <a:lnTo>
                    <a:pt x="3891117" y="6254480"/>
                  </a:lnTo>
                  <a:lnTo>
                    <a:pt x="3897627" y="6260839"/>
                  </a:lnTo>
                  <a:lnTo>
                    <a:pt x="3918852" y="6260839"/>
                  </a:lnTo>
                  <a:lnTo>
                    <a:pt x="3925079" y="6252362"/>
                  </a:lnTo>
                  <a:lnTo>
                    <a:pt x="3925079" y="6235434"/>
                  </a:lnTo>
                  <a:lnTo>
                    <a:pt x="3918852" y="6226957"/>
                  </a:lnTo>
                  <a:close/>
                </a:path>
                <a:path w="9542780" h="6570345">
                  <a:moveTo>
                    <a:pt x="3874137" y="3885225"/>
                  </a:moveTo>
                  <a:lnTo>
                    <a:pt x="3855175" y="3885225"/>
                  </a:lnTo>
                  <a:lnTo>
                    <a:pt x="3846685" y="3891555"/>
                  </a:lnTo>
                  <a:lnTo>
                    <a:pt x="3846685" y="3910629"/>
                  </a:lnTo>
                  <a:lnTo>
                    <a:pt x="3852912" y="3919079"/>
                  </a:lnTo>
                  <a:lnTo>
                    <a:pt x="3874137" y="3919079"/>
                  </a:lnTo>
                  <a:lnTo>
                    <a:pt x="3880646" y="3912749"/>
                  </a:lnTo>
                  <a:lnTo>
                    <a:pt x="3880646" y="3893675"/>
                  </a:lnTo>
                  <a:lnTo>
                    <a:pt x="3874137" y="3885225"/>
                  </a:lnTo>
                  <a:close/>
                </a:path>
                <a:path w="9542780" h="6570345">
                  <a:moveTo>
                    <a:pt x="3874137" y="3929675"/>
                  </a:moveTo>
                  <a:lnTo>
                    <a:pt x="3855175" y="3929675"/>
                  </a:lnTo>
                  <a:lnTo>
                    <a:pt x="3846685" y="3936033"/>
                  </a:lnTo>
                  <a:lnTo>
                    <a:pt x="3846685" y="3955079"/>
                  </a:lnTo>
                  <a:lnTo>
                    <a:pt x="3852912" y="3963558"/>
                  </a:lnTo>
                  <a:lnTo>
                    <a:pt x="3874137" y="3963558"/>
                  </a:lnTo>
                  <a:lnTo>
                    <a:pt x="3880646" y="3955079"/>
                  </a:lnTo>
                  <a:lnTo>
                    <a:pt x="3880646" y="3938153"/>
                  </a:lnTo>
                  <a:lnTo>
                    <a:pt x="3874137" y="3929675"/>
                  </a:lnTo>
                  <a:close/>
                </a:path>
                <a:path w="9542780" h="6570345">
                  <a:moveTo>
                    <a:pt x="3874137" y="3974125"/>
                  </a:moveTo>
                  <a:lnTo>
                    <a:pt x="3855175" y="3974125"/>
                  </a:lnTo>
                  <a:lnTo>
                    <a:pt x="3846685" y="3980484"/>
                  </a:lnTo>
                  <a:lnTo>
                    <a:pt x="3846685" y="3999558"/>
                  </a:lnTo>
                  <a:lnTo>
                    <a:pt x="3852912" y="4008008"/>
                  </a:lnTo>
                  <a:lnTo>
                    <a:pt x="3874137" y="4008008"/>
                  </a:lnTo>
                  <a:lnTo>
                    <a:pt x="3880646" y="3999558"/>
                  </a:lnTo>
                  <a:lnTo>
                    <a:pt x="3880646" y="3982603"/>
                  </a:lnTo>
                  <a:lnTo>
                    <a:pt x="3874137" y="3974125"/>
                  </a:lnTo>
                  <a:close/>
                </a:path>
                <a:path w="9542780" h="6570345">
                  <a:moveTo>
                    <a:pt x="3874137" y="4018605"/>
                  </a:moveTo>
                  <a:lnTo>
                    <a:pt x="3855175" y="4018605"/>
                  </a:lnTo>
                  <a:lnTo>
                    <a:pt x="3846685" y="4024962"/>
                  </a:lnTo>
                  <a:lnTo>
                    <a:pt x="3846685" y="4044008"/>
                  </a:lnTo>
                  <a:lnTo>
                    <a:pt x="3852912" y="4052486"/>
                  </a:lnTo>
                  <a:lnTo>
                    <a:pt x="3874137" y="4052486"/>
                  </a:lnTo>
                  <a:lnTo>
                    <a:pt x="3880646" y="4044008"/>
                  </a:lnTo>
                  <a:lnTo>
                    <a:pt x="3880646" y="4027082"/>
                  </a:lnTo>
                  <a:lnTo>
                    <a:pt x="3874137" y="4018605"/>
                  </a:lnTo>
                  <a:close/>
                </a:path>
                <a:path w="9542780" h="6570345">
                  <a:moveTo>
                    <a:pt x="3874137" y="4063055"/>
                  </a:moveTo>
                  <a:lnTo>
                    <a:pt x="3855175" y="4063055"/>
                  </a:lnTo>
                  <a:lnTo>
                    <a:pt x="3846685" y="4069412"/>
                  </a:lnTo>
                  <a:lnTo>
                    <a:pt x="3846685" y="4088486"/>
                  </a:lnTo>
                  <a:lnTo>
                    <a:pt x="3852912" y="4096936"/>
                  </a:lnTo>
                  <a:lnTo>
                    <a:pt x="3863666" y="4096936"/>
                  </a:lnTo>
                  <a:lnTo>
                    <a:pt x="3874137" y="4094816"/>
                  </a:lnTo>
                  <a:lnTo>
                    <a:pt x="3880646" y="4088486"/>
                  </a:lnTo>
                  <a:lnTo>
                    <a:pt x="3880646" y="4071532"/>
                  </a:lnTo>
                  <a:lnTo>
                    <a:pt x="3874137" y="4063055"/>
                  </a:lnTo>
                  <a:close/>
                </a:path>
                <a:path w="9542780" h="6570345">
                  <a:moveTo>
                    <a:pt x="3874137" y="4107533"/>
                  </a:moveTo>
                  <a:lnTo>
                    <a:pt x="3855175" y="4107533"/>
                  </a:lnTo>
                  <a:lnTo>
                    <a:pt x="3846685" y="4113891"/>
                  </a:lnTo>
                  <a:lnTo>
                    <a:pt x="3846685" y="4132936"/>
                  </a:lnTo>
                  <a:lnTo>
                    <a:pt x="3852912" y="4141415"/>
                  </a:lnTo>
                  <a:lnTo>
                    <a:pt x="3863666" y="4141415"/>
                  </a:lnTo>
                  <a:lnTo>
                    <a:pt x="3874137" y="4139295"/>
                  </a:lnTo>
                  <a:lnTo>
                    <a:pt x="3880646" y="4132936"/>
                  </a:lnTo>
                  <a:lnTo>
                    <a:pt x="3880646" y="4116010"/>
                  </a:lnTo>
                  <a:lnTo>
                    <a:pt x="3874137" y="4107533"/>
                  </a:lnTo>
                  <a:close/>
                </a:path>
                <a:path w="9542780" h="6570345">
                  <a:moveTo>
                    <a:pt x="3874137" y="4149864"/>
                  </a:moveTo>
                  <a:lnTo>
                    <a:pt x="3855175" y="4149864"/>
                  </a:lnTo>
                  <a:lnTo>
                    <a:pt x="3846685" y="4156222"/>
                  </a:lnTo>
                  <a:lnTo>
                    <a:pt x="3846685" y="4175296"/>
                  </a:lnTo>
                  <a:lnTo>
                    <a:pt x="3852912" y="4183745"/>
                  </a:lnTo>
                  <a:lnTo>
                    <a:pt x="3874137" y="4183745"/>
                  </a:lnTo>
                  <a:lnTo>
                    <a:pt x="3880646" y="4177416"/>
                  </a:lnTo>
                  <a:lnTo>
                    <a:pt x="3880646" y="4158341"/>
                  </a:lnTo>
                  <a:lnTo>
                    <a:pt x="3874137" y="4149864"/>
                  </a:lnTo>
                  <a:close/>
                </a:path>
                <a:path w="9542780" h="6570345">
                  <a:moveTo>
                    <a:pt x="3874137" y="4194342"/>
                  </a:moveTo>
                  <a:lnTo>
                    <a:pt x="3855175" y="4194342"/>
                  </a:lnTo>
                  <a:lnTo>
                    <a:pt x="3846685" y="4200700"/>
                  </a:lnTo>
                  <a:lnTo>
                    <a:pt x="3846685" y="4221866"/>
                  </a:lnTo>
                  <a:lnTo>
                    <a:pt x="3852912" y="4228223"/>
                  </a:lnTo>
                  <a:lnTo>
                    <a:pt x="3874137" y="4228223"/>
                  </a:lnTo>
                  <a:lnTo>
                    <a:pt x="3880646" y="4221866"/>
                  </a:lnTo>
                  <a:lnTo>
                    <a:pt x="3880646" y="4202819"/>
                  </a:lnTo>
                  <a:lnTo>
                    <a:pt x="3874137" y="4194342"/>
                  </a:lnTo>
                  <a:close/>
                </a:path>
                <a:path w="9542780" h="6570345">
                  <a:moveTo>
                    <a:pt x="3874137" y="4238792"/>
                  </a:moveTo>
                  <a:lnTo>
                    <a:pt x="3855175" y="4238792"/>
                  </a:lnTo>
                  <a:lnTo>
                    <a:pt x="3846685" y="4245151"/>
                  </a:lnTo>
                  <a:lnTo>
                    <a:pt x="3846685" y="4266316"/>
                  </a:lnTo>
                  <a:lnTo>
                    <a:pt x="3852912" y="4272674"/>
                  </a:lnTo>
                  <a:lnTo>
                    <a:pt x="3874137" y="4272674"/>
                  </a:lnTo>
                  <a:lnTo>
                    <a:pt x="3880646" y="4264225"/>
                  </a:lnTo>
                  <a:lnTo>
                    <a:pt x="3880646" y="4247269"/>
                  </a:lnTo>
                  <a:lnTo>
                    <a:pt x="3874137" y="4238792"/>
                  </a:lnTo>
                  <a:close/>
                </a:path>
                <a:path w="9542780" h="6570345">
                  <a:moveTo>
                    <a:pt x="3874137" y="4283271"/>
                  </a:moveTo>
                  <a:lnTo>
                    <a:pt x="3855175" y="4283271"/>
                  </a:lnTo>
                  <a:lnTo>
                    <a:pt x="3846685" y="4289629"/>
                  </a:lnTo>
                  <a:lnTo>
                    <a:pt x="3846685" y="4308675"/>
                  </a:lnTo>
                  <a:lnTo>
                    <a:pt x="3852912" y="4317152"/>
                  </a:lnTo>
                  <a:lnTo>
                    <a:pt x="3874137" y="4317152"/>
                  </a:lnTo>
                  <a:lnTo>
                    <a:pt x="3880646" y="4308675"/>
                  </a:lnTo>
                  <a:lnTo>
                    <a:pt x="3880646" y="4291749"/>
                  </a:lnTo>
                  <a:lnTo>
                    <a:pt x="3874137" y="4283271"/>
                  </a:lnTo>
                  <a:close/>
                </a:path>
                <a:path w="9542780" h="6570345">
                  <a:moveTo>
                    <a:pt x="3874137" y="4327721"/>
                  </a:moveTo>
                  <a:lnTo>
                    <a:pt x="3855175" y="4327721"/>
                  </a:lnTo>
                  <a:lnTo>
                    <a:pt x="3846685" y="4334079"/>
                  </a:lnTo>
                  <a:lnTo>
                    <a:pt x="3846685" y="4353153"/>
                  </a:lnTo>
                  <a:lnTo>
                    <a:pt x="3852912" y="4361602"/>
                  </a:lnTo>
                  <a:lnTo>
                    <a:pt x="3874137" y="4361602"/>
                  </a:lnTo>
                  <a:lnTo>
                    <a:pt x="3880646" y="4353153"/>
                  </a:lnTo>
                  <a:lnTo>
                    <a:pt x="3880646" y="4336199"/>
                  </a:lnTo>
                  <a:lnTo>
                    <a:pt x="3874137" y="4327721"/>
                  </a:lnTo>
                  <a:close/>
                </a:path>
                <a:path w="9542780" h="6570345">
                  <a:moveTo>
                    <a:pt x="3874137" y="4372199"/>
                  </a:moveTo>
                  <a:lnTo>
                    <a:pt x="3855175" y="4372199"/>
                  </a:lnTo>
                  <a:lnTo>
                    <a:pt x="3846685" y="4378558"/>
                  </a:lnTo>
                  <a:lnTo>
                    <a:pt x="3846685" y="4397603"/>
                  </a:lnTo>
                  <a:lnTo>
                    <a:pt x="3852912" y="4406082"/>
                  </a:lnTo>
                  <a:lnTo>
                    <a:pt x="3863666" y="4406082"/>
                  </a:lnTo>
                  <a:lnTo>
                    <a:pt x="3874137" y="4403962"/>
                  </a:lnTo>
                  <a:lnTo>
                    <a:pt x="3880646" y="4397603"/>
                  </a:lnTo>
                  <a:lnTo>
                    <a:pt x="3880646" y="4380677"/>
                  </a:lnTo>
                  <a:lnTo>
                    <a:pt x="3874137" y="4372199"/>
                  </a:lnTo>
                  <a:close/>
                </a:path>
                <a:path w="9542780" h="6570345">
                  <a:moveTo>
                    <a:pt x="3874137" y="4416649"/>
                  </a:moveTo>
                  <a:lnTo>
                    <a:pt x="3855175" y="4416649"/>
                  </a:lnTo>
                  <a:lnTo>
                    <a:pt x="3846685" y="4423008"/>
                  </a:lnTo>
                  <a:lnTo>
                    <a:pt x="3846685" y="4442054"/>
                  </a:lnTo>
                  <a:lnTo>
                    <a:pt x="3852912" y="4450532"/>
                  </a:lnTo>
                  <a:lnTo>
                    <a:pt x="3863666" y="4450532"/>
                  </a:lnTo>
                  <a:lnTo>
                    <a:pt x="3874137" y="4448412"/>
                  </a:lnTo>
                  <a:lnTo>
                    <a:pt x="3880646" y="4442054"/>
                  </a:lnTo>
                  <a:lnTo>
                    <a:pt x="3880646" y="4425127"/>
                  </a:lnTo>
                  <a:lnTo>
                    <a:pt x="3874137" y="4416649"/>
                  </a:lnTo>
                  <a:close/>
                </a:path>
                <a:path w="9542780" h="6570345">
                  <a:moveTo>
                    <a:pt x="3874137" y="4459009"/>
                  </a:moveTo>
                  <a:lnTo>
                    <a:pt x="3855175" y="4459009"/>
                  </a:lnTo>
                  <a:lnTo>
                    <a:pt x="3846685" y="4465366"/>
                  </a:lnTo>
                  <a:lnTo>
                    <a:pt x="3846685" y="4484413"/>
                  </a:lnTo>
                  <a:lnTo>
                    <a:pt x="3852912" y="4492890"/>
                  </a:lnTo>
                  <a:lnTo>
                    <a:pt x="3874137" y="4492890"/>
                  </a:lnTo>
                  <a:lnTo>
                    <a:pt x="3880646" y="4486532"/>
                  </a:lnTo>
                  <a:lnTo>
                    <a:pt x="3880646" y="4467486"/>
                  </a:lnTo>
                  <a:lnTo>
                    <a:pt x="3874137" y="4459009"/>
                  </a:lnTo>
                  <a:close/>
                </a:path>
                <a:path w="9542780" h="6570345">
                  <a:moveTo>
                    <a:pt x="3874137" y="4503459"/>
                  </a:moveTo>
                  <a:lnTo>
                    <a:pt x="3855175" y="4503459"/>
                  </a:lnTo>
                  <a:lnTo>
                    <a:pt x="3846685" y="4509816"/>
                  </a:lnTo>
                  <a:lnTo>
                    <a:pt x="3846685" y="4528863"/>
                  </a:lnTo>
                  <a:lnTo>
                    <a:pt x="3852912" y="4537341"/>
                  </a:lnTo>
                  <a:lnTo>
                    <a:pt x="3874137" y="4537341"/>
                  </a:lnTo>
                  <a:lnTo>
                    <a:pt x="3880646" y="4530982"/>
                  </a:lnTo>
                  <a:lnTo>
                    <a:pt x="3880646" y="4511936"/>
                  </a:lnTo>
                  <a:lnTo>
                    <a:pt x="3874137" y="4503459"/>
                  </a:lnTo>
                  <a:close/>
                </a:path>
                <a:path w="9542780" h="6570345">
                  <a:moveTo>
                    <a:pt x="3874137" y="4547938"/>
                  </a:moveTo>
                  <a:lnTo>
                    <a:pt x="3855175" y="4547938"/>
                  </a:lnTo>
                  <a:lnTo>
                    <a:pt x="3846685" y="4554296"/>
                  </a:lnTo>
                  <a:lnTo>
                    <a:pt x="3846685" y="4573342"/>
                  </a:lnTo>
                  <a:lnTo>
                    <a:pt x="3852912" y="4581819"/>
                  </a:lnTo>
                  <a:lnTo>
                    <a:pt x="3874137" y="4581819"/>
                  </a:lnTo>
                  <a:lnTo>
                    <a:pt x="3880646" y="4573342"/>
                  </a:lnTo>
                  <a:lnTo>
                    <a:pt x="3880646" y="4556415"/>
                  </a:lnTo>
                  <a:lnTo>
                    <a:pt x="3874137" y="4547938"/>
                  </a:lnTo>
                  <a:close/>
                </a:path>
                <a:path w="9542780" h="6570345">
                  <a:moveTo>
                    <a:pt x="3874137" y="4592388"/>
                  </a:moveTo>
                  <a:lnTo>
                    <a:pt x="3855175" y="4592388"/>
                  </a:lnTo>
                  <a:lnTo>
                    <a:pt x="3846685" y="4598746"/>
                  </a:lnTo>
                  <a:lnTo>
                    <a:pt x="3846685" y="4617792"/>
                  </a:lnTo>
                  <a:lnTo>
                    <a:pt x="3852912" y="4626269"/>
                  </a:lnTo>
                  <a:lnTo>
                    <a:pt x="3874137" y="4626269"/>
                  </a:lnTo>
                  <a:lnTo>
                    <a:pt x="3880646" y="4617792"/>
                  </a:lnTo>
                  <a:lnTo>
                    <a:pt x="3880646" y="4600865"/>
                  </a:lnTo>
                  <a:lnTo>
                    <a:pt x="3874137" y="4592388"/>
                  </a:lnTo>
                  <a:close/>
                </a:path>
                <a:path w="9542780" h="6570345">
                  <a:moveTo>
                    <a:pt x="3874137" y="4636866"/>
                  </a:moveTo>
                  <a:lnTo>
                    <a:pt x="3855175" y="4636866"/>
                  </a:lnTo>
                  <a:lnTo>
                    <a:pt x="3846685" y="4643224"/>
                  </a:lnTo>
                  <a:lnTo>
                    <a:pt x="3846685" y="4662270"/>
                  </a:lnTo>
                  <a:lnTo>
                    <a:pt x="3852912" y="4670748"/>
                  </a:lnTo>
                  <a:lnTo>
                    <a:pt x="3874137" y="4670748"/>
                  </a:lnTo>
                  <a:lnTo>
                    <a:pt x="3880646" y="4662270"/>
                  </a:lnTo>
                  <a:lnTo>
                    <a:pt x="3880646" y="4645343"/>
                  </a:lnTo>
                  <a:lnTo>
                    <a:pt x="3874137" y="4636866"/>
                  </a:lnTo>
                  <a:close/>
                </a:path>
                <a:path w="9542780" h="6570345">
                  <a:moveTo>
                    <a:pt x="3874137" y="4681316"/>
                  </a:moveTo>
                  <a:lnTo>
                    <a:pt x="3855175" y="4681316"/>
                  </a:lnTo>
                  <a:lnTo>
                    <a:pt x="3846685" y="4687675"/>
                  </a:lnTo>
                  <a:lnTo>
                    <a:pt x="3846685" y="4706721"/>
                  </a:lnTo>
                  <a:lnTo>
                    <a:pt x="3852912" y="4715198"/>
                  </a:lnTo>
                  <a:lnTo>
                    <a:pt x="3863666" y="4715198"/>
                  </a:lnTo>
                  <a:lnTo>
                    <a:pt x="3874137" y="4713079"/>
                  </a:lnTo>
                  <a:lnTo>
                    <a:pt x="3880646" y="4706721"/>
                  </a:lnTo>
                  <a:lnTo>
                    <a:pt x="3880646" y="4689793"/>
                  </a:lnTo>
                  <a:lnTo>
                    <a:pt x="3874137" y="4681316"/>
                  </a:lnTo>
                  <a:close/>
                </a:path>
                <a:path w="9542780" h="6570345">
                  <a:moveTo>
                    <a:pt x="3874137" y="4725795"/>
                  </a:moveTo>
                  <a:lnTo>
                    <a:pt x="3855175" y="4725795"/>
                  </a:lnTo>
                  <a:lnTo>
                    <a:pt x="3846685" y="4732153"/>
                  </a:lnTo>
                  <a:lnTo>
                    <a:pt x="3846685" y="4753319"/>
                  </a:lnTo>
                  <a:lnTo>
                    <a:pt x="3852912" y="4759676"/>
                  </a:lnTo>
                  <a:lnTo>
                    <a:pt x="3863666" y="4759676"/>
                  </a:lnTo>
                  <a:lnTo>
                    <a:pt x="3874137" y="4757557"/>
                  </a:lnTo>
                  <a:lnTo>
                    <a:pt x="3880646" y="4751199"/>
                  </a:lnTo>
                  <a:lnTo>
                    <a:pt x="3880646" y="4734245"/>
                  </a:lnTo>
                  <a:lnTo>
                    <a:pt x="3874137" y="4725795"/>
                  </a:lnTo>
                  <a:close/>
                </a:path>
                <a:path w="9542780" h="6570345">
                  <a:moveTo>
                    <a:pt x="3874137" y="4768126"/>
                  </a:moveTo>
                  <a:lnTo>
                    <a:pt x="3855175" y="4768126"/>
                  </a:lnTo>
                  <a:lnTo>
                    <a:pt x="3846685" y="4774483"/>
                  </a:lnTo>
                  <a:lnTo>
                    <a:pt x="3846685" y="4795649"/>
                  </a:lnTo>
                  <a:lnTo>
                    <a:pt x="3852912" y="4802007"/>
                  </a:lnTo>
                  <a:lnTo>
                    <a:pt x="3874137" y="4802007"/>
                  </a:lnTo>
                  <a:lnTo>
                    <a:pt x="3880646" y="4795649"/>
                  </a:lnTo>
                  <a:lnTo>
                    <a:pt x="3880646" y="4776603"/>
                  </a:lnTo>
                  <a:lnTo>
                    <a:pt x="3874137" y="4768126"/>
                  </a:lnTo>
                  <a:close/>
                </a:path>
                <a:path w="9542780" h="6570345">
                  <a:moveTo>
                    <a:pt x="3874137" y="4812604"/>
                  </a:moveTo>
                  <a:lnTo>
                    <a:pt x="3855175" y="4812604"/>
                  </a:lnTo>
                  <a:lnTo>
                    <a:pt x="3846685" y="4818962"/>
                  </a:lnTo>
                  <a:lnTo>
                    <a:pt x="3846685" y="4838009"/>
                  </a:lnTo>
                  <a:lnTo>
                    <a:pt x="3852912" y="4846486"/>
                  </a:lnTo>
                  <a:lnTo>
                    <a:pt x="3874137" y="4846486"/>
                  </a:lnTo>
                  <a:lnTo>
                    <a:pt x="3880646" y="4840128"/>
                  </a:lnTo>
                  <a:lnTo>
                    <a:pt x="3880646" y="4821053"/>
                  </a:lnTo>
                  <a:lnTo>
                    <a:pt x="3874137" y="4812604"/>
                  </a:lnTo>
                  <a:close/>
                </a:path>
                <a:path w="9542780" h="6570345">
                  <a:moveTo>
                    <a:pt x="3874137" y="4857055"/>
                  </a:moveTo>
                  <a:lnTo>
                    <a:pt x="3855175" y="4857055"/>
                  </a:lnTo>
                  <a:lnTo>
                    <a:pt x="3846685" y="4863412"/>
                  </a:lnTo>
                  <a:lnTo>
                    <a:pt x="3846685" y="4882459"/>
                  </a:lnTo>
                  <a:lnTo>
                    <a:pt x="3852912" y="4890936"/>
                  </a:lnTo>
                  <a:lnTo>
                    <a:pt x="3874137" y="4890936"/>
                  </a:lnTo>
                  <a:lnTo>
                    <a:pt x="3880646" y="4882459"/>
                  </a:lnTo>
                  <a:lnTo>
                    <a:pt x="3880646" y="4865532"/>
                  </a:lnTo>
                  <a:lnTo>
                    <a:pt x="3874137" y="4857055"/>
                  </a:lnTo>
                  <a:close/>
                </a:path>
                <a:path w="9542780" h="6570345">
                  <a:moveTo>
                    <a:pt x="3874137" y="4901533"/>
                  </a:moveTo>
                  <a:lnTo>
                    <a:pt x="3855175" y="4901533"/>
                  </a:lnTo>
                  <a:lnTo>
                    <a:pt x="3846685" y="4907890"/>
                  </a:lnTo>
                  <a:lnTo>
                    <a:pt x="3846685" y="4926937"/>
                  </a:lnTo>
                  <a:lnTo>
                    <a:pt x="3852912" y="4935414"/>
                  </a:lnTo>
                  <a:lnTo>
                    <a:pt x="3874137" y="4935414"/>
                  </a:lnTo>
                  <a:lnTo>
                    <a:pt x="3880646" y="4926937"/>
                  </a:lnTo>
                  <a:lnTo>
                    <a:pt x="3880646" y="4909982"/>
                  </a:lnTo>
                  <a:lnTo>
                    <a:pt x="3874137" y="4901533"/>
                  </a:lnTo>
                  <a:close/>
                </a:path>
                <a:path w="9542780" h="6570345">
                  <a:moveTo>
                    <a:pt x="3874137" y="4945983"/>
                  </a:moveTo>
                  <a:lnTo>
                    <a:pt x="3855175" y="4945983"/>
                  </a:lnTo>
                  <a:lnTo>
                    <a:pt x="3846685" y="4952342"/>
                  </a:lnTo>
                  <a:lnTo>
                    <a:pt x="3846685" y="4971387"/>
                  </a:lnTo>
                  <a:lnTo>
                    <a:pt x="3852912" y="4979865"/>
                  </a:lnTo>
                  <a:lnTo>
                    <a:pt x="3874137" y="4979865"/>
                  </a:lnTo>
                  <a:lnTo>
                    <a:pt x="3880646" y="4971387"/>
                  </a:lnTo>
                  <a:lnTo>
                    <a:pt x="3880646" y="4954460"/>
                  </a:lnTo>
                  <a:lnTo>
                    <a:pt x="3874137" y="4945983"/>
                  </a:lnTo>
                  <a:close/>
                </a:path>
                <a:path w="9542780" h="6570345">
                  <a:moveTo>
                    <a:pt x="3874137" y="4990462"/>
                  </a:moveTo>
                  <a:lnTo>
                    <a:pt x="3855175" y="4990462"/>
                  </a:lnTo>
                  <a:lnTo>
                    <a:pt x="3846685" y="4996792"/>
                  </a:lnTo>
                  <a:lnTo>
                    <a:pt x="3846685" y="5015866"/>
                  </a:lnTo>
                  <a:lnTo>
                    <a:pt x="3852912" y="5024343"/>
                  </a:lnTo>
                  <a:lnTo>
                    <a:pt x="3874137" y="5024343"/>
                  </a:lnTo>
                  <a:lnTo>
                    <a:pt x="3880646" y="5015866"/>
                  </a:lnTo>
                  <a:lnTo>
                    <a:pt x="3880646" y="4998911"/>
                  </a:lnTo>
                  <a:lnTo>
                    <a:pt x="3874137" y="4990462"/>
                  </a:lnTo>
                  <a:close/>
                </a:path>
                <a:path w="9542780" h="6570345">
                  <a:moveTo>
                    <a:pt x="3874137" y="5034912"/>
                  </a:moveTo>
                  <a:lnTo>
                    <a:pt x="3855175" y="5034912"/>
                  </a:lnTo>
                  <a:lnTo>
                    <a:pt x="3846685" y="5041270"/>
                  </a:lnTo>
                  <a:lnTo>
                    <a:pt x="3846685" y="5060316"/>
                  </a:lnTo>
                  <a:lnTo>
                    <a:pt x="3852912" y="5068793"/>
                  </a:lnTo>
                  <a:lnTo>
                    <a:pt x="3863666" y="5068793"/>
                  </a:lnTo>
                  <a:lnTo>
                    <a:pt x="3874137" y="5066673"/>
                  </a:lnTo>
                  <a:lnTo>
                    <a:pt x="3880646" y="5060316"/>
                  </a:lnTo>
                  <a:lnTo>
                    <a:pt x="3880646" y="5043389"/>
                  </a:lnTo>
                  <a:lnTo>
                    <a:pt x="3874137" y="5034912"/>
                  </a:lnTo>
                  <a:close/>
                </a:path>
                <a:path w="9542780" h="6570345">
                  <a:moveTo>
                    <a:pt x="3874137" y="5077270"/>
                  </a:moveTo>
                  <a:lnTo>
                    <a:pt x="3855175" y="5077270"/>
                  </a:lnTo>
                  <a:lnTo>
                    <a:pt x="3846685" y="5083629"/>
                  </a:lnTo>
                  <a:lnTo>
                    <a:pt x="3846685" y="5102675"/>
                  </a:lnTo>
                  <a:lnTo>
                    <a:pt x="3852912" y="5111153"/>
                  </a:lnTo>
                  <a:lnTo>
                    <a:pt x="3874137" y="5111153"/>
                  </a:lnTo>
                  <a:lnTo>
                    <a:pt x="3880646" y="5104794"/>
                  </a:lnTo>
                  <a:lnTo>
                    <a:pt x="3880646" y="5085720"/>
                  </a:lnTo>
                  <a:lnTo>
                    <a:pt x="3874137" y="5077270"/>
                  </a:lnTo>
                  <a:close/>
                </a:path>
                <a:path w="9542780" h="6570345">
                  <a:moveTo>
                    <a:pt x="3874137" y="5121722"/>
                  </a:moveTo>
                  <a:lnTo>
                    <a:pt x="3855175" y="5121722"/>
                  </a:lnTo>
                  <a:lnTo>
                    <a:pt x="3846685" y="5128079"/>
                  </a:lnTo>
                  <a:lnTo>
                    <a:pt x="3846685" y="5147125"/>
                  </a:lnTo>
                  <a:lnTo>
                    <a:pt x="3852912" y="5155603"/>
                  </a:lnTo>
                  <a:lnTo>
                    <a:pt x="3874137" y="5155603"/>
                  </a:lnTo>
                  <a:lnTo>
                    <a:pt x="3880646" y="5149245"/>
                  </a:lnTo>
                  <a:lnTo>
                    <a:pt x="3880646" y="5130199"/>
                  </a:lnTo>
                  <a:lnTo>
                    <a:pt x="3874137" y="5121722"/>
                  </a:lnTo>
                  <a:close/>
                </a:path>
                <a:path w="9542780" h="6570345">
                  <a:moveTo>
                    <a:pt x="3874137" y="5166199"/>
                  </a:moveTo>
                  <a:lnTo>
                    <a:pt x="3855175" y="5166199"/>
                  </a:lnTo>
                  <a:lnTo>
                    <a:pt x="3846685" y="5172529"/>
                  </a:lnTo>
                  <a:lnTo>
                    <a:pt x="3846685" y="5191603"/>
                  </a:lnTo>
                  <a:lnTo>
                    <a:pt x="3852912" y="5200081"/>
                  </a:lnTo>
                  <a:lnTo>
                    <a:pt x="3874137" y="5200081"/>
                  </a:lnTo>
                  <a:lnTo>
                    <a:pt x="3880646" y="5191603"/>
                  </a:lnTo>
                  <a:lnTo>
                    <a:pt x="3880646" y="5174649"/>
                  </a:lnTo>
                  <a:lnTo>
                    <a:pt x="3874137" y="5166199"/>
                  </a:lnTo>
                  <a:close/>
                </a:path>
                <a:path w="9542780" h="6570345">
                  <a:moveTo>
                    <a:pt x="3874137" y="5210649"/>
                  </a:moveTo>
                  <a:lnTo>
                    <a:pt x="3855175" y="5210649"/>
                  </a:lnTo>
                  <a:lnTo>
                    <a:pt x="3846685" y="5217008"/>
                  </a:lnTo>
                  <a:lnTo>
                    <a:pt x="3846685" y="5236053"/>
                  </a:lnTo>
                  <a:lnTo>
                    <a:pt x="3852912" y="5244532"/>
                  </a:lnTo>
                  <a:lnTo>
                    <a:pt x="3874137" y="5244532"/>
                  </a:lnTo>
                  <a:lnTo>
                    <a:pt x="3880646" y="5236053"/>
                  </a:lnTo>
                  <a:lnTo>
                    <a:pt x="3880646" y="5219127"/>
                  </a:lnTo>
                  <a:lnTo>
                    <a:pt x="3874137" y="5210649"/>
                  </a:lnTo>
                  <a:close/>
                </a:path>
                <a:path w="9542780" h="6570345">
                  <a:moveTo>
                    <a:pt x="3874137" y="5255129"/>
                  </a:moveTo>
                  <a:lnTo>
                    <a:pt x="3855175" y="5255129"/>
                  </a:lnTo>
                  <a:lnTo>
                    <a:pt x="3846685" y="5261458"/>
                  </a:lnTo>
                  <a:lnTo>
                    <a:pt x="3846685" y="5282652"/>
                  </a:lnTo>
                  <a:lnTo>
                    <a:pt x="3852912" y="5288982"/>
                  </a:lnTo>
                  <a:lnTo>
                    <a:pt x="3874137" y="5288982"/>
                  </a:lnTo>
                  <a:lnTo>
                    <a:pt x="3880646" y="5280533"/>
                  </a:lnTo>
                  <a:lnTo>
                    <a:pt x="3880646" y="5263577"/>
                  </a:lnTo>
                  <a:lnTo>
                    <a:pt x="3874137" y="5255129"/>
                  </a:lnTo>
                  <a:close/>
                </a:path>
                <a:path w="9542780" h="6570345">
                  <a:moveTo>
                    <a:pt x="3874137" y="5299579"/>
                  </a:moveTo>
                  <a:lnTo>
                    <a:pt x="3855175" y="5299579"/>
                  </a:lnTo>
                  <a:lnTo>
                    <a:pt x="3846685" y="5305936"/>
                  </a:lnTo>
                  <a:lnTo>
                    <a:pt x="3846685" y="5327102"/>
                  </a:lnTo>
                  <a:lnTo>
                    <a:pt x="3852912" y="5333460"/>
                  </a:lnTo>
                  <a:lnTo>
                    <a:pt x="3874137" y="5333460"/>
                  </a:lnTo>
                  <a:lnTo>
                    <a:pt x="3880646" y="5324983"/>
                  </a:lnTo>
                  <a:lnTo>
                    <a:pt x="3880646" y="5308056"/>
                  </a:lnTo>
                  <a:lnTo>
                    <a:pt x="3874137" y="5299579"/>
                  </a:lnTo>
                  <a:close/>
                </a:path>
                <a:path w="9542780" h="6570345">
                  <a:moveTo>
                    <a:pt x="3874137" y="5344057"/>
                  </a:moveTo>
                  <a:lnTo>
                    <a:pt x="3855175" y="5344057"/>
                  </a:lnTo>
                  <a:lnTo>
                    <a:pt x="3846685" y="5350386"/>
                  </a:lnTo>
                  <a:lnTo>
                    <a:pt x="3846685" y="5369460"/>
                  </a:lnTo>
                  <a:lnTo>
                    <a:pt x="3852912" y="5377910"/>
                  </a:lnTo>
                  <a:lnTo>
                    <a:pt x="3863666" y="5377910"/>
                  </a:lnTo>
                  <a:lnTo>
                    <a:pt x="3874137" y="5375791"/>
                  </a:lnTo>
                  <a:lnTo>
                    <a:pt x="3880646" y="5369460"/>
                  </a:lnTo>
                  <a:lnTo>
                    <a:pt x="3880646" y="5352506"/>
                  </a:lnTo>
                  <a:lnTo>
                    <a:pt x="3874137" y="5344057"/>
                  </a:lnTo>
                  <a:close/>
                </a:path>
                <a:path w="9542780" h="6570345">
                  <a:moveTo>
                    <a:pt x="3874137" y="5386387"/>
                  </a:moveTo>
                  <a:lnTo>
                    <a:pt x="3855175" y="5386387"/>
                  </a:lnTo>
                  <a:lnTo>
                    <a:pt x="3846685" y="5392746"/>
                  </a:lnTo>
                  <a:lnTo>
                    <a:pt x="3846685" y="5411792"/>
                  </a:lnTo>
                  <a:lnTo>
                    <a:pt x="3852912" y="5420269"/>
                  </a:lnTo>
                  <a:lnTo>
                    <a:pt x="3874137" y="5420269"/>
                  </a:lnTo>
                  <a:lnTo>
                    <a:pt x="3880646" y="5413912"/>
                  </a:lnTo>
                  <a:lnTo>
                    <a:pt x="3880646" y="5394866"/>
                  </a:lnTo>
                  <a:lnTo>
                    <a:pt x="3874137" y="5386387"/>
                  </a:lnTo>
                  <a:close/>
                </a:path>
                <a:path w="9542780" h="6570345">
                  <a:moveTo>
                    <a:pt x="3829704" y="3929675"/>
                  </a:moveTo>
                  <a:lnTo>
                    <a:pt x="3810459" y="3929675"/>
                  </a:lnTo>
                  <a:lnTo>
                    <a:pt x="3801969" y="3936033"/>
                  </a:lnTo>
                  <a:lnTo>
                    <a:pt x="3801969" y="3955079"/>
                  </a:lnTo>
                  <a:lnTo>
                    <a:pt x="3808478" y="3963558"/>
                  </a:lnTo>
                  <a:lnTo>
                    <a:pt x="3829704" y="3963558"/>
                  </a:lnTo>
                  <a:lnTo>
                    <a:pt x="3835930" y="3955079"/>
                  </a:lnTo>
                  <a:lnTo>
                    <a:pt x="3835930" y="3938153"/>
                  </a:lnTo>
                  <a:lnTo>
                    <a:pt x="3829704" y="3929675"/>
                  </a:lnTo>
                  <a:close/>
                </a:path>
                <a:path w="9542780" h="6570345">
                  <a:moveTo>
                    <a:pt x="3829704" y="3974125"/>
                  </a:moveTo>
                  <a:lnTo>
                    <a:pt x="3810459" y="3974125"/>
                  </a:lnTo>
                  <a:lnTo>
                    <a:pt x="3801969" y="3980484"/>
                  </a:lnTo>
                  <a:lnTo>
                    <a:pt x="3801969" y="3999558"/>
                  </a:lnTo>
                  <a:lnTo>
                    <a:pt x="3808478" y="4008008"/>
                  </a:lnTo>
                  <a:lnTo>
                    <a:pt x="3829704" y="4008008"/>
                  </a:lnTo>
                  <a:lnTo>
                    <a:pt x="3835930" y="3999558"/>
                  </a:lnTo>
                  <a:lnTo>
                    <a:pt x="3835930" y="3982603"/>
                  </a:lnTo>
                  <a:lnTo>
                    <a:pt x="3829704" y="3974125"/>
                  </a:lnTo>
                  <a:close/>
                </a:path>
                <a:path w="9542780" h="6570345">
                  <a:moveTo>
                    <a:pt x="3829704" y="4018605"/>
                  </a:moveTo>
                  <a:lnTo>
                    <a:pt x="3810459" y="4018605"/>
                  </a:lnTo>
                  <a:lnTo>
                    <a:pt x="3801969" y="4024962"/>
                  </a:lnTo>
                  <a:lnTo>
                    <a:pt x="3801969" y="4044008"/>
                  </a:lnTo>
                  <a:lnTo>
                    <a:pt x="3808478" y="4052486"/>
                  </a:lnTo>
                  <a:lnTo>
                    <a:pt x="3829704" y="4052486"/>
                  </a:lnTo>
                  <a:lnTo>
                    <a:pt x="3835930" y="4044008"/>
                  </a:lnTo>
                  <a:lnTo>
                    <a:pt x="3835930" y="4027082"/>
                  </a:lnTo>
                  <a:lnTo>
                    <a:pt x="3829704" y="4018605"/>
                  </a:lnTo>
                  <a:close/>
                </a:path>
                <a:path w="9542780" h="6570345">
                  <a:moveTo>
                    <a:pt x="3829704" y="4063055"/>
                  </a:moveTo>
                  <a:lnTo>
                    <a:pt x="3810459" y="4063055"/>
                  </a:lnTo>
                  <a:lnTo>
                    <a:pt x="3801969" y="4069412"/>
                  </a:lnTo>
                  <a:lnTo>
                    <a:pt x="3801969" y="4088486"/>
                  </a:lnTo>
                  <a:lnTo>
                    <a:pt x="3808478" y="4096936"/>
                  </a:lnTo>
                  <a:lnTo>
                    <a:pt x="3818949" y="4096936"/>
                  </a:lnTo>
                  <a:lnTo>
                    <a:pt x="3829704" y="4094816"/>
                  </a:lnTo>
                  <a:lnTo>
                    <a:pt x="3835930" y="4088486"/>
                  </a:lnTo>
                  <a:lnTo>
                    <a:pt x="3835930" y="4071532"/>
                  </a:lnTo>
                  <a:lnTo>
                    <a:pt x="3829704" y="4063055"/>
                  </a:lnTo>
                  <a:close/>
                </a:path>
                <a:path w="9542780" h="6570345">
                  <a:moveTo>
                    <a:pt x="3829704" y="4107533"/>
                  </a:moveTo>
                  <a:lnTo>
                    <a:pt x="3810459" y="4107533"/>
                  </a:lnTo>
                  <a:lnTo>
                    <a:pt x="3801969" y="4113891"/>
                  </a:lnTo>
                  <a:lnTo>
                    <a:pt x="3801969" y="4132936"/>
                  </a:lnTo>
                  <a:lnTo>
                    <a:pt x="3808478" y="4141415"/>
                  </a:lnTo>
                  <a:lnTo>
                    <a:pt x="3818949" y="4141415"/>
                  </a:lnTo>
                  <a:lnTo>
                    <a:pt x="3829704" y="4139295"/>
                  </a:lnTo>
                  <a:lnTo>
                    <a:pt x="3835930" y="4132936"/>
                  </a:lnTo>
                  <a:lnTo>
                    <a:pt x="3835930" y="4116010"/>
                  </a:lnTo>
                  <a:lnTo>
                    <a:pt x="3829704" y="4107533"/>
                  </a:lnTo>
                  <a:close/>
                </a:path>
                <a:path w="9542780" h="6570345">
                  <a:moveTo>
                    <a:pt x="3829704" y="4149864"/>
                  </a:moveTo>
                  <a:lnTo>
                    <a:pt x="3810459" y="4149864"/>
                  </a:lnTo>
                  <a:lnTo>
                    <a:pt x="3801969" y="4156222"/>
                  </a:lnTo>
                  <a:lnTo>
                    <a:pt x="3801969" y="4175296"/>
                  </a:lnTo>
                  <a:lnTo>
                    <a:pt x="3808478" y="4183745"/>
                  </a:lnTo>
                  <a:lnTo>
                    <a:pt x="3829704" y="4183745"/>
                  </a:lnTo>
                  <a:lnTo>
                    <a:pt x="3835930" y="4177416"/>
                  </a:lnTo>
                  <a:lnTo>
                    <a:pt x="3835930" y="4158341"/>
                  </a:lnTo>
                  <a:lnTo>
                    <a:pt x="3829704" y="4149864"/>
                  </a:lnTo>
                  <a:close/>
                </a:path>
                <a:path w="9542780" h="6570345">
                  <a:moveTo>
                    <a:pt x="3829704" y="4194342"/>
                  </a:moveTo>
                  <a:lnTo>
                    <a:pt x="3810459" y="4194342"/>
                  </a:lnTo>
                  <a:lnTo>
                    <a:pt x="3801969" y="4200700"/>
                  </a:lnTo>
                  <a:lnTo>
                    <a:pt x="3801969" y="4221866"/>
                  </a:lnTo>
                  <a:lnTo>
                    <a:pt x="3808478" y="4228223"/>
                  </a:lnTo>
                  <a:lnTo>
                    <a:pt x="3829704" y="4228223"/>
                  </a:lnTo>
                  <a:lnTo>
                    <a:pt x="3835930" y="4221866"/>
                  </a:lnTo>
                  <a:lnTo>
                    <a:pt x="3835930" y="4202819"/>
                  </a:lnTo>
                  <a:lnTo>
                    <a:pt x="3829704" y="4194342"/>
                  </a:lnTo>
                  <a:close/>
                </a:path>
                <a:path w="9542780" h="6570345">
                  <a:moveTo>
                    <a:pt x="3829704" y="4238792"/>
                  </a:moveTo>
                  <a:lnTo>
                    <a:pt x="3810459" y="4238792"/>
                  </a:lnTo>
                  <a:lnTo>
                    <a:pt x="3801969" y="4245151"/>
                  </a:lnTo>
                  <a:lnTo>
                    <a:pt x="3801969" y="4266316"/>
                  </a:lnTo>
                  <a:lnTo>
                    <a:pt x="3808478" y="4272674"/>
                  </a:lnTo>
                  <a:lnTo>
                    <a:pt x="3829704" y="4272674"/>
                  </a:lnTo>
                  <a:lnTo>
                    <a:pt x="3835930" y="4264225"/>
                  </a:lnTo>
                  <a:lnTo>
                    <a:pt x="3835930" y="4247269"/>
                  </a:lnTo>
                  <a:lnTo>
                    <a:pt x="3829704" y="4238792"/>
                  </a:lnTo>
                  <a:close/>
                </a:path>
                <a:path w="9542780" h="6570345">
                  <a:moveTo>
                    <a:pt x="3829704" y="4283271"/>
                  </a:moveTo>
                  <a:lnTo>
                    <a:pt x="3810459" y="4283271"/>
                  </a:lnTo>
                  <a:lnTo>
                    <a:pt x="3801969" y="4289629"/>
                  </a:lnTo>
                  <a:lnTo>
                    <a:pt x="3801969" y="4308675"/>
                  </a:lnTo>
                  <a:lnTo>
                    <a:pt x="3808478" y="4317152"/>
                  </a:lnTo>
                  <a:lnTo>
                    <a:pt x="3829704" y="4317152"/>
                  </a:lnTo>
                  <a:lnTo>
                    <a:pt x="3835930" y="4308675"/>
                  </a:lnTo>
                  <a:lnTo>
                    <a:pt x="3835930" y="4291749"/>
                  </a:lnTo>
                  <a:lnTo>
                    <a:pt x="3829704" y="4283271"/>
                  </a:lnTo>
                  <a:close/>
                </a:path>
                <a:path w="9542780" h="6570345">
                  <a:moveTo>
                    <a:pt x="3829704" y="4327721"/>
                  </a:moveTo>
                  <a:lnTo>
                    <a:pt x="3810459" y="4327721"/>
                  </a:lnTo>
                  <a:lnTo>
                    <a:pt x="3801969" y="4334079"/>
                  </a:lnTo>
                  <a:lnTo>
                    <a:pt x="3801969" y="4353153"/>
                  </a:lnTo>
                  <a:lnTo>
                    <a:pt x="3808478" y="4361602"/>
                  </a:lnTo>
                  <a:lnTo>
                    <a:pt x="3829704" y="4361602"/>
                  </a:lnTo>
                  <a:lnTo>
                    <a:pt x="3835930" y="4353153"/>
                  </a:lnTo>
                  <a:lnTo>
                    <a:pt x="3835930" y="4336199"/>
                  </a:lnTo>
                  <a:lnTo>
                    <a:pt x="3829704" y="4327721"/>
                  </a:lnTo>
                  <a:close/>
                </a:path>
                <a:path w="9542780" h="6570345">
                  <a:moveTo>
                    <a:pt x="3829704" y="4372199"/>
                  </a:moveTo>
                  <a:lnTo>
                    <a:pt x="3810459" y="4372199"/>
                  </a:lnTo>
                  <a:lnTo>
                    <a:pt x="3801969" y="4378558"/>
                  </a:lnTo>
                  <a:lnTo>
                    <a:pt x="3801969" y="4397603"/>
                  </a:lnTo>
                  <a:lnTo>
                    <a:pt x="3808478" y="4406082"/>
                  </a:lnTo>
                  <a:lnTo>
                    <a:pt x="3818949" y="4406082"/>
                  </a:lnTo>
                  <a:lnTo>
                    <a:pt x="3829704" y="4403962"/>
                  </a:lnTo>
                  <a:lnTo>
                    <a:pt x="3835930" y="4397603"/>
                  </a:lnTo>
                  <a:lnTo>
                    <a:pt x="3835930" y="4380677"/>
                  </a:lnTo>
                  <a:lnTo>
                    <a:pt x="3829704" y="4372199"/>
                  </a:lnTo>
                  <a:close/>
                </a:path>
                <a:path w="9542780" h="6570345">
                  <a:moveTo>
                    <a:pt x="3829704" y="4416649"/>
                  </a:moveTo>
                  <a:lnTo>
                    <a:pt x="3810459" y="4416649"/>
                  </a:lnTo>
                  <a:lnTo>
                    <a:pt x="3801969" y="4423008"/>
                  </a:lnTo>
                  <a:lnTo>
                    <a:pt x="3801969" y="4442054"/>
                  </a:lnTo>
                  <a:lnTo>
                    <a:pt x="3808478" y="4450532"/>
                  </a:lnTo>
                  <a:lnTo>
                    <a:pt x="3818949" y="4450532"/>
                  </a:lnTo>
                  <a:lnTo>
                    <a:pt x="3829704" y="4448412"/>
                  </a:lnTo>
                  <a:lnTo>
                    <a:pt x="3835930" y="4442054"/>
                  </a:lnTo>
                  <a:lnTo>
                    <a:pt x="3835930" y="4425127"/>
                  </a:lnTo>
                  <a:lnTo>
                    <a:pt x="3829704" y="4416649"/>
                  </a:lnTo>
                  <a:close/>
                </a:path>
                <a:path w="9542780" h="6570345">
                  <a:moveTo>
                    <a:pt x="3829704" y="4459009"/>
                  </a:moveTo>
                  <a:lnTo>
                    <a:pt x="3810459" y="4459009"/>
                  </a:lnTo>
                  <a:lnTo>
                    <a:pt x="3801969" y="4465366"/>
                  </a:lnTo>
                  <a:lnTo>
                    <a:pt x="3801969" y="4484413"/>
                  </a:lnTo>
                  <a:lnTo>
                    <a:pt x="3808478" y="4492890"/>
                  </a:lnTo>
                  <a:lnTo>
                    <a:pt x="3829704" y="4492890"/>
                  </a:lnTo>
                  <a:lnTo>
                    <a:pt x="3835930" y="4486532"/>
                  </a:lnTo>
                  <a:lnTo>
                    <a:pt x="3835930" y="4467486"/>
                  </a:lnTo>
                  <a:lnTo>
                    <a:pt x="3829704" y="4459009"/>
                  </a:lnTo>
                  <a:close/>
                </a:path>
                <a:path w="9542780" h="6570345">
                  <a:moveTo>
                    <a:pt x="3829704" y="4503459"/>
                  </a:moveTo>
                  <a:lnTo>
                    <a:pt x="3810459" y="4503459"/>
                  </a:lnTo>
                  <a:lnTo>
                    <a:pt x="3801969" y="4509816"/>
                  </a:lnTo>
                  <a:lnTo>
                    <a:pt x="3801969" y="4528863"/>
                  </a:lnTo>
                  <a:lnTo>
                    <a:pt x="3808478" y="4537341"/>
                  </a:lnTo>
                  <a:lnTo>
                    <a:pt x="3829704" y="4537341"/>
                  </a:lnTo>
                  <a:lnTo>
                    <a:pt x="3835930" y="4530982"/>
                  </a:lnTo>
                  <a:lnTo>
                    <a:pt x="3835930" y="4511936"/>
                  </a:lnTo>
                  <a:lnTo>
                    <a:pt x="3829704" y="4503459"/>
                  </a:lnTo>
                  <a:close/>
                </a:path>
                <a:path w="9542780" h="6570345">
                  <a:moveTo>
                    <a:pt x="3829704" y="4547938"/>
                  </a:moveTo>
                  <a:lnTo>
                    <a:pt x="3810459" y="4547938"/>
                  </a:lnTo>
                  <a:lnTo>
                    <a:pt x="3801969" y="4554296"/>
                  </a:lnTo>
                  <a:lnTo>
                    <a:pt x="3801969" y="4573342"/>
                  </a:lnTo>
                  <a:lnTo>
                    <a:pt x="3808478" y="4581819"/>
                  </a:lnTo>
                  <a:lnTo>
                    <a:pt x="3829704" y="4581819"/>
                  </a:lnTo>
                  <a:lnTo>
                    <a:pt x="3835930" y="4573342"/>
                  </a:lnTo>
                  <a:lnTo>
                    <a:pt x="3835930" y="4556415"/>
                  </a:lnTo>
                  <a:lnTo>
                    <a:pt x="3829704" y="4547938"/>
                  </a:lnTo>
                  <a:close/>
                </a:path>
                <a:path w="9542780" h="6570345">
                  <a:moveTo>
                    <a:pt x="3829704" y="4592388"/>
                  </a:moveTo>
                  <a:lnTo>
                    <a:pt x="3810459" y="4592388"/>
                  </a:lnTo>
                  <a:lnTo>
                    <a:pt x="3801969" y="4598746"/>
                  </a:lnTo>
                  <a:lnTo>
                    <a:pt x="3801969" y="4617792"/>
                  </a:lnTo>
                  <a:lnTo>
                    <a:pt x="3808478" y="4626269"/>
                  </a:lnTo>
                  <a:lnTo>
                    <a:pt x="3829704" y="4626269"/>
                  </a:lnTo>
                  <a:lnTo>
                    <a:pt x="3835930" y="4617792"/>
                  </a:lnTo>
                  <a:lnTo>
                    <a:pt x="3835930" y="4600865"/>
                  </a:lnTo>
                  <a:lnTo>
                    <a:pt x="3829704" y="4592388"/>
                  </a:lnTo>
                  <a:close/>
                </a:path>
                <a:path w="9542780" h="6570345">
                  <a:moveTo>
                    <a:pt x="3829704" y="4636866"/>
                  </a:moveTo>
                  <a:lnTo>
                    <a:pt x="3810459" y="4636866"/>
                  </a:lnTo>
                  <a:lnTo>
                    <a:pt x="3801969" y="4643224"/>
                  </a:lnTo>
                  <a:lnTo>
                    <a:pt x="3801969" y="4662270"/>
                  </a:lnTo>
                  <a:lnTo>
                    <a:pt x="3808478" y="4670748"/>
                  </a:lnTo>
                  <a:lnTo>
                    <a:pt x="3829704" y="4670748"/>
                  </a:lnTo>
                  <a:lnTo>
                    <a:pt x="3835930" y="4662270"/>
                  </a:lnTo>
                  <a:lnTo>
                    <a:pt x="3835930" y="4645343"/>
                  </a:lnTo>
                  <a:lnTo>
                    <a:pt x="3829704" y="4636866"/>
                  </a:lnTo>
                  <a:close/>
                </a:path>
                <a:path w="9542780" h="6570345">
                  <a:moveTo>
                    <a:pt x="3829704" y="4681316"/>
                  </a:moveTo>
                  <a:lnTo>
                    <a:pt x="3810459" y="4681316"/>
                  </a:lnTo>
                  <a:lnTo>
                    <a:pt x="3801969" y="4687675"/>
                  </a:lnTo>
                  <a:lnTo>
                    <a:pt x="3801969" y="4706721"/>
                  </a:lnTo>
                  <a:lnTo>
                    <a:pt x="3808478" y="4715198"/>
                  </a:lnTo>
                  <a:lnTo>
                    <a:pt x="3818949" y="4715198"/>
                  </a:lnTo>
                  <a:lnTo>
                    <a:pt x="3829704" y="4713079"/>
                  </a:lnTo>
                  <a:lnTo>
                    <a:pt x="3835930" y="4706721"/>
                  </a:lnTo>
                  <a:lnTo>
                    <a:pt x="3835930" y="4689793"/>
                  </a:lnTo>
                  <a:lnTo>
                    <a:pt x="3829704" y="4681316"/>
                  </a:lnTo>
                  <a:close/>
                </a:path>
                <a:path w="9542780" h="6570345">
                  <a:moveTo>
                    <a:pt x="3829704" y="4725795"/>
                  </a:moveTo>
                  <a:lnTo>
                    <a:pt x="3810459" y="4725795"/>
                  </a:lnTo>
                  <a:lnTo>
                    <a:pt x="3801969" y="4732153"/>
                  </a:lnTo>
                  <a:lnTo>
                    <a:pt x="3801969" y="4753319"/>
                  </a:lnTo>
                  <a:lnTo>
                    <a:pt x="3808478" y="4759676"/>
                  </a:lnTo>
                  <a:lnTo>
                    <a:pt x="3818949" y="4759676"/>
                  </a:lnTo>
                  <a:lnTo>
                    <a:pt x="3829704" y="4757557"/>
                  </a:lnTo>
                  <a:lnTo>
                    <a:pt x="3835930" y="4751199"/>
                  </a:lnTo>
                  <a:lnTo>
                    <a:pt x="3835930" y="4734245"/>
                  </a:lnTo>
                  <a:lnTo>
                    <a:pt x="3829704" y="4725795"/>
                  </a:lnTo>
                  <a:close/>
                </a:path>
                <a:path w="9542780" h="6570345">
                  <a:moveTo>
                    <a:pt x="3829704" y="4768126"/>
                  </a:moveTo>
                  <a:lnTo>
                    <a:pt x="3810459" y="4768126"/>
                  </a:lnTo>
                  <a:lnTo>
                    <a:pt x="3801969" y="4774483"/>
                  </a:lnTo>
                  <a:lnTo>
                    <a:pt x="3801969" y="4795649"/>
                  </a:lnTo>
                  <a:lnTo>
                    <a:pt x="3808478" y="4802007"/>
                  </a:lnTo>
                  <a:lnTo>
                    <a:pt x="3829704" y="4802007"/>
                  </a:lnTo>
                  <a:lnTo>
                    <a:pt x="3835930" y="4795649"/>
                  </a:lnTo>
                  <a:lnTo>
                    <a:pt x="3835930" y="4776603"/>
                  </a:lnTo>
                  <a:lnTo>
                    <a:pt x="3829704" y="4768126"/>
                  </a:lnTo>
                  <a:close/>
                </a:path>
                <a:path w="9542780" h="6570345">
                  <a:moveTo>
                    <a:pt x="3829704" y="4812604"/>
                  </a:moveTo>
                  <a:lnTo>
                    <a:pt x="3810459" y="4812604"/>
                  </a:lnTo>
                  <a:lnTo>
                    <a:pt x="3801969" y="4818962"/>
                  </a:lnTo>
                  <a:lnTo>
                    <a:pt x="3801969" y="4838009"/>
                  </a:lnTo>
                  <a:lnTo>
                    <a:pt x="3808478" y="4846486"/>
                  </a:lnTo>
                  <a:lnTo>
                    <a:pt x="3829704" y="4846486"/>
                  </a:lnTo>
                  <a:lnTo>
                    <a:pt x="3835930" y="4840128"/>
                  </a:lnTo>
                  <a:lnTo>
                    <a:pt x="3835930" y="4821053"/>
                  </a:lnTo>
                  <a:lnTo>
                    <a:pt x="3829704" y="4812604"/>
                  </a:lnTo>
                  <a:close/>
                </a:path>
                <a:path w="9542780" h="6570345">
                  <a:moveTo>
                    <a:pt x="3829704" y="4857055"/>
                  </a:moveTo>
                  <a:lnTo>
                    <a:pt x="3810459" y="4857055"/>
                  </a:lnTo>
                  <a:lnTo>
                    <a:pt x="3801969" y="4863412"/>
                  </a:lnTo>
                  <a:lnTo>
                    <a:pt x="3801969" y="4882459"/>
                  </a:lnTo>
                  <a:lnTo>
                    <a:pt x="3808478" y="4890936"/>
                  </a:lnTo>
                  <a:lnTo>
                    <a:pt x="3829704" y="4890936"/>
                  </a:lnTo>
                  <a:lnTo>
                    <a:pt x="3835930" y="4882459"/>
                  </a:lnTo>
                  <a:lnTo>
                    <a:pt x="3835930" y="4865532"/>
                  </a:lnTo>
                  <a:lnTo>
                    <a:pt x="3829704" y="4857055"/>
                  </a:lnTo>
                  <a:close/>
                </a:path>
                <a:path w="9542780" h="6570345">
                  <a:moveTo>
                    <a:pt x="3829704" y="4901533"/>
                  </a:moveTo>
                  <a:lnTo>
                    <a:pt x="3810459" y="4901533"/>
                  </a:lnTo>
                  <a:lnTo>
                    <a:pt x="3801969" y="4907890"/>
                  </a:lnTo>
                  <a:lnTo>
                    <a:pt x="3801969" y="4926937"/>
                  </a:lnTo>
                  <a:lnTo>
                    <a:pt x="3808478" y="4935414"/>
                  </a:lnTo>
                  <a:lnTo>
                    <a:pt x="3829704" y="4935414"/>
                  </a:lnTo>
                  <a:lnTo>
                    <a:pt x="3835930" y="4926937"/>
                  </a:lnTo>
                  <a:lnTo>
                    <a:pt x="3835930" y="4909982"/>
                  </a:lnTo>
                  <a:lnTo>
                    <a:pt x="3829704" y="4901533"/>
                  </a:lnTo>
                  <a:close/>
                </a:path>
                <a:path w="9542780" h="6570345">
                  <a:moveTo>
                    <a:pt x="3829704" y="4945983"/>
                  </a:moveTo>
                  <a:lnTo>
                    <a:pt x="3810459" y="4945983"/>
                  </a:lnTo>
                  <a:lnTo>
                    <a:pt x="3801969" y="4952342"/>
                  </a:lnTo>
                  <a:lnTo>
                    <a:pt x="3801969" y="4971387"/>
                  </a:lnTo>
                  <a:lnTo>
                    <a:pt x="3808478" y="4979865"/>
                  </a:lnTo>
                  <a:lnTo>
                    <a:pt x="3829704" y="4979865"/>
                  </a:lnTo>
                  <a:lnTo>
                    <a:pt x="3835930" y="4971387"/>
                  </a:lnTo>
                  <a:lnTo>
                    <a:pt x="3835930" y="4954460"/>
                  </a:lnTo>
                  <a:lnTo>
                    <a:pt x="3829704" y="4945983"/>
                  </a:lnTo>
                  <a:close/>
                </a:path>
                <a:path w="9542780" h="6570345">
                  <a:moveTo>
                    <a:pt x="3829704" y="4990462"/>
                  </a:moveTo>
                  <a:lnTo>
                    <a:pt x="3810459" y="4990462"/>
                  </a:lnTo>
                  <a:lnTo>
                    <a:pt x="3801969" y="4996792"/>
                  </a:lnTo>
                  <a:lnTo>
                    <a:pt x="3801969" y="5015866"/>
                  </a:lnTo>
                  <a:lnTo>
                    <a:pt x="3808478" y="5024343"/>
                  </a:lnTo>
                  <a:lnTo>
                    <a:pt x="3829704" y="5024343"/>
                  </a:lnTo>
                  <a:lnTo>
                    <a:pt x="3835930" y="5015866"/>
                  </a:lnTo>
                  <a:lnTo>
                    <a:pt x="3835930" y="4998911"/>
                  </a:lnTo>
                  <a:lnTo>
                    <a:pt x="3829704" y="4990462"/>
                  </a:lnTo>
                  <a:close/>
                </a:path>
                <a:path w="9542780" h="6570345">
                  <a:moveTo>
                    <a:pt x="3829704" y="5034912"/>
                  </a:moveTo>
                  <a:lnTo>
                    <a:pt x="3810459" y="5034912"/>
                  </a:lnTo>
                  <a:lnTo>
                    <a:pt x="3801969" y="5041270"/>
                  </a:lnTo>
                  <a:lnTo>
                    <a:pt x="3801969" y="5060316"/>
                  </a:lnTo>
                  <a:lnTo>
                    <a:pt x="3808478" y="5068793"/>
                  </a:lnTo>
                  <a:lnTo>
                    <a:pt x="3818949" y="5068793"/>
                  </a:lnTo>
                  <a:lnTo>
                    <a:pt x="3829704" y="5066673"/>
                  </a:lnTo>
                  <a:lnTo>
                    <a:pt x="3835930" y="5060316"/>
                  </a:lnTo>
                  <a:lnTo>
                    <a:pt x="3835930" y="5043389"/>
                  </a:lnTo>
                  <a:lnTo>
                    <a:pt x="3829704" y="5034912"/>
                  </a:lnTo>
                  <a:close/>
                </a:path>
                <a:path w="9542780" h="6570345">
                  <a:moveTo>
                    <a:pt x="3829704" y="5077270"/>
                  </a:moveTo>
                  <a:lnTo>
                    <a:pt x="3810459" y="5077270"/>
                  </a:lnTo>
                  <a:lnTo>
                    <a:pt x="3801969" y="5083629"/>
                  </a:lnTo>
                  <a:lnTo>
                    <a:pt x="3801969" y="5102675"/>
                  </a:lnTo>
                  <a:lnTo>
                    <a:pt x="3808478" y="5111153"/>
                  </a:lnTo>
                  <a:lnTo>
                    <a:pt x="3829704" y="5111153"/>
                  </a:lnTo>
                  <a:lnTo>
                    <a:pt x="3835930" y="5104794"/>
                  </a:lnTo>
                  <a:lnTo>
                    <a:pt x="3835930" y="5085720"/>
                  </a:lnTo>
                  <a:lnTo>
                    <a:pt x="3829704" y="5077270"/>
                  </a:lnTo>
                  <a:close/>
                </a:path>
                <a:path w="9542780" h="6570345">
                  <a:moveTo>
                    <a:pt x="3829704" y="5121722"/>
                  </a:moveTo>
                  <a:lnTo>
                    <a:pt x="3810459" y="5121722"/>
                  </a:lnTo>
                  <a:lnTo>
                    <a:pt x="3801969" y="5128079"/>
                  </a:lnTo>
                  <a:lnTo>
                    <a:pt x="3801969" y="5147125"/>
                  </a:lnTo>
                  <a:lnTo>
                    <a:pt x="3808478" y="5155603"/>
                  </a:lnTo>
                  <a:lnTo>
                    <a:pt x="3829704" y="5155603"/>
                  </a:lnTo>
                  <a:lnTo>
                    <a:pt x="3835930" y="5149245"/>
                  </a:lnTo>
                  <a:lnTo>
                    <a:pt x="3835930" y="5130199"/>
                  </a:lnTo>
                  <a:lnTo>
                    <a:pt x="3829704" y="5121722"/>
                  </a:lnTo>
                  <a:close/>
                </a:path>
                <a:path w="9542780" h="6570345">
                  <a:moveTo>
                    <a:pt x="3829704" y="5166199"/>
                  </a:moveTo>
                  <a:lnTo>
                    <a:pt x="3810459" y="5166199"/>
                  </a:lnTo>
                  <a:lnTo>
                    <a:pt x="3801969" y="5172529"/>
                  </a:lnTo>
                  <a:lnTo>
                    <a:pt x="3801969" y="5191603"/>
                  </a:lnTo>
                  <a:lnTo>
                    <a:pt x="3808478" y="5200081"/>
                  </a:lnTo>
                  <a:lnTo>
                    <a:pt x="3829704" y="5200081"/>
                  </a:lnTo>
                  <a:lnTo>
                    <a:pt x="3835930" y="5191603"/>
                  </a:lnTo>
                  <a:lnTo>
                    <a:pt x="3835930" y="5174649"/>
                  </a:lnTo>
                  <a:lnTo>
                    <a:pt x="3829704" y="5166199"/>
                  </a:lnTo>
                  <a:close/>
                </a:path>
                <a:path w="9542780" h="6570345">
                  <a:moveTo>
                    <a:pt x="3829704" y="5210649"/>
                  </a:moveTo>
                  <a:lnTo>
                    <a:pt x="3810459" y="5210649"/>
                  </a:lnTo>
                  <a:lnTo>
                    <a:pt x="3801969" y="5217007"/>
                  </a:lnTo>
                  <a:lnTo>
                    <a:pt x="3801969" y="5236053"/>
                  </a:lnTo>
                  <a:lnTo>
                    <a:pt x="3808478" y="5244532"/>
                  </a:lnTo>
                  <a:lnTo>
                    <a:pt x="3829704" y="5244532"/>
                  </a:lnTo>
                  <a:lnTo>
                    <a:pt x="3835930" y="5236053"/>
                  </a:lnTo>
                  <a:lnTo>
                    <a:pt x="3835930" y="5219127"/>
                  </a:lnTo>
                  <a:lnTo>
                    <a:pt x="3829704" y="5210649"/>
                  </a:lnTo>
                  <a:close/>
                </a:path>
                <a:path w="9542780" h="6570345">
                  <a:moveTo>
                    <a:pt x="3829704" y="5255129"/>
                  </a:moveTo>
                  <a:lnTo>
                    <a:pt x="3810459" y="5255129"/>
                  </a:lnTo>
                  <a:lnTo>
                    <a:pt x="3801969" y="5261458"/>
                  </a:lnTo>
                  <a:lnTo>
                    <a:pt x="3801969" y="5282652"/>
                  </a:lnTo>
                  <a:lnTo>
                    <a:pt x="3808478" y="5288982"/>
                  </a:lnTo>
                  <a:lnTo>
                    <a:pt x="3829704" y="5288982"/>
                  </a:lnTo>
                  <a:lnTo>
                    <a:pt x="3835930" y="5280533"/>
                  </a:lnTo>
                  <a:lnTo>
                    <a:pt x="3835930" y="5263577"/>
                  </a:lnTo>
                  <a:lnTo>
                    <a:pt x="3829704" y="5255129"/>
                  </a:lnTo>
                  <a:close/>
                </a:path>
                <a:path w="9542780" h="6570345">
                  <a:moveTo>
                    <a:pt x="3829704" y="5299579"/>
                  </a:moveTo>
                  <a:lnTo>
                    <a:pt x="3810459" y="5299579"/>
                  </a:lnTo>
                  <a:lnTo>
                    <a:pt x="3801969" y="5305936"/>
                  </a:lnTo>
                  <a:lnTo>
                    <a:pt x="3801969" y="5327102"/>
                  </a:lnTo>
                  <a:lnTo>
                    <a:pt x="3808478" y="5333460"/>
                  </a:lnTo>
                  <a:lnTo>
                    <a:pt x="3829704" y="5333460"/>
                  </a:lnTo>
                  <a:lnTo>
                    <a:pt x="3835930" y="5324983"/>
                  </a:lnTo>
                  <a:lnTo>
                    <a:pt x="3835930" y="5308056"/>
                  </a:lnTo>
                  <a:lnTo>
                    <a:pt x="3829704" y="5299579"/>
                  </a:lnTo>
                  <a:close/>
                </a:path>
                <a:path w="9542780" h="6570345">
                  <a:moveTo>
                    <a:pt x="3829704" y="5344057"/>
                  </a:moveTo>
                  <a:lnTo>
                    <a:pt x="3810459" y="5344057"/>
                  </a:lnTo>
                  <a:lnTo>
                    <a:pt x="3801969" y="5350386"/>
                  </a:lnTo>
                  <a:lnTo>
                    <a:pt x="3801969" y="5369460"/>
                  </a:lnTo>
                  <a:lnTo>
                    <a:pt x="3808478" y="5377910"/>
                  </a:lnTo>
                  <a:lnTo>
                    <a:pt x="3818949" y="5377910"/>
                  </a:lnTo>
                  <a:lnTo>
                    <a:pt x="3829704" y="5375791"/>
                  </a:lnTo>
                  <a:lnTo>
                    <a:pt x="3835930" y="5369460"/>
                  </a:lnTo>
                  <a:lnTo>
                    <a:pt x="3835930" y="5352506"/>
                  </a:lnTo>
                  <a:lnTo>
                    <a:pt x="3829704" y="5344057"/>
                  </a:lnTo>
                  <a:close/>
                </a:path>
                <a:path w="9542780" h="6570345">
                  <a:moveTo>
                    <a:pt x="3829704" y="5386387"/>
                  </a:moveTo>
                  <a:lnTo>
                    <a:pt x="3810459" y="5386387"/>
                  </a:lnTo>
                  <a:lnTo>
                    <a:pt x="3801969" y="5392746"/>
                  </a:lnTo>
                  <a:lnTo>
                    <a:pt x="3801969" y="5411792"/>
                  </a:lnTo>
                  <a:lnTo>
                    <a:pt x="3808478" y="5420269"/>
                  </a:lnTo>
                  <a:lnTo>
                    <a:pt x="3829704" y="5420269"/>
                  </a:lnTo>
                  <a:lnTo>
                    <a:pt x="3835930" y="5413912"/>
                  </a:lnTo>
                  <a:lnTo>
                    <a:pt x="3835930" y="5394866"/>
                  </a:lnTo>
                  <a:lnTo>
                    <a:pt x="3829704" y="5386387"/>
                  </a:lnTo>
                  <a:close/>
                </a:path>
                <a:path w="9542780" h="6570345">
                  <a:moveTo>
                    <a:pt x="3829704" y="5430866"/>
                  </a:moveTo>
                  <a:lnTo>
                    <a:pt x="3810459" y="5430866"/>
                  </a:lnTo>
                  <a:lnTo>
                    <a:pt x="3801969" y="5437196"/>
                  </a:lnTo>
                  <a:lnTo>
                    <a:pt x="3801969" y="5458390"/>
                  </a:lnTo>
                  <a:lnTo>
                    <a:pt x="3808478" y="5464719"/>
                  </a:lnTo>
                  <a:lnTo>
                    <a:pt x="3829704" y="5464719"/>
                  </a:lnTo>
                  <a:lnTo>
                    <a:pt x="3835930" y="5458390"/>
                  </a:lnTo>
                  <a:lnTo>
                    <a:pt x="3835930" y="5439316"/>
                  </a:lnTo>
                  <a:lnTo>
                    <a:pt x="3829704" y="5430866"/>
                  </a:lnTo>
                  <a:close/>
                </a:path>
                <a:path w="9542780" h="6570345">
                  <a:moveTo>
                    <a:pt x="3829704" y="6138029"/>
                  </a:moveTo>
                  <a:lnTo>
                    <a:pt x="3810459" y="6138029"/>
                  </a:lnTo>
                  <a:lnTo>
                    <a:pt x="3801969" y="6144386"/>
                  </a:lnTo>
                  <a:lnTo>
                    <a:pt x="3801969" y="6163461"/>
                  </a:lnTo>
                  <a:lnTo>
                    <a:pt x="3808478" y="6171910"/>
                  </a:lnTo>
                  <a:lnTo>
                    <a:pt x="3829704" y="6171910"/>
                  </a:lnTo>
                  <a:lnTo>
                    <a:pt x="3835930" y="6163461"/>
                  </a:lnTo>
                  <a:lnTo>
                    <a:pt x="3835930" y="6146506"/>
                  </a:lnTo>
                  <a:lnTo>
                    <a:pt x="3829704" y="6138029"/>
                  </a:lnTo>
                  <a:close/>
                </a:path>
                <a:path w="9542780" h="6570345">
                  <a:moveTo>
                    <a:pt x="3829704" y="6182507"/>
                  </a:moveTo>
                  <a:lnTo>
                    <a:pt x="3810459" y="6182507"/>
                  </a:lnTo>
                  <a:lnTo>
                    <a:pt x="3801969" y="6188864"/>
                  </a:lnTo>
                  <a:lnTo>
                    <a:pt x="3801969" y="6210030"/>
                  </a:lnTo>
                  <a:lnTo>
                    <a:pt x="3808478" y="6216389"/>
                  </a:lnTo>
                  <a:lnTo>
                    <a:pt x="3829704" y="6216389"/>
                  </a:lnTo>
                  <a:lnTo>
                    <a:pt x="3835930" y="6207911"/>
                  </a:lnTo>
                  <a:lnTo>
                    <a:pt x="3835930" y="6190984"/>
                  </a:lnTo>
                  <a:lnTo>
                    <a:pt x="3829704" y="6182507"/>
                  </a:lnTo>
                  <a:close/>
                </a:path>
                <a:path w="9542780" h="6570345">
                  <a:moveTo>
                    <a:pt x="3829704" y="6226957"/>
                  </a:moveTo>
                  <a:lnTo>
                    <a:pt x="3810459" y="6226957"/>
                  </a:lnTo>
                  <a:lnTo>
                    <a:pt x="3801969" y="6233316"/>
                  </a:lnTo>
                  <a:lnTo>
                    <a:pt x="3801969" y="6254480"/>
                  </a:lnTo>
                  <a:lnTo>
                    <a:pt x="3808478" y="6260839"/>
                  </a:lnTo>
                  <a:lnTo>
                    <a:pt x="3829704" y="6260839"/>
                  </a:lnTo>
                  <a:lnTo>
                    <a:pt x="3835930" y="6252362"/>
                  </a:lnTo>
                  <a:lnTo>
                    <a:pt x="3835930" y="6235434"/>
                  </a:lnTo>
                  <a:lnTo>
                    <a:pt x="3829704" y="6226957"/>
                  </a:lnTo>
                  <a:close/>
                </a:path>
                <a:path w="9542780" h="6570345">
                  <a:moveTo>
                    <a:pt x="3785271" y="3974125"/>
                  </a:moveTo>
                  <a:lnTo>
                    <a:pt x="3766027" y="3974125"/>
                  </a:lnTo>
                  <a:lnTo>
                    <a:pt x="3757536" y="3980484"/>
                  </a:lnTo>
                  <a:lnTo>
                    <a:pt x="3757536" y="3999558"/>
                  </a:lnTo>
                  <a:lnTo>
                    <a:pt x="3764046" y="4008008"/>
                  </a:lnTo>
                  <a:lnTo>
                    <a:pt x="3785271" y="4008008"/>
                  </a:lnTo>
                  <a:lnTo>
                    <a:pt x="3791498" y="3999558"/>
                  </a:lnTo>
                  <a:lnTo>
                    <a:pt x="3791498" y="3982603"/>
                  </a:lnTo>
                  <a:lnTo>
                    <a:pt x="3785271" y="3974125"/>
                  </a:lnTo>
                  <a:close/>
                </a:path>
                <a:path w="9542780" h="6570345">
                  <a:moveTo>
                    <a:pt x="3785271" y="4018605"/>
                  </a:moveTo>
                  <a:lnTo>
                    <a:pt x="3766027" y="4018605"/>
                  </a:lnTo>
                  <a:lnTo>
                    <a:pt x="3757536" y="4024962"/>
                  </a:lnTo>
                  <a:lnTo>
                    <a:pt x="3757536" y="4044008"/>
                  </a:lnTo>
                  <a:lnTo>
                    <a:pt x="3764046" y="4052486"/>
                  </a:lnTo>
                  <a:lnTo>
                    <a:pt x="3785271" y="4052486"/>
                  </a:lnTo>
                  <a:lnTo>
                    <a:pt x="3791498" y="4044008"/>
                  </a:lnTo>
                  <a:lnTo>
                    <a:pt x="3791498" y="4027082"/>
                  </a:lnTo>
                  <a:lnTo>
                    <a:pt x="3785271" y="4018605"/>
                  </a:lnTo>
                  <a:close/>
                </a:path>
                <a:path w="9542780" h="6570345">
                  <a:moveTo>
                    <a:pt x="3785271" y="4063055"/>
                  </a:moveTo>
                  <a:lnTo>
                    <a:pt x="3766027" y="4063055"/>
                  </a:lnTo>
                  <a:lnTo>
                    <a:pt x="3757536" y="4069412"/>
                  </a:lnTo>
                  <a:lnTo>
                    <a:pt x="3757536" y="4088486"/>
                  </a:lnTo>
                  <a:lnTo>
                    <a:pt x="3764046" y="4096936"/>
                  </a:lnTo>
                  <a:lnTo>
                    <a:pt x="3774517" y="4096936"/>
                  </a:lnTo>
                  <a:lnTo>
                    <a:pt x="3785271" y="4094816"/>
                  </a:lnTo>
                  <a:lnTo>
                    <a:pt x="3791498" y="4088486"/>
                  </a:lnTo>
                  <a:lnTo>
                    <a:pt x="3791498" y="4071532"/>
                  </a:lnTo>
                  <a:lnTo>
                    <a:pt x="3785271" y="4063055"/>
                  </a:lnTo>
                  <a:close/>
                </a:path>
                <a:path w="9542780" h="6570345">
                  <a:moveTo>
                    <a:pt x="3785271" y="4107533"/>
                  </a:moveTo>
                  <a:lnTo>
                    <a:pt x="3766027" y="4107533"/>
                  </a:lnTo>
                  <a:lnTo>
                    <a:pt x="3757536" y="4113891"/>
                  </a:lnTo>
                  <a:lnTo>
                    <a:pt x="3757536" y="4132936"/>
                  </a:lnTo>
                  <a:lnTo>
                    <a:pt x="3764046" y="4141415"/>
                  </a:lnTo>
                  <a:lnTo>
                    <a:pt x="3774517" y="4141415"/>
                  </a:lnTo>
                  <a:lnTo>
                    <a:pt x="3785271" y="4139295"/>
                  </a:lnTo>
                  <a:lnTo>
                    <a:pt x="3791498" y="4132936"/>
                  </a:lnTo>
                  <a:lnTo>
                    <a:pt x="3791498" y="4116010"/>
                  </a:lnTo>
                  <a:lnTo>
                    <a:pt x="3785271" y="4107533"/>
                  </a:lnTo>
                  <a:close/>
                </a:path>
                <a:path w="9542780" h="6570345">
                  <a:moveTo>
                    <a:pt x="3785271" y="4149864"/>
                  </a:moveTo>
                  <a:lnTo>
                    <a:pt x="3766027" y="4149864"/>
                  </a:lnTo>
                  <a:lnTo>
                    <a:pt x="3757536" y="4156222"/>
                  </a:lnTo>
                  <a:lnTo>
                    <a:pt x="3757536" y="4175296"/>
                  </a:lnTo>
                  <a:lnTo>
                    <a:pt x="3764046" y="4183745"/>
                  </a:lnTo>
                  <a:lnTo>
                    <a:pt x="3785271" y="4183745"/>
                  </a:lnTo>
                  <a:lnTo>
                    <a:pt x="3791498" y="4177416"/>
                  </a:lnTo>
                  <a:lnTo>
                    <a:pt x="3791498" y="4158341"/>
                  </a:lnTo>
                  <a:lnTo>
                    <a:pt x="3785271" y="4149864"/>
                  </a:lnTo>
                  <a:close/>
                </a:path>
                <a:path w="9542780" h="6570345">
                  <a:moveTo>
                    <a:pt x="3785271" y="4194342"/>
                  </a:moveTo>
                  <a:lnTo>
                    <a:pt x="3766027" y="4194342"/>
                  </a:lnTo>
                  <a:lnTo>
                    <a:pt x="3757536" y="4200700"/>
                  </a:lnTo>
                  <a:lnTo>
                    <a:pt x="3757536" y="4221866"/>
                  </a:lnTo>
                  <a:lnTo>
                    <a:pt x="3764046" y="4228223"/>
                  </a:lnTo>
                  <a:lnTo>
                    <a:pt x="3785271" y="4228223"/>
                  </a:lnTo>
                  <a:lnTo>
                    <a:pt x="3791498" y="4221866"/>
                  </a:lnTo>
                  <a:lnTo>
                    <a:pt x="3791498" y="4202819"/>
                  </a:lnTo>
                  <a:lnTo>
                    <a:pt x="3785271" y="4194342"/>
                  </a:lnTo>
                  <a:close/>
                </a:path>
                <a:path w="9542780" h="6570345">
                  <a:moveTo>
                    <a:pt x="3785271" y="4238792"/>
                  </a:moveTo>
                  <a:lnTo>
                    <a:pt x="3766027" y="4238792"/>
                  </a:lnTo>
                  <a:lnTo>
                    <a:pt x="3757536" y="4245151"/>
                  </a:lnTo>
                  <a:lnTo>
                    <a:pt x="3757536" y="4266316"/>
                  </a:lnTo>
                  <a:lnTo>
                    <a:pt x="3764046" y="4272674"/>
                  </a:lnTo>
                  <a:lnTo>
                    <a:pt x="3785271" y="4272674"/>
                  </a:lnTo>
                  <a:lnTo>
                    <a:pt x="3791498" y="4264225"/>
                  </a:lnTo>
                  <a:lnTo>
                    <a:pt x="3791498" y="4247269"/>
                  </a:lnTo>
                  <a:lnTo>
                    <a:pt x="3785271" y="4238792"/>
                  </a:lnTo>
                  <a:close/>
                </a:path>
                <a:path w="9542780" h="6570345">
                  <a:moveTo>
                    <a:pt x="3785271" y="4283271"/>
                  </a:moveTo>
                  <a:lnTo>
                    <a:pt x="3766027" y="4283271"/>
                  </a:lnTo>
                  <a:lnTo>
                    <a:pt x="3757536" y="4289629"/>
                  </a:lnTo>
                  <a:lnTo>
                    <a:pt x="3757536" y="4308675"/>
                  </a:lnTo>
                  <a:lnTo>
                    <a:pt x="3764046" y="4317152"/>
                  </a:lnTo>
                  <a:lnTo>
                    <a:pt x="3785271" y="4317152"/>
                  </a:lnTo>
                  <a:lnTo>
                    <a:pt x="3791498" y="4308675"/>
                  </a:lnTo>
                  <a:lnTo>
                    <a:pt x="3791498" y="4291749"/>
                  </a:lnTo>
                  <a:lnTo>
                    <a:pt x="3785271" y="4283271"/>
                  </a:lnTo>
                  <a:close/>
                </a:path>
                <a:path w="9542780" h="6570345">
                  <a:moveTo>
                    <a:pt x="3785271" y="4327721"/>
                  </a:moveTo>
                  <a:lnTo>
                    <a:pt x="3766027" y="4327721"/>
                  </a:lnTo>
                  <a:lnTo>
                    <a:pt x="3757536" y="4334079"/>
                  </a:lnTo>
                  <a:lnTo>
                    <a:pt x="3757536" y="4353153"/>
                  </a:lnTo>
                  <a:lnTo>
                    <a:pt x="3764046" y="4361602"/>
                  </a:lnTo>
                  <a:lnTo>
                    <a:pt x="3785271" y="4361602"/>
                  </a:lnTo>
                  <a:lnTo>
                    <a:pt x="3791498" y="4353153"/>
                  </a:lnTo>
                  <a:lnTo>
                    <a:pt x="3791498" y="4336199"/>
                  </a:lnTo>
                  <a:lnTo>
                    <a:pt x="3785271" y="4327721"/>
                  </a:lnTo>
                  <a:close/>
                </a:path>
                <a:path w="9542780" h="6570345">
                  <a:moveTo>
                    <a:pt x="3785271" y="4372199"/>
                  </a:moveTo>
                  <a:lnTo>
                    <a:pt x="3766027" y="4372199"/>
                  </a:lnTo>
                  <a:lnTo>
                    <a:pt x="3757536" y="4378558"/>
                  </a:lnTo>
                  <a:lnTo>
                    <a:pt x="3757536" y="4397603"/>
                  </a:lnTo>
                  <a:lnTo>
                    <a:pt x="3764046" y="4406082"/>
                  </a:lnTo>
                  <a:lnTo>
                    <a:pt x="3774517" y="4406082"/>
                  </a:lnTo>
                  <a:lnTo>
                    <a:pt x="3785271" y="4403962"/>
                  </a:lnTo>
                  <a:lnTo>
                    <a:pt x="3791498" y="4397603"/>
                  </a:lnTo>
                  <a:lnTo>
                    <a:pt x="3791498" y="4380677"/>
                  </a:lnTo>
                  <a:lnTo>
                    <a:pt x="3785271" y="4372199"/>
                  </a:lnTo>
                  <a:close/>
                </a:path>
                <a:path w="9542780" h="6570345">
                  <a:moveTo>
                    <a:pt x="3785271" y="4416649"/>
                  </a:moveTo>
                  <a:lnTo>
                    <a:pt x="3766027" y="4416649"/>
                  </a:lnTo>
                  <a:lnTo>
                    <a:pt x="3757536" y="4423008"/>
                  </a:lnTo>
                  <a:lnTo>
                    <a:pt x="3757536" y="4442054"/>
                  </a:lnTo>
                  <a:lnTo>
                    <a:pt x="3764046" y="4450532"/>
                  </a:lnTo>
                  <a:lnTo>
                    <a:pt x="3774517" y="4450532"/>
                  </a:lnTo>
                  <a:lnTo>
                    <a:pt x="3785271" y="4448412"/>
                  </a:lnTo>
                  <a:lnTo>
                    <a:pt x="3791498" y="4442054"/>
                  </a:lnTo>
                  <a:lnTo>
                    <a:pt x="3791498" y="4425127"/>
                  </a:lnTo>
                  <a:lnTo>
                    <a:pt x="3785271" y="4416649"/>
                  </a:lnTo>
                  <a:close/>
                </a:path>
                <a:path w="9542780" h="6570345">
                  <a:moveTo>
                    <a:pt x="3785271" y="4459009"/>
                  </a:moveTo>
                  <a:lnTo>
                    <a:pt x="3766027" y="4459009"/>
                  </a:lnTo>
                  <a:lnTo>
                    <a:pt x="3757536" y="4465366"/>
                  </a:lnTo>
                  <a:lnTo>
                    <a:pt x="3757536" y="4484413"/>
                  </a:lnTo>
                  <a:lnTo>
                    <a:pt x="3764046" y="4492890"/>
                  </a:lnTo>
                  <a:lnTo>
                    <a:pt x="3785271" y="4492890"/>
                  </a:lnTo>
                  <a:lnTo>
                    <a:pt x="3791498" y="4486532"/>
                  </a:lnTo>
                  <a:lnTo>
                    <a:pt x="3791498" y="4467486"/>
                  </a:lnTo>
                  <a:lnTo>
                    <a:pt x="3785271" y="4459009"/>
                  </a:lnTo>
                  <a:close/>
                </a:path>
                <a:path w="9542780" h="6570345">
                  <a:moveTo>
                    <a:pt x="3785271" y="4503459"/>
                  </a:moveTo>
                  <a:lnTo>
                    <a:pt x="3766027" y="4503459"/>
                  </a:lnTo>
                  <a:lnTo>
                    <a:pt x="3757536" y="4509816"/>
                  </a:lnTo>
                  <a:lnTo>
                    <a:pt x="3757536" y="4528863"/>
                  </a:lnTo>
                  <a:lnTo>
                    <a:pt x="3764046" y="4537341"/>
                  </a:lnTo>
                  <a:lnTo>
                    <a:pt x="3785271" y="4537341"/>
                  </a:lnTo>
                  <a:lnTo>
                    <a:pt x="3791498" y="4530982"/>
                  </a:lnTo>
                  <a:lnTo>
                    <a:pt x="3791498" y="4511936"/>
                  </a:lnTo>
                  <a:lnTo>
                    <a:pt x="3785271" y="4503459"/>
                  </a:lnTo>
                  <a:close/>
                </a:path>
                <a:path w="9542780" h="6570345">
                  <a:moveTo>
                    <a:pt x="3785271" y="4547938"/>
                  </a:moveTo>
                  <a:lnTo>
                    <a:pt x="3766027" y="4547938"/>
                  </a:lnTo>
                  <a:lnTo>
                    <a:pt x="3757536" y="4554296"/>
                  </a:lnTo>
                  <a:lnTo>
                    <a:pt x="3757536" y="4573342"/>
                  </a:lnTo>
                  <a:lnTo>
                    <a:pt x="3764046" y="4581819"/>
                  </a:lnTo>
                  <a:lnTo>
                    <a:pt x="3785271" y="4581819"/>
                  </a:lnTo>
                  <a:lnTo>
                    <a:pt x="3791498" y="4573342"/>
                  </a:lnTo>
                  <a:lnTo>
                    <a:pt x="3791498" y="4556415"/>
                  </a:lnTo>
                  <a:lnTo>
                    <a:pt x="3785271" y="4547938"/>
                  </a:lnTo>
                  <a:close/>
                </a:path>
                <a:path w="9542780" h="6570345">
                  <a:moveTo>
                    <a:pt x="3785271" y="4592388"/>
                  </a:moveTo>
                  <a:lnTo>
                    <a:pt x="3766027" y="4592388"/>
                  </a:lnTo>
                  <a:lnTo>
                    <a:pt x="3757536" y="4598746"/>
                  </a:lnTo>
                  <a:lnTo>
                    <a:pt x="3757536" y="4617792"/>
                  </a:lnTo>
                  <a:lnTo>
                    <a:pt x="3764046" y="4626269"/>
                  </a:lnTo>
                  <a:lnTo>
                    <a:pt x="3785271" y="4626269"/>
                  </a:lnTo>
                  <a:lnTo>
                    <a:pt x="3791498" y="4617792"/>
                  </a:lnTo>
                  <a:lnTo>
                    <a:pt x="3791498" y="4600865"/>
                  </a:lnTo>
                  <a:lnTo>
                    <a:pt x="3785271" y="4592388"/>
                  </a:lnTo>
                  <a:close/>
                </a:path>
                <a:path w="9542780" h="6570345">
                  <a:moveTo>
                    <a:pt x="3785271" y="4636866"/>
                  </a:moveTo>
                  <a:lnTo>
                    <a:pt x="3766027" y="4636866"/>
                  </a:lnTo>
                  <a:lnTo>
                    <a:pt x="3757536" y="4643224"/>
                  </a:lnTo>
                  <a:lnTo>
                    <a:pt x="3757536" y="4662270"/>
                  </a:lnTo>
                  <a:lnTo>
                    <a:pt x="3764046" y="4670748"/>
                  </a:lnTo>
                  <a:lnTo>
                    <a:pt x="3785271" y="4670748"/>
                  </a:lnTo>
                  <a:lnTo>
                    <a:pt x="3791498" y="4662270"/>
                  </a:lnTo>
                  <a:lnTo>
                    <a:pt x="3791498" y="4645343"/>
                  </a:lnTo>
                  <a:lnTo>
                    <a:pt x="3785271" y="4636866"/>
                  </a:lnTo>
                  <a:close/>
                </a:path>
                <a:path w="9542780" h="6570345">
                  <a:moveTo>
                    <a:pt x="3785271" y="4681316"/>
                  </a:moveTo>
                  <a:lnTo>
                    <a:pt x="3766027" y="4681316"/>
                  </a:lnTo>
                  <a:lnTo>
                    <a:pt x="3757536" y="4687675"/>
                  </a:lnTo>
                  <a:lnTo>
                    <a:pt x="3757536" y="4706721"/>
                  </a:lnTo>
                  <a:lnTo>
                    <a:pt x="3764046" y="4715198"/>
                  </a:lnTo>
                  <a:lnTo>
                    <a:pt x="3774517" y="4715198"/>
                  </a:lnTo>
                  <a:lnTo>
                    <a:pt x="3785271" y="4713079"/>
                  </a:lnTo>
                  <a:lnTo>
                    <a:pt x="3791498" y="4706721"/>
                  </a:lnTo>
                  <a:lnTo>
                    <a:pt x="3791498" y="4689793"/>
                  </a:lnTo>
                  <a:lnTo>
                    <a:pt x="3785271" y="4681316"/>
                  </a:lnTo>
                  <a:close/>
                </a:path>
                <a:path w="9542780" h="6570345">
                  <a:moveTo>
                    <a:pt x="3785271" y="4725795"/>
                  </a:moveTo>
                  <a:lnTo>
                    <a:pt x="3766027" y="4725795"/>
                  </a:lnTo>
                  <a:lnTo>
                    <a:pt x="3757536" y="4732153"/>
                  </a:lnTo>
                  <a:lnTo>
                    <a:pt x="3757536" y="4753319"/>
                  </a:lnTo>
                  <a:lnTo>
                    <a:pt x="3764046" y="4759676"/>
                  </a:lnTo>
                  <a:lnTo>
                    <a:pt x="3774517" y="4759676"/>
                  </a:lnTo>
                  <a:lnTo>
                    <a:pt x="3785271" y="4757557"/>
                  </a:lnTo>
                  <a:lnTo>
                    <a:pt x="3791498" y="4751199"/>
                  </a:lnTo>
                  <a:lnTo>
                    <a:pt x="3791498" y="4734245"/>
                  </a:lnTo>
                  <a:lnTo>
                    <a:pt x="3785271" y="4725795"/>
                  </a:lnTo>
                  <a:close/>
                </a:path>
                <a:path w="9542780" h="6570345">
                  <a:moveTo>
                    <a:pt x="3785271" y="4768126"/>
                  </a:moveTo>
                  <a:lnTo>
                    <a:pt x="3766027" y="4768126"/>
                  </a:lnTo>
                  <a:lnTo>
                    <a:pt x="3757536" y="4774483"/>
                  </a:lnTo>
                  <a:lnTo>
                    <a:pt x="3757536" y="4795649"/>
                  </a:lnTo>
                  <a:lnTo>
                    <a:pt x="3764046" y="4802007"/>
                  </a:lnTo>
                  <a:lnTo>
                    <a:pt x="3785271" y="4802007"/>
                  </a:lnTo>
                  <a:lnTo>
                    <a:pt x="3791498" y="4795649"/>
                  </a:lnTo>
                  <a:lnTo>
                    <a:pt x="3791498" y="4776603"/>
                  </a:lnTo>
                  <a:lnTo>
                    <a:pt x="3785271" y="4768126"/>
                  </a:lnTo>
                  <a:close/>
                </a:path>
                <a:path w="9542780" h="6570345">
                  <a:moveTo>
                    <a:pt x="3785271" y="4812604"/>
                  </a:moveTo>
                  <a:lnTo>
                    <a:pt x="3766027" y="4812604"/>
                  </a:lnTo>
                  <a:lnTo>
                    <a:pt x="3757536" y="4818962"/>
                  </a:lnTo>
                  <a:lnTo>
                    <a:pt x="3757536" y="4838009"/>
                  </a:lnTo>
                  <a:lnTo>
                    <a:pt x="3764046" y="4846486"/>
                  </a:lnTo>
                  <a:lnTo>
                    <a:pt x="3785271" y="4846486"/>
                  </a:lnTo>
                  <a:lnTo>
                    <a:pt x="3791498" y="4840128"/>
                  </a:lnTo>
                  <a:lnTo>
                    <a:pt x="3791498" y="4821053"/>
                  </a:lnTo>
                  <a:lnTo>
                    <a:pt x="3785271" y="4812604"/>
                  </a:lnTo>
                  <a:close/>
                </a:path>
                <a:path w="9542780" h="6570345">
                  <a:moveTo>
                    <a:pt x="3785271" y="4857055"/>
                  </a:moveTo>
                  <a:lnTo>
                    <a:pt x="3766027" y="4857055"/>
                  </a:lnTo>
                  <a:lnTo>
                    <a:pt x="3757536" y="4863412"/>
                  </a:lnTo>
                  <a:lnTo>
                    <a:pt x="3757536" y="4882459"/>
                  </a:lnTo>
                  <a:lnTo>
                    <a:pt x="3764046" y="4890936"/>
                  </a:lnTo>
                  <a:lnTo>
                    <a:pt x="3785271" y="4890936"/>
                  </a:lnTo>
                  <a:lnTo>
                    <a:pt x="3791498" y="4882459"/>
                  </a:lnTo>
                  <a:lnTo>
                    <a:pt x="3791498" y="4865532"/>
                  </a:lnTo>
                  <a:lnTo>
                    <a:pt x="3785271" y="4857055"/>
                  </a:lnTo>
                  <a:close/>
                </a:path>
                <a:path w="9542780" h="6570345">
                  <a:moveTo>
                    <a:pt x="3785271" y="4901533"/>
                  </a:moveTo>
                  <a:lnTo>
                    <a:pt x="3766027" y="4901533"/>
                  </a:lnTo>
                  <a:lnTo>
                    <a:pt x="3757536" y="4907890"/>
                  </a:lnTo>
                  <a:lnTo>
                    <a:pt x="3757536" y="4926937"/>
                  </a:lnTo>
                  <a:lnTo>
                    <a:pt x="3764046" y="4935414"/>
                  </a:lnTo>
                  <a:lnTo>
                    <a:pt x="3785271" y="4935414"/>
                  </a:lnTo>
                  <a:lnTo>
                    <a:pt x="3791498" y="4926937"/>
                  </a:lnTo>
                  <a:lnTo>
                    <a:pt x="3791498" y="4909982"/>
                  </a:lnTo>
                  <a:lnTo>
                    <a:pt x="3785271" y="4901533"/>
                  </a:lnTo>
                  <a:close/>
                </a:path>
                <a:path w="9542780" h="6570345">
                  <a:moveTo>
                    <a:pt x="3785271" y="4945983"/>
                  </a:moveTo>
                  <a:lnTo>
                    <a:pt x="3766027" y="4945983"/>
                  </a:lnTo>
                  <a:lnTo>
                    <a:pt x="3757536" y="4952342"/>
                  </a:lnTo>
                  <a:lnTo>
                    <a:pt x="3757536" y="4971387"/>
                  </a:lnTo>
                  <a:lnTo>
                    <a:pt x="3764046" y="4979865"/>
                  </a:lnTo>
                  <a:lnTo>
                    <a:pt x="3785271" y="4979865"/>
                  </a:lnTo>
                  <a:lnTo>
                    <a:pt x="3791498" y="4971387"/>
                  </a:lnTo>
                  <a:lnTo>
                    <a:pt x="3791498" y="4954460"/>
                  </a:lnTo>
                  <a:lnTo>
                    <a:pt x="3785271" y="4945983"/>
                  </a:lnTo>
                  <a:close/>
                </a:path>
                <a:path w="9542780" h="6570345">
                  <a:moveTo>
                    <a:pt x="3785271" y="4990462"/>
                  </a:moveTo>
                  <a:lnTo>
                    <a:pt x="3766027" y="4990462"/>
                  </a:lnTo>
                  <a:lnTo>
                    <a:pt x="3757536" y="4996792"/>
                  </a:lnTo>
                  <a:lnTo>
                    <a:pt x="3757536" y="5015866"/>
                  </a:lnTo>
                  <a:lnTo>
                    <a:pt x="3764046" y="5024343"/>
                  </a:lnTo>
                  <a:lnTo>
                    <a:pt x="3785271" y="5024343"/>
                  </a:lnTo>
                  <a:lnTo>
                    <a:pt x="3791498" y="5015866"/>
                  </a:lnTo>
                  <a:lnTo>
                    <a:pt x="3791498" y="4998911"/>
                  </a:lnTo>
                  <a:lnTo>
                    <a:pt x="3785271" y="4990462"/>
                  </a:lnTo>
                  <a:close/>
                </a:path>
                <a:path w="9542780" h="6570345">
                  <a:moveTo>
                    <a:pt x="3785271" y="5034912"/>
                  </a:moveTo>
                  <a:lnTo>
                    <a:pt x="3766027" y="5034912"/>
                  </a:lnTo>
                  <a:lnTo>
                    <a:pt x="3757536" y="5041270"/>
                  </a:lnTo>
                  <a:lnTo>
                    <a:pt x="3757536" y="5060316"/>
                  </a:lnTo>
                  <a:lnTo>
                    <a:pt x="3764046" y="5068793"/>
                  </a:lnTo>
                  <a:lnTo>
                    <a:pt x="3774517" y="5068793"/>
                  </a:lnTo>
                  <a:lnTo>
                    <a:pt x="3785271" y="5066673"/>
                  </a:lnTo>
                  <a:lnTo>
                    <a:pt x="3791498" y="5060316"/>
                  </a:lnTo>
                  <a:lnTo>
                    <a:pt x="3791498" y="5043389"/>
                  </a:lnTo>
                  <a:lnTo>
                    <a:pt x="3785271" y="5034912"/>
                  </a:lnTo>
                  <a:close/>
                </a:path>
                <a:path w="9542780" h="6570345">
                  <a:moveTo>
                    <a:pt x="3785271" y="5077270"/>
                  </a:moveTo>
                  <a:lnTo>
                    <a:pt x="3766027" y="5077270"/>
                  </a:lnTo>
                  <a:lnTo>
                    <a:pt x="3757536" y="5083629"/>
                  </a:lnTo>
                  <a:lnTo>
                    <a:pt x="3757536" y="5102675"/>
                  </a:lnTo>
                  <a:lnTo>
                    <a:pt x="3764046" y="5111153"/>
                  </a:lnTo>
                  <a:lnTo>
                    <a:pt x="3785271" y="5111153"/>
                  </a:lnTo>
                  <a:lnTo>
                    <a:pt x="3791498" y="5104794"/>
                  </a:lnTo>
                  <a:lnTo>
                    <a:pt x="3791498" y="5085720"/>
                  </a:lnTo>
                  <a:lnTo>
                    <a:pt x="3785271" y="5077270"/>
                  </a:lnTo>
                  <a:close/>
                </a:path>
                <a:path w="9542780" h="6570345">
                  <a:moveTo>
                    <a:pt x="3785271" y="5121722"/>
                  </a:moveTo>
                  <a:lnTo>
                    <a:pt x="3766027" y="5121722"/>
                  </a:lnTo>
                  <a:lnTo>
                    <a:pt x="3757536" y="5128079"/>
                  </a:lnTo>
                  <a:lnTo>
                    <a:pt x="3757536" y="5147125"/>
                  </a:lnTo>
                  <a:lnTo>
                    <a:pt x="3764046" y="5155603"/>
                  </a:lnTo>
                  <a:lnTo>
                    <a:pt x="3785271" y="5155603"/>
                  </a:lnTo>
                  <a:lnTo>
                    <a:pt x="3791498" y="5149245"/>
                  </a:lnTo>
                  <a:lnTo>
                    <a:pt x="3791498" y="5130199"/>
                  </a:lnTo>
                  <a:lnTo>
                    <a:pt x="3785271" y="5121722"/>
                  </a:lnTo>
                  <a:close/>
                </a:path>
                <a:path w="9542780" h="6570345">
                  <a:moveTo>
                    <a:pt x="3785271" y="5166199"/>
                  </a:moveTo>
                  <a:lnTo>
                    <a:pt x="3766027" y="5166199"/>
                  </a:lnTo>
                  <a:lnTo>
                    <a:pt x="3757536" y="5172529"/>
                  </a:lnTo>
                  <a:lnTo>
                    <a:pt x="3757536" y="5191603"/>
                  </a:lnTo>
                  <a:lnTo>
                    <a:pt x="3764046" y="5200081"/>
                  </a:lnTo>
                  <a:lnTo>
                    <a:pt x="3785271" y="5200081"/>
                  </a:lnTo>
                  <a:lnTo>
                    <a:pt x="3791498" y="5191603"/>
                  </a:lnTo>
                  <a:lnTo>
                    <a:pt x="3791498" y="5174649"/>
                  </a:lnTo>
                  <a:lnTo>
                    <a:pt x="3785271" y="5166199"/>
                  </a:lnTo>
                  <a:close/>
                </a:path>
                <a:path w="9542780" h="6570345">
                  <a:moveTo>
                    <a:pt x="3785271" y="5210649"/>
                  </a:moveTo>
                  <a:lnTo>
                    <a:pt x="3766027" y="5210649"/>
                  </a:lnTo>
                  <a:lnTo>
                    <a:pt x="3757536" y="5217007"/>
                  </a:lnTo>
                  <a:lnTo>
                    <a:pt x="3757536" y="5236053"/>
                  </a:lnTo>
                  <a:lnTo>
                    <a:pt x="3764046" y="5244532"/>
                  </a:lnTo>
                  <a:lnTo>
                    <a:pt x="3785271" y="5244532"/>
                  </a:lnTo>
                  <a:lnTo>
                    <a:pt x="3791498" y="5236053"/>
                  </a:lnTo>
                  <a:lnTo>
                    <a:pt x="3791498" y="5219127"/>
                  </a:lnTo>
                  <a:lnTo>
                    <a:pt x="3785271" y="5210649"/>
                  </a:lnTo>
                  <a:close/>
                </a:path>
                <a:path w="9542780" h="6570345">
                  <a:moveTo>
                    <a:pt x="3785271" y="5255129"/>
                  </a:moveTo>
                  <a:lnTo>
                    <a:pt x="3766027" y="5255129"/>
                  </a:lnTo>
                  <a:lnTo>
                    <a:pt x="3757536" y="5261458"/>
                  </a:lnTo>
                  <a:lnTo>
                    <a:pt x="3757536" y="5282652"/>
                  </a:lnTo>
                  <a:lnTo>
                    <a:pt x="3764046" y="5288982"/>
                  </a:lnTo>
                  <a:lnTo>
                    <a:pt x="3785271" y="5288982"/>
                  </a:lnTo>
                  <a:lnTo>
                    <a:pt x="3791498" y="5280533"/>
                  </a:lnTo>
                  <a:lnTo>
                    <a:pt x="3791498" y="5263577"/>
                  </a:lnTo>
                  <a:lnTo>
                    <a:pt x="3785271" y="5255129"/>
                  </a:lnTo>
                  <a:close/>
                </a:path>
                <a:path w="9542780" h="6570345">
                  <a:moveTo>
                    <a:pt x="3785271" y="5299579"/>
                  </a:moveTo>
                  <a:lnTo>
                    <a:pt x="3766027" y="5299579"/>
                  </a:lnTo>
                  <a:lnTo>
                    <a:pt x="3757536" y="5305936"/>
                  </a:lnTo>
                  <a:lnTo>
                    <a:pt x="3757536" y="5327102"/>
                  </a:lnTo>
                  <a:lnTo>
                    <a:pt x="3764046" y="5333460"/>
                  </a:lnTo>
                  <a:lnTo>
                    <a:pt x="3785271" y="5333460"/>
                  </a:lnTo>
                  <a:lnTo>
                    <a:pt x="3791498" y="5324983"/>
                  </a:lnTo>
                  <a:lnTo>
                    <a:pt x="3791498" y="5308056"/>
                  </a:lnTo>
                  <a:lnTo>
                    <a:pt x="3785271" y="5299579"/>
                  </a:lnTo>
                  <a:close/>
                </a:path>
                <a:path w="9542780" h="6570345">
                  <a:moveTo>
                    <a:pt x="3785271" y="5344057"/>
                  </a:moveTo>
                  <a:lnTo>
                    <a:pt x="3766027" y="5344057"/>
                  </a:lnTo>
                  <a:lnTo>
                    <a:pt x="3757536" y="5350386"/>
                  </a:lnTo>
                  <a:lnTo>
                    <a:pt x="3757536" y="5369460"/>
                  </a:lnTo>
                  <a:lnTo>
                    <a:pt x="3764046" y="5377910"/>
                  </a:lnTo>
                  <a:lnTo>
                    <a:pt x="3774517" y="5377910"/>
                  </a:lnTo>
                  <a:lnTo>
                    <a:pt x="3785271" y="5375791"/>
                  </a:lnTo>
                  <a:lnTo>
                    <a:pt x="3791498" y="5369460"/>
                  </a:lnTo>
                  <a:lnTo>
                    <a:pt x="3791498" y="5352506"/>
                  </a:lnTo>
                  <a:lnTo>
                    <a:pt x="3785271" y="5344057"/>
                  </a:lnTo>
                  <a:close/>
                </a:path>
                <a:path w="9542780" h="6570345">
                  <a:moveTo>
                    <a:pt x="3785271" y="5386387"/>
                  </a:moveTo>
                  <a:lnTo>
                    <a:pt x="3766027" y="5386387"/>
                  </a:lnTo>
                  <a:lnTo>
                    <a:pt x="3757536" y="5392746"/>
                  </a:lnTo>
                  <a:lnTo>
                    <a:pt x="3757536" y="5411792"/>
                  </a:lnTo>
                  <a:lnTo>
                    <a:pt x="3764046" y="5420269"/>
                  </a:lnTo>
                  <a:lnTo>
                    <a:pt x="3785271" y="5420269"/>
                  </a:lnTo>
                  <a:lnTo>
                    <a:pt x="3791498" y="5413912"/>
                  </a:lnTo>
                  <a:lnTo>
                    <a:pt x="3791498" y="5394866"/>
                  </a:lnTo>
                  <a:lnTo>
                    <a:pt x="3785271" y="5386387"/>
                  </a:lnTo>
                  <a:close/>
                </a:path>
                <a:path w="9542780" h="6570345">
                  <a:moveTo>
                    <a:pt x="3785271" y="5430866"/>
                  </a:moveTo>
                  <a:lnTo>
                    <a:pt x="3766027" y="5430866"/>
                  </a:lnTo>
                  <a:lnTo>
                    <a:pt x="3757536" y="5437196"/>
                  </a:lnTo>
                  <a:lnTo>
                    <a:pt x="3757536" y="5458390"/>
                  </a:lnTo>
                  <a:lnTo>
                    <a:pt x="3764046" y="5464719"/>
                  </a:lnTo>
                  <a:lnTo>
                    <a:pt x="3785271" y="5464719"/>
                  </a:lnTo>
                  <a:lnTo>
                    <a:pt x="3791498" y="5458390"/>
                  </a:lnTo>
                  <a:lnTo>
                    <a:pt x="3791498" y="5439316"/>
                  </a:lnTo>
                  <a:lnTo>
                    <a:pt x="3785271" y="5430866"/>
                  </a:lnTo>
                  <a:close/>
                </a:path>
                <a:path w="9542780" h="6570345">
                  <a:moveTo>
                    <a:pt x="3785271" y="6138029"/>
                  </a:moveTo>
                  <a:lnTo>
                    <a:pt x="3766027" y="6138029"/>
                  </a:lnTo>
                  <a:lnTo>
                    <a:pt x="3757536" y="6144386"/>
                  </a:lnTo>
                  <a:lnTo>
                    <a:pt x="3757536" y="6163461"/>
                  </a:lnTo>
                  <a:lnTo>
                    <a:pt x="3764046" y="6171910"/>
                  </a:lnTo>
                  <a:lnTo>
                    <a:pt x="3785271" y="6171910"/>
                  </a:lnTo>
                  <a:lnTo>
                    <a:pt x="3791498" y="6163461"/>
                  </a:lnTo>
                  <a:lnTo>
                    <a:pt x="3791498" y="6146506"/>
                  </a:lnTo>
                  <a:lnTo>
                    <a:pt x="3785271" y="6138029"/>
                  </a:lnTo>
                  <a:close/>
                </a:path>
                <a:path w="9542780" h="6570345">
                  <a:moveTo>
                    <a:pt x="3785271" y="6182507"/>
                  </a:moveTo>
                  <a:lnTo>
                    <a:pt x="3766027" y="6182507"/>
                  </a:lnTo>
                  <a:lnTo>
                    <a:pt x="3757536" y="6188864"/>
                  </a:lnTo>
                  <a:lnTo>
                    <a:pt x="3757536" y="6210030"/>
                  </a:lnTo>
                  <a:lnTo>
                    <a:pt x="3764046" y="6216389"/>
                  </a:lnTo>
                  <a:lnTo>
                    <a:pt x="3785271" y="6216389"/>
                  </a:lnTo>
                  <a:lnTo>
                    <a:pt x="3791498" y="6207911"/>
                  </a:lnTo>
                  <a:lnTo>
                    <a:pt x="3791498" y="6190984"/>
                  </a:lnTo>
                  <a:lnTo>
                    <a:pt x="3785271" y="6182507"/>
                  </a:lnTo>
                  <a:close/>
                </a:path>
                <a:path w="9542780" h="6570345">
                  <a:moveTo>
                    <a:pt x="3785271" y="6226957"/>
                  </a:moveTo>
                  <a:lnTo>
                    <a:pt x="3766027" y="6226957"/>
                  </a:lnTo>
                  <a:lnTo>
                    <a:pt x="3757536" y="6233316"/>
                  </a:lnTo>
                  <a:lnTo>
                    <a:pt x="3757536" y="6254480"/>
                  </a:lnTo>
                  <a:lnTo>
                    <a:pt x="3764046" y="6260839"/>
                  </a:lnTo>
                  <a:lnTo>
                    <a:pt x="3785271" y="6260839"/>
                  </a:lnTo>
                  <a:lnTo>
                    <a:pt x="3791498" y="6252362"/>
                  </a:lnTo>
                  <a:lnTo>
                    <a:pt x="3791498" y="6235434"/>
                  </a:lnTo>
                  <a:lnTo>
                    <a:pt x="3785271" y="6226957"/>
                  </a:lnTo>
                  <a:close/>
                </a:path>
                <a:path w="9542780" h="6570345">
                  <a:moveTo>
                    <a:pt x="3742820" y="3974125"/>
                  </a:moveTo>
                  <a:lnTo>
                    <a:pt x="3723575" y="3974125"/>
                  </a:lnTo>
                  <a:lnTo>
                    <a:pt x="3715085" y="3980484"/>
                  </a:lnTo>
                  <a:lnTo>
                    <a:pt x="3715085" y="3999558"/>
                  </a:lnTo>
                  <a:lnTo>
                    <a:pt x="3721594" y="4008008"/>
                  </a:lnTo>
                  <a:lnTo>
                    <a:pt x="3740556" y="4008008"/>
                  </a:lnTo>
                  <a:lnTo>
                    <a:pt x="3749046" y="3999558"/>
                  </a:lnTo>
                  <a:lnTo>
                    <a:pt x="3749046" y="3982603"/>
                  </a:lnTo>
                  <a:lnTo>
                    <a:pt x="3742820" y="3974125"/>
                  </a:lnTo>
                  <a:close/>
                </a:path>
                <a:path w="9542780" h="6570345">
                  <a:moveTo>
                    <a:pt x="3742820" y="4018605"/>
                  </a:moveTo>
                  <a:lnTo>
                    <a:pt x="3723575" y="4018605"/>
                  </a:lnTo>
                  <a:lnTo>
                    <a:pt x="3715085" y="4024962"/>
                  </a:lnTo>
                  <a:lnTo>
                    <a:pt x="3715085" y="4044008"/>
                  </a:lnTo>
                  <a:lnTo>
                    <a:pt x="3721594" y="4052486"/>
                  </a:lnTo>
                  <a:lnTo>
                    <a:pt x="3740556" y="4052486"/>
                  </a:lnTo>
                  <a:lnTo>
                    <a:pt x="3749046" y="4044008"/>
                  </a:lnTo>
                  <a:lnTo>
                    <a:pt x="3749046" y="4027082"/>
                  </a:lnTo>
                  <a:lnTo>
                    <a:pt x="3742820" y="4018605"/>
                  </a:lnTo>
                  <a:close/>
                </a:path>
                <a:path w="9542780" h="6570345">
                  <a:moveTo>
                    <a:pt x="3742820" y="4063055"/>
                  </a:moveTo>
                  <a:lnTo>
                    <a:pt x="3723575" y="4063055"/>
                  </a:lnTo>
                  <a:lnTo>
                    <a:pt x="3715085" y="4069412"/>
                  </a:lnTo>
                  <a:lnTo>
                    <a:pt x="3715085" y="4088486"/>
                  </a:lnTo>
                  <a:lnTo>
                    <a:pt x="3721594" y="4096936"/>
                  </a:lnTo>
                  <a:lnTo>
                    <a:pt x="3732066" y="4096936"/>
                  </a:lnTo>
                  <a:lnTo>
                    <a:pt x="3740556" y="4094816"/>
                  </a:lnTo>
                  <a:lnTo>
                    <a:pt x="3749046" y="4088486"/>
                  </a:lnTo>
                  <a:lnTo>
                    <a:pt x="3749046" y="4071532"/>
                  </a:lnTo>
                  <a:lnTo>
                    <a:pt x="3742820" y="4063055"/>
                  </a:lnTo>
                  <a:close/>
                </a:path>
                <a:path w="9542780" h="6570345">
                  <a:moveTo>
                    <a:pt x="3742820" y="4107533"/>
                  </a:moveTo>
                  <a:lnTo>
                    <a:pt x="3723575" y="4107533"/>
                  </a:lnTo>
                  <a:lnTo>
                    <a:pt x="3715085" y="4113891"/>
                  </a:lnTo>
                  <a:lnTo>
                    <a:pt x="3715085" y="4132936"/>
                  </a:lnTo>
                  <a:lnTo>
                    <a:pt x="3721594" y="4141415"/>
                  </a:lnTo>
                  <a:lnTo>
                    <a:pt x="3732066" y="4141415"/>
                  </a:lnTo>
                  <a:lnTo>
                    <a:pt x="3740556" y="4139295"/>
                  </a:lnTo>
                  <a:lnTo>
                    <a:pt x="3749046" y="4132936"/>
                  </a:lnTo>
                  <a:lnTo>
                    <a:pt x="3749046" y="4116010"/>
                  </a:lnTo>
                  <a:lnTo>
                    <a:pt x="3742820" y="4107533"/>
                  </a:lnTo>
                  <a:close/>
                </a:path>
                <a:path w="9542780" h="6570345">
                  <a:moveTo>
                    <a:pt x="3742820" y="4149864"/>
                  </a:moveTo>
                  <a:lnTo>
                    <a:pt x="3723575" y="4149864"/>
                  </a:lnTo>
                  <a:lnTo>
                    <a:pt x="3715085" y="4156222"/>
                  </a:lnTo>
                  <a:lnTo>
                    <a:pt x="3715085" y="4175296"/>
                  </a:lnTo>
                  <a:lnTo>
                    <a:pt x="3721594" y="4183745"/>
                  </a:lnTo>
                  <a:lnTo>
                    <a:pt x="3740556" y="4183745"/>
                  </a:lnTo>
                  <a:lnTo>
                    <a:pt x="3749046" y="4177416"/>
                  </a:lnTo>
                  <a:lnTo>
                    <a:pt x="3749046" y="4158341"/>
                  </a:lnTo>
                  <a:lnTo>
                    <a:pt x="3742820" y="4149864"/>
                  </a:lnTo>
                  <a:close/>
                </a:path>
                <a:path w="9542780" h="6570345">
                  <a:moveTo>
                    <a:pt x="3742820" y="4194342"/>
                  </a:moveTo>
                  <a:lnTo>
                    <a:pt x="3723575" y="4194342"/>
                  </a:lnTo>
                  <a:lnTo>
                    <a:pt x="3715085" y="4200700"/>
                  </a:lnTo>
                  <a:lnTo>
                    <a:pt x="3715085" y="4221866"/>
                  </a:lnTo>
                  <a:lnTo>
                    <a:pt x="3721594" y="4228223"/>
                  </a:lnTo>
                  <a:lnTo>
                    <a:pt x="3740556" y="4228223"/>
                  </a:lnTo>
                  <a:lnTo>
                    <a:pt x="3749046" y="4221866"/>
                  </a:lnTo>
                  <a:lnTo>
                    <a:pt x="3749046" y="4202819"/>
                  </a:lnTo>
                  <a:lnTo>
                    <a:pt x="3742820" y="4194342"/>
                  </a:lnTo>
                  <a:close/>
                </a:path>
                <a:path w="9542780" h="6570345">
                  <a:moveTo>
                    <a:pt x="3742820" y="4238792"/>
                  </a:moveTo>
                  <a:lnTo>
                    <a:pt x="3723575" y="4238792"/>
                  </a:lnTo>
                  <a:lnTo>
                    <a:pt x="3715085" y="4245151"/>
                  </a:lnTo>
                  <a:lnTo>
                    <a:pt x="3715085" y="4266316"/>
                  </a:lnTo>
                  <a:lnTo>
                    <a:pt x="3721594" y="4272674"/>
                  </a:lnTo>
                  <a:lnTo>
                    <a:pt x="3740556" y="4272674"/>
                  </a:lnTo>
                  <a:lnTo>
                    <a:pt x="3749046" y="4264225"/>
                  </a:lnTo>
                  <a:lnTo>
                    <a:pt x="3749046" y="4247269"/>
                  </a:lnTo>
                  <a:lnTo>
                    <a:pt x="3742820" y="4238792"/>
                  </a:lnTo>
                  <a:close/>
                </a:path>
                <a:path w="9542780" h="6570345">
                  <a:moveTo>
                    <a:pt x="3742820" y="4283271"/>
                  </a:moveTo>
                  <a:lnTo>
                    <a:pt x="3723575" y="4283271"/>
                  </a:lnTo>
                  <a:lnTo>
                    <a:pt x="3715085" y="4289629"/>
                  </a:lnTo>
                  <a:lnTo>
                    <a:pt x="3715085" y="4308675"/>
                  </a:lnTo>
                  <a:lnTo>
                    <a:pt x="3721594" y="4317152"/>
                  </a:lnTo>
                  <a:lnTo>
                    <a:pt x="3740556" y="4317152"/>
                  </a:lnTo>
                  <a:lnTo>
                    <a:pt x="3749046" y="4308675"/>
                  </a:lnTo>
                  <a:lnTo>
                    <a:pt x="3749046" y="4291749"/>
                  </a:lnTo>
                  <a:lnTo>
                    <a:pt x="3742820" y="4283271"/>
                  </a:lnTo>
                  <a:close/>
                </a:path>
                <a:path w="9542780" h="6570345">
                  <a:moveTo>
                    <a:pt x="3742820" y="4327721"/>
                  </a:moveTo>
                  <a:lnTo>
                    <a:pt x="3723575" y="4327721"/>
                  </a:lnTo>
                  <a:lnTo>
                    <a:pt x="3715085" y="4334079"/>
                  </a:lnTo>
                  <a:lnTo>
                    <a:pt x="3715085" y="4353153"/>
                  </a:lnTo>
                  <a:lnTo>
                    <a:pt x="3721594" y="4361602"/>
                  </a:lnTo>
                  <a:lnTo>
                    <a:pt x="3740556" y="4361602"/>
                  </a:lnTo>
                  <a:lnTo>
                    <a:pt x="3749046" y="4353153"/>
                  </a:lnTo>
                  <a:lnTo>
                    <a:pt x="3749046" y="4336199"/>
                  </a:lnTo>
                  <a:lnTo>
                    <a:pt x="3742820" y="4327721"/>
                  </a:lnTo>
                  <a:close/>
                </a:path>
                <a:path w="9542780" h="6570345">
                  <a:moveTo>
                    <a:pt x="3742820" y="4372199"/>
                  </a:moveTo>
                  <a:lnTo>
                    <a:pt x="3723575" y="4372199"/>
                  </a:lnTo>
                  <a:lnTo>
                    <a:pt x="3715085" y="4378558"/>
                  </a:lnTo>
                  <a:lnTo>
                    <a:pt x="3715085" y="4397603"/>
                  </a:lnTo>
                  <a:lnTo>
                    <a:pt x="3721594" y="4406082"/>
                  </a:lnTo>
                  <a:lnTo>
                    <a:pt x="3732066" y="4406082"/>
                  </a:lnTo>
                  <a:lnTo>
                    <a:pt x="3740556" y="4403962"/>
                  </a:lnTo>
                  <a:lnTo>
                    <a:pt x="3749046" y="4397603"/>
                  </a:lnTo>
                  <a:lnTo>
                    <a:pt x="3749046" y="4380677"/>
                  </a:lnTo>
                  <a:lnTo>
                    <a:pt x="3742820" y="4372199"/>
                  </a:lnTo>
                  <a:close/>
                </a:path>
                <a:path w="9542780" h="6570345">
                  <a:moveTo>
                    <a:pt x="3742820" y="4416649"/>
                  </a:moveTo>
                  <a:lnTo>
                    <a:pt x="3723575" y="4416649"/>
                  </a:lnTo>
                  <a:lnTo>
                    <a:pt x="3715085" y="4423008"/>
                  </a:lnTo>
                  <a:lnTo>
                    <a:pt x="3715085" y="4442054"/>
                  </a:lnTo>
                  <a:lnTo>
                    <a:pt x="3721594" y="4450532"/>
                  </a:lnTo>
                  <a:lnTo>
                    <a:pt x="3732066" y="4450532"/>
                  </a:lnTo>
                  <a:lnTo>
                    <a:pt x="3740556" y="4448412"/>
                  </a:lnTo>
                  <a:lnTo>
                    <a:pt x="3749046" y="4442054"/>
                  </a:lnTo>
                  <a:lnTo>
                    <a:pt x="3749046" y="4425127"/>
                  </a:lnTo>
                  <a:lnTo>
                    <a:pt x="3742820" y="4416649"/>
                  </a:lnTo>
                  <a:close/>
                </a:path>
                <a:path w="9542780" h="6570345">
                  <a:moveTo>
                    <a:pt x="3742820" y="4459009"/>
                  </a:moveTo>
                  <a:lnTo>
                    <a:pt x="3723575" y="4459009"/>
                  </a:lnTo>
                  <a:lnTo>
                    <a:pt x="3715085" y="4465366"/>
                  </a:lnTo>
                  <a:lnTo>
                    <a:pt x="3715085" y="4484413"/>
                  </a:lnTo>
                  <a:lnTo>
                    <a:pt x="3721594" y="4492890"/>
                  </a:lnTo>
                  <a:lnTo>
                    <a:pt x="3740556" y="4492890"/>
                  </a:lnTo>
                  <a:lnTo>
                    <a:pt x="3749046" y="4486532"/>
                  </a:lnTo>
                  <a:lnTo>
                    <a:pt x="3749046" y="4467486"/>
                  </a:lnTo>
                  <a:lnTo>
                    <a:pt x="3742820" y="4459009"/>
                  </a:lnTo>
                  <a:close/>
                </a:path>
                <a:path w="9542780" h="6570345">
                  <a:moveTo>
                    <a:pt x="3742820" y="4503459"/>
                  </a:moveTo>
                  <a:lnTo>
                    <a:pt x="3723575" y="4503459"/>
                  </a:lnTo>
                  <a:lnTo>
                    <a:pt x="3715085" y="4509816"/>
                  </a:lnTo>
                  <a:lnTo>
                    <a:pt x="3715085" y="4528863"/>
                  </a:lnTo>
                  <a:lnTo>
                    <a:pt x="3721594" y="4537341"/>
                  </a:lnTo>
                  <a:lnTo>
                    <a:pt x="3740556" y="4537341"/>
                  </a:lnTo>
                  <a:lnTo>
                    <a:pt x="3749046" y="4530982"/>
                  </a:lnTo>
                  <a:lnTo>
                    <a:pt x="3749046" y="4511936"/>
                  </a:lnTo>
                  <a:lnTo>
                    <a:pt x="3742820" y="4503459"/>
                  </a:lnTo>
                  <a:close/>
                </a:path>
                <a:path w="9542780" h="6570345">
                  <a:moveTo>
                    <a:pt x="3742820" y="4547938"/>
                  </a:moveTo>
                  <a:lnTo>
                    <a:pt x="3723575" y="4547938"/>
                  </a:lnTo>
                  <a:lnTo>
                    <a:pt x="3715085" y="4554296"/>
                  </a:lnTo>
                  <a:lnTo>
                    <a:pt x="3715085" y="4573342"/>
                  </a:lnTo>
                  <a:lnTo>
                    <a:pt x="3721594" y="4581819"/>
                  </a:lnTo>
                  <a:lnTo>
                    <a:pt x="3740556" y="4581819"/>
                  </a:lnTo>
                  <a:lnTo>
                    <a:pt x="3749046" y="4573342"/>
                  </a:lnTo>
                  <a:lnTo>
                    <a:pt x="3749046" y="4556415"/>
                  </a:lnTo>
                  <a:lnTo>
                    <a:pt x="3742820" y="4547938"/>
                  </a:lnTo>
                  <a:close/>
                </a:path>
                <a:path w="9542780" h="6570345">
                  <a:moveTo>
                    <a:pt x="3742820" y="4592388"/>
                  </a:moveTo>
                  <a:lnTo>
                    <a:pt x="3723575" y="4592388"/>
                  </a:lnTo>
                  <a:lnTo>
                    <a:pt x="3715085" y="4598746"/>
                  </a:lnTo>
                  <a:lnTo>
                    <a:pt x="3715085" y="4617792"/>
                  </a:lnTo>
                  <a:lnTo>
                    <a:pt x="3721594" y="4626269"/>
                  </a:lnTo>
                  <a:lnTo>
                    <a:pt x="3740556" y="4626269"/>
                  </a:lnTo>
                  <a:lnTo>
                    <a:pt x="3749046" y="4617792"/>
                  </a:lnTo>
                  <a:lnTo>
                    <a:pt x="3749046" y="4600865"/>
                  </a:lnTo>
                  <a:lnTo>
                    <a:pt x="3742820" y="4592388"/>
                  </a:lnTo>
                  <a:close/>
                </a:path>
                <a:path w="9542780" h="6570345">
                  <a:moveTo>
                    <a:pt x="3742820" y="4636866"/>
                  </a:moveTo>
                  <a:lnTo>
                    <a:pt x="3723575" y="4636866"/>
                  </a:lnTo>
                  <a:lnTo>
                    <a:pt x="3715085" y="4643224"/>
                  </a:lnTo>
                  <a:lnTo>
                    <a:pt x="3715085" y="4662270"/>
                  </a:lnTo>
                  <a:lnTo>
                    <a:pt x="3721594" y="4670748"/>
                  </a:lnTo>
                  <a:lnTo>
                    <a:pt x="3740556" y="4670748"/>
                  </a:lnTo>
                  <a:lnTo>
                    <a:pt x="3749046" y="4662270"/>
                  </a:lnTo>
                  <a:lnTo>
                    <a:pt x="3749046" y="4645343"/>
                  </a:lnTo>
                  <a:lnTo>
                    <a:pt x="3742820" y="4636866"/>
                  </a:lnTo>
                  <a:close/>
                </a:path>
                <a:path w="9542780" h="6570345">
                  <a:moveTo>
                    <a:pt x="3742820" y="4681316"/>
                  </a:moveTo>
                  <a:lnTo>
                    <a:pt x="3723575" y="4681316"/>
                  </a:lnTo>
                  <a:lnTo>
                    <a:pt x="3715085" y="4687675"/>
                  </a:lnTo>
                  <a:lnTo>
                    <a:pt x="3715085" y="4706721"/>
                  </a:lnTo>
                  <a:lnTo>
                    <a:pt x="3721594" y="4715198"/>
                  </a:lnTo>
                  <a:lnTo>
                    <a:pt x="3732066" y="4715198"/>
                  </a:lnTo>
                  <a:lnTo>
                    <a:pt x="3740556" y="4713079"/>
                  </a:lnTo>
                  <a:lnTo>
                    <a:pt x="3749046" y="4706721"/>
                  </a:lnTo>
                  <a:lnTo>
                    <a:pt x="3749046" y="4689793"/>
                  </a:lnTo>
                  <a:lnTo>
                    <a:pt x="3742820" y="4681316"/>
                  </a:lnTo>
                  <a:close/>
                </a:path>
                <a:path w="9542780" h="6570345">
                  <a:moveTo>
                    <a:pt x="3742820" y="4725795"/>
                  </a:moveTo>
                  <a:lnTo>
                    <a:pt x="3723575" y="4725795"/>
                  </a:lnTo>
                  <a:lnTo>
                    <a:pt x="3715085" y="4732153"/>
                  </a:lnTo>
                  <a:lnTo>
                    <a:pt x="3715085" y="4753319"/>
                  </a:lnTo>
                  <a:lnTo>
                    <a:pt x="3721594" y="4759676"/>
                  </a:lnTo>
                  <a:lnTo>
                    <a:pt x="3732066" y="4759676"/>
                  </a:lnTo>
                  <a:lnTo>
                    <a:pt x="3740556" y="4757557"/>
                  </a:lnTo>
                  <a:lnTo>
                    <a:pt x="3749046" y="4751199"/>
                  </a:lnTo>
                  <a:lnTo>
                    <a:pt x="3749046" y="4734245"/>
                  </a:lnTo>
                  <a:lnTo>
                    <a:pt x="3742820" y="4725795"/>
                  </a:lnTo>
                  <a:close/>
                </a:path>
                <a:path w="9542780" h="6570345">
                  <a:moveTo>
                    <a:pt x="3742820" y="4768126"/>
                  </a:moveTo>
                  <a:lnTo>
                    <a:pt x="3723575" y="4768126"/>
                  </a:lnTo>
                  <a:lnTo>
                    <a:pt x="3715085" y="4774483"/>
                  </a:lnTo>
                  <a:lnTo>
                    <a:pt x="3715085" y="4795649"/>
                  </a:lnTo>
                  <a:lnTo>
                    <a:pt x="3721594" y="4802007"/>
                  </a:lnTo>
                  <a:lnTo>
                    <a:pt x="3740556" y="4802007"/>
                  </a:lnTo>
                  <a:lnTo>
                    <a:pt x="3749046" y="4795649"/>
                  </a:lnTo>
                  <a:lnTo>
                    <a:pt x="3749046" y="4776603"/>
                  </a:lnTo>
                  <a:lnTo>
                    <a:pt x="3742820" y="4768126"/>
                  </a:lnTo>
                  <a:close/>
                </a:path>
                <a:path w="9542780" h="6570345">
                  <a:moveTo>
                    <a:pt x="3742820" y="4812604"/>
                  </a:moveTo>
                  <a:lnTo>
                    <a:pt x="3723575" y="4812604"/>
                  </a:lnTo>
                  <a:lnTo>
                    <a:pt x="3715085" y="4818962"/>
                  </a:lnTo>
                  <a:lnTo>
                    <a:pt x="3715085" y="4838009"/>
                  </a:lnTo>
                  <a:lnTo>
                    <a:pt x="3721594" y="4846486"/>
                  </a:lnTo>
                  <a:lnTo>
                    <a:pt x="3740556" y="4846486"/>
                  </a:lnTo>
                  <a:lnTo>
                    <a:pt x="3749046" y="4840128"/>
                  </a:lnTo>
                  <a:lnTo>
                    <a:pt x="3749046" y="4821053"/>
                  </a:lnTo>
                  <a:lnTo>
                    <a:pt x="3742820" y="4812604"/>
                  </a:lnTo>
                  <a:close/>
                </a:path>
                <a:path w="9542780" h="6570345">
                  <a:moveTo>
                    <a:pt x="3742820" y="4857055"/>
                  </a:moveTo>
                  <a:lnTo>
                    <a:pt x="3723575" y="4857055"/>
                  </a:lnTo>
                  <a:lnTo>
                    <a:pt x="3715085" y="4863412"/>
                  </a:lnTo>
                  <a:lnTo>
                    <a:pt x="3715085" y="4882459"/>
                  </a:lnTo>
                  <a:lnTo>
                    <a:pt x="3721594" y="4890936"/>
                  </a:lnTo>
                  <a:lnTo>
                    <a:pt x="3740556" y="4890936"/>
                  </a:lnTo>
                  <a:lnTo>
                    <a:pt x="3749046" y="4882459"/>
                  </a:lnTo>
                  <a:lnTo>
                    <a:pt x="3749046" y="4865532"/>
                  </a:lnTo>
                  <a:lnTo>
                    <a:pt x="3742820" y="4857055"/>
                  </a:lnTo>
                  <a:close/>
                </a:path>
                <a:path w="9542780" h="6570345">
                  <a:moveTo>
                    <a:pt x="3742820" y="4901533"/>
                  </a:moveTo>
                  <a:lnTo>
                    <a:pt x="3723575" y="4901533"/>
                  </a:lnTo>
                  <a:lnTo>
                    <a:pt x="3715085" y="4907890"/>
                  </a:lnTo>
                  <a:lnTo>
                    <a:pt x="3715085" y="4926937"/>
                  </a:lnTo>
                  <a:lnTo>
                    <a:pt x="3721594" y="4935414"/>
                  </a:lnTo>
                  <a:lnTo>
                    <a:pt x="3740556" y="4935414"/>
                  </a:lnTo>
                  <a:lnTo>
                    <a:pt x="3749046" y="4926937"/>
                  </a:lnTo>
                  <a:lnTo>
                    <a:pt x="3749046" y="4909982"/>
                  </a:lnTo>
                  <a:lnTo>
                    <a:pt x="3742820" y="4901533"/>
                  </a:lnTo>
                  <a:close/>
                </a:path>
                <a:path w="9542780" h="6570345">
                  <a:moveTo>
                    <a:pt x="3742820" y="4945983"/>
                  </a:moveTo>
                  <a:lnTo>
                    <a:pt x="3723575" y="4945983"/>
                  </a:lnTo>
                  <a:lnTo>
                    <a:pt x="3715085" y="4952342"/>
                  </a:lnTo>
                  <a:lnTo>
                    <a:pt x="3715085" y="4971387"/>
                  </a:lnTo>
                  <a:lnTo>
                    <a:pt x="3721594" y="4979865"/>
                  </a:lnTo>
                  <a:lnTo>
                    <a:pt x="3740556" y="4979865"/>
                  </a:lnTo>
                  <a:lnTo>
                    <a:pt x="3749046" y="4971387"/>
                  </a:lnTo>
                  <a:lnTo>
                    <a:pt x="3749046" y="4954460"/>
                  </a:lnTo>
                  <a:lnTo>
                    <a:pt x="3742820" y="4945983"/>
                  </a:lnTo>
                  <a:close/>
                </a:path>
                <a:path w="9542780" h="6570345">
                  <a:moveTo>
                    <a:pt x="3742820" y="4990462"/>
                  </a:moveTo>
                  <a:lnTo>
                    <a:pt x="3723575" y="4990462"/>
                  </a:lnTo>
                  <a:lnTo>
                    <a:pt x="3715085" y="4996792"/>
                  </a:lnTo>
                  <a:lnTo>
                    <a:pt x="3715085" y="5015866"/>
                  </a:lnTo>
                  <a:lnTo>
                    <a:pt x="3721594" y="5024343"/>
                  </a:lnTo>
                  <a:lnTo>
                    <a:pt x="3740556" y="5024343"/>
                  </a:lnTo>
                  <a:lnTo>
                    <a:pt x="3749046" y="5015866"/>
                  </a:lnTo>
                  <a:lnTo>
                    <a:pt x="3749046" y="4998911"/>
                  </a:lnTo>
                  <a:lnTo>
                    <a:pt x="3742820" y="4990462"/>
                  </a:lnTo>
                  <a:close/>
                </a:path>
                <a:path w="9542780" h="6570345">
                  <a:moveTo>
                    <a:pt x="3742820" y="5034912"/>
                  </a:moveTo>
                  <a:lnTo>
                    <a:pt x="3723575" y="5034912"/>
                  </a:lnTo>
                  <a:lnTo>
                    <a:pt x="3715085" y="5041270"/>
                  </a:lnTo>
                  <a:lnTo>
                    <a:pt x="3715085" y="5060316"/>
                  </a:lnTo>
                  <a:lnTo>
                    <a:pt x="3721594" y="5068793"/>
                  </a:lnTo>
                  <a:lnTo>
                    <a:pt x="3732066" y="5068793"/>
                  </a:lnTo>
                  <a:lnTo>
                    <a:pt x="3740556" y="5066673"/>
                  </a:lnTo>
                  <a:lnTo>
                    <a:pt x="3749046" y="5060316"/>
                  </a:lnTo>
                  <a:lnTo>
                    <a:pt x="3749046" y="5043389"/>
                  </a:lnTo>
                  <a:lnTo>
                    <a:pt x="3742820" y="5034912"/>
                  </a:lnTo>
                  <a:close/>
                </a:path>
                <a:path w="9542780" h="6570345">
                  <a:moveTo>
                    <a:pt x="3742820" y="5077270"/>
                  </a:moveTo>
                  <a:lnTo>
                    <a:pt x="3723575" y="5077270"/>
                  </a:lnTo>
                  <a:lnTo>
                    <a:pt x="3715085" y="5083629"/>
                  </a:lnTo>
                  <a:lnTo>
                    <a:pt x="3715085" y="5102675"/>
                  </a:lnTo>
                  <a:lnTo>
                    <a:pt x="3721594" y="5111153"/>
                  </a:lnTo>
                  <a:lnTo>
                    <a:pt x="3740556" y="5111153"/>
                  </a:lnTo>
                  <a:lnTo>
                    <a:pt x="3749046" y="5104794"/>
                  </a:lnTo>
                  <a:lnTo>
                    <a:pt x="3749046" y="5085720"/>
                  </a:lnTo>
                  <a:lnTo>
                    <a:pt x="3742820" y="5077270"/>
                  </a:lnTo>
                  <a:close/>
                </a:path>
                <a:path w="9542780" h="6570345">
                  <a:moveTo>
                    <a:pt x="3742820" y="5121722"/>
                  </a:moveTo>
                  <a:lnTo>
                    <a:pt x="3723575" y="5121722"/>
                  </a:lnTo>
                  <a:lnTo>
                    <a:pt x="3715085" y="5128079"/>
                  </a:lnTo>
                  <a:lnTo>
                    <a:pt x="3715085" y="5147125"/>
                  </a:lnTo>
                  <a:lnTo>
                    <a:pt x="3721594" y="5155603"/>
                  </a:lnTo>
                  <a:lnTo>
                    <a:pt x="3740556" y="5155603"/>
                  </a:lnTo>
                  <a:lnTo>
                    <a:pt x="3749046" y="5149245"/>
                  </a:lnTo>
                  <a:lnTo>
                    <a:pt x="3749046" y="5130199"/>
                  </a:lnTo>
                  <a:lnTo>
                    <a:pt x="3742820" y="5121722"/>
                  </a:lnTo>
                  <a:close/>
                </a:path>
                <a:path w="9542780" h="6570345">
                  <a:moveTo>
                    <a:pt x="3742820" y="5166199"/>
                  </a:moveTo>
                  <a:lnTo>
                    <a:pt x="3723575" y="5166199"/>
                  </a:lnTo>
                  <a:lnTo>
                    <a:pt x="3715085" y="5172529"/>
                  </a:lnTo>
                  <a:lnTo>
                    <a:pt x="3715085" y="5191603"/>
                  </a:lnTo>
                  <a:lnTo>
                    <a:pt x="3721594" y="5200081"/>
                  </a:lnTo>
                  <a:lnTo>
                    <a:pt x="3740556" y="5200081"/>
                  </a:lnTo>
                  <a:lnTo>
                    <a:pt x="3749046" y="5191603"/>
                  </a:lnTo>
                  <a:lnTo>
                    <a:pt x="3749046" y="5174649"/>
                  </a:lnTo>
                  <a:lnTo>
                    <a:pt x="3742820" y="5166199"/>
                  </a:lnTo>
                  <a:close/>
                </a:path>
                <a:path w="9542780" h="6570345">
                  <a:moveTo>
                    <a:pt x="3742820" y="5210649"/>
                  </a:moveTo>
                  <a:lnTo>
                    <a:pt x="3723575" y="5210649"/>
                  </a:lnTo>
                  <a:lnTo>
                    <a:pt x="3715085" y="5217007"/>
                  </a:lnTo>
                  <a:lnTo>
                    <a:pt x="3715085" y="5236053"/>
                  </a:lnTo>
                  <a:lnTo>
                    <a:pt x="3721594" y="5244532"/>
                  </a:lnTo>
                  <a:lnTo>
                    <a:pt x="3740556" y="5244532"/>
                  </a:lnTo>
                  <a:lnTo>
                    <a:pt x="3749046" y="5236053"/>
                  </a:lnTo>
                  <a:lnTo>
                    <a:pt x="3749046" y="5219127"/>
                  </a:lnTo>
                  <a:lnTo>
                    <a:pt x="3742820" y="5210649"/>
                  </a:lnTo>
                  <a:close/>
                </a:path>
                <a:path w="9542780" h="6570345">
                  <a:moveTo>
                    <a:pt x="3742820" y="5255129"/>
                  </a:moveTo>
                  <a:lnTo>
                    <a:pt x="3723575" y="5255129"/>
                  </a:lnTo>
                  <a:lnTo>
                    <a:pt x="3715085" y="5261458"/>
                  </a:lnTo>
                  <a:lnTo>
                    <a:pt x="3715085" y="5282652"/>
                  </a:lnTo>
                  <a:lnTo>
                    <a:pt x="3721594" y="5288982"/>
                  </a:lnTo>
                  <a:lnTo>
                    <a:pt x="3740556" y="5288982"/>
                  </a:lnTo>
                  <a:lnTo>
                    <a:pt x="3749046" y="5280533"/>
                  </a:lnTo>
                  <a:lnTo>
                    <a:pt x="3749046" y="5263577"/>
                  </a:lnTo>
                  <a:lnTo>
                    <a:pt x="3742820" y="5255129"/>
                  </a:lnTo>
                  <a:close/>
                </a:path>
                <a:path w="9542780" h="6570345">
                  <a:moveTo>
                    <a:pt x="3742820" y="5299579"/>
                  </a:moveTo>
                  <a:lnTo>
                    <a:pt x="3723575" y="5299579"/>
                  </a:lnTo>
                  <a:lnTo>
                    <a:pt x="3715085" y="5305936"/>
                  </a:lnTo>
                  <a:lnTo>
                    <a:pt x="3715085" y="5327102"/>
                  </a:lnTo>
                  <a:lnTo>
                    <a:pt x="3721594" y="5333460"/>
                  </a:lnTo>
                  <a:lnTo>
                    <a:pt x="3740556" y="5333460"/>
                  </a:lnTo>
                  <a:lnTo>
                    <a:pt x="3749046" y="5324983"/>
                  </a:lnTo>
                  <a:lnTo>
                    <a:pt x="3749046" y="5308056"/>
                  </a:lnTo>
                  <a:lnTo>
                    <a:pt x="3742820" y="5299579"/>
                  </a:lnTo>
                  <a:close/>
                </a:path>
                <a:path w="9542780" h="6570345">
                  <a:moveTo>
                    <a:pt x="3742820" y="5344057"/>
                  </a:moveTo>
                  <a:lnTo>
                    <a:pt x="3723575" y="5344057"/>
                  </a:lnTo>
                  <a:lnTo>
                    <a:pt x="3715085" y="5350386"/>
                  </a:lnTo>
                  <a:lnTo>
                    <a:pt x="3715085" y="5369460"/>
                  </a:lnTo>
                  <a:lnTo>
                    <a:pt x="3721594" y="5377910"/>
                  </a:lnTo>
                  <a:lnTo>
                    <a:pt x="3732066" y="5377910"/>
                  </a:lnTo>
                  <a:lnTo>
                    <a:pt x="3740556" y="5375791"/>
                  </a:lnTo>
                  <a:lnTo>
                    <a:pt x="3749046" y="5369460"/>
                  </a:lnTo>
                  <a:lnTo>
                    <a:pt x="3749046" y="5352506"/>
                  </a:lnTo>
                  <a:lnTo>
                    <a:pt x="3742820" y="5344057"/>
                  </a:lnTo>
                  <a:close/>
                </a:path>
                <a:path w="9542780" h="6570345">
                  <a:moveTo>
                    <a:pt x="3742820" y="5386387"/>
                  </a:moveTo>
                  <a:lnTo>
                    <a:pt x="3723575" y="5386387"/>
                  </a:lnTo>
                  <a:lnTo>
                    <a:pt x="3715085" y="5392746"/>
                  </a:lnTo>
                  <a:lnTo>
                    <a:pt x="3715085" y="5411792"/>
                  </a:lnTo>
                  <a:lnTo>
                    <a:pt x="3721594" y="5420269"/>
                  </a:lnTo>
                  <a:lnTo>
                    <a:pt x="3740556" y="5420269"/>
                  </a:lnTo>
                  <a:lnTo>
                    <a:pt x="3749046" y="5413912"/>
                  </a:lnTo>
                  <a:lnTo>
                    <a:pt x="3749046" y="5394866"/>
                  </a:lnTo>
                  <a:lnTo>
                    <a:pt x="3742820" y="5386387"/>
                  </a:lnTo>
                  <a:close/>
                </a:path>
                <a:path w="9542780" h="6570345">
                  <a:moveTo>
                    <a:pt x="3742820" y="5430866"/>
                  </a:moveTo>
                  <a:lnTo>
                    <a:pt x="3723575" y="5430866"/>
                  </a:lnTo>
                  <a:lnTo>
                    <a:pt x="3715085" y="5437196"/>
                  </a:lnTo>
                  <a:lnTo>
                    <a:pt x="3715085" y="5458390"/>
                  </a:lnTo>
                  <a:lnTo>
                    <a:pt x="3721594" y="5464719"/>
                  </a:lnTo>
                  <a:lnTo>
                    <a:pt x="3740556" y="5464719"/>
                  </a:lnTo>
                  <a:lnTo>
                    <a:pt x="3749046" y="5458390"/>
                  </a:lnTo>
                  <a:lnTo>
                    <a:pt x="3749046" y="5439316"/>
                  </a:lnTo>
                  <a:lnTo>
                    <a:pt x="3742820" y="5430866"/>
                  </a:lnTo>
                  <a:close/>
                </a:path>
                <a:path w="9542780" h="6570345">
                  <a:moveTo>
                    <a:pt x="3742820" y="6138029"/>
                  </a:moveTo>
                  <a:lnTo>
                    <a:pt x="3723575" y="6138029"/>
                  </a:lnTo>
                  <a:lnTo>
                    <a:pt x="3715085" y="6144386"/>
                  </a:lnTo>
                  <a:lnTo>
                    <a:pt x="3715085" y="6163461"/>
                  </a:lnTo>
                  <a:lnTo>
                    <a:pt x="3721594" y="6171910"/>
                  </a:lnTo>
                  <a:lnTo>
                    <a:pt x="3740556" y="6171910"/>
                  </a:lnTo>
                  <a:lnTo>
                    <a:pt x="3749046" y="6163461"/>
                  </a:lnTo>
                  <a:lnTo>
                    <a:pt x="3749046" y="6146506"/>
                  </a:lnTo>
                  <a:lnTo>
                    <a:pt x="3742820" y="6138029"/>
                  </a:lnTo>
                  <a:close/>
                </a:path>
                <a:path w="9542780" h="6570345">
                  <a:moveTo>
                    <a:pt x="3742820" y="6182507"/>
                  </a:moveTo>
                  <a:lnTo>
                    <a:pt x="3723575" y="6182507"/>
                  </a:lnTo>
                  <a:lnTo>
                    <a:pt x="3715085" y="6188864"/>
                  </a:lnTo>
                  <a:lnTo>
                    <a:pt x="3715085" y="6210030"/>
                  </a:lnTo>
                  <a:lnTo>
                    <a:pt x="3721594" y="6216389"/>
                  </a:lnTo>
                  <a:lnTo>
                    <a:pt x="3740556" y="6216389"/>
                  </a:lnTo>
                  <a:lnTo>
                    <a:pt x="3749046" y="6207911"/>
                  </a:lnTo>
                  <a:lnTo>
                    <a:pt x="3749046" y="6190984"/>
                  </a:lnTo>
                  <a:lnTo>
                    <a:pt x="3742820" y="6182507"/>
                  </a:lnTo>
                  <a:close/>
                </a:path>
                <a:path w="9542780" h="6570345">
                  <a:moveTo>
                    <a:pt x="3698104" y="3974125"/>
                  </a:moveTo>
                  <a:lnTo>
                    <a:pt x="3676878" y="3974125"/>
                  </a:lnTo>
                  <a:lnTo>
                    <a:pt x="3670653" y="3980484"/>
                  </a:lnTo>
                  <a:lnTo>
                    <a:pt x="3670653" y="3999558"/>
                  </a:lnTo>
                  <a:lnTo>
                    <a:pt x="3676878" y="4008008"/>
                  </a:lnTo>
                  <a:lnTo>
                    <a:pt x="3698104" y="4008008"/>
                  </a:lnTo>
                  <a:lnTo>
                    <a:pt x="3704614" y="3999558"/>
                  </a:lnTo>
                  <a:lnTo>
                    <a:pt x="3704614" y="3982603"/>
                  </a:lnTo>
                  <a:lnTo>
                    <a:pt x="3698104" y="3974125"/>
                  </a:lnTo>
                  <a:close/>
                </a:path>
                <a:path w="9542780" h="6570345">
                  <a:moveTo>
                    <a:pt x="3698104" y="4018605"/>
                  </a:moveTo>
                  <a:lnTo>
                    <a:pt x="3676878" y="4018605"/>
                  </a:lnTo>
                  <a:lnTo>
                    <a:pt x="3670653" y="4024962"/>
                  </a:lnTo>
                  <a:lnTo>
                    <a:pt x="3670653" y="4044008"/>
                  </a:lnTo>
                  <a:lnTo>
                    <a:pt x="3676878" y="4052486"/>
                  </a:lnTo>
                  <a:lnTo>
                    <a:pt x="3698104" y="4052486"/>
                  </a:lnTo>
                  <a:lnTo>
                    <a:pt x="3704614" y="4044008"/>
                  </a:lnTo>
                  <a:lnTo>
                    <a:pt x="3704614" y="4027082"/>
                  </a:lnTo>
                  <a:lnTo>
                    <a:pt x="3698104" y="4018605"/>
                  </a:lnTo>
                  <a:close/>
                </a:path>
                <a:path w="9542780" h="6570345">
                  <a:moveTo>
                    <a:pt x="3698104" y="4063055"/>
                  </a:moveTo>
                  <a:lnTo>
                    <a:pt x="3676878" y="4063055"/>
                  </a:lnTo>
                  <a:lnTo>
                    <a:pt x="3670653" y="4069412"/>
                  </a:lnTo>
                  <a:lnTo>
                    <a:pt x="3670653" y="4088486"/>
                  </a:lnTo>
                  <a:lnTo>
                    <a:pt x="3676878" y="4096936"/>
                  </a:lnTo>
                  <a:lnTo>
                    <a:pt x="3698104" y="4096936"/>
                  </a:lnTo>
                  <a:lnTo>
                    <a:pt x="3704614" y="4088486"/>
                  </a:lnTo>
                  <a:lnTo>
                    <a:pt x="3704614" y="4071532"/>
                  </a:lnTo>
                  <a:lnTo>
                    <a:pt x="3698104" y="4063055"/>
                  </a:lnTo>
                  <a:close/>
                </a:path>
                <a:path w="9542780" h="6570345">
                  <a:moveTo>
                    <a:pt x="3698104" y="4107533"/>
                  </a:moveTo>
                  <a:lnTo>
                    <a:pt x="3676878" y="4107533"/>
                  </a:lnTo>
                  <a:lnTo>
                    <a:pt x="3670653" y="4113891"/>
                  </a:lnTo>
                  <a:lnTo>
                    <a:pt x="3670653" y="4132936"/>
                  </a:lnTo>
                  <a:lnTo>
                    <a:pt x="3676878" y="4141415"/>
                  </a:lnTo>
                  <a:lnTo>
                    <a:pt x="3698104" y="4141415"/>
                  </a:lnTo>
                  <a:lnTo>
                    <a:pt x="3704614" y="4132936"/>
                  </a:lnTo>
                  <a:lnTo>
                    <a:pt x="3704614" y="4116010"/>
                  </a:lnTo>
                  <a:lnTo>
                    <a:pt x="3698104" y="4107533"/>
                  </a:lnTo>
                  <a:close/>
                </a:path>
                <a:path w="9542780" h="6570345">
                  <a:moveTo>
                    <a:pt x="3698104" y="4149864"/>
                  </a:moveTo>
                  <a:lnTo>
                    <a:pt x="3676878" y="4149864"/>
                  </a:lnTo>
                  <a:lnTo>
                    <a:pt x="3670653" y="4156222"/>
                  </a:lnTo>
                  <a:lnTo>
                    <a:pt x="3670653" y="4175296"/>
                  </a:lnTo>
                  <a:lnTo>
                    <a:pt x="3676878" y="4183745"/>
                  </a:lnTo>
                  <a:lnTo>
                    <a:pt x="3698104" y="4183745"/>
                  </a:lnTo>
                  <a:lnTo>
                    <a:pt x="3704614" y="4177416"/>
                  </a:lnTo>
                  <a:lnTo>
                    <a:pt x="3704614" y="4158341"/>
                  </a:lnTo>
                  <a:lnTo>
                    <a:pt x="3698104" y="4149864"/>
                  </a:lnTo>
                  <a:close/>
                </a:path>
                <a:path w="9542780" h="6570345">
                  <a:moveTo>
                    <a:pt x="3698104" y="4194342"/>
                  </a:moveTo>
                  <a:lnTo>
                    <a:pt x="3676878" y="4194342"/>
                  </a:lnTo>
                  <a:lnTo>
                    <a:pt x="3670653" y="4200700"/>
                  </a:lnTo>
                  <a:lnTo>
                    <a:pt x="3670653" y="4221866"/>
                  </a:lnTo>
                  <a:lnTo>
                    <a:pt x="3676878" y="4228223"/>
                  </a:lnTo>
                  <a:lnTo>
                    <a:pt x="3698104" y="4228223"/>
                  </a:lnTo>
                  <a:lnTo>
                    <a:pt x="3704614" y="4221866"/>
                  </a:lnTo>
                  <a:lnTo>
                    <a:pt x="3704614" y="4202819"/>
                  </a:lnTo>
                  <a:lnTo>
                    <a:pt x="3698104" y="4194342"/>
                  </a:lnTo>
                  <a:close/>
                </a:path>
                <a:path w="9542780" h="6570345">
                  <a:moveTo>
                    <a:pt x="3698104" y="4238792"/>
                  </a:moveTo>
                  <a:lnTo>
                    <a:pt x="3676878" y="4238792"/>
                  </a:lnTo>
                  <a:lnTo>
                    <a:pt x="3670653" y="4245151"/>
                  </a:lnTo>
                  <a:lnTo>
                    <a:pt x="3670653" y="4266316"/>
                  </a:lnTo>
                  <a:lnTo>
                    <a:pt x="3676878" y="4272674"/>
                  </a:lnTo>
                  <a:lnTo>
                    <a:pt x="3698104" y="4272674"/>
                  </a:lnTo>
                  <a:lnTo>
                    <a:pt x="3704614" y="4264225"/>
                  </a:lnTo>
                  <a:lnTo>
                    <a:pt x="3704614" y="4247269"/>
                  </a:lnTo>
                  <a:lnTo>
                    <a:pt x="3698104" y="4238792"/>
                  </a:lnTo>
                  <a:close/>
                </a:path>
                <a:path w="9542780" h="6570345">
                  <a:moveTo>
                    <a:pt x="3698104" y="4283271"/>
                  </a:moveTo>
                  <a:lnTo>
                    <a:pt x="3676878" y="4283271"/>
                  </a:lnTo>
                  <a:lnTo>
                    <a:pt x="3670653" y="4289629"/>
                  </a:lnTo>
                  <a:lnTo>
                    <a:pt x="3670653" y="4308675"/>
                  </a:lnTo>
                  <a:lnTo>
                    <a:pt x="3676878" y="4317152"/>
                  </a:lnTo>
                  <a:lnTo>
                    <a:pt x="3698104" y="4317152"/>
                  </a:lnTo>
                  <a:lnTo>
                    <a:pt x="3704614" y="4308675"/>
                  </a:lnTo>
                  <a:lnTo>
                    <a:pt x="3704614" y="4291749"/>
                  </a:lnTo>
                  <a:lnTo>
                    <a:pt x="3698104" y="4283271"/>
                  </a:lnTo>
                  <a:close/>
                </a:path>
                <a:path w="9542780" h="6570345">
                  <a:moveTo>
                    <a:pt x="3698104" y="4327721"/>
                  </a:moveTo>
                  <a:lnTo>
                    <a:pt x="3676878" y="4327721"/>
                  </a:lnTo>
                  <a:lnTo>
                    <a:pt x="3670653" y="4334079"/>
                  </a:lnTo>
                  <a:lnTo>
                    <a:pt x="3670653" y="4353153"/>
                  </a:lnTo>
                  <a:lnTo>
                    <a:pt x="3676878" y="4361602"/>
                  </a:lnTo>
                  <a:lnTo>
                    <a:pt x="3698104" y="4361602"/>
                  </a:lnTo>
                  <a:lnTo>
                    <a:pt x="3704614" y="4353153"/>
                  </a:lnTo>
                  <a:lnTo>
                    <a:pt x="3704614" y="4336199"/>
                  </a:lnTo>
                  <a:lnTo>
                    <a:pt x="3698104" y="4327721"/>
                  </a:lnTo>
                  <a:close/>
                </a:path>
                <a:path w="9542780" h="6570345">
                  <a:moveTo>
                    <a:pt x="3698104" y="4372199"/>
                  </a:moveTo>
                  <a:lnTo>
                    <a:pt x="3676878" y="4372199"/>
                  </a:lnTo>
                  <a:lnTo>
                    <a:pt x="3670653" y="4378558"/>
                  </a:lnTo>
                  <a:lnTo>
                    <a:pt x="3670653" y="4397603"/>
                  </a:lnTo>
                  <a:lnTo>
                    <a:pt x="3676878" y="4406082"/>
                  </a:lnTo>
                  <a:lnTo>
                    <a:pt x="3698104" y="4406082"/>
                  </a:lnTo>
                  <a:lnTo>
                    <a:pt x="3704614" y="4397603"/>
                  </a:lnTo>
                  <a:lnTo>
                    <a:pt x="3704614" y="4380677"/>
                  </a:lnTo>
                  <a:lnTo>
                    <a:pt x="3698104" y="4372199"/>
                  </a:lnTo>
                  <a:close/>
                </a:path>
                <a:path w="9542780" h="6570345">
                  <a:moveTo>
                    <a:pt x="3698104" y="4416649"/>
                  </a:moveTo>
                  <a:lnTo>
                    <a:pt x="3676878" y="4416649"/>
                  </a:lnTo>
                  <a:lnTo>
                    <a:pt x="3670653" y="4423008"/>
                  </a:lnTo>
                  <a:lnTo>
                    <a:pt x="3670653" y="4442054"/>
                  </a:lnTo>
                  <a:lnTo>
                    <a:pt x="3676878" y="4450532"/>
                  </a:lnTo>
                  <a:lnTo>
                    <a:pt x="3698104" y="4450532"/>
                  </a:lnTo>
                  <a:lnTo>
                    <a:pt x="3704614" y="4442054"/>
                  </a:lnTo>
                  <a:lnTo>
                    <a:pt x="3704614" y="4425127"/>
                  </a:lnTo>
                  <a:lnTo>
                    <a:pt x="3698104" y="4416649"/>
                  </a:lnTo>
                  <a:close/>
                </a:path>
                <a:path w="9542780" h="6570345">
                  <a:moveTo>
                    <a:pt x="3698104" y="4459009"/>
                  </a:moveTo>
                  <a:lnTo>
                    <a:pt x="3676878" y="4459009"/>
                  </a:lnTo>
                  <a:lnTo>
                    <a:pt x="3670653" y="4465366"/>
                  </a:lnTo>
                  <a:lnTo>
                    <a:pt x="3670653" y="4484413"/>
                  </a:lnTo>
                  <a:lnTo>
                    <a:pt x="3676878" y="4492890"/>
                  </a:lnTo>
                  <a:lnTo>
                    <a:pt x="3698104" y="4492890"/>
                  </a:lnTo>
                  <a:lnTo>
                    <a:pt x="3704614" y="4486532"/>
                  </a:lnTo>
                  <a:lnTo>
                    <a:pt x="3704614" y="4467486"/>
                  </a:lnTo>
                  <a:lnTo>
                    <a:pt x="3698104" y="4459009"/>
                  </a:lnTo>
                  <a:close/>
                </a:path>
                <a:path w="9542780" h="6570345">
                  <a:moveTo>
                    <a:pt x="3698104" y="4503459"/>
                  </a:moveTo>
                  <a:lnTo>
                    <a:pt x="3676878" y="4503459"/>
                  </a:lnTo>
                  <a:lnTo>
                    <a:pt x="3670653" y="4509816"/>
                  </a:lnTo>
                  <a:lnTo>
                    <a:pt x="3670653" y="4528863"/>
                  </a:lnTo>
                  <a:lnTo>
                    <a:pt x="3676878" y="4537341"/>
                  </a:lnTo>
                  <a:lnTo>
                    <a:pt x="3698104" y="4537341"/>
                  </a:lnTo>
                  <a:lnTo>
                    <a:pt x="3704614" y="4530982"/>
                  </a:lnTo>
                  <a:lnTo>
                    <a:pt x="3704614" y="4511936"/>
                  </a:lnTo>
                  <a:lnTo>
                    <a:pt x="3698104" y="4503459"/>
                  </a:lnTo>
                  <a:close/>
                </a:path>
                <a:path w="9542780" h="6570345">
                  <a:moveTo>
                    <a:pt x="3698104" y="4547937"/>
                  </a:moveTo>
                  <a:lnTo>
                    <a:pt x="3676878" y="4547937"/>
                  </a:lnTo>
                  <a:lnTo>
                    <a:pt x="3670653" y="4554296"/>
                  </a:lnTo>
                  <a:lnTo>
                    <a:pt x="3670653" y="4573342"/>
                  </a:lnTo>
                  <a:lnTo>
                    <a:pt x="3676878" y="4581819"/>
                  </a:lnTo>
                  <a:lnTo>
                    <a:pt x="3698104" y="4581819"/>
                  </a:lnTo>
                  <a:lnTo>
                    <a:pt x="3704614" y="4573342"/>
                  </a:lnTo>
                  <a:lnTo>
                    <a:pt x="3704614" y="4556415"/>
                  </a:lnTo>
                  <a:lnTo>
                    <a:pt x="3698104" y="4547937"/>
                  </a:lnTo>
                  <a:close/>
                </a:path>
                <a:path w="9542780" h="6570345">
                  <a:moveTo>
                    <a:pt x="3698104" y="4592388"/>
                  </a:moveTo>
                  <a:lnTo>
                    <a:pt x="3676878" y="4592388"/>
                  </a:lnTo>
                  <a:lnTo>
                    <a:pt x="3670653" y="4598746"/>
                  </a:lnTo>
                  <a:lnTo>
                    <a:pt x="3670653" y="4617792"/>
                  </a:lnTo>
                  <a:lnTo>
                    <a:pt x="3676878" y="4626269"/>
                  </a:lnTo>
                  <a:lnTo>
                    <a:pt x="3698104" y="4626269"/>
                  </a:lnTo>
                  <a:lnTo>
                    <a:pt x="3704614" y="4617792"/>
                  </a:lnTo>
                  <a:lnTo>
                    <a:pt x="3704614" y="4600865"/>
                  </a:lnTo>
                  <a:lnTo>
                    <a:pt x="3698104" y="4592388"/>
                  </a:lnTo>
                  <a:close/>
                </a:path>
                <a:path w="9542780" h="6570345">
                  <a:moveTo>
                    <a:pt x="3698104" y="4636866"/>
                  </a:moveTo>
                  <a:lnTo>
                    <a:pt x="3676878" y="4636866"/>
                  </a:lnTo>
                  <a:lnTo>
                    <a:pt x="3670653" y="4643224"/>
                  </a:lnTo>
                  <a:lnTo>
                    <a:pt x="3670653" y="4662270"/>
                  </a:lnTo>
                  <a:lnTo>
                    <a:pt x="3676878" y="4670748"/>
                  </a:lnTo>
                  <a:lnTo>
                    <a:pt x="3698104" y="4670748"/>
                  </a:lnTo>
                  <a:lnTo>
                    <a:pt x="3704614" y="4662270"/>
                  </a:lnTo>
                  <a:lnTo>
                    <a:pt x="3704614" y="4645343"/>
                  </a:lnTo>
                  <a:lnTo>
                    <a:pt x="3698104" y="4636866"/>
                  </a:lnTo>
                  <a:close/>
                </a:path>
                <a:path w="9542780" h="6570345">
                  <a:moveTo>
                    <a:pt x="3698104" y="4681316"/>
                  </a:moveTo>
                  <a:lnTo>
                    <a:pt x="3676878" y="4681316"/>
                  </a:lnTo>
                  <a:lnTo>
                    <a:pt x="3670653" y="4687675"/>
                  </a:lnTo>
                  <a:lnTo>
                    <a:pt x="3670653" y="4706721"/>
                  </a:lnTo>
                  <a:lnTo>
                    <a:pt x="3676878" y="4715198"/>
                  </a:lnTo>
                  <a:lnTo>
                    <a:pt x="3698104" y="4715198"/>
                  </a:lnTo>
                  <a:lnTo>
                    <a:pt x="3704614" y="4706721"/>
                  </a:lnTo>
                  <a:lnTo>
                    <a:pt x="3704614" y="4689793"/>
                  </a:lnTo>
                  <a:lnTo>
                    <a:pt x="3698104" y="4681316"/>
                  </a:lnTo>
                  <a:close/>
                </a:path>
                <a:path w="9542780" h="6570345">
                  <a:moveTo>
                    <a:pt x="3698104" y="4725795"/>
                  </a:moveTo>
                  <a:lnTo>
                    <a:pt x="3676878" y="4725795"/>
                  </a:lnTo>
                  <a:lnTo>
                    <a:pt x="3670653" y="4732153"/>
                  </a:lnTo>
                  <a:lnTo>
                    <a:pt x="3670653" y="4753319"/>
                  </a:lnTo>
                  <a:lnTo>
                    <a:pt x="3676878" y="4759676"/>
                  </a:lnTo>
                  <a:lnTo>
                    <a:pt x="3698104" y="4759676"/>
                  </a:lnTo>
                  <a:lnTo>
                    <a:pt x="3704614" y="4751199"/>
                  </a:lnTo>
                  <a:lnTo>
                    <a:pt x="3704614" y="4734245"/>
                  </a:lnTo>
                  <a:lnTo>
                    <a:pt x="3698104" y="4725795"/>
                  </a:lnTo>
                  <a:close/>
                </a:path>
                <a:path w="9542780" h="6570345">
                  <a:moveTo>
                    <a:pt x="3698104" y="4768126"/>
                  </a:moveTo>
                  <a:lnTo>
                    <a:pt x="3676878" y="4768126"/>
                  </a:lnTo>
                  <a:lnTo>
                    <a:pt x="3670653" y="4774483"/>
                  </a:lnTo>
                  <a:lnTo>
                    <a:pt x="3670653" y="4795649"/>
                  </a:lnTo>
                  <a:lnTo>
                    <a:pt x="3676878" y="4802007"/>
                  </a:lnTo>
                  <a:lnTo>
                    <a:pt x="3698104" y="4802007"/>
                  </a:lnTo>
                  <a:lnTo>
                    <a:pt x="3704614" y="4795649"/>
                  </a:lnTo>
                  <a:lnTo>
                    <a:pt x="3704614" y="4776603"/>
                  </a:lnTo>
                  <a:lnTo>
                    <a:pt x="3698104" y="4768126"/>
                  </a:lnTo>
                  <a:close/>
                </a:path>
                <a:path w="9542780" h="6570345">
                  <a:moveTo>
                    <a:pt x="3698104" y="4812604"/>
                  </a:moveTo>
                  <a:lnTo>
                    <a:pt x="3676878" y="4812604"/>
                  </a:lnTo>
                  <a:lnTo>
                    <a:pt x="3670653" y="4818962"/>
                  </a:lnTo>
                  <a:lnTo>
                    <a:pt x="3670653" y="4838009"/>
                  </a:lnTo>
                  <a:lnTo>
                    <a:pt x="3676878" y="4846486"/>
                  </a:lnTo>
                  <a:lnTo>
                    <a:pt x="3698104" y="4846486"/>
                  </a:lnTo>
                  <a:lnTo>
                    <a:pt x="3704614" y="4840128"/>
                  </a:lnTo>
                  <a:lnTo>
                    <a:pt x="3704614" y="4821053"/>
                  </a:lnTo>
                  <a:lnTo>
                    <a:pt x="3698104" y="4812604"/>
                  </a:lnTo>
                  <a:close/>
                </a:path>
                <a:path w="9542780" h="6570345">
                  <a:moveTo>
                    <a:pt x="3698104" y="4857055"/>
                  </a:moveTo>
                  <a:lnTo>
                    <a:pt x="3676878" y="4857055"/>
                  </a:lnTo>
                  <a:lnTo>
                    <a:pt x="3670653" y="4863412"/>
                  </a:lnTo>
                  <a:lnTo>
                    <a:pt x="3670653" y="4882459"/>
                  </a:lnTo>
                  <a:lnTo>
                    <a:pt x="3676878" y="4890936"/>
                  </a:lnTo>
                  <a:lnTo>
                    <a:pt x="3698104" y="4890936"/>
                  </a:lnTo>
                  <a:lnTo>
                    <a:pt x="3704614" y="4882459"/>
                  </a:lnTo>
                  <a:lnTo>
                    <a:pt x="3704614" y="4865532"/>
                  </a:lnTo>
                  <a:lnTo>
                    <a:pt x="3698104" y="4857055"/>
                  </a:lnTo>
                  <a:close/>
                </a:path>
                <a:path w="9542780" h="6570345">
                  <a:moveTo>
                    <a:pt x="3698104" y="4901533"/>
                  </a:moveTo>
                  <a:lnTo>
                    <a:pt x="3676878" y="4901533"/>
                  </a:lnTo>
                  <a:lnTo>
                    <a:pt x="3670653" y="4907890"/>
                  </a:lnTo>
                  <a:lnTo>
                    <a:pt x="3670653" y="4926937"/>
                  </a:lnTo>
                  <a:lnTo>
                    <a:pt x="3676878" y="4935414"/>
                  </a:lnTo>
                  <a:lnTo>
                    <a:pt x="3698104" y="4935414"/>
                  </a:lnTo>
                  <a:lnTo>
                    <a:pt x="3704614" y="4926937"/>
                  </a:lnTo>
                  <a:lnTo>
                    <a:pt x="3704614" y="4909982"/>
                  </a:lnTo>
                  <a:lnTo>
                    <a:pt x="3698104" y="4901533"/>
                  </a:lnTo>
                  <a:close/>
                </a:path>
                <a:path w="9542780" h="6570345">
                  <a:moveTo>
                    <a:pt x="3698104" y="4945983"/>
                  </a:moveTo>
                  <a:lnTo>
                    <a:pt x="3676878" y="4945983"/>
                  </a:lnTo>
                  <a:lnTo>
                    <a:pt x="3670653" y="4952342"/>
                  </a:lnTo>
                  <a:lnTo>
                    <a:pt x="3670653" y="4971387"/>
                  </a:lnTo>
                  <a:lnTo>
                    <a:pt x="3676878" y="4979865"/>
                  </a:lnTo>
                  <a:lnTo>
                    <a:pt x="3698104" y="4979865"/>
                  </a:lnTo>
                  <a:lnTo>
                    <a:pt x="3704614" y="4971387"/>
                  </a:lnTo>
                  <a:lnTo>
                    <a:pt x="3704614" y="4954460"/>
                  </a:lnTo>
                  <a:lnTo>
                    <a:pt x="3698104" y="4945983"/>
                  </a:lnTo>
                  <a:close/>
                </a:path>
                <a:path w="9542780" h="6570345">
                  <a:moveTo>
                    <a:pt x="3698104" y="4990462"/>
                  </a:moveTo>
                  <a:lnTo>
                    <a:pt x="3676878" y="4990462"/>
                  </a:lnTo>
                  <a:lnTo>
                    <a:pt x="3670653" y="4996792"/>
                  </a:lnTo>
                  <a:lnTo>
                    <a:pt x="3670653" y="5015866"/>
                  </a:lnTo>
                  <a:lnTo>
                    <a:pt x="3676878" y="5024343"/>
                  </a:lnTo>
                  <a:lnTo>
                    <a:pt x="3698104" y="5024343"/>
                  </a:lnTo>
                  <a:lnTo>
                    <a:pt x="3704614" y="5015866"/>
                  </a:lnTo>
                  <a:lnTo>
                    <a:pt x="3704614" y="4998911"/>
                  </a:lnTo>
                  <a:lnTo>
                    <a:pt x="3698104" y="4990462"/>
                  </a:lnTo>
                  <a:close/>
                </a:path>
                <a:path w="9542780" h="6570345">
                  <a:moveTo>
                    <a:pt x="3698104" y="5034912"/>
                  </a:moveTo>
                  <a:lnTo>
                    <a:pt x="3676878" y="5034912"/>
                  </a:lnTo>
                  <a:lnTo>
                    <a:pt x="3670653" y="5041270"/>
                  </a:lnTo>
                  <a:lnTo>
                    <a:pt x="3670653" y="5060316"/>
                  </a:lnTo>
                  <a:lnTo>
                    <a:pt x="3676878" y="5068793"/>
                  </a:lnTo>
                  <a:lnTo>
                    <a:pt x="3698104" y="5068793"/>
                  </a:lnTo>
                  <a:lnTo>
                    <a:pt x="3704614" y="5060316"/>
                  </a:lnTo>
                  <a:lnTo>
                    <a:pt x="3704614" y="5043389"/>
                  </a:lnTo>
                  <a:lnTo>
                    <a:pt x="3698104" y="5034912"/>
                  </a:lnTo>
                  <a:close/>
                </a:path>
                <a:path w="9542780" h="6570345">
                  <a:moveTo>
                    <a:pt x="3698104" y="5077270"/>
                  </a:moveTo>
                  <a:lnTo>
                    <a:pt x="3676878" y="5077270"/>
                  </a:lnTo>
                  <a:lnTo>
                    <a:pt x="3670653" y="5083629"/>
                  </a:lnTo>
                  <a:lnTo>
                    <a:pt x="3670653" y="5102675"/>
                  </a:lnTo>
                  <a:lnTo>
                    <a:pt x="3676878" y="5111153"/>
                  </a:lnTo>
                  <a:lnTo>
                    <a:pt x="3698104" y="5111153"/>
                  </a:lnTo>
                  <a:lnTo>
                    <a:pt x="3704614" y="5104794"/>
                  </a:lnTo>
                  <a:lnTo>
                    <a:pt x="3704614" y="5085720"/>
                  </a:lnTo>
                  <a:lnTo>
                    <a:pt x="3698104" y="5077270"/>
                  </a:lnTo>
                  <a:close/>
                </a:path>
                <a:path w="9542780" h="6570345">
                  <a:moveTo>
                    <a:pt x="3698104" y="5121722"/>
                  </a:moveTo>
                  <a:lnTo>
                    <a:pt x="3676878" y="5121722"/>
                  </a:lnTo>
                  <a:lnTo>
                    <a:pt x="3670653" y="5128079"/>
                  </a:lnTo>
                  <a:lnTo>
                    <a:pt x="3670653" y="5147125"/>
                  </a:lnTo>
                  <a:lnTo>
                    <a:pt x="3676878" y="5155603"/>
                  </a:lnTo>
                  <a:lnTo>
                    <a:pt x="3698104" y="5155603"/>
                  </a:lnTo>
                  <a:lnTo>
                    <a:pt x="3704614" y="5149245"/>
                  </a:lnTo>
                  <a:lnTo>
                    <a:pt x="3704614" y="5130199"/>
                  </a:lnTo>
                  <a:lnTo>
                    <a:pt x="3698104" y="5121722"/>
                  </a:lnTo>
                  <a:close/>
                </a:path>
                <a:path w="9542780" h="6570345">
                  <a:moveTo>
                    <a:pt x="3698104" y="5166199"/>
                  </a:moveTo>
                  <a:lnTo>
                    <a:pt x="3676878" y="5166199"/>
                  </a:lnTo>
                  <a:lnTo>
                    <a:pt x="3670653" y="5172529"/>
                  </a:lnTo>
                  <a:lnTo>
                    <a:pt x="3670653" y="5191603"/>
                  </a:lnTo>
                  <a:lnTo>
                    <a:pt x="3676878" y="5200081"/>
                  </a:lnTo>
                  <a:lnTo>
                    <a:pt x="3698104" y="5200081"/>
                  </a:lnTo>
                  <a:lnTo>
                    <a:pt x="3704614" y="5191603"/>
                  </a:lnTo>
                  <a:lnTo>
                    <a:pt x="3704614" y="5174649"/>
                  </a:lnTo>
                  <a:lnTo>
                    <a:pt x="3698104" y="5166199"/>
                  </a:lnTo>
                  <a:close/>
                </a:path>
                <a:path w="9542780" h="6570345">
                  <a:moveTo>
                    <a:pt x="3698104" y="5210649"/>
                  </a:moveTo>
                  <a:lnTo>
                    <a:pt x="3676878" y="5210649"/>
                  </a:lnTo>
                  <a:lnTo>
                    <a:pt x="3670653" y="5217007"/>
                  </a:lnTo>
                  <a:lnTo>
                    <a:pt x="3670653" y="5236053"/>
                  </a:lnTo>
                  <a:lnTo>
                    <a:pt x="3676878" y="5244532"/>
                  </a:lnTo>
                  <a:lnTo>
                    <a:pt x="3698104" y="5244532"/>
                  </a:lnTo>
                  <a:lnTo>
                    <a:pt x="3704614" y="5236053"/>
                  </a:lnTo>
                  <a:lnTo>
                    <a:pt x="3704614" y="5219127"/>
                  </a:lnTo>
                  <a:lnTo>
                    <a:pt x="3698104" y="5210649"/>
                  </a:lnTo>
                  <a:close/>
                </a:path>
                <a:path w="9542780" h="6570345">
                  <a:moveTo>
                    <a:pt x="3698104" y="5255129"/>
                  </a:moveTo>
                  <a:lnTo>
                    <a:pt x="3676878" y="5255129"/>
                  </a:lnTo>
                  <a:lnTo>
                    <a:pt x="3670653" y="5261458"/>
                  </a:lnTo>
                  <a:lnTo>
                    <a:pt x="3670653" y="5282652"/>
                  </a:lnTo>
                  <a:lnTo>
                    <a:pt x="3676878" y="5288982"/>
                  </a:lnTo>
                  <a:lnTo>
                    <a:pt x="3698104" y="5288982"/>
                  </a:lnTo>
                  <a:lnTo>
                    <a:pt x="3704614" y="5280533"/>
                  </a:lnTo>
                  <a:lnTo>
                    <a:pt x="3704614" y="5263577"/>
                  </a:lnTo>
                  <a:lnTo>
                    <a:pt x="3698104" y="5255129"/>
                  </a:lnTo>
                  <a:close/>
                </a:path>
                <a:path w="9542780" h="6570345">
                  <a:moveTo>
                    <a:pt x="3698104" y="5299579"/>
                  </a:moveTo>
                  <a:lnTo>
                    <a:pt x="3676878" y="5299579"/>
                  </a:lnTo>
                  <a:lnTo>
                    <a:pt x="3670653" y="5305936"/>
                  </a:lnTo>
                  <a:lnTo>
                    <a:pt x="3670653" y="5327102"/>
                  </a:lnTo>
                  <a:lnTo>
                    <a:pt x="3676878" y="5333460"/>
                  </a:lnTo>
                  <a:lnTo>
                    <a:pt x="3698104" y="5333460"/>
                  </a:lnTo>
                  <a:lnTo>
                    <a:pt x="3704614" y="5324983"/>
                  </a:lnTo>
                  <a:lnTo>
                    <a:pt x="3704614" y="5308056"/>
                  </a:lnTo>
                  <a:lnTo>
                    <a:pt x="3698104" y="5299579"/>
                  </a:lnTo>
                  <a:close/>
                </a:path>
                <a:path w="9542780" h="6570345">
                  <a:moveTo>
                    <a:pt x="3698104" y="5344057"/>
                  </a:moveTo>
                  <a:lnTo>
                    <a:pt x="3676878" y="5344057"/>
                  </a:lnTo>
                  <a:lnTo>
                    <a:pt x="3670653" y="5350386"/>
                  </a:lnTo>
                  <a:lnTo>
                    <a:pt x="3670653" y="5369460"/>
                  </a:lnTo>
                  <a:lnTo>
                    <a:pt x="3676878" y="5377910"/>
                  </a:lnTo>
                  <a:lnTo>
                    <a:pt x="3698104" y="5377910"/>
                  </a:lnTo>
                  <a:lnTo>
                    <a:pt x="3704614" y="5369460"/>
                  </a:lnTo>
                  <a:lnTo>
                    <a:pt x="3704614" y="5352506"/>
                  </a:lnTo>
                  <a:lnTo>
                    <a:pt x="3698104" y="5344057"/>
                  </a:lnTo>
                  <a:close/>
                </a:path>
                <a:path w="9542780" h="6570345">
                  <a:moveTo>
                    <a:pt x="3698104" y="5386387"/>
                  </a:moveTo>
                  <a:lnTo>
                    <a:pt x="3676878" y="5386387"/>
                  </a:lnTo>
                  <a:lnTo>
                    <a:pt x="3670653" y="5392746"/>
                  </a:lnTo>
                  <a:lnTo>
                    <a:pt x="3670653" y="5411792"/>
                  </a:lnTo>
                  <a:lnTo>
                    <a:pt x="3676878" y="5420269"/>
                  </a:lnTo>
                  <a:lnTo>
                    <a:pt x="3698104" y="5420269"/>
                  </a:lnTo>
                  <a:lnTo>
                    <a:pt x="3704614" y="5413912"/>
                  </a:lnTo>
                  <a:lnTo>
                    <a:pt x="3704614" y="5394866"/>
                  </a:lnTo>
                  <a:lnTo>
                    <a:pt x="3698104" y="5386387"/>
                  </a:lnTo>
                  <a:close/>
                </a:path>
                <a:path w="9542780" h="6570345">
                  <a:moveTo>
                    <a:pt x="3698104" y="5430866"/>
                  </a:moveTo>
                  <a:lnTo>
                    <a:pt x="3676878" y="5430866"/>
                  </a:lnTo>
                  <a:lnTo>
                    <a:pt x="3670653" y="5437196"/>
                  </a:lnTo>
                  <a:lnTo>
                    <a:pt x="3670653" y="5458390"/>
                  </a:lnTo>
                  <a:lnTo>
                    <a:pt x="3676878" y="5464719"/>
                  </a:lnTo>
                  <a:lnTo>
                    <a:pt x="3698104" y="5464719"/>
                  </a:lnTo>
                  <a:lnTo>
                    <a:pt x="3704614" y="5458390"/>
                  </a:lnTo>
                  <a:lnTo>
                    <a:pt x="3704614" y="5439316"/>
                  </a:lnTo>
                  <a:lnTo>
                    <a:pt x="3698104" y="5430866"/>
                  </a:lnTo>
                  <a:close/>
                </a:path>
                <a:path w="9542780" h="6570345">
                  <a:moveTo>
                    <a:pt x="3698104" y="5475316"/>
                  </a:moveTo>
                  <a:lnTo>
                    <a:pt x="3676878" y="5475316"/>
                  </a:lnTo>
                  <a:lnTo>
                    <a:pt x="3670653" y="5481674"/>
                  </a:lnTo>
                  <a:lnTo>
                    <a:pt x="3670653" y="5502840"/>
                  </a:lnTo>
                  <a:lnTo>
                    <a:pt x="3676878" y="5509197"/>
                  </a:lnTo>
                  <a:lnTo>
                    <a:pt x="3698104" y="5509197"/>
                  </a:lnTo>
                  <a:lnTo>
                    <a:pt x="3704614" y="5500720"/>
                  </a:lnTo>
                  <a:lnTo>
                    <a:pt x="3704614" y="5483793"/>
                  </a:lnTo>
                  <a:lnTo>
                    <a:pt x="3698104" y="5475316"/>
                  </a:lnTo>
                  <a:close/>
                </a:path>
                <a:path w="9542780" h="6570345">
                  <a:moveTo>
                    <a:pt x="3698104" y="6138029"/>
                  </a:moveTo>
                  <a:lnTo>
                    <a:pt x="3676878" y="6138029"/>
                  </a:lnTo>
                  <a:lnTo>
                    <a:pt x="3670653" y="6144386"/>
                  </a:lnTo>
                  <a:lnTo>
                    <a:pt x="3670653" y="6163461"/>
                  </a:lnTo>
                  <a:lnTo>
                    <a:pt x="3676878" y="6171910"/>
                  </a:lnTo>
                  <a:lnTo>
                    <a:pt x="3698104" y="6171910"/>
                  </a:lnTo>
                  <a:lnTo>
                    <a:pt x="3704614" y="6163461"/>
                  </a:lnTo>
                  <a:lnTo>
                    <a:pt x="3704614" y="6146506"/>
                  </a:lnTo>
                  <a:lnTo>
                    <a:pt x="3698104" y="6138029"/>
                  </a:lnTo>
                  <a:close/>
                </a:path>
                <a:path w="9542780" h="6570345">
                  <a:moveTo>
                    <a:pt x="3698104" y="6182507"/>
                  </a:moveTo>
                  <a:lnTo>
                    <a:pt x="3676878" y="6182507"/>
                  </a:lnTo>
                  <a:lnTo>
                    <a:pt x="3670653" y="6188864"/>
                  </a:lnTo>
                  <a:lnTo>
                    <a:pt x="3670653" y="6210030"/>
                  </a:lnTo>
                  <a:lnTo>
                    <a:pt x="3676878" y="6216389"/>
                  </a:lnTo>
                  <a:lnTo>
                    <a:pt x="3698104" y="6216389"/>
                  </a:lnTo>
                  <a:lnTo>
                    <a:pt x="3704614" y="6207911"/>
                  </a:lnTo>
                  <a:lnTo>
                    <a:pt x="3704614" y="6190984"/>
                  </a:lnTo>
                  <a:lnTo>
                    <a:pt x="3698104" y="6182507"/>
                  </a:lnTo>
                  <a:close/>
                </a:path>
                <a:path w="9542780" h="6570345">
                  <a:moveTo>
                    <a:pt x="3653671" y="3974125"/>
                  </a:moveTo>
                  <a:lnTo>
                    <a:pt x="3632446" y="3974125"/>
                  </a:lnTo>
                  <a:lnTo>
                    <a:pt x="3626219" y="3980484"/>
                  </a:lnTo>
                  <a:lnTo>
                    <a:pt x="3626219" y="3999558"/>
                  </a:lnTo>
                  <a:lnTo>
                    <a:pt x="3632446" y="4008008"/>
                  </a:lnTo>
                  <a:lnTo>
                    <a:pt x="3653671" y="4008008"/>
                  </a:lnTo>
                  <a:lnTo>
                    <a:pt x="3659898" y="3999558"/>
                  </a:lnTo>
                  <a:lnTo>
                    <a:pt x="3659898" y="3982603"/>
                  </a:lnTo>
                  <a:lnTo>
                    <a:pt x="3653671" y="3974125"/>
                  </a:lnTo>
                  <a:close/>
                </a:path>
                <a:path w="9542780" h="6570345">
                  <a:moveTo>
                    <a:pt x="3653671" y="4018605"/>
                  </a:moveTo>
                  <a:lnTo>
                    <a:pt x="3632446" y="4018605"/>
                  </a:lnTo>
                  <a:lnTo>
                    <a:pt x="3626219" y="4024962"/>
                  </a:lnTo>
                  <a:lnTo>
                    <a:pt x="3626219" y="4044008"/>
                  </a:lnTo>
                  <a:lnTo>
                    <a:pt x="3632446" y="4052486"/>
                  </a:lnTo>
                  <a:lnTo>
                    <a:pt x="3653671" y="4052486"/>
                  </a:lnTo>
                  <a:lnTo>
                    <a:pt x="3659898" y="4044008"/>
                  </a:lnTo>
                  <a:lnTo>
                    <a:pt x="3659898" y="4027082"/>
                  </a:lnTo>
                  <a:lnTo>
                    <a:pt x="3653671" y="4018605"/>
                  </a:lnTo>
                  <a:close/>
                </a:path>
                <a:path w="9542780" h="6570345">
                  <a:moveTo>
                    <a:pt x="3653671" y="4063055"/>
                  </a:moveTo>
                  <a:lnTo>
                    <a:pt x="3632446" y="4063055"/>
                  </a:lnTo>
                  <a:lnTo>
                    <a:pt x="3626219" y="4069412"/>
                  </a:lnTo>
                  <a:lnTo>
                    <a:pt x="3626219" y="4088486"/>
                  </a:lnTo>
                  <a:lnTo>
                    <a:pt x="3632446" y="4096936"/>
                  </a:lnTo>
                  <a:lnTo>
                    <a:pt x="3653671" y="4096936"/>
                  </a:lnTo>
                  <a:lnTo>
                    <a:pt x="3659898" y="4088486"/>
                  </a:lnTo>
                  <a:lnTo>
                    <a:pt x="3659898" y="4071532"/>
                  </a:lnTo>
                  <a:lnTo>
                    <a:pt x="3653671" y="4063055"/>
                  </a:lnTo>
                  <a:close/>
                </a:path>
                <a:path w="9542780" h="6570345">
                  <a:moveTo>
                    <a:pt x="3653671" y="4107533"/>
                  </a:moveTo>
                  <a:lnTo>
                    <a:pt x="3632446" y="4107533"/>
                  </a:lnTo>
                  <a:lnTo>
                    <a:pt x="3626219" y="4113891"/>
                  </a:lnTo>
                  <a:lnTo>
                    <a:pt x="3626219" y="4132936"/>
                  </a:lnTo>
                  <a:lnTo>
                    <a:pt x="3632446" y="4141415"/>
                  </a:lnTo>
                  <a:lnTo>
                    <a:pt x="3653671" y="4141415"/>
                  </a:lnTo>
                  <a:lnTo>
                    <a:pt x="3659898" y="4132936"/>
                  </a:lnTo>
                  <a:lnTo>
                    <a:pt x="3659898" y="4116010"/>
                  </a:lnTo>
                  <a:lnTo>
                    <a:pt x="3653671" y="4107533"/>
                  </a:lnTo>
                  <a:close/>
                </a:path>
                <a:path w="9542780" h="6570345">
                  <a:moveTo>
                    <a:pt x="3653671" y="4149864"/>
                  </a:moveTo>
                  <a:lnTo>
                    <a:pt x="3632446" y="4149864"/>
                  </a:lnTo>
                  <a:lnTo>
                    <a:pt x="3626219" y="4156222"/>
                  </a:lnTo>
                  <a:lnTo>
                    <a:pt x="3626219" y="4175296"/>
                  </a:lnTo>
                  <a:lnTo>
                    <a:pt x="3632446" y="4183745"/>
                  </a:lnTo>
                  <a:lnTo>
                    <a:pt x="3653671" y="4183745"/>
                  </a:lnTo>
                  <a:lnTo>
                    <a:pt x="3659898" y="4177416"/>
                  </a:lnTo>
                  <a:lnTo>
                    <a:pt x="3659898" y="4158341"/>
                  </a:lnTo>
                  <a:lnTo>
                    <a:pt x="3653671" y="4149864"/>
                  </a:lnTo>
                  <a:close/>
                </a:path>
                <a:path w="9542780" h="6570345">
                  <a:moveTo>
                    <a:pt x="3653671" y="4194342"/>
                  </a:moveTo>
                  <a:lnTo>
                    <a:pt x="3632446" y="4194342"/>
                  </a:lnTo>
                  <a:lnTo>
                    <a:pt x="3626219" y="4200700"/>
                  </a:lnTo>
                  <a:lnTo>
                    <a:pt x="3626219" y="4221866"/>
                  </a:lnTo>
                  <a:lnTo>
                    <a:pt x="3632446" y="4228223"/>
                  </a:lnTo>
                  <a:lnTo>
                    <a:pt x="3653671" y="4228223"/>
                  </a:lnTo>
                  <a:lnTo>
                    <a:pt x="3659898" y="4221866"/>
                  </a:lnTo>
                  <a:lnTo>
                    <a:pt x="3659898" y="4202819"/>
                  </a:lnTo>
                  <a:lnTo>
                    <a:pt x="3653671" y="4194342"/>
                  </a:lnTo>
                  <a:close/>
                </a:path>
                <a:path w="9542780" h="6570345">
                  <a:moveTo>
                    <a:pt x="3653671" y="4238792"/>
                  </a:moveTo>
                  <a:lnTo>
                    <a:pt x="3632446" y="4238792"/>
                  </a:lnTo>
                  <a:lnTo>
                    <a:pt x="3626219" y="4245151"/>
                  </a:lnTo>
                  <a:lnTo>
                    <a:pt x="3626219" y="4266316"/>
                  </a:lnTo>
                  <a:lnTo>
                    <a:pt x="3632446" y="4272674"/>
                  </a:lnTo>
                  <a:lnTo>
                    <a:pt x="3653671" y="4272674"/>
                  </a:lnTo>
                  <a:lnTo>
                    <a:pt x="3659898" y="4264225"/>
                  </a:lnTo>
                  <a:lnTo>
                    <a:pt x="3659898" y="4247269"/>
                  </a:lnTo>
                  <a:lnTo>
                    <a:pt x="3653671" y="4238792"/>
                  </a:lnTo>
                  <a:close/>
                </a:path>
                <a:path w="9542780" h="6570345">
                  <a:moveTo>
                    <a:pt x="3653671" y="4283271"/>
                  </a:moveTo>
                  <a:lnTo>
                    <a:pt x="3632446" y="4283271"/>
                  </a:lnTo>
                  <a:lnTo>
                    <a:pt x="3626219" y="4289629"/>
                  </a:lnTo>
                  <a:lnTo>
                    <a:pt x="3626219" y="4308675"/>
                  </a:lnTo>
                  <a:lnTo>
                    <a:pt x="3632446" y="4317152"/>
                  </a:lnTo>
                  <a:lnTo>
                    <a:pt x="3653671" y="4317152"/>
                  </a:lnTo>
                  <a:lnTo>
                    <a:pt x="3659898" y="4308675"/>
                  </a:lnTo>
                  <a:lnTo>
                    <a:pt x="3659898" y="4291749"/>
                  </a:lnTo>
                  <a:lnTo>
                    <a:pt x="3653671" y="4283271"/>
                  </a:lnTo>
                  <a:close/>
                </a:path>
                <a:path w="9542780" h="6570345">
                  <a:moveTo>
                    <a:pt x="3653671" y="4327721"/>
                  </a:moveTo>
                  <a:lnTo>
                    <a:pt x="3632446" y="4327721"/>
                  </a:lnTo>
                  <a:lnTo>
                    <a:pt x="3626219" y="4334079"/>
                  </a:lnTo>
                  <a:lnTo>
                    <a:pt x="3626219" y="4353153"/>
                  </a:lnTo>
                  <a:lnTo>
                    <a:pt x="3632446" y="4361602"/>
                  </a:lnTo>
                  <a:lnTo>
                    <a:pt x="3653671" y="4361602"/>
                  </a:lnTo>
                  <a:lnTo>
                    <a:pt x="3659898" y="4353153"/>
                  </a:lnTo>
                  <a:lnTo>
                    <a:pt x="3659898" y="4336199"/>
                  </a:lnTo>
                  <a:lnTo>
                    <a:pt x="3653671" y="4327721"/>
                  </a:lnTo>
                  <a:close/>
                </a:path>
                <a:path w="9542780" h="6570345">
                  <a:moveTo>
                    <a:pt x="3653671" y="4372199"/>
                  </a:moveTo>
                  <a:lnTo>
                    <a:pt x="3632446" y="4372199"/>
                  </a:lnTo>
                  <a:lnTo>
                    <a:pt x="3626219" y="4378558"/>
                  </a:lnTo>
                  <a:lnTo>
                    <a:pt x="3626219" y="4397603"/>
                  </a:lnTo>
                  <a:lnTo>
                    <a:pt x="3632446" y="4406082"/>
                  </a:lnTo>
                  <a:lnTo>
                    <a:pt x="3653671" y="4406082"/>
                  </a:lnTo>
                  <a:lnTo>
                    <a:pt x="3659898" y="4397603"/>
                  </a:lnTo>
                  <a:lnTo>
                    <a:pt x="3659898" y="4380677"/>
                  </a:lnTo>
                  <a:lnTo>
                    <a:pt x="3653671" y="4372199"/>
                  </a:lnTo>
                  <a:close/>
                </a:path>
                <a:path w="9542780" h="6570345">
                  <a:moveTo>
                    <a:pt x="3653671" y="4416649"/>
                  </a:moveTo>
                  <a:lnTo>
                    <a:pt x="3632446" y="4416649"/>
                  </a:lnTo>
                  <a:lnTo>
                    <a:pt x="3626219" y="4423008"/>
                  </a:lnTo>
                  <a:lnTo>
                    <a:pt x="3626219" y="4442054"/>
                  </a:lnTo>
                  <a:lnTo>
                    <a:pt x="3632446" y="4450532"/>
                  </a:lnTo>
                  <a:lnTo>
                    <a:pt x="3653671" y="4450532"/>
                  </a:lnTo>
                  <a:lnTo>
                    <a:pt x="3659898" y="4442054"/>
                  </a:lnTo>
                  <a:lnTo>
                    <a:pt x="3659898" y="4425127"/>
                  </a:lnTo>
                  <a:lnTo>
                    <a:pt x="3653671" y="4416649"/>
                  </a:lnTo>
                  <a:close/>
                </a:path>
                <a:path w="9542780" h="6570345">
                  <a:moveTo>
                    <a:pt x="3653671" y="4459009"/>
                  </a:moveTo>
                  <a:lnTo>
                    <a:pt x="3632446" y="4459009"/>
                  </a:lnTo>
                  <a:lnTo>
                    <a:pt x="3626219" y="4465366"/>
                  </a:lnTo>
                  <a:lnTo>
                    <a:pt x="3626219" y="4484413"/>
                  </a:lnTo>
                  <a:lnTo>
                    <a:pt x="3632446" y="4492890"/>
                  </a:lnTo>
                  <a:lnTo>
                    <a:pt x="3653671" y="4492890"/>
                  </a:lnTo>
                  <a:lnTo>
                    <a:pt x="3659898" y="4486532"/>
                  </a:lnTo>
                  <a:lnTo>
                    <a:pt x="3659898" y="4467486"/>
                  </a:lnTo>
                  <a:lnTo>
                    <a:pt x="3653671" y="4459009"/>
                  </a:lnTo>
                  <a:close/>
                </a:path>
                <a:path w="9542780" h="6570345">
                  <a:moveTo>
                    <a:pt x="3653671" y="4503459"/>
                  </a:moveTo>
                  <a:lnTo>
                    <a:pt x="3632446" y="4503459"/>
                  </a:lnTo>
                  <a:lnTo>
                    <a:pt x="3626219" y="4509816"/>
                  </a:lnTo>
                  <a:lnTo>
                    <a:pt x="3626219" y="4528863"/>
                  </a:lnTo>
                  <a:lnTo>
                    <a:pt x="3632446" y="4537341"/>
                  </a:lnTo>
                  <a:lnTo>
                    <a:pt x="3653671" y="4537341"/>
                  </a:lnTo>
                  <a:lnTo>
                    <a:pt x="3659898" y="4530982"/>
                  </a:lnTo>
                  <a:lnTo>
                    <a:pt x="3659898" y="4511936"/>
                  </a:lnTo>
                  <a:lnTo>
                    <a:pt x="3653671" y="4503459"/>
                  </a:lnTo>
                  <a:close/>
                </a:path>
                <a:path w="9542780" h="6570345">
                  <a:moveTo>
                    <a:pt x="3653671" y="4547937"/>
                  </a:moveTo>
                  <a:lnTo>
                    <a:pt x="3632446" y="4547937"/>
                  </a:lnTo>
                  <a:lnTo>
                    <a:pt x="3626219" y="4554296"/>
                  </a:lnTo>
                  <a:lnTo>
                    <a:pt x="3626219" y="4573342"/>
                  </a:lnTo>
                  <a:lnTo>
                    <a:pt x="3632446" y="4581819"/>
                  </a:lnTo>
                  <a:lnTo>
                    <a:pt x="3653671" y="4581819"/>
                  </a:lnTo>
                  <a:lnTo>
                    <a:pt x="3659898" y="4573342"/>
                  </a:lnTo>
                  <a:lnTo>
                    <a:pt x="3659898" y="4556415"/>
                  </a:lnTo>
                  <a:lnTo>
                    <a:pt x="3653671" y="4547937"/>
                  </a:lnTo>
                  <a:close/>
                </a:path>
                <a:path w="9542780" h="6570345">
                  <a:moveTo>
                    <a:pt x="3653671" y="4592388"/>
                  </a:moveTo>
                  <a:lnTo>
                    <a:pt x="3632446" y="4592388"/>
                  </a:lnTo>
                  <a:lnTo>
                    <a:pt x="3626219" y="4598746"/>
                  </a:lnTo>
                  <a:lnTo>
                    <a:pt x="3626219" y="4617792"/>
                  </a:lnTo>
                  <a:lnTo>
                    <a:pt x="3632446" y="4626269"/>
                  </a:lnTo>
                  <a:lnTo>
                    <a:pt x="3653671" y="4626269"/>
                  </a:lnTo>
                  <a:lnTo>
                    <a:pt x="3659898" y="4617792"/>
                  </a:lnTo>
                  <a:lnTo>
                    <a:pt x="3659898" y="4600865"/>
                  </a:lnTo>
                  <a:lnTo>
                    <a:pt x="3653671" y="4592388"/>
                  </a:lnTo>
                  <a:close/>
                </a:path>
                <a:path w="9542780" h="6570345">
                  <a:moveTo>
                    <a:pt x="3653671" y="4636866"/>
                  </a:moveTo>
                  <a:lnTo>
                    <a:pt x="3632446" y="4636866"/>
                  </a:lnTo>
                  <a:lnTo>
                    <a:pt x="3626219" y="4643224"/>
                  </a:lnTo>
                  <a:lnTo>
                    <a:pt x="3626219" y="4662270"/>
                  </a:lnTo>
                  <a:lnTo>
                    <a:pt x="3632446" y="4670748"/>
                  </a:lnTo>
                  <a:lnTo>
                    <a:pt x="3653671" y="4670748"/>
                  </a:lnTo>
                  <a:lnTo>
                    <a:pt x="3659898" y="4662270"/>
                  </a:lnTo>
                  <a:lnTo>
                    <a:pt x="3659898" y="4645343"/>
                  </a:lnTo>
                  <a:lnTo>
                    <a:pt x="3653671" y="4636866"/>
                  </a:lnTo>
                  <a:close/>
                </a:path>
                <a:path w="9542780" h="6570345">
                  <a:moveTo>
                    <a:pt x="3653671" y="4681316"/>
                  </a:moveTo>
                  <a:lnTo>
                    <a:pt x="3632446" y="4681316"/>
                  </a:lnTo>
                  <a:lnTo>
                    <a:pt x="3626219" y="4687675"/>
                  </a:lnTo>
                  <a:lnTo>
                    <a:pt x="3626219" y="4706721"/>
                  </a:lnTo>
                  <a:lnTo>
                    <a:pt x="3632446" y="4715198"/>
                  </a:lnTo>
                  <a:lnTo>
                    <a:pt x="3653671" y="4715198"/>
                  </a:lnTo>
                  <a:lnTo>
                    <a:pt x="3659898" y="4706721"/>
                  </a:lnTo>
                  <a:lnTo>
                    <a:pt x="3659898" y="4689793"/>
                  </a:lnTo>
                  <a:lnTo>
                    <a:pt x="3653671" y="4681316"/>
                  </a:lnTo>
                  <a:close/>
                </a:path>
                <a:path w="9542780" h="6570345">
                  <a:moveTo>
                    <a:pt x="3653671" y="4725795"/>
                  </a:moveTo>
                  <a:lnTo>
                    <a:pt x="3632446" y="4725795"/>
                  </a:lnTo>
                  <a:lnTo>
                    <a:pt x="3626219" y="4732153"/>
                  </a:lnTo>
                  <a:lnTo>
                    <a:pt x="3626219" y="4753319"/>
                  </a:lnTo>
                  <a:lnTo>
                    <a:pt x="3632446" y="4759676"/>
                  </a:lnTo>
                  <a:lnTo>
                    <a:pt x="3653671" y="4759676"/>
                  </a:lnTo>
                  <a:lnTo>
                    <a:pt x="3659898" y="4751199"/>
                  </a:lnTo>
                  <a:lnTo>
                    <a:pt x="3659898" y="4734245"/>
                  </a:lnTo>
                  <a:lnTo>
                    <a:pt x="3653671" y="4725795"/>
                  </a:lnTo>
                  <a:close/>
                </a:path>
                <a:path w="9542780" h="6570345">
                  <a:moveTo>
                    <a:pt x="3653671" y="4768126"/>
                  </a:moveTo>
                  <a:lnTo>
                    <a:pt x="3632446" y="4768126"/>
                  </a:lnTo>
                  <a:lnTo>
                    <a:pt x="3626219" y="4774483"/>
                  </a:lnTo>
                  <a:lnTo>
                    <a:pt x="3626219" y="4795649"/>
                  </a:lnTo>
                  <a:lnTo>
                    <a:pt x="3632446" y="4802007"/>
                  </a:lnTo>
                  <a:lnTo>
                    <a:pt x="3653671" y="4802007"/>
                  </a:lnTo>
                  <a:lnTo>
                    <a:pt x="3659898" y="4795649"/>
                  </a:lnTo>
                  <a:lnTo>
                    <a:pt x="3659898" y="4776603"/>
                  </a:lnTo>
                  <a:lnTo>
                    <a:pt x="3653671" y="4768126"/>
                  </a:lnTo>
                  <a:close/>
                </a:path>
                <a:path w="9542780" h="6570345">
                  <a:moveTo>
                    <a:pt x="3653671" y="4812604"/>
                  </a:moveTo>
                  <a:lnTo>
                    <a:pt x="3632446" y="4812604"/>
                  </a:lnTo>
                  <a:lnTo>
                    <a:pt x="3626219" y="4818962"/>
                  </a:lnTo>
                  <a:lnTo>
                    <a:pt x="3626219" y="4838009"/>
                  </a:lnTo>
                  <a:lnTo>
                    <a:pt x="3632446" y="4846486"/>
                  </a:lnTo>
                  <a:lnTo>
                    <a:pt x="3653671" y="4846486"/>
                  </a:lnTo>
                  <a:lnTo>
                    <a:pt x="3659898" y="4840127"/>
                  </a:lnTo>
                  <a:lnTo>
                    <a:pt x="3659898" y="4821053"/>
                  </a:lnTo>
                  <a:lnTo>
                    <a:pt x="3653671" y="4812604"/>
                  </a:lnTo>
                  <a:close/>
                </a:path>
                <a:path w="9542780" h="6570345">
                  <a:moveTo>
                    <a:pt x="3653671" y="4857055"/>
                  </a:moveTo>
                  <a:lnTo>
                    <a:pt x="3632446" y="4857055"/>
                  </a:lnTo>
                  <a:lnTo>
                    <a:pt x="3626219" y="4863412"/>
                  </a:lnTo>
                  <a:lnTo>
                    <a:pt x="3626219" y="4882459"/>
                  </a:lnTo>
                  <a:lnTo>
                    <a:pt x="3632446" y="4890936"/>
                  </a:lnTo>
                  <a:lnTo>
                    <a:pt x="3653671" y="4890936"/>
                  </a:lnTo>
                  <a:lnTo>
                    <a:pt x="3659898" y="4882459"/>
                  </a:lnTo>
                  <a:lnTo>
                    <a:pt x="3659898" y="4865532"/>
                  </a:lnTo>
                  <a:lnTo>
                    <a:pt x="3653671" y="4857055"/>
                  </a:lnTo>
                  <a:close/>
                </a:path>
                <a:path w="9542780" h="6570345">
                  <a:moveTo>
                    <a:pt x="3653671" y="4901533"/>
                  </a:moveTo>
                  <a:lnTo>
                    <a:pt x="3632446" y="4901533"/>
                  </a:lnTo>
                  <a:lnTo>
                    <a:pt x="3626219" y="4907890"/>
                  </a:lnTo>
                  <a:lnTo>
                    <a:pt x="3626219" y="4926937"/>
                  </a:lnTo>
                  <a:lnTo>
                    <a:pt x="3632446" y="4935414"/>
                  </a:lnTo>
                  <a:lnTo>
                    <a:pt x="3653671" y="4935414"/>
                  </a:lnTo>
                  <a:lnTo>
                    <a:pt x="3659898" y="4926937"/>
                  </a:lnTo>
                  <a:lnTo>
                    <a:pt x="3659898" y="4909982"/>
                  </a:lnTo>
                  <a:lnTo>
                    <a:pt x="3653671" y="4901533"/>
                  </a:lnTo>
                  <a:close/>
                </a:path>
                <a:path w="9542780" h="6570345">
                  <a:moveTo>
                    <a:pt x="3653671" y="4945983"/>
                  </a:moveTo>
                  <a:lnTo>
                    <a:pt x="3632446" y="4945983"/>
                  </a:lnTo>
                  <a:lnTo>
                    <a:pt x="3626219" y="4952342"/>
                  </a:lnTo>
                  <a:lnTo>
                    <a:pt x="3626219" y="4971387"/>
                  </a:lnTo>
                  <a:lnTo>
                    <a:pt x="3632446" y="4979865"/>
                  </a:lnTo>
                  <a:lnTo>
                    <a:pt x="3653671" y="4979865"/>
                  </a:lnTo>
                  <a:lnTo>
                    <a:pt x="3659898" y="4971387"/>
                  </a:lnTo>
                  <a:lnTo>
                    <a:pt x="3659898" y="4954460"/>
                  </a:lnTo>
                  <a:lnTo>
                    <a:pt x="3653671" y="4945983"/>
                  </a:lnTo>
                  <a:close/>
                </a:path>
                <a:path w="9542780" h="6570345">
                  <a:moveTo>
                    <a:pt x="3653671" y="4990462"/>
                  </a:moveTo>
                  <a:lnTo>
                    <a:pt x="3632446" y="4990462"/>
                  </a:lnTo>
                  <a:lnTo>
                    <a:pt x="3626219" y="4996792"/>
                  </a:lnTo>
                  <a:lnTo>
                    <a:pt x="3626219" y="5015866"/>
                  </a:lnTo>
                  <a:lnTo>
                    <a:pt x="3632446" y="5024343"/>
                  </a:lnTo>
                  <a:lnTo>
                    <a:pt x="3653671" y="5024343"/>
                  </a:lnTo>
                  <a:lnTo>
                    <a:pt x="3659898" y="5015866"/>
                  </a:lnTo>
                  <a:lnTo>
                    <a:pt x="3659898" y="4998911"/>
                  </a:lnTo>
                  <a:lnTo>
                    <a:pt x="3653671" y="4990462"/>
                  </a:lnTo>
                  <a:close/>
                </a:path>
                <a:path w="9542780" h="6570345">
                  <a:moveTo>
                    <a:pt x="3653671" y="5034912"/>
                  </a:moveTo>
                  <a:lnTo>
                    <a:pt x="3632446" y="5034912"/>
                  </a:lnTo>
                  <a:lnTo>
                    <a:pt x="3626219" y="5041270"/>
                  </a:lnTo>
                  <a:lnTo>
                    <a:pt x="3626219" y="5060316"/>
                  </a:lnTo>
                  <a:lnTo>
                    <a:pt x="3632446" y="5068793"/>
                  </a:lnTo>
                  <a:lnTo>
                    <a:pt x="3653671" y="5068793"/>
                  </a:lnTo>
                  <a:lnTo>
                    <a:pt x="3659898" y="5060316"/>
                  </a:lnTo>
                  <a:lnTo>
                    <a:pt x="3659898" y="5043389"/>
                  </a:lnTo>
                  <a:lnTo>
                    <a:pt x="3653671" y="5034912"/>
                  </a:lnTo>
                  <a:close/>
                </a:path>
                <a:path w="9542780" h="6570345">
                  <a:moveTo>
                    <a:pt x="3653671" y="5077270"/>
                  </a:moveTo>
                  <a:lnTo>
                    <a:pt x="3632446" y="5077270"/>
                  </a:lnTo>
                  <a:lnTo>
                    <a:pt x="3626219" y="5083629"/>
                  </a:lnTo>
                  <a:lnTo>
                    <a:pt x="3626219" y="5102675"/>
                  </a:lnTo>
                  <a:lnTo>
                    <a:pt x="3632446" y="5111153"/>
                  </a:lnTo>
                  <a:lnTo>
                    <a:pt x="3653671" y="5111153"/>
                  </a:lnTo>
                  <a:lnTo>
                    <a:pt x="3659898" y="5104794"/>
                  </a:lnTo>
                  <a:lnTo>
                    <a:pt x="3659898" y="5085720"/>
                  </a:lnTo>
                  <a:lnTo>
                    <a:pt x="3653671" y="5077270"/>
                  </a:lnTo>
                  <a:close/>
                </a:path>
                <a:path w="9542780" h="6570345">
                  <a:moveTo>
                    <a:pt x="3653671" y="5121722"/>
                  </a:moveTo>
                  <a:lnTo>
                    <a:pt x="3632446" y="5121722"/>
                  </a:lnTo>
                  <a:lnTo>
                    <a:pt x="3626219" y="5128079"/>
                  </a:lnTo>
                  <a:lnTo>
                    <a:pt x="3626219" y="5147125"/>
                  </a:lnTo>
                  <a:lnTo>
                    <a:pt x="3632446" y="5155603"/>
                  </a:lnTo>
                  <a:lnTo>
                    <a:pt x="3653671" y="5155603"/>
                  </a:lnTo>
                  <a:lnTo>
                    <a:pt x="3659898" y="5149245"/>
                  </a:lnTo>
                  <a:lnTo>
                    <a:pt x="3659898" y="5130199"/>
                  </a:lnTo>
                  <a:lnTo>
                    <a:pt x="3653671" y="5121722"/>
                  </a:lnTo>
                  <a:close/>
                </a:path>
                <a:path w="9542780" h="6570345">
                  <a:moveTo>
                    <a:pt x="3653671" y="5166199"/>
                  </a:moveTo>
                  <a:lnTo>
                    <a:pt x="3632446" y="5166199"/>
                  </a:lnTo>
                  <a:lnTo>
                    <a:pt x="3626219" y="5172529"/>
                  </a:lnTo>
                  <a:lnTo>
                    <a:pt x="3626219" y="5191603"/>
                  </a:lnTo>
                  <a:lnTo>
                    <a:pt x="3632446" y="5200081"/>
                  </a:lnTo>
                  <a:lnTo>
                    <a:pt x="3653671" y="5200081"/>
                  </a:lnTo>
                  <a:lnTo>
                    <a:pt x="3659898" y="5191603"/>
                  </a:lnTo>
                  <a:lnTo>
                    <a:pt x="3659898" y="5174649"/>
                  </a:lnTo>
                  <a:lnTo>
                    <a:pt x="3653671" y="5166199"/>
                  </a:lnTo>
                  <a:close/>
                </a:path>
                <a:path w="9542780" h="6570345">
                  <a:moveTo>
                    <a:pt x="3653671" y="5210649"/>
                  </a:moveTo>
                  <a:lnTo>
                    <a:pt x="3632446" y="5210649"/>
                  </a:lnTo>
                  <a:lnTo>
                    <a:pt x="3626219" y="5217007"/>
                  </a:lnTo>
                  <a:lnTo>
                    <a:pt x="3626219" y="5236053"/>
                  </a:lnTo>
                  <a:lnTo>
                    <a:pt x="3632446" y="5244532"/>
                  </a:lnTo>
                  <a:lnTo>
                    <a:pt x="3653671" y="5244532"/>
                  </a:lnTo>
                  <a:lnTo>
                    <a:pt x="3659898" y="5236053"/>
                  </a:lnTo>
                  <a:lnTo>
                    <a:pt x="3659898" y="5219127"/>
                  </a:lnTo>
                  <a:lnTo>
                    <a:pt x="3653671" y="5210649"/>
                  </a:lnTo>
                  <a:close/>
                </a:path>
                <a:path w="9542780" h="6570345">
                  <a:moveTo>
                    <a:pt x="3653671" y="5255129"/>
                  </a:moveTo>
                  <a:lnTo>
                    <a:pt x="3632446" y="5255129"/>
                  </a:lnTo>
                  <a:lnTo>
                    <a:pt x="3626219" y="5261458"/>
                  </a:lnTo>
                  <a:lnTo>
                    <a:pt x="3626219" y="5282652"/>
                  </a:lnTo>
                  <a:lnTo>
                    <a:pt x="3632446" y="5288982"/>
                  </a:lnTo>
                  <a:lnTo>
                    <a:pt x="3653671" y="5288982"/>
                  </a:lnTo>
                  <a:lnTo>
                    <a:pt x="3659898" y="5280533"/>
                  </a:lnTo>
                  <a:lnTo>
                    <a:pt x="3659898" y="5263577"/>
                  </a:lnTo>
                  <a:lnTo>
                    <a:pt x="3653671" y="5255129"/>
                  </a:lnTo>
                  <a:close/>
                </a:path>
                <a:path w="9542780" h="6570345">
                  <a:moveTo>
                    <a:pt x="3653671" y="5299579"/>
                  </a:moveTo>
                  <a:lnTo>
                    <a:pt x="3632446" y="5299579"/>
                  </a:lnTo>
                  <a:lnTo>
                    <a:pt x="3626219" y="5305936"/>
                  </a:lnTo>
                  <a:lnTo>
                    <a:pt x="3626219" y="5327102"/>
                  </a:lnTo>
                  <a:lnTo>
                    <a:pt x="3632446" y="5333460"/>
                  </a:lnTo>
                  <a:lnTo>
                    <a:pt x="3653671" y="5333460"/>
                  </a:lnTo>
                  <a:lnTo>
                    <a:pt x="3659898" y="5324983"/>
                  </a:lnTo>
                  <a:lnTo>
                    <a:pt x="3659898" y="5308056"/>
                  </a:lnTo>
                  <a:lnTo>
                    <a:pt x="3653671" y="5299579"/>
                  </a:lnTo>
                  <a:close/>
                </a:path>
                <a:path w="9542780" h="6570345">
                  <a:moveTo>
                    <a:pt x="3653671" y="5344057"/>
                  </a:moveTo>
                  <a:lnTo>
                    <a:pt x="3632446" y="5344057"/>
                  </a:lnTo>
                  <a:lnTo>
                    <a:pt x="3626219" y="5350386"/>
                  </a:lnTo>
                  <a:lnTo>
                    <a:pt x="3626219" y="5369460"/>
                  </a:lnTo>
                  <a:lnTo>
                    <a:pt x="3632446" y="5377910"/>
                  </a:lnTo>
                  <a:lnTo>
                    <a:pt x="3653671" y="5377910"/>
                  </a:lnTo>
                  <a:lnTo>
                    <a:pt x="3659898" y="5369460"/>
                  </a:lnTo>
                  <a:lnTo>
                    <a:pt x="3659898" y="5352506"/>
                  </a:lnTo>
                  <a:lnTo>
                    <a:pt x="3653671" y="5344057"/>
                  </a:lnTo>
                  <a:close/>
                </a:path>
                <a:path w="9542780" h="6570345">
                  <a:moveTo>
                    <a:pt x="3653671" y="5386387"/>
                  </a:moveTo>
                  <a:lnTo>
                    <a:pt x="3632446" y="5386387"/>
                  </a:lnTo>
                  <a:lnTo>
                    <a:pt x="3626219" y="5392746"/>
                  </a:lnTo>
                  <a:lnTo>
                    <a:pt x="3626219" y="5411792"/>
                  </a:lnTo>
                  <a:lnTo>
                    <a:pt x="3632446" y="5420269"/>
                  </a:lnTo>
                  <a:lnTo>
                    <a:pt x="3653671" y="5420269"/>
                  </a:lnTo>
                  <a:lnTo>
                    <a:pt x="3659898" y="5413912"/>
                  </a:lnTo>
                  <a:lnTo>
                    <a:pt x="3659898" y="5394866"/>
                  </a:lnTo>
                  <a:lnTo>
                    <a:pt x="3653671" y="5386387"/>
                  </a:lnTo>
                  <a:close/>
                </a:path>
                <a:path w="9542780" h="6570345">
                  <a:moveTo>
                    <a:pt x="3653671" y="6138029"/>
                  </a:moveTo>
                  <a:lnTo>
                    <a:pt x="3632446" y="6138029"/>
                  </a:lnTo>
                  <a:lnTo>
                    <a:pt x="3626219" y="6144386"/>
                  </a:lnTo>
                  <a:lnTo>
                    <a:pt x="3626219" y="6163461"/>
                  </a:lnTo>
                  <a:lnTo>
                    <a:pt x="3632446" y="6171910"/>
                  </a:lnTo>
                  <a:lnTo>
                    <a:pt x="3653671" y="6171910"/>
                  </a:lnTo>
                  <a:lnTo>
                    <a:pt x="3659898" y="6163461"/>
                  </a:lnTo>
                  <a:lnTo>
                    <a:pt x="3659898" y="6146506"/>
                  </a:lnTo>
                  <a:lnTo>
                    <a:pt x="3653671" y="6138029"/>
                  </a:lnTo>
                  <a:close/>
                </a:path>
                <a:path w="9542780" h="6570345">
                  <a:moveTo>
                    <a:pt x="3653671" y="6182507"/>
                  </a:moveTo>
                  <a:lnTo>
                    <a:pt x="3632446" y="6182507"/>
                  </a:lnTo>
                  <a:lnTo>
                    <a:pt x="3626219" y="6188864"/>
                  </a:lnTo>
                  <a:lnTo>
                    <a:pt x="3626219" y="6210030"/>
                  </a:lnTo>
                  <a:lnTo>
                    <a:pt x="3632446" y="6216389"/>
                  </a:lnTo>
                  <a:lnTo>
                    <a:pt x="3653671" y="6216389"/>
                  </a:lnTo>
                  <a:lnTo>
                    <a:pt x="3659898" y="6207911"/>
                  </a:lnTo>
                  <a:lnTo>
                    <a:pt x="3659898" y="6190984"/>
                  </a:lnTo>
                  <a:lnTo>
                    <a:pt x="3653671" y="6182507"/>
                  </a:lnTo>
                  <a:close/>
                </a:path>
                <a:path w="9542780" h="6570345">
                  <a:moveTo>
                    <a:pt x="3609239" y="4018605"/>
                  </a:moveTo>
                  <a:lnTo>
                    <a:pt x="3589994" y="4018605"/>
                  </a:lnTo>
                  <a:lnTo>
                    <a:pt x="3581504" y="4024962"/>
                  </a:lnTo>
                  <a:lnTo>
                    <a:pt x="3581504" y="4044008"/>
                  </a:lnTo>
                  <a:lnTo>
                    <a:pt x="3588012" y="4052486"/>
                  </a:lnTo>
                  <a:lnTo>
                    <a:pt x="3609239" y="4052486"/>
                  </a:lnTo>
                  <a:lnTo>
                    <a:pt x="3615465" y="4044008"/>
                  </a:lnTo>
                  <a:lnTo>
                    <a:pt x="3615465" y="4027082"/>
                  </a:lnTo>
                  <a:lnTo>
                    <a:pt x="3609239" y="4018605"/>
                  </a:lnTo>
                  <a:close/>
                </a:path>
                <a:path w="9542780" h="6570345">
                  <a:moveTo>
                    <a:pt x="3609239" y="4063055"/>
                  </a:moveTo>
                  <a:lnTo>
                    <a:pt x="3589994" y="4063055"/>
                  </a:lnTo>
                  <a:lnTo>
                    <a:pt x="3581504" y="4069412"/>
                  </a:lnTo>
                  <a:lnTo>
                    <a:pt x="3581504" y="4088486"/>
                  </a:lnTo>
                  <a:lnTo>
                    <a:pt x="3588012" y="4096936"/>
                  </a:lnTo>
                  <a:lnTo>
                    <a:pt x="3598485" y="4096936"/>
                  </a:lnTo>
                  <a:lnTo>
                    <a:pt x="3609239" y="4094816"/>
                  </a:lnTo>
                  <a:lnTo>
                    <a:pt x="3615465" y="4088486"/>
                  </a:lnTo>
                  <a:lnTo>
                    <a:pt x="3615465" y="4071532"/>
                  </a:lnTo>
                  <a:lnTo>
                    <a:pt x="3609239" y="4063055"/>
                  </a:lnTo>
                  <a:close/>
                </a:path>
                <a:path w="9542780" h="6570345">
                  <a:moveTo>
                    <a:pt x="3609239" y="4107533"/>
                  </a:moveTo>
                  <a:lnTo>
                    <a:pt x="3589994" y="4107533"/>
                  </a:lnTo>
                  <a:lnTo>
                    <a:pt x="3581504" y="4113891"/>
                  </a:lnTo>
                  <a:lnTo>
                    <a:pt x="3581504" y="4132936"/>
                  </a:lnTo>
                  <a:lnTo>
                    <a:pt x="3588012" y="4141415"/>
                  </a:lnTo>
                  <a:lnTo>
                    <a:pt x="3598485" y="4141415"/>
                  </a:lnTo>
                  <a:lnTo>
                    <a:pt x="3609239" y="4139295"/>
                  </a:lnTo>
                  <a:lnTo>
                    <a:pt x="3615465" y="4132936"/>
                  </a:lnTo>
                  <a:lnTo>
                    <a:pt x="3615465" y="4116010"/>
                  </a:lnTo>
                  <a:lnTo>
                    <a:pt x="3609239" y="4107533"/>
                  </a:lnTo>
                  <a:close/>
                </a:path>
                <a:path w="9542780" h="6570345">
                  <a:moveTo>
                    <a:pt x="3609239" y="4149864"/>
                  </a:moveTo>
                  <a:lnTo>
                    <a:pt x="3589994" y="4149864"/>
                  </a:lnTo>
                  <a:lnTo>
                    <a:pt x="3581504" y="4156222"/>
                  </a:lnTo>
                  <a:lnTo>
                    <a:pt x="3581504" y="4175296"/>
                  </a:lnTo>
                  <a:lnTo>
                    <a:pt x="3588012" y="4183745"/>
                  </a:lnTo>
                  <a:lnTo>
                    <a:pt x="3609239" y="4183745"/>
                  </a:lnTo>
                  <a:lnTo>
                    <a:pt x="3615465" y="4177416"/>
                  </a:lnTo>
                  <a:lnTo>
                    <a:pt x="3615465" y="4158341"/>
                  </a:lnTo>
                  <a:lnTo>
                    <a:pt x="3609239" y="4149864"/>
                  </a:lnTo>
                  <a:close/>
                </a:path>
                <a:path w="9542780" h="6570345">
                  <a:moveTo>
                    <a:pt x="3609239" y="4194342"/>
                  </a:moveTo>
                  <a:lnTo>
                    <a:pt x="3589994" y="4194342"/>
                  </a:lnTo>
                  <a:lnTo>
                    <a:pt x="3581504" y="4200700"/>
                  </a:lnTo>
                  <a:lnTo>
                    <a:pt x="3581504" y="4221866"/>
                  </a:lnTo>
                  <a:lnTo>
                    <a:pt x="3588012" y="4228223"/>
                  </a:lnTo>
                  <a:lnTo>
                    <a:pt x="3609239" y="4228223"/>
                  </a:lnTo>
                  <a:lnTo>
                    <a:pt x="3615465" y="4221866"/>
                  </a:lnTo>
                  <a:lnTo>
                    <a:pt x="3615465" y="4202819"/>
                  </a:lnTo>
                  <a:lnTo>
                    <a:pt x="3609239" y="4194342"/>
                  </a:lnTo>
                  <a:close/>
                </a:path>
                <a:path w="9542780" h="6570345">
                  <a:moveTo>
                    <a:pt x="3609239" y="4238792"/>
                  </a:moveTo>
                  <a:lnTo>
                    <a:pt x="3589994" y="4238792"/>
                  </a:lnTo>
                  <a:lnTo>
                    <a:pt x="3581504" y="4245151"/>
                  </a:lnTo>
                  <a:lnTo>
                    <a:pt x="3581504" y="4266316"/>
                  </a:lnTo>
                  <a:lnTo>
                    <a:pt x="3588012" y="4272674"/>
                  </a:lnTo>
                  <a:lnTo>
                    <a:pt x="3609239" y="4272674"/>
                  </a:lnTo>
                  <a:lnTo>
                    <a:pt x="3615465" y="4264225"/>
                  </a:lnTo>
                  <a:lnTo>
                    <a:pt x="3615465" y="4247269"/>
                  </a:lnTo>
                  <a:lnTo>
                    <a:pt x="3609239" y="4238792"/>
                  </a:lnTo>
                  <a:close/>
                </a:path>
                <a:path w="9542780" h="6570345">
                  <a:moveTo>
                    <a:pt x="3609239" y="4283271"/>
                  </a:moveTo>
                  <a:lnTo>
                    <a:pt x="3589994" y="4283271"/>
                  </a:lnTo>
                  <a:lnTo>
                    <a:pt x="3581504" y="4289629"/>
                  </a:lnTo>
                  <a:lnTo>
                    <a:pt x="3581504" y="4308675"/>
                  </a:lnTo>
                  <a:lnTo>
                    <a:pt x="3588012" y="4317152"/>
                  </a:lnTo>
                  <a:lnTo>
                    <a:pt x="3609239" y="4317152"/>
                  </a:lnTo>
                  <a:lnTo>
                    <a:pt x="3615465" y="4308675"/>
                  </a:lnTo>
                  <a:lnTo>
                    <a:pt x="3615465" y="4291749"/>
                  </a:lnTo>
                  <a:lnTo>
                    <a:pt x="3609239" y="4283271"/>
                  </a:lnTo>
                  <a:close/>
                </a:path>
                <a:path w="9542780" h="6570345">
                  <a:moveTo>
                    <a:pt x="3609239" y="4327721"/>
                  </a:moveTo>
                  <a:lnTo>
                    <a:pt x="3589994" y="4327721"/>
                  </a:lnTo>
                  <a:lnTo>
                    <a:pt x="3581504" y="4334079"/>
                  </a:lnTo>
                  <a:lnTo>
                    <a:pt x="3581504" y="4353153"/>
                  </a:lnTo>
                  <a:lnTo>
                    <a:pt x="3588012" y="4361602"/>
                  </a:lnTo>
                  <a:lnTo>
                    <a:pt x="3609239" y="4361602"/>
                  </a:lnTo>
                  <a:lnTo>
                    <a:pt x="3615465" y="4353153"/>
                  </a:lnTo>
                  <a:lnTo>
                    <a:pt x="3615465" y="4336199"/>
                  </a:lnTo>
                  <a:lnTo>
                    <a:pt x="3609239" y="4327721"/>
                  </a:lnTo>
                  <a:close/>
                </a:path>
                <a:path w="9542780" h="6570345">
                  <a:moveTo>
                    <a:pt x="3609239" y="4372199"/>
                  </a:moveTo>
                  <a:lnTo>
                    <a:pt x="3589994" y="4372199"/>
                  </a:lnTo>
                  <a:lnTo>
                    <a:pt x="3581504" y="4378558"/>
                  </a:lnTo>
                  <a:lnTo>
                    <a:pt x="3581504" y="4397603"/>
                  </a:lnTo>
                  <a:lnTo>
                    <a:pt x="3588012" y="4406082"/>
                  </a:lnTo>
                  <a:lnTo>
                    <a:pt x="3598485" y="4406082"/>
                  </a:lnTo>
                  <a:lnTo>
                    <a:pt x="3609239" y="4403962"/>
                  </a:lnTo>
                  <a:lnTo>
                    <a:pt x="3615465" y="4397603"/>
                  </a:lnTo>
                  <a:lnTo>
                    <a:pt x="3615465" y="4380677"/>
                  </a:lnTo>
                  <a:lnTo>
                    <a:pt x="3609239" y="4372199"/>
                  </a:lnTo>
                  <a:close/>
                </a:path>
                <a:path w="9542780" h="6570345">
                  <a:moveTo>
                    <a:pt x="3609239" y="4416649"/>
                  </a:moveTo>
                  <a:lnTo>
                    <a:pt x="3589994" y="4416649"/>
                  </a:lnTo>
                  <a:lnTo>
                    <a:pt x="3581504" y="4423008"/>
                  </a:lnTo>
                  <a:lnTo>
                    <a:pt x="3581504" y="4442054"/>
                  </a:lnTo>
                  <a:lnTo>
                    <a:pt x="3588012" y="4450532"/>
                  </a:lnTo>
                  <a:lnTo>
                    <a:pt x="3598485" y="4450532"/>
                  </a:lnTo>
                  <a:lnTo>
                    <a:pt x="3609239" y="4448412"/>
                  </a:lnTo>
                  <a:lnTo>
                    <a:pt x="3615465" y="4442054"/>
                  </a:lnTo>
                  <a:lnTo>
                    <a:pt x="3615465" y="4425127"/>
                  </a:lnTo>
                  <a:lnTo>
                    <a:pt x="3609239" y="4416649"/>
                  </a:lnTo>
                  <a:close/>
                </a:path>
                <a:path w="9542780" h="6570345">
                  <a:moveTo>
                    <a:pt x="3609239" y="4459009"/>
                  </a:moveTo>
                  <a:lnTo>
                    <a:pt x="3589994" y="4459009"/>
                  </a:lnTo>
                  <a:lnTo>
                    <a:pt x="3581504" y="4465366"/>
                  </a:lnTo>
                  <a:lnTo>
                    <a:pt x="3581504" y="4484413"/>
                  </a:lnTo>
                  <a:lnTo>
                    <a:pt x="3588012" y="4492890"/>
                  </a:lnTo>
                  <a:lnTo>
                    <a:pt x="3609239" y="4492890"/>
                  </a:lnTo>
                  <a:lnTo>
                    <a:pt x="3615465" y="4486532"/>
                  </a:lnTo>
                  <a:lnTo>
                    <a:pt x="3615465" y="4467486"/>
                  </a:lnTo>
                  <a:lnTo>
                    <a:pt x="3609239" y="4459009"/>
                  </a:lnTo>
                  <a:close/>
                </a:path>
                <a:path w="9542780" h="6570345">
                  <a:moveTo>
                    <a:pt x="3609239" y="4503459"/>
                  </a:moveTo>
                  <a:lnTo>
                    <a:pt x="3589994" y="4503459"/>
                  </a:lnTo>
                  <a:lnTo>
                    <a:pt x="3581504" y="4509816"/>
                  </a:lnTo>
                  <a:lnTo>
                    <a:pt x="3581504" y="4528863"/>
                  </a:lnTo>
                  <a:lnTo>
                    <a:pt x="3588012" y="4537341"/>
                  </a:lnTo>
                  <a:lnTo>
                    <a:pt x="3609239" y="4537341"/>
                  </a:lnTo>
                  <a:lnTo>
                    <a:pt x="3615465" y="4530982"/>
                  </a:lnTo>
                  <a:lnTo>
                    <a:pt x="3615465" y="4511936"/>
                  </a:lnTo>
                  <a:lnTo>
                    <a:pt x="3609239" y="4503459"/>
                  </a:lnTo>
                  <a:close/>
                </a:path>
                <a:path w="9542780" h="6570345">
                  <a:moveTo>
                    <a:pt x="3609239" y="4547937"/>
                  </a:moveTo>
                  <a:lnTo>
                    <a:pt x="3589994" y="4547937"/>
                  </a:lnTo>
                  <a:lnTo>
                    <a:pt x="3581504" y="4554296"/>
                  </a:lnTo>
                  <a:lnTo>
                    <a:pt x="3581504" y="4573342"/>
                  </a:lnTo>
                  <a:lnTo>
                    <a:pt x="3588012" y="4581819"/>
                  </a:lnTo>
                  <a:lnTo>
                    <a:pt x="3609239" y="4581819"/>
                  </a:lnTo>
                  <a:lnTo>
                    <a:pt x="3615465" y="4573342"/>
                  </a:lnTo>
                  <a:lnTo>
                    <a:pt x="3615465" y="4556415"/>
                  </a:lnTo>
                  <a:lnTo>
                    <a:pt x="3609239" y="4547937"/>
                  </a:lnTo>
                  <a:close/>
                </a:path>
                <a:path w="9542780" h="6570345">
                  <a:moveTo>
                    <a:pt x="3609239" y="4592388"/>
                  </a:moveTo>
                  <a:lnTo>
                    <a:pt x="3589994" y="4592388"/>
                  </a:lnTo>
                  <a:lnTo>
                    <a:pt x="3581504" y="4598746"/>
                  </a:lnTo>
                  <a:lnTo>
                    <a:pt x="3581504" y="4617792"/>
                  </a:lnTo>
                  <a:lnTo>
                    <a:pt x="3588012" y="4626269"/>
                  </a:lnTo>
                  <a:lnTo>
                    <a:pt x="3609239" y="4626269"/>
                  </a:lnTo>
                  <a:lnTo>
                    <a:pt x="3615465" y="4617792"/>
                  </a:lnTo>
                  <a:lnTo>
                    <a:pt x="3615465" y="4600865"/>
                  </a:lnTo>
                  <a:lnTo>
                    <a:pt x="3609239" y="4592388"/>
                  </a:lnTo>
                  <a:close/>
                </a:path>
                <a:path w="9542780" h="6570345">
                  <a:moveTo>
                    <a:pt x="3609239" y="4636866"/>
                  </a:moveTo>
                  <a:lnTo>
                    <a:pt x="3589994" y="4636866"/>
                  </a:lnTo>
                  <a:lnTo>
                    <a:pt x="3581504" y="4643224"/>
                  </a:lnTo>
                  <a:lnTo>
                    <a:pt x="3581504" y="4662270"/>
                  </a:lnTo>
                  <a:lnTo>
                    <a:pt x="3588012" y="4670748"/>
                  </a:lnTo>
                  <a:lnTo>
                    <a:pt x="3609239" y="4670748"/>
                  </a:lnTo>
                  <a:lnTo>
                    <a:pt x="3615465" y="4662270"/>
                  </a:lnTo>
                  <a:lnTo>
                    <a:pt x="3615465" y="4645343"/>
                  </a:lnTo>
                  <a:lnTo>
                    <a:pt x="3609239" y="4636866"/>
                  </a:lnTo>
                  <a:close/>
                </a:path>
                <a:path w="9542780" h="6570345">
                  <a:moveTo>
                    <a:pt x="3609239" y="4681316"/>
                  </a:moveTo>
                  <a:lnTo>
                    <a:pt x="3589994" y="4681316"/>
                  </a:lnTo>
                  <a:lnTo>
                    <a:pt x="3581504" y="4687675"/>
                  </a:lnTo>
                  <a:lnTo>
                    <a:pt x="3581504" y="4706721"/>
                  </a:lnTo>
                  <a:lnTo>
                    <a:pt x="3588012" y="4715198"/>
                  </a:lnTo>
                  <a:lnTo>
                    <a:pt x="3598485" y="4715198"/>
                  </a:lnTo>
                  <a:lnTo>
                    <a:pt x="3609239" y="4713079"/>
                  </a:lnTo>
                  <a:lnTo>
                    <a:pt x="3615465" y="4706721"/>
                  </a:lnTo>
                  <a:lnTo>
                    <a:pt x="3615465" y="4689793"/>
                  </a:lnTo>
                  <a:lnTo>
                    <a:pt x="3609239" y="4681316"/>
                  </a:lnTo>
                  <a:close/>
                </a:path>
                <a:path w="9542780" h="6570345">
                  <a:moveTo>
                    <a:pt x="3609239" y="4725795"/>
                  </a:moveTo>
                  <a:lnTo>
                    <a:pt x="3589994" y="4725795"/>
                  </a:lnTo>
                  <a:lnTo>
                    <a:pt x="3581504" y="4732153"/>
                  </a:lnTo>
                  <a:lnTo>
                    <a:pt x="3581504" y="4753319"/>
                  </a:lnTo>
                  <a:lnTo>
                    <a:pt x="3588012" y="4759676"/>
                  </a:lnTo>
                  <a:lnTo>
                    <a:pt x="3598485" y="4759676"/>
                  </a:lnTo>
                  <a:lnTo>
                    <a:pt x="3609239" y="4757557"/>
                  </a:lnTo>
                  <a:lnTo>
                    <a:pt x="3615465" y="4751199"/>
                  </a:lnTo>
                  <a:lnTo>
                    <a:pt x="3615465" y="4734245"/>
                  </a:lnTo>
                  <a:lnTo>
                    <a:pt x="3609239" y="4725795"/>
                  </a:lnTo>
                  <a:close/>
                </a:path>
                <a:path w="9542780" h="6570345">
                  <a:moveTo>
                    <a:pt x="3609239" y="4768126"/>
                  </a:moveTo>
                  <a:lnTo>
                    <a:pt x="3589994" y="4768126"/>
                  </a:lnTo>
                  <a:lnTo>
                    <a:pt x="3581504" y="4774483"/>
                  </a:lnTo>
                  <a:lnTo>
                    <a:pt x="3581504" y="4795649"/>
                  </a:lnTo>
                  <a:lnTo>
                    <a:pt x="3588012" y="4802007"/>
                  </a:lnTo>
                  <a:lnTo>
                    <a:pt x="3609239" y="4802007"/>
                  </a:lnTo>
                  <a:lnTo>
                    <a:pt x="3615465" y="4795649"/>
                  </a:lnTo>
                  <a:lnTo>
                    <a:pt x="3615465" y="4776603"/>
                  </a:lnTo>
                  <a:lnTo>
                    <a:pt x="3609239" y="4768126"/>
                  </a:lnTo>
                  <a:close/>
                </a:path>
                <a:path w="9542780" h="6570345">
                  <a:moveTo>
                    <a:pt x="3609239" y="4812604"/>
                  </a:moveTo>
                  <a:lnTo>
                    <a:pt x="3589994" y="4812604"/>
                  </a:lnTo>
                  <a:lnTo>
                    <a:pt x="3581504" y="4818962"/>
                  </a:lnTo>
                  <a:lnTo>
                    <a:pt x="3581504" y="4838009"/>
                  </a:lnTo>
                  <a:lnTo>
                    <a:pt x="3588012" y="4846486"/>
                  </a:lnTo>
                  <a:lnTo>
                    <a:pt x="3609239" y="4846486"/>
                  </a:lnTo>
                  <a:lnTo>
                    <a:pt x="3615465" y="4840127"/>
                  </a:lnTo>
                  <a:lnTo>
                    <a:pt x="3615465" y="4821053"/>
                  </a:lnTo>
                  <a:lnTo>
                    <a:pt x="3609239" y="4812604"/>
                  </a:lnTo>
                  <a:close/>
                </a:path>
                <a:path w="9542780" h="6570345">
                  <a:moveTo>
                    <a:pt x="3609239" y="4857055"/>
                  </a:moveTo>
                  <a:lnTo>
                    <a:pt x="3589994" y="4857055"/>
                  </a:lnTo>
                  <a:lnTo>
                    <a:pt x="3581504" y="4863412"/>
                  </a:lnTo>
                  <a:lnTo>
                    <a:pt x="3581504" y="4882459"/>
                  </a:lnTo>
                  <a:lnTo>
                    <a:pt x="3588012" y="4890936"/>
                  </a:lnTo>
                  <a:lnTo>
                    <a:pt x="3609239" y="4890936"/>
                  </a:lnTo>
                  <a:lnTo>
                    <a:pt x="3615465" y="4882459"/>
                  </a:lnTo>
                  <a:lnTo>
                    <a:pt x="3615465" y="4865532"/>
                  </a:lnTo>
                  <a:lnTo>
                    <a:pt x="3609239" y="4857055"/>
                  </a:lnTo>
                  <a:close/>
                </a:path>
                <a:path w="9542780" h="6570345">
                  <a:moveTo>
                    <a:pt x="3609239" y="4901533"/>
                  </a:moveTo>
                  <a:lnTo>
                    <a:pt x="3589994" y="4901533"/>
                  </a:lnTo>
                  <a:lnTo>
                    <a:pt x="3581504" y="4907890"/>
                  </a:lnTo>
                  <a:lnTo>
                    <a:pt x="3581504" y="4926937"/>
                  </a:lnTo>
                  <a:lnTo>
                    <a:pt x="3588012" y="4935414"/>
                  </a:lnTo>
                  <a:lnTo>
                    <a:pt x="3609239" y="4935414"/>
                  </a:lnTo>
                  <a:lnTo>
                    <a:pt x="3615465" y="4926937"/>
                  </a:lnTo>
                  <a:lnTo>
                    <a:pt x="3615465" y="4909982"/>
                  </a:lnTo>
                  <a:lnTo>
                    <a:pt x="3609239" y="4901533"/>
                  </a:lnTo>
                  <a:close/>
                </a:path>
                <a:path w="9542780" h="6570345">
                  <a:moveTo>
                    <a:pt x="3609239" y="4945983"/>
                  </a:moveTo>
                  <a:lnTo>
                    <a:pt x="3589994" y="4945983"/>
                  </a:lnTo>
                  <a:lnTo>
                    <a:pt x="3581504" y="4952342"/>
                  </a:lnTo>
                  <a:lnTo>
                    <a:pt x="3581504" y="4971387"/>
                  </a:lnTo>
                  <a:lnTo>
                    <a:pt x="3588012" y="4979865"/>
                  </a:lnTo>
                  <a:lnTo>
                    <a:pt x="3609239" y="4979865"/>
                  </a:lnTo>
                  <a:lnTo>
                    <a:pt x="3615465" y="4971387"/>
                  </a:lnTo>
                  <a:lnTo>
                    <a:pt x="3615465" y="4954460"/>
                  </a:lnTo>
                  <a:lnTo>
                    <a:pt x="3609239" y="4945983"/>
                  </a:lnTo>
                  <a:close/>
                </a:path>
                <a:path w="9542780" h="6570345">
                  <a:moveTo>
                    <a:pt x="3609239" y="4990462"/>
                  </a:moveTo>
                  <a:lnTo>
                    <a:pt x="3589994" y="4990462"/>
                  </a:lnTo>
                  <a:lnTo>
                    <a:pt x="3581504" y="4996792"/>
                  </a:lnTo>
                  <a:lnTo>
                    <a:pt x="3581504" y="5015866"/>
                  </a:lnTo>
                  <a:lnTo>
                    <a:pt x="3588012" y="5024343"/>
                  </a:lnTo>
                  <a:lnTo>
                    <a:pt x="3609239" y="5024343"/>
                  </a:lnTo>
                  <a:lnTo>
                    <a:pt x="3615465" y="5015866"/>
                  </a:lnTo>
                  <a:lnTo>
                    <a:pt x="3615465" y="4998911"/>
                  </a:lnTo>
                  <a:lnTo>
                    <a:pt x="3609239" y="4990462"/>
                  </a:lnTo>
                  <a:close/>
                </a:path>
                <a:path w="9542780" h="6570345">
                  <a:moveTo>
                    <a:pt x="3609239" y="5034912"/>
                  </a:moveTo>
                  <a:lnTo>
                    <a:pt x="3589994" y="5034912"/>
                  </a:lnTo>
                  <a:lnTo>
                    <a:pt x="3581504" y="5041270"/>
                  </a:lnTo>
                  <a:lnTo>
                    <a:pt x="3581504" y="5060316"/>
                  </a:lnTo>
                  <a:lnTo>
                    <a:pt x="3588012" y="5068793"/>
                  </a:lnTo>
                  <a:lnTo>
                    <a:pt x="3598485" y="5068793"/>
                  </a:lnTo>
                  <a:lnTo>
                    <a:pt x="3609239" y="5066673"/>
                  </a:lnTo>
                  <a:lnTo>
                    <a:pt x="3615465" y="5060316"/>
                  </a:lnTo>
                  <a:lnTo>
                    <a:pt x="3615465" y="5043389"/>
                  </a:lnTo>
                  <a:lnTo>
                    <a:pt x="3609239" y="5034912"/>
                  </a:lnTo>
                  <a:close/>
                </a:path>
                <a:path w="9542780" h="6570345">
                  <a:moveTo>
                    <a:pt x="3609239" y="5077270"/>
                  </a:moveTo>
                  <a:lnTo>
                    <a:pt x="3589994" y="5077270"/>
                  </a:lnTo>
                  <a:lnTo>
                    <a:pt x="3581504" y="5083629"/>
                  </a:lnTo>
                  <a:lnTo>
                    <a:pt x="3581504" y="5102675"/>
                  </a:lnTo>
                  <a:lnTo>
                    <a:pt x="3588012" y="5111153"/>
                  </a:lnTo>
                  <a:lnTo>
                    <a:pt x="3609239" y="5111153"/>
                  </a:lnTo>
                  <a:lnTo>
                    <a:pt x="3615465" y="5104794"/>
                  </a:lnTo>
                  <a:lnTo>
                    <a:pt x="3615465" y="5085720"/>
                  </a:lnTo>
                  <a:lnTo>
                    <a:pt x="3609239" y="5077270"/>
                  </a:lnTo>
                  <a:close/>
                </a:path>
                <a:path w="9542780" h="6570345">
                  <a:moveTo>
                    <a:pt x="3609239" y="5121722"/>
                  </a:moveTo>
                  <a:lnTo>
                    <a:pt x="3589994" y="5121722"/>
                  </a:lnTo>
                  <a:lnTo>
                    <a:pt x="3581504" y="5128079"/>
                  </a:lnTo>
                  <a:lnTo>
                    <a:pt x="3581504" y="5147125"/>
                  </a:lnTo>
                  <a:lnTo>
                    <a:pt x="3588012" y="5155603"/>
                  </a:lnTo>
                  <a:lnTo>
                    <a:pt x="3609239" y="5155603"/>
                  </a:lnTo>
                  <a:lnTo>
                    <a:pt x="3615465" y="5149245"/>
                  </a:lnTo>
                  <a:lnTo>
                    <a:pt x="3615465" y="5130199"/>
                  </a:lnTo>
                  <a:lnTo>
                    <a:pt x="3609239" y="5121722"/>
                  </a:lnTo>
                  <a:close/>
                </a:path>
                <a:path w="9542780" h="6570345">
                  <a:moveTo>
                    <a:pt x="3609239" y="5166199"/>
                  </a:moveTo>
                  <a:lnTo>
                    <a:pt x="3589994" y="5166199"/>
                  </a:lnTo>
                  <a:lnTo>
                    <a:pt x="3581504" y="5172529"/>
                  </a:lnTo>
                  <a:lnTo>
                    <a:pt x="3581504" y="5191603"/>
                  </a:lnTo>
                  <a:lnTo>
                    <a:pt x="3588012" y="5200081"/>
                  </a:lnTo>
                  <a:lnTo>
                    <a:pt x="3609239" y="5200081"/>
                  </a:lnTo>
                  <a:lnTo>
                    <a:pt x="3615465" y="5191603"/>
                  </a:lnTo>
                  <a:lnTo>
                    <a:pt x="3615465" y="5174649"/>
                  </a:lnTo>
                  <a:lnTo>
                    <a:pt x="3609239" y="5166199"/>
                  </a:lnTo>
                  <a:close/>
                </a:path>
                <a:path w="9542780" h="6570345">
                  <a:moveTo>
                    <a:pt x="3609239" y="5210649"/>
                  </a:moveTo>
                  <a:lnTo>
                    <a:pt x="3589994" y="5210649"/>
                  </a:lnTo>
                  <a:lnTo>
                    <a:pt x="3581504" y="5217007"/>
                  </a:lnTo>
                  <a:lnTo>
                    <a:pt x="3581504" y="5236053"/>
                  </a:lnTo>
                  <a:lnTo>
                    <a:pt x="3588012" y="5244532"/>
                  </a:lnTo>
                  <a:lnTo>
                    <a:pt x="3609239" y="5244532"/>
                  </a:lnTo>
                  <a:lnTo>
                    <a:pt x="3615465" y="5236053"/>
                  </a:lnTo>
                  <a:lnTo>
                    <a:pt x="3615465" y="5219127"/>
                  </a:lnTo>
                  <a:lnTo>
                    <a:pt x="3609239" y="5210649"/>
                  </a:lnTo>
                  <a:close/>
                </a:path>
                <a:path w="9542780" h="6570345">
                  <a:moveTo>
                    <a:pt x="3609239" y="5255129"/>
                  </a:moveTo>
                  <a:lnTo>
                    <a:pt x="3589994" y="5255129"/>
                  </a:lnTo>
                  <a:lnTo>
                    <a:pt x="3581504" y="5261458"/>
                  </a:lnTo>
                  <a:lnTo>
                    <a:pt x="3581504" y="5282652"/>
                  </a:lnTo>
                  <a:lnTo>
                    <a:pt x="3588012" y="5288982"/>
                  </a:lnTo>
                  <a:lnTo>
                    <a:pt x="3609239" y="5288982"/>
                  </a:lnTo>
                  <a:lnTo>
                    <a:pt x="3615465" y="5280533"/>
                  </a:lnTo>
                  <a:lnTo>
                    <a:pt x="3615465" y="5263577"/>
                  </a:lnTo>
                  <a:lnTo>
                    <a:pt x="3609239" y="5255129"/>
                  </a:lnTo>
                  <a:close/>
                </a:path>
                <a:path w="9542780" h="6570345">
                  <a:moveTo>
                    <a:pt x="3609239" y="5299579"/>
                  </a:moveTo>
                  <a:lnTo>
                    <a:pt x="3589994" y="5299579"/>
                  </a:lnTo>
                  <a:lnTo>
                    <a:pt x="3581504" y="5305936"/>
                  </a:lnTo>
                  <a:lnTo>
                    <a:pt x="3581504" y="5327102"/>
                  </a:lnTo>
                  <a:lnTo>
                    <a:pt x="3588012" y="5333460"/>
                  </a:lnTo>
                  <a:lnTo>
                    <a:pt x="3609239" y="5333460"/>
                  </a:lnTo>
                  <a:lnTo>
                    <a:pt x="3615465" y="5324983"/>
                  </a:lnTo>
                  <a:lnTo>
                    <a:pt x="3615465" y="5308056"/>
                  </a:lnTo>
                  <a:lnTo>
                    <a:pt x="3609239" y="5299579"/>
                  </a:lnTo>
                  <a:close/>
                </a:path>
                <a:path w="9542780" h="6570345">
                  <a:moveTo>
                    <a:pt x="3609239" y="5344057"/>
                  </a:moveTo>
                  <a:lnTo>
                    <a:pt x="3589994" y="5344057"/>
                  </a:lnTo>
                  <a:lnTo>
                    <a:pt x="3581504" y="5350386"/>
                  </a:lnTo>
                  <a:lnTo>
                    <a:pt x="3581504" y="5369460"/>
                  </a:lnTo>
                  <a:lnTo>
                    <a:pt x="3588012" y="5377910"/>
                  </a:lnTo>
                  <a:lnTo>
                    <a:pt x="3598485" y="5377910"/>
                  </a:lnTo>
                  <a:lnTo>
                    <a:pt x="3609239" y="5375790"/>
                  </a:lnTo>
                  <a:lnTo>
                    <a:pt x="3615465" y="5369460"/>
                  </a:lnTo>
                  <a:lnTo>
                    <a:pt x="3615465" y="5352506"/>
                  </a:lnTo>
                  <a:lnTo>
                    <a:pt x="3609239" y="5344057"/>
                  </a:lnTo>
                  <a:close/>
                </a:path>
                <a:path w="9542780" h="6570345">
                  <a:moveTo>
                    <a:pt x="3609239" y="6093578"/>
                  </a:moveTo>
                  <a:lnTo>
                    <a:pt x="3589994" y="6093578"/>
                  </a:lnTo>
                  <a:lnTo>
                    <a:pt x="3581504" y="6099936"/>
                  </a:lnTo>
                  <a:lnTo>
                    <a:pt x="3581504" y="6118983"/>
                  </a:lnTo>
                  <a:lnTo>
                    <a:pt x="3588012" y="6127460"/>
                  </a:lnTo>
                  <a:lnTo>
                    <a:pt x="3609239" y="6127460"/>
                  </a:lnTo>
                  <a:lnTo>
                    <a:pt x="3615465" y="6118983"/>
                  </a:lnTo>
                  <a:lnTo>
                    <a:pt x="3615465" y="6102056"/>
                  </a:lnTo>
                  <a:lnTo>
                    <a:pt x="3609239" y="6093578"/>
                  </a:lnTo>
                  <a:close/>
                </a:path>
                <a:path w="9542780" h="6570345">
                  <a:moveTo>
                    <a:pt x="3609239" y="6138029"/>
                  </a:moveTo>
                  <a:lnTo>
                    <a:pt x="3589994" y="6138029"/>
                  </a:lnTo>
                  <a:lnTo>
                    <a:pt x="3581504" y="6144386"/>
                  </a:lnTo>
                  <a:lnTo>
                    <a:pt x="3581504" y="6163461"/>
                  </a:lnTo>
                  <a:lnTo>
                    <a:pt x="3588012" y="6171910"/>
                  </a:lnTo>
                  <a:lnTo>
                    <a:pt x="3609239" y="6171910"/>
                  </a:lnTo>
                  <a:lnTo>
                    <a:pt x="3615465" y="6163461"/>
                  </a:lnTo>
                  <a:lnTo>
                    <a:pt x="3615465" y="6146506"/>
                  </a:lnTo>
                  <a:lnTo>
                    <a:pt x="3609239" y="6138029"/>
                  </a:lnTo>
                  <a:close/>
                </a:path>
                <a:path w="9542780" h="6570345">
                  <a:moveTo>
                    <a:pt x="3609239" y="6182507"/>
                  </a:moveTo>
                  <a:lnTo>
                    <a:pt x="3589994" y="6182507"/>
                  </a:lnTo>
                  <a:lnTo>
                    <a:pt x="3581504" y="6188864"/>
                  </a:lnTo>
                  <a:lnTo>
                    <a:pt x="3581504" y="6210030"/>
                  </a:lnTo>
                  <a:lnTo>
                    <a:pt x="3588012" y="6216389"/>
                  </a:lnTo>
                  <a:lnTo>
                    <a:pt x="3609239" y="6216389"/>
                  </a:lnTo>
                  <a:lnTo>
                    <a:pt x="3615465" y="6207911"/>
                  </a:lnTo>
                  <a:lnTo>
                    <a:pt x="3615465" y="6190984"/>
                  </a:lnTo>
                  <a:lnTo>
                    <a:pt x="3609239" y="6182507"/>
                  </a:lnTo>
                  <a:close/>
                </a:path>
                <a:path w="9542780" h="6570345">
                  <a:moveTo>
                    <a:pt x="3564522" y="4063055"/>
                  </a:moveTo>
                  <a:lnTo>
                    <a:pt x="3545561" y="4063055"/>
                  </a:lnTo>
                  <a:lnTo>
                    <a:pt x="3537071" y="4069412"/>
                  </a:lnTo>
                  <a:lnTo>
                    <a:pt x="3537071" y="4088486"/>
                  </a:lnTo>
                  <a:lnTo>
                    <a:pt x="3543297" y="4096936"/>
                  </a:lnTo>
                  <a:lnTo>
                    <a:pt x="3554051" y="4096936"/>
                  </a:lnTo>
                  <a:lnTo>
                    <a:pt x="3564522" y="4094816"/>
                  </a:lnTo>
                  <a:lnTo>
                    <a:pt x="3571032" y="4088486"/>
                  </a:lnTo>
                  <a:lnTo>
                    <a:pt x="3571032" y="4071532"/>
                  </a:lnTo>
                  <a:lnTo>
                    <a:pt x="3564522" y="4063055"/>
                  </a:lnTo>
                  <a:close/>
                </a:path>
                <a:path w="9542780" h="6570345">
                  <a:moveTo>
                    <a:pt x="3564522" y="4107533"/>
                  </a:moveTo>
                  <a:lnTo>
                    <a:pt x="3545561" y="4107533"/>
                  </a:lnTo>
                  <a:lnTo>
                    <a:pt x="3537071" y="4113891"/>
                  </a:lnTo>
                  <a:lnTo>
                    <a:pt x="3537071" y="4132936"/>
                  </a:lnTo>
                  <a:lnTo>
                    <a:pt x="3543297" y="4141415"/>
                  </a:lnTo>
                  <a:lnTo>
                    <a:pt x="3554051" y="4141415"/>
                  </a:lnTo>
                  <a:lnTo>
                    <a:pt x="3564522" y="4139295"/>
                  </a:lnTo>
                  <a:lnTo>
                    <a:pt x="3571032" y="4132936"/>
                  </a:lnTo>
                  <a:lnTo>
                    <a:pt x="3571032" y="4116010"/>
                  </a:lnTo>
                  <a:lnTo>
                    <a:pt x="3564522" y="4107533"/>
                  </a:lnTo>
                  <a:close/>
                </a:path>
                <a:path w="9542780" h="6570345">
                  <a:moveTo>
                    <a:pt x="3564522" y="4149864"/>
                  </a:moveTo>
                  <a:lnTo>
                    <a:pt x="3545561" y="4149864"/>
                  </a:lnTo>
                  <a:lnTo>
                    <a:pt x="3537071" y="4156222"/>
                  </a:lnTo>
                  <a:lnTo>
                    <a:pt x="3537071" y="4175296"/>
                  </a:lnTo>
                  <a:lnTo>
                    <a:pt x="3543297" y="4183745"/>
                  </a:lnTo>
                  <a:lnTo>
                    <a:pt x="3564522" y="4183745"/>
                  </a:lnTo>
                  <a:lnTo>
                    <a:pt x="3571032" y="4177416"/>
                  </a:lnTo>
                  <a:lnTo>
                    <a:pt x="3571032" y="4158341"/>
                  </a:lnTo>
                  <a:lnTo>
                    <a:pt x="3564522" y="4149864"/>
                  </a:lnTo>
                  <a:close/>
                </a:path>
                <a:path w="9542780" h="6570345">
                  <a:moveTo>
                    <a:pt x="3564522" y="4194342"/>
                  </a:moveTo>
                  <a:lnTo>
                    <a:pt x="3545561" y="4194342"/>
                  </a:lnTo>
                  <a:lnTo>
                    <a:pt x="3537071" y="4200700"/>
                  </a:lnTo>
                  <a:lnTo>
                    <a:pt x="3537071" y="4221866"/>
                  </a:lnTo>
                  <a:lnTo>
                    <a:pt x="3543297" y="4228223"/>
                  </a:lnTo>
                  <a:lnTo>
                    <a:pt x="3564522" y="4228223"/>
                  </a:lnTo>
                  <a:lnTo>
                    <a:pt x="3571032" y="4221866"/>
                  </a:lnTo>
                  <a:lnTo>
                    <a:pt x="3571032" y="4202819"/>
                  </a:lnTo>
                  <a:lnTo>
                    <a:pt x="3564522" y="4194342"/>
                  </a:lnTo>
                  <a:close/>
                </a:path>
                <a:path w="9542780" h="6570345">
                  <a:moveTo>
                    <a:pt x="3564522" y="4238792"/>
                  </a:moveTo>
                  <a:lnTo>
                    <a:pt x="3545561" y="4238792"/>
                  </a:lnTo>
                  <a:lnTo>
                    <a:pt x="3537071" y="4245151"/>
                  </a:lnTo>
                  <a:lnTo>
                    <a:pt x="3537071" y="4266316"/>
                  </a:lnTo>
                  <a:lnTo>
                    <a:pt x="3543297" y="4272674"/>
                  </a:lnTo>
                  <a:lnTo>
                    <a:pt x="3564522" y="4272674"/>
                  </a:lnTo>
                  <a:lnTo>
                    <a:pt x="3571032" y="4264225"/>
                  </a:lnTo>
                  <a:lnTo>
                    <a:pt x="3571032" y="4247269"/>
                  </a:lnTo>
                  <a:lnTo>
                    <a:pt x="3564522" y="4238792"/>
                  </a:lnTo>
                  <a:close/>
                </a:path>
                <a:path w="9542780" h="6570345">
                  <a:moveTo>
                    <a:pt x="3564522" y="4283271"/>
                  </a:moveTo>
                  <a:lnTo>
                    <a:pt x="3545561" y="4283271"/>
                  </a:lnTo>
                  <a:lnTo>
                    <a:pt x="3537071" y="4289629"/>
                  </a:lnTo>
                  <a:lnTo>
                    <a:pt x="3537071" y="4308675"/>
                  </a:lnTo>
                  <a:lnTo>
                    <a:pt x="3543297" y="4317152"/>
                  </a:lnTo>
                  <a:lnTo>
                    <a:pt x="3564522" y="4317152"/>
                  </a:lnTo>
                  <a:lnTo>
                    <a:pt x="3571032" y="4308675"/>
                  </a:lnTo>
                  <a:lnTo>
                    <a:pt x="3571032" y="4291749"/>
                  </a:lnTo>
                  <a:lnTo>
                    <a:pt x="3564522" y="4283271"/>
                  </a:lnTo>
                  <a:close/>
                </a:path>
                <a:path w="9542780" h="6570345">
                  <a:moveTo>
                    <a:pt x="3564522" y="4327721"/>
                  </a:moveTo>
                  <a:lnTo>
                    <a:pt x="3545561" y="4327721"/>
                  </a:lnTo>
                  <a:lnTo>
                    <a:pt x="3537071" y="4334079"/>
                  </a:lnTo>
                  <a:lnTo>
                    <a:pt x="3537071" y="4353153"/>
                  </a:lnTo>
                  <a:lnTo>
                    <a:pt x="3543297" y="4361602"/>
                  </a:lnTo>
                  <a:lnTo>
                    <a:pt x="3564522" y="4361602"/>
                  </a:lnTo>
                  <a:lnTo>
                    <a:pt x="3571032" y="4353153"/>
                  </a:lnTo>
                  <a:lnTo>
                    <a:pt x="3571032" y="4336199"/>
                  </a:lnTo>
                  <a:lnTo>
                    <a:pt x="3564522" y="4327721"/>
                  </a:lnTo>
                  <a:close/>
                </a:path>
                <a:path w="9542780" h="6570345">
                  <a:moveTo>
                    <a:pt x="3564522" y="4372199"/>
                  </a:moveTo>
                  <a:lnTo>
                    <a:pt x="3545561" y="4372199"/>
                  </a:lnTo>
                  <a:lnTo>
                    <a:pt x="3537071" y="4378558"/>
                  </a:lnTo>
                  <a:lnTo>
                    <a:pt x="3537071" y="4397603"/>
                  </a:lnTo>
                  <a:lnTo>
                    <a:pt x="3543297" y="4406082"/>
                  </a:lnTo>
                  <a:lnTo>
                    <a:pt x="3554051" y="4406082"/>
                  </a:lnTo>
                  <a:lnTo>
                    <a:pt x="3564522" y="4403962"/>
                  </a:lnTo>
                  <a:lnTo>
                    <a:pt x="3571032" y="4397603"/>
                  </a:lnTo>
                  <a:lnTo>
                    <a:pt x="3571032" y="4380677"/>
                  </a:lnTo>
                  <a:lnTo>
                    <a:pt x="3564522" y="4372199"/>
                  </a:lnTo>
                  <a:close/>
                </a:path>
                <a:path w="9542780" h="6570345">
                  <a:moveTo>
                    <a:pt x="3564522" y="4416649"/>
                  </a:moveTo>
                  <a:lnTo>
                    <a:pt x="3545561" y="4416649"/>
                  </a:lnTo>
                  <a:lnTo>
                    <a:pt x="3537071" y="4423008"/>
                  </a:lnTo>
                  <a:lnTo>
                    <a:pt x="3537071" y="4442054"/>
                  </a:lnTo>
                  <a:lnTo>
                    <a:pt x="3543297" y="4450532"/>
                  </a:lnTo>
                  <a:lnTo>
                    <a:pt x="3554051" y="4450532"/>
                  </a:lnTo>
                  <a:lnTo>
                    <a:pt x="3564522" y="4448412"/>
                  </a:lnTo>
                  <a:lnTo>
                    <a:pt x="3571032" y="4442054"/>
                  </a:lnTo>
                  <a:lnTo>
                    <a:pt x="3571032" y="4425127"/>
                  </a:lnTo>
                  <a:lnTo>
                    <a:pt x="3564522" y="4416649"/>
                  </a:lnTo>
                  <a:close/>
                </a:path>
                <a:path w="9542780" h="6570345">
                  <a:moveTo>
                    <a:pt x="3564522" y="4459009"/>
                  </a:moveTo>
                  <a:lnTo>
                    <a:pt x="3545561" y="4459009"/>
                  </a:lnTo>
                  <a:lnTo>
                    <a:pt x="3537071" y="4465366"/>
                  </a:lnTo>
                  <a:lnTo>
                    <a:pt x="3537071" y="4484413"/>
                  </a:lnTo>
                  <a:lnTo>
                    <a:pt x="3543297" y="4492890"/>
                  </a:lnTo>
                  <a:lnTo>
                    <a:pt x="3564522" y="4492890"/>
                  </a:lnTo>
                  <a:lnTo>
                    <a:pt x="3571032" y="4486532"/>
                  </a:lnTo>
                  <a:lnTo>
                    <a:pt x="3571032" y="4467486"/>
                  </a:lnTo>
                  <a:lnTo>
                    <a:pt x="3564522" y="4459009"/>
                  </a:lnTo>
                  <a:close/>
                </a:path>
                <a:path w="9542780" h="6570345">
                  <a:moveTo>
                    <a:pt x="3564522" y="4503459"/>
                  </a:moveTo>
                  <a:lnTo>
                    <a:pt x="3545561" y="4503459"/>
                  </a:lnTo>
                  <a:lnTo>
                    <a:pt x="3537071" y="4509816"/>
                  </a:lnTo>
                  <a:lnTo>
                    <a:pt x="3537071" y="4528863"/>
                  </a:lnTo>
                  <a:lnTo>
                    <a:pt x="3543297" y="4537341"/>
                  </a:lnTo>
                  <a:lnTo>
                    <a:pt x="3564522" y="4537341"/>
                  </a:lnTo>
                  <a:lnTo>
                    <a:pt x="3571032" y="4530982"/>
                  </a:lnTo>
                  <a:lnTo>
                    <a:pt x="3571032" y="4511936"/>
                  </a:lnTo>
                  <a:lnTo>
                    <a:pt x="3564522" y="4503459"/>
                  </a:lnTo>
                  <a:close/>
                </a:path>
                <a:path w="9542780" h="6570345">
                  <a:moveTo>
                    <a:pt x="3564522" y="4547937"/>
                  </a:moveTo>
                  <a:lnTo>
                    <a:pt x="3545561" y="4547937"/>
                  </a:lnTo>
                  <a:lnTo>
                    <a:pt x="3537071" y="4554296"/>
                  </a:lnTo>
                  <a:lnTo>
                    <a:pt x="3537071" y="4573342"/>
                  </a:lnTo>
                  <a:lnTo>
                    <a:pt x="3543297" y="4581819"/>
                  </a:lnTo>
                  <a:lnTo>
                    <a:pt x="3564522" y="4581819"/>
                  </a:lnTo>
                  <a:lnTo>
                    <a:pt x="3571032" y="4573342"/>
                  </a:lnTo>
                  <a:lnTo>
                    <a:pt x="3571032" y="4556415"/>
                  </a:lnTo>
                  <a:lnTo>
                    <a:pt x="3564522" y="4547937"/>
                  </a:lnTo>
                  <a:close/>
                </a:path>
                <a:path w="9542780" h="6570345">
                  <a:moveTo>
                    <a:pt x="3564522" y="4592388"/>
                  </a:moveTo>
                  <a:lnTo>
                    <a:pt x="3545561" y="4592388"/>
                  </a:lnTo>
                  <a:lnTo>
                    <a:pt x="3537071" y="4598746"/>
                  </a:lnTo>
                  <a:lnTo>
                    <a:pt x="3537071" y="4617792"/>
                  </a:lnTo>
                  <a:lnTo>
                    <a:pt x="3543297" y="4626269"/>
                  </a:lnTo>
                  <a:lnTo>
                    <a:pt x="3564522" y="4626269"/>
                  </a:lnTo>
                  <a:lnTo>
                    <a:pt x="3571032" y="4617792"/>
                  </a:lnTo>
                  <a:lnTo>
                    <a:pt x="3571032" y="4600865"/>
                  </a:lnTo>
                  <a:lnTo>
                    <a:pt x="3564522" y="4592388"/>
                  </a:lnTo>
                  <a:close/>
                </a:path>
                <a:path w="9542780" h="6570345">
                  <a:moveTo>
                    <a:pt x="3564522" y="4636866"/>
                  </a:moveTo>
                  <a:lnTo>
                    <a:pt x="3545561" y="4636866"/>
                  </a:lnTo>
                  <a:lnTo>
                    <a:pt x="3537071" y="4643224"/>
                  </a:lnTo>
                  <a:lnTo>
                    <a:pt x="3537071" y="4662270"/>
                  </a:lnTo>
                  <a:lnTo>
                    <a:pt x="3543297" y="4670748"/>
                  </a:lnTo>
                  <a:lnTo>
                    <a:pt x="3564522" y="4670748"/>
                  </a:lnTo>
                  <a:lnTo>
                    <a:pt x="3571032" y="4662270"/>
                  </a:lnTo>
                  <a:lnTo>
                    <a:pt x="3571032" y="4645343"/>
                  </a:lnTo>
                  <a:lnTo>
                    <a:pt x="3564522" y="4636866"/>
                  </a:lnTo>
                  <a:close/>
                </a:path>
                <a:path w="9542780" h="6570345">
                  <a:moveTo>
                    <a:pt x="3564522" y="4681316"/>
                  </a:moveTo>
                  <a:lnTo>
                    <a:pt x="3545561" y="4681316"/>
                  </a:lnTo>
                  <a:lnTo>
                    <a:pt x="3537071" y="4687675"/>
                  </a:lnTo>
                  <a:lnTo>
                    <a:pt x="3537072" y="4706721"/>
                  </a:lnTo>
                  <a:lnTo>
                    <a:pt x="3543297" y="4715198"/>
                  </a:lnTo>
                  <a:lnTo>
                    <a:pt x="3554051" y="4715198"/>
                  </a:lnTo>
                  <a:lnTo>
                    <a:pt x="3564522" y="4713079"/>
                  </a:lnTo>
                  <a:lnTo>
                    <a:pt x="3571032" y="4706721"/>
                  </a:lnTo>
                  <a:lnTo>
                    <a:pt x="3571032" y="4689793"/>
                  </a:lnTo>
                  <a:lnTo>
                    <a:pt x="3564522" y="4681316"/>
                  </a:lnTo>
                  <a:close/>
                </a:path>
                <a:path w="9542780" h="6570345">
                  <a:moveTo>
                    <a:pt x="3564522" y="4725795"/>
                  </a:moveTo>
                  <a:lnTo>
                    <a:pt x="3545561" y="4725795"/>
                  </a:lnTo>
                  <a:lnTo>
                    <a:pt x="3537071" y="4732153"/>
                  </a:lnTo>
                  <a:lnTo>
                    <a:pt x="3537071" y="4753319"/>
                  </a:lnTo>
                  <a:lnTo>
                    <a:pt x="3543297" y="4759676"/>
                  </a:lnTo>
                  <a:lnTo>
                    <a:pt x="3554051" y="4759676"/>
                  </a:lnTo>
                  <a:lnTo>
                    <a:pt x="3564522" y="4757557"/>
                  </a:lnTo>
                  <a:lnTo>
                    <a:pt x="3571032" y="4751199"/>
                  </a:lnTo>
                  <a:lnTo>
                    <a:pt x="3571032" y="4734245"/>
                  </a:lnTo>
                  <a:lnTo>
                    <a:pt x="3564522" y="4725795"/>
                  </a:lnTo>
                  <a:close/>
                </a:path>
                <a:path w="9542780" h="6570345">
                  <a:moveTo>
                    <a:pt x="3564522" y="4768126"/>
                  </a:moveTo>
                  <a:lnTo>
                    <a:pt x="3545561" y="4768126"/>
                  </a:lnTo>
                  <a:lnTo>
                    <a:pt x="3537071" y="4774483"/>
                  </a:lnTo>
                  <a:lnTo>
                    <a:pt x="3537071" y="4795649"/>
                  </a:lnTo>
                  <a:lnTo>
                    <a:pt x="3543297" y="4802007"/>
                  </a:lnTo>
                  <a:lnTo>
                    <a:pt x="3564522" y="4802007"/>
                  </a:lnTo>
                  <a:lnTo>
                    <a:pt x="3571032" y="4795649"/>
                  </a:lnTo>
                  <a:lnTo>
                    <a:pt x="3571032" y="4776603"/>
                  </a:lnTo>
                  <a:lnTo>
                    <a:pt x="3564522" y="4768126"/>
                  </a:lnTo>
                  <a:close/>
                </a:path>
                <a:path w="9542780" h="6570345">
                  <a:moveTo>
                    <a:pt x="3564522" y="4812604"/>
                  </a:moveTo>
                  <a:lnTo>
                    <a:pt x="3545561" y="4812604"/>
                  </a:lnTo>
                  <a:lnTo>
                    <a:pt x="3537071" y="4818962"/>
                  </a:lnTo>
                  <a:lnTo>
                    <a:pt x="3537071" y="4838009"/>
                  </a:lnTo>
                  <a:lnTo>
                    <a:pt x="3543297" y="4846486"/>
                  </a:lnTo>
                  <a:lnTo>
                    <a:pt x="3564522" y="4846486"/>
                  </a:lnTo>
                  <a:lnTo>
                    <a:pt x="3571032" y="4840127"/>
                  </a:lnTo>
                  <a:lnTo>
                    <a:pt x="3571032" y="4821053"/>
                  </a:lnTo>
                  <a:lnTo>
                    <a:pt x="3564522" y="4812604"/>
                  </a:lnTo>
                  <a:close/>
                </a:path>
                <a:path w="9542780" h="6570345">
                  <a:moveTo>
                    <a:pt x="3564522" y="4857055"/>
                  </a:moveTo>
                  <a:lnTo>
                    <a:pt x="3545561" y="4857055"/>
                  </a:lnTo>
                  <a:lnTo>
                    <a:pt x="3537071" y="4863412"/>
                  </a:lnTo>
                  <a:lnTo>
                    <a:pt x="3537071" y="4882459"/>
                  </a:lnTo>
                  <a:lnTo>
                    <a:pt x="3543297" y="4890936"/>
                  </a:lnTo>
                  <a:lnTo>
                    <a:pt x="3564522" y="4890936"/>
                  </a:lnTo>
                  <a:lnTo>
                    <a:pt x="3571032" y="4882459"/>
                  </a:lnTo>
                  <a:lnTo>
                    <a:pt x="3571032" y="4865532"/>
                  </a:lnTo>
                  <a:lnTo>
                    <a:pt x="3564522" y="4857055"/>
                  </a:lnTo>
                  <a:close/>
                </a:path>
                <a:path w="9542780" h="6570345">
                  <a:moveTo>
                    <a:pt x="3564522" y="4901533"/>
                  </a:moveTo>
                  <a:lnTo>
                    <a:pt x="3545561" y="4901533"/>
                  </a:lnTo>
                  <a:lnTo>
                    <a:pt x="3537071" y="4907890"/>
                  </a:lnTo>
                  <a:lnTo>
                    <a:pt x="3537071" y="4926937"/>
                  </a:lnTo>
                  <a:lnTo>
                    <a:pt x="3543297" y="4935414"/>
                  </a:lnTo>
                  <a:lnTo>
                    <a:pt x="3564522" y="4935414"/>
                  </a:lnTo>
                  <a:lnTo>
                    <a:pt x="3571032" y="4926937"/>
                  </a:lnTo>
                  <a:lnTo>
                    <a:pt x="3571032" y="4909982"/>
                  </a:lnTo>
                  <a:lnTo>
                    <a:pt x="3564522" y="4901533"/>
                  </a:lnTo>
                  <a:close/>
                </a:path>
                <a:path w="9542780" h="6570345">
                  <a:moveTo>
                    <a:pt x="3564522" y="4945983"/>
                  </a:moveTo>
                  <a:lnTo>
                    <a:pt x="3545561" y="4945983"/>
                  </a:lnTo>
                  <a:lnTo>
                    <a:pt x="3537071" y="4952342"/>
                  </a:lnTo>
                  <a:lnTo>
                    <a:pt x="3537071" y="4971387"/>
                  </a:lnTo>
                  <a:lnTo>
                    <a:pt x="3543297" y="4979865"/>
                  </a:lnTo>
                  <a:lnTo>
                    <a:pt x="3564522" y="4979865"/>
                  </a:lnTo>
                  <a:lnTo>
                    <a:pt x="3571032" y="4971387"/>
                  </a:lnTo>
                  <a:lnTo>
                    <a:pt x="3571032" y="4954460"/>
                  </a:lnTo>
                  <a:lnTo>
                    <a:pt x="3564522" y="4945983"/>
                  </a:lnTo>
                  <a:close/>
                </a:path>
                <a:path w="9542780" h="6570345">
                  <a:moveTo>
                    <a:pt x="3564522" y="4990462"/>
                  </a:moveTo>
                  <a:lnTo>
                    <a:pt x="3545561" y="4990462"/>
                  </a:lnTo>
                  <a:lnTo>
                    <a:pt x="3537071" y="4996792"/>
                  </a:lnTo>
                  <a:lnTo>
                    <a:pt x="3537071" y="5015866"/>
                  </a:lnTo>
                  <a:lnTo>
                    <a:pt x="3543297" y="5024343"/>
                  </a:lnTo>
                  <a:lnTo>
                    <a:pt x="3564522" y="5024343"/>
                  </a:lnTo>
                  <a:lnTo>
                    <a:pt x="3571032" y="5015866"/>
                  </a:lnTo>
                  <a:lnTo>
                    <a:pt x="3571032" y="4998911"/>
                  </a:lnTo>
                  <a:lnTo>
                    <a:pt x="3564522" y="4990462"/>
                  </a:lnTo>
                  <a:close/>
                </a:path>
                <a:path w="9542780" h="6570345">
                  <a:moveTo>
                    <a:pt x="3564522" y="5034912"/>
                  </a:moveTo>
                  <a:lnTo>
                    <a:pt x="3545561" y="5034912"/>
                  </a:lnTo>
                  <a:lnTo>
                    <a:pt x="3537071" y="5041270"/>
                  </a:lnTo>
                  <a:lnTo>
                    <a:pt x="3537071" y="5060316"/>
                  </a:lnTo>
                  <a:lnTo>
                    <a:pt x="3543297" y="5068793"/>
                  </a:lnTo>
                  <a:lnTo>
                    <a:pt x="3554051" y="5068793"/>
                  </a:lnTo>
                  <a:lnTo>
                    <a:pt x="3564522" y="5066673"/>
                  </a:lnTo>
                  <a:lnTo>
                    <a:pt x="3571032" y="5060316"/>
                  </a:lnTo>
                  <a:lnTo>
                    <a:pt x="3571032" y="5043389"/>
                  </a:lnTo>
                  <a:lnTo>
                    <a:pt x="3564522" y="5034912"/>
                  </a:lnTo>
                  <a:close/>
                </a:path>
                <a:path w="9542780" h="6570345">
                  <a:moveTo>
                    <a:pt x="3564522" y="5077270"/>
                  </a:moveTo>
                  <a:lnTo>
                    <a:pt x="3545561" y="5077270"/>
                  </a:lnTo>
                  <a:lnTo>
                    <a:pt x="3537071" y="5083629"/>
                  </a:lnTo>
                  <a:lnTo>
                    <a:pt x="3537071" y="5102675"/>
                  </a:lnTo>
                  <a:lnTo>
                    <a:pt x="3543297" y="5111153"/>
                  </a:lnTo>
                  <a:lnTo>
                    <a:pt x="3564522" y="5111153"/>
                  </a:lnTo>
                  <a:lnTo>
                    <a:pt x="3571032" y="5104794"/>
                  </a:lnTo>
                  <a:lnTo>
                    <a:pt x="3571032" y="5085720"/>
                  </a:lnTo>
                  <a:lnTo>
                    <a:pt x="3564522" y="5077270"/>
                  </a:lnTo>
                  <a:close/>
                </a:path>
                <a:path w="9542780" h="6570345">
                  <a:moveTo>
                    <a:pt x="3564522" y="5121722"/>
                  </a:moveTo>
                  <a:lnTo>
                    <a:pt x="3545561" y="5121722"/>
                  </a:lnTo>
                  <a:lnTo>
                    <a:pt x="3537071" y="5128079"/>
                  </a:lnTo>
                  <a:lnTo>
                    <a:pt x="3537071" y="5147125"/>
                  </a:lnTo>
                  <a:lnTo>
                    <a:pt x="3543297" y="5155603"/>
                  </a:lnTo>
                  <a:lnTo>
                    <a:pt x="3564522" y="5155603"/>
                  </a:lnTo>
                  <a:lnTo>
                    <a:pt x="3571032" y="5149245"/>
                  </a:lnTo>
                  <a:lnTo>
                    <a:pt x="3571032" y="5130199"/>
                  </a:lnTo>
                  <a:lnTo>
                    <a:pt x="3564522" y="5121722"/>
                  </a:lnTo>
                  <a:close/>
                </a:path>
                <a:path w="9542780" h="6570345">
                  <a:moveTo>
                    <a:pt x="3564522" y="5166199"/>
                  </a:moveTo>
                  <a:lnTo>
                    <a:pt x="3545561" y="5166199"/>
                  </a:lnTo>
                  <a:lnTo>
                    <a:pt x="3537071" y="5172529"/>
                  </a:lnTo>
                  <a:lnTo>
                    <a:pt x="3537071" y="5191603"/>
                  </a:lnTo>
                  <a:lnTo>
                    <a:pt x="3543297" y="5200081"/>
                  </a:lnTo>
                  <a:lnTo>
                    <a:pt x="3564522" y="5200081"/>
                  </a:lnTo>
                  <a:lnTo>
                    <a:pt x="3571032" y="5191603"/>
                  </a:lnTo>
                  <a:lnTo>
                    <a:pt x="3571032" y="5174649"/>
                  </a:lnTo>
                  <a:lnTo>
                    <a:pt x="3564522" y="5166199"/>
                  </a:lnTo>
                  <a:close/>
                </a:path>
                <a:path w="9542780" h="6570345">
                  <a:moveTo>
                    <a:pt x="3564522" y="5210649"/>
                  </a:moveTo>
                  <a:lnTo>
                    <a:pt x="3545561" y="5210649"/>
                  </a:lnTo>
                  <a:lnTo>
                    <a:pt x="3537071" y="5217007"/>
                  </a:lnTo>
                  <a:lnTo>
                    <a:pt x="3537071" y="5236053"/>
                  </a:lnTo>
                  <a:lnTo>
                    <a:pt x="3543297" y="5244532"/>
                  </a:lnTo>
                  <a:lnTo>
                    <a:pt x="3564522" y="5244532"/>
                  </a:lnTo>
                  <a:lnTo>
                    <a:pt x="3571032" y="5236053"/>
                  </a:lnTo>
                  <a:lnTo>
                    <a:pt x="3571032" y="5219127"/>
                  </a:lnTo>
                  <a:lnTo>
                    <a:pt x="3564522" y="5210649"/>
                  </a:lnTo>
                  <a:close/>
                </a:path>
                <a:path w="9542780" h="6570345">
                  <a:moveTo>
                    <a:pt x="3564522" y="5255129"/>
                  </a:moveTo>
                  <a:lnTo>
                    <a:pt x="3545561" y="5255129"/>
                  </a:lnTo>
                  <a:lnTo>
                    <a:pt x="3537071" y="5261458"/>
                  </a:lnTo>
                  <a:lnTo>
                    <a:pt x="3537071" y="5282652"/>
                  </a:lnTo>
                  <a:lnTo>
                    <a:pt x="3543297" y="5288982"/>
                  </a:lnTo>
                  <a:lnTo>
                    <a:pt x="3564522" y="5288982"/>
                  </a:lnTo>
                  <a:lnTo>
                    <a:pt x="3571032" y="5280533"/>
                  </a:lnTo>
                  <a:lnTo>
                    <a:pt x="3571032" y="5263577"/>
                  </a:lnTo>
                  <a:lnTo>
                    <a:pt x="3564522" y="5255129"/>
                  </a:lnTo>
                  <a:close/>
                </a:path>
                <a:path w="9542780" h="6570345">
                  <a:moveTo>
                    <a:pt x="3564522" y="5299579"/>
                  </a:moveTo>
                  <a:lnTo>
                    <a:pt x="3545561" y="5299579"/>
                  </a:lnTo>
                  <a:lnTo>
                    <a:pt x="3537071" y="5305936"/>
                  </a:lnTo>
                  <a:lnTo>
                    <a:pt x="3537071" y="5327102"/>
                  </a:lnTo>
                  <a:lnTo>
                    <a:pt x="3543297" y="5333460"/>
                  </a:lnTo>
                  <a:lnTo>
                    <a:pt x="3564522" y="5333460"/>
                  </a:lnTo>
                  <a:lnTo>
                    <a:pt x="3571032" y="5324983"/>
                  </a:lnTo>
                  <a:lnTo>
                    <a:pt x="3571032" y="5308056"/>
                  </a:lnTo>
                  <a:lnTo>
                    <a:pt x="3564522" y="5299579"/>
                  </a:lnTo>
                  <a:close/>
                </a:path>
                <a:path w="9542780" h="6570345">
                  <a:moveTo>
                    <a:pt x="3564522" y="6093578"/>
                  </a:moveTo>
                  <a:lnTo>
                    <a:pt x="3545561" y="6093578"/>
                  </a:lnTo>
                  <a:lnTo>
                    <a:pt x="3537071" y="6099936"/>
                  </a:lnTo>
                  <a:lnTo>
                    <a:pt x="3537071" y="6118983"/>
                  </a:lnTo>
                  <a:lnTo>
                    <a:pt x="3543297" y="6127460"/>
                  </a:lnTo>
                  <a:lnTo>
                    <a:pt x="3564522" y="6127460"/>
                  </a:lnTo>
                  <a:lnTo>
                    <a:pt x="3571032" y="6118983"/>
                  </a:lnTo>
                  <a:lnTo>
                    <a:pt x="3571032" y="6102056"/>
                  </a:lnTo>
                  <a:lnTo>
                    <a:pt x="3564522" y="6093578"/>
                  </a:lnTo>
                  <a:close/>
                </a:path>
                <a:path w="9542780" h="6570345">
                  <a:moveTo>
                    <a:pt x="3564522" y="6138029"/>
                  </a:moveTo>
                  <a:lnTo>
                    <a:pt x="3545561" y="6138029"/>
                  </a:lnTo>
                  <a:lnTo>
                    <a:pt x="3537071" y="6144386"/>
                  </a:lnTo>
                  <a:lnTo>
                    <a:pt x="3537071" y="6163461"/>
                  </a:lnTo>
                  <a:lnTo>
                    <a:pt x="3543297" y="6171910"/>
                  </a:lnTo>
                  <a:lnTo>
                    <a:pt x="3564522" y="6171910"/>
                  </a:lnTo>
                  <a:lnTo>
                    <a:pt x="3571032" y="6163461"/>
                  </a:lnTo>
                  <a:lnTo>
                    <a:pt x="3571032" y="6146506"/>
                  </a:lnTo>
                  <a:lnTo>
                    <a:pt x="3564522" y="6138029"/>
                  </a:lnTo>
                  <a:close/>
                </a:path>
                <a:path w="9542780" h="6570345">
                  <a:moveTo>
                    <a:pt x="3564522" y="6182507"/>
                  </a:moveTo>
                  <a:lnTo>
                    <a:pt x="3545561" y="6182507"/>
                  </a:lnTo>
                  <a:lnTo>
                    <a:pt x="3537071" y="6188864"/>
                  </a:lnTo>
                  <a:lnTo>
                    <a:pt x="3537071" y="6210030"/>
                  </a:lnTo>
                  <a:lnTo>
                    <a:pt x="3543297" y="6216389"/>
                  </a:lnTo>
                  <a:lnTo>
                    <a:pt x="3564522" y="6216389"/>
                  </a:lnTo>
                  <a:lnTo>
                    <a:pt x="3571032" y="6207911"/>
                  </a:lnTo>
                  <a:lnTo>
                    <a:pt x="3571032" y="6190984"/>
                  </a:lnTo>
                  <a:lnTo>
                    <a:pt x="3564522" y="6182507"/>
                  </a:lnTo>
                  <a:close/>
                </a:path>
                <a:path w="9542780" h="6570345">
                  <a:moveTo>
                    <a:pt x="3520090" y="4107533"/>
                  </a:moveTo>
                  <a:lnTo>
                    <a:pt x="3501129" y="4107533"/>
                  </a:lnTo>
                  <a:lnTo>
                    <a:pt x="3492638" y="4113891"/>
                  </a:lnTo>
                  <a:lnTo>
                    <a:pt x="3492638" y="4132936"/>
                  </a:lnTo>
                  <a:lnTo>
                    <a:pt x="3498865" y="4141415"/>
                  </a:lnTo>
                  <a:lnTo>
                    <a:pt x="3509336" y="4141415"/>
                  </a:lnTo>
                  <a:lnTo>
                    <a:pt x="3520090" y="4139295"/>
                  </a:lnTo>
                  <a:lnTo>
                    <a:pt x="3526317" y="4132936"/>
                  </a:lnTo>
                  <a:lnTo>
                    <a:pt x="3526317" y="4116010"/>
                  </a:lnTo>
                  <a:lnTo>
                    <a:pt x="3520090" y="4107533"/>
                  </a:lnTo>
                  <a:close/>
                </a:path>
                <a:path w="9542780" h="6570345">
                  <a:moveTo>
                    <a:pt x="3520090" y="4149864"/>
                  </a:moveTo>
                  <a:lnTo>
                    <a:pt x="3501129" y="4149864"/>
                  </a:lnTo>
                  <a:lnTo>
                    <a:pt x="3492638" y="4156222"/>
                  </a:lnTo>
                  <a:lnTo>
                    <a:pt x="3492638" y="4175296"/>
                  </a:lnTo>
                  <a:lnTo>
                    <a:pt x="3498865" y="4183745"/>
                  </a:lnTo>
                  <a:lnTo>
                    <a:pt x="3520090" y="4183745"/>
                  </a:lnTo>
                  <a:lnTo>
                    <a:pt x="3526317" y="4177416"/>
                  </a:lnTo>
                  <a:lnTo>
                    <a:pt x="3526317" y="4158341"/>
                  </a:lnTo>
                  <a:lnTo>
                    <a:pt x="3520090" y="4149864"/>
                  </a:lnTo>
                  <a:close/>
                </a:path>
                <a:path w="9542780" h="6570345">
                  <a:moveTo>
                    <a:pt x="3520090" y="4194342"/>
                  </a:moveTo>
                  <a:lnTo>
                    <a:pt x="3501129" y="4194342"/>
                  </a:lnTo>
                  <a:lnTo>
                    <a:pt x="3492638" y="4200700"/>
                  </a:lnTo>
                  <a:lnTo>
                    <a:pt x="3492638" y="4221866"/>
                  </a:lnTo>
                  <a:lnTo>
                    <a:pt x="3498865" y="4228223"/>
                  </a:lnTo>
                  <a:lnTo>
                    <a:pt x="3520090" y="4228223"/>
                  </a:lnTo>
                  <a:lnTo>
                    <a:pt x="3526317" y="4221866"/>
                  </a:lnTo>
                  <a:lnTo>
                    <a:pt x="3526317" y="4202819"/>
                  </a:lnTo>
                  <a:lnTo>
                    <a:pt x="3520090" y="4194342"/>
                  </a:lnTo>
                  <a:close/>
                </a:path>
                <a:path w="9542780" h="6570345">
                  <a:moveTo>
                    <a:pt x="3520090" y="4238792"/>
                  </a:moveTo>
                  <a:lnTo>
                    <a:pt x="3501129" y="4238792"/>
                  </a:lnTo>
                  <a:lnTo>
                    <a:pt x="3492638" y="4245151"/>
                  </a:lnTo>
                  <a:lnTo>
                    <a:pt x="3492638" y="4266316"/>
                  </a:lnTo>
                  <a:lnTo>
                    <a:pt x="3498865" y="4272674"/>
                  </a:lnTo>
                  <a:lnTo>
                    <a:pt x="3520090" y="4272674"/>
                  </a:lnTo>
                  <a:lnTo>
                    <a:pt x="3526317" y="4264225"/>
                  </a:lnTo>
                  <a:lnTo>
                    <a:pt x="3526317" y="4247269"/>
                  </a:lnTo>
                  <a:lnTo>
                    <a:pt x="3520090" y="4238792"/>
                  </a:lnTo>
                  <a:close/>
                </a:path>
                <a:path w="9542780" h="6570345">
                  <a:moveTo>
                    <a:pt x="3520090" y="4283271"/>
                  </a:moveTo>
                  <a:lnTo>
                    <a:pt x="3501129" y="4283271"/>
                  </a:lnTo>
                  <a:lnTo>
                    <a:pt x="3492638" y="4289629"/>
                  </a:lnTo>
                  <a:lnTo>
                    <a:pt x="3492638" y="4308675"/>
                  </a:lnTo>
                  <a:lnTo>
                    <a:pt x="3498865" y="4317152"/>
                  </a:lnTo>
                  <a:lnTo>
                    <a:pt x="3520090" y="4317152"/>
                  </a:lnTo>
                  <a:lnTo>
                    <a:pt x="3526317" y="4308675"/>
                  </a:lnTo>
                  <a:lnTo>
                    <a:pt x="3526317" y="4291749"/>
                  </a:lnTo>
                  <a:lnTo>
                    <a:pt x="3520090" y="4283271"/>
                  </a:lnTo>
                  <a:close/>
                </a:path>
                <a:path w="9542780" h="6570345">
                  <a:moveTo>
                    <a:pt x="3520090" y="4327721"/>
                  </a:moveTo>
                  <a:lnTo>
                    <a:pt x="3501129" y="4327721"/>
                  </a:lnTo>
                  <a:lnTo>
                    <a:pt x="3492638" y="4334079"/>
                  </a:lnTo>
                  <a:lnTo>
                    <a:pt x="3492638" y="4353153"/>
                  </a:lnTo>
                  <a:lnTo>
                    <a:pt x="3498865" y="4361602"/>
                  </a:lnTo>
                  <a:lnTo>
                    <a:pt x="3520090" y="4361602"/>
                  </a:lnTo>
                  <a:lnTo>
                    <a:pt x="3526317" y="4353153"/>
                  </a:lnTo>
                  <a:lnTo>
                    <a:pt x="3526317" y="4336199"/>
                  </a:lnTo>
                  <a:lnTo>
                    <a:pt x="3520090" y="4327721"/>
                  </a:lnTo>
                  <a:close/>
                </a:path>
                <a:path w="9542780" h="6570345">
                  <a:moveTo>
                    <a:pt x="3520090" y="4372199"/>
                  </a:moveTo>
                  <a:lnTo>
                    <a:pt x="3501129" y="4372199"/>
                  </a:lnTo>
                  <a:lnTo>
                    <a:pt x="3492638" y="4378558"/>
                  </a:lnTo>
                  <a:lnTo>
                    <a:pt x="3492638" y="4397603"/>
                  </a:lnTo>
                  <a:lnTo>
                    <a:pt x="3498865" y="4406082"/>
                  </a:lnTo>
                  <a:lnTo>
                    <a:pt x="3509336" y="4406082"/>
                  </a:lnTo>
                  <a:lnTo>
                    <a:pt x="3520090" y="4403962"/>
                  </a:lnTo>
                  <a:lnTo>
                    <a:pt x="3526317" y="4397603"/>
                  </a:lnTo>
                  <a:lnTo>
                    <a:pt x="3526317" y="4380677"/>
                  </a:lnTo>
                  <a:lnTo>
                    <a:pt x="3520090" y="4372199"/>
                  </a:lnTo>
                  <a:close/>
                </a:path>
                <a:path w="9542780" h="6570345">
                  <a:moveTo>
                    <a:pt x="3520090" y="4416649"/>
                  </a:moveTo>
                  <a:lnTo>
                    <a:pt x="3501129" y="4416649"/>
                  </a:lnTo>
                  <a:lnTo>
                    <a:pt x="3492638" y="4423008"/>
                  </a:lnTo>
                  <a:lnTo>
                    <a:pt x="3492638" y="4442054"/>
                  </a:lnTo>
                  <a:lnTo>
                    <a:pt x="3498865" y="4450532"/>
                  </a:lnTo>
                  <a:lnTo>
                    <a:pt x="3509336" y="4450532"/>
                  </a:lnTo>
                  <a:lnTo>
                    <a:pt x="3520090" y="4448412"/>
                  </a:lnTo>
                  <a:lnTo>
                    <a:pt x="3526317" y="4442054"/>
                  </a:lnTo>
                  <a:lnTo>
                    <a:pt x="3526317" y="4425127"/>
                  </a:lnTo>
                  <a:lnTo>
                    <a:pt x="3520090" y="4416649"/>
                  </a:lnTo>
                  <a:close/>
                </a:path>
                <a:path w="9542780" h="6570345">
                  <a:moveTo>
                    <a:pt x="3520090" y="4459009"/>
                  </a:moveTo>
                  <a:lnTo>
                    <a:pt x="3501129" y="4459009"/>
                  </a:lnTo>
                  <a:lnTo>
                    <a:pt x="3492638" y="4465366"/>
                  </a:lnTo>
                  <a:lnTo>
                    <a:pt x="3492638" y="4484413"/>
                  </a:lnTo>
                  <a:lnTo>
                    <a:pt x="3498865" y="4492890"/>
                  </a:lnTo>
                  <a:lnTo>
                    <a:pt x="3520090" y="4492890"/>
                  </a:lnTo>
                  <a:lnTo>
                    <a:pt x="3526317" y="4486532"/>
                  </a:lnTo>
                  <a:lnTo>
                    <a:pt x="3526317" y="4467486"/>
                  </a:lnTo>
                  <a:lnTo>
                    <a:pt x="3520090" y="4459009"/>
                  </a:lnTo>
                  <a:close/>
                </a:path>
                <a:path w="9542780" h="6570345">
                  <a:moveTo>
                    <a:pt x="3520090" y="4503459"/>
                  </a:moveTo>
                  <a:lnTo>
                    <a:pt x="3501129" y="4503459"/>
                  </a:lnTo>
                  <a:lnTo>
                    <a:pt x="3492638" y="4509816"/>
                  </a:lnTo>
                  <a:lnTo>
                    <a:pt x="3492638" y="4528863"/>
                  </a:lnTo>
                  <a:lnTo>
                    <a:pt x="3498865" y="4537341"/>
                  </a:lnTo>
                  <a:lnTo>
                    <a:pt x="3520090" y="4537341"/>
                  </a:lnTo>
                  <a:lnTo>
                    <a:pt x="3526317" y="4530982"/>
                  </a:lnTo>
                  <a:lnTo>
                    <a:pt x="3526317" y="4511936"/>
                  </a:lnTo>
                  <a:lnTo>
                    <a:pt x="3520090" y="4503459"/>
                  </a:lnTo>
                  <a:close/>
                </a:path>
                <a:path w="9542780" h="6570345">
                  <a:moveTo>
                    <a:pt x="3520090" y="4547937"/>
                  </a:moveTo>
                  <a:lnTo>
                    <a:pt x="3501129" y="4547937"/>
                  </a:lnTo>
                  <a:lnTo>
                    <a:pt x="3492638" y="4554296"/>
                  </a:lnTo>
                  <a:lnTo>
                    <a:pt x="3492638" y="4573342"/>
                  </a:lnTo>
                  <a:lnTo>
                    <a:pt x="3498865" y="4581819"/>
                  </a:lnTo>
                  <a:lnTo>
                    <a:pt x="3520090" y="4581819"/>
                  </a:lnTo>
                  <a:lnTo>
                    <a:pt x="3526317" y="4573342"/>
                  </a:lnTo>
                  <a:lnTo>
                    <a:pt x="3526317" y="4556415"/>
                  </a:lnTo>
                  <a:lnTo>
                    <a:pt x="3520090" y="4547937"/>
                  </a:lnTo>
                  <a:close/>
                </a:path>
                <a:path w="9542780" h="6570345">
                  <a:moveTo>
                    <a:pt x="3520090" y="4592388"/>
                  </a:moveTo>
                  <a:lnTo>
                    <a:pt x="3501129" y="4592388"/>
                  </a:lnTo>
                  <a:lnTo>
                    <a:pt x="3492638" y="4598746"/>
                  </a:lnTo>
                  <a:lnTo>
                    <a:pt x="3492638" y="4617792"/>
                  </a:lnTo>
                  <a:lnTo>
                    <a:pt x="3498865" y="4626269"/>
                  </a:lnTo>
                  <a:lnTo>
                    <a:pt x="3520090" y="4626269"/>
                  </a:lnTo>
                  <a:lnTo>
                    <a:pt x="3526317" y="4617792"/>
                  </a:lnTo>
                  <a:lnTo>
                    <a:pt x="3526317" y="4600865"/>
                  </a:lnTo>
                  <a:lnTo>
                    <a:pt x="3520090" y="4592388"/>
                  </a:lnTo>
                  <a:close/>
                </a:path>
                <a:path w="9542780" h="6570345">
                  <a:moveTo>
                    <a:pt x="3520090" y="4636866"/>
                  </a:moveTo>
                  <a:lnTo>
                    <a:pt x="3501129" y="4636866"/>
                  </a:lnTo>
                  <a:lnTo>
                    <a:pt x="3492638" y="4643224"/>
                  </a:lnTo>
                  <a:lnTo>
                    <a:pt x="3492638" y="4662270"/>
                  </a:lnTo>
                  <a:lnTo>
                    <a:pt x="3498865" y="4670748"/>
                  </a:lnTo>
                  <a:lnTo>
                    <a:pt x="3520090" y="4670748"/>
                  </a:lnTo>
                  <a:lnTo>
                    <a:pt x="3526317" y="4662270"/>
                  </a:lnTo>
                  <a:lnTo>
                    <a:pt x="3526317" y="4645343"/>
                  </a:lnTo>
                  <a:lnTo>
                    <a:pt x="3520090" y="4636866"/>
                  </a:lnTo>
                  <a:close/>
                </a:path>
                <a:path w="9542780" h="6570345">
                  <a:moveTo>
                    <a:pt x="3520090" y="4681316"/>
                  </a:moveTo>
                  <a:lnTo>
                    <a:pt x="3501129" y="4681316"/>
                  </a:lnTo>
                  <a:lnTo>
                    <a:pt x="3492638" y="4687675"/>
                  </a:lnTo>
                  <a:lnTo>
                    <a:pt x="3492638" y="4706720"/>
                  </a:lnTo>
                  <a:lnTo>
                    <a:pt x="3498865" y="4715198"/>
                  </a:lnTo>
                  <a:lnTo>
                    <a:pt x="3509336" y="4715198"/>
                  </a:lnTo>
                  <a:lnTo>
                    <a:pt x="3520090" y="4713079"/>
                  </a:lnTo>
                  <a:lnTo>
                    <a:pt x="3526317" y="4706720"/>
                  </a:lnTo>
                  <a:lnTo>
                    <a:pt x="3526317" y="4689793"/>
                  </a:lnTo>
                  <a:lnTo>
                    <a:pt x="3520090" y="4681316"/>
                  </a:lnTo>
                  <a:close/>
                </a:path>
                <a:path w="9542780" h="6570345">
                  <a:moveTo>
                    <a:pt x="3520090" y="4725795"/>
                  </a:moveTo>
                  <a:lnTo>
                    <a:pt x="3501129" y="4725795"/>
                  </a:lnTo>
                  <a:lnTo>
                    <a:pt x="3492638" y="4732153"/>
                  </a:lnTo>
                  <a:lnTo>
                    <a:pt x="3492638" y="4753319"/>
                  </a:lnTo>
                  <a:lnTo>
                    <a:pt x="3498865" y="4759676"/>
                  </a:lnTo>
                  <a:lnTo>
                    <a:pt x="3509336" y="4759676"/>
                  </a:lnTo>
                  <a:lnTo>
                    <a:pt x="3520090" y="4757557"/>
                  </a:lnTo>
                  <a:lnTo>
                    <a:pt x="3526317" y="4751199"/>
                  </a:lnTo>
                  <a:lnTo>
                    <a:pt x="3526317" y="4734245"/>
                  </a:lnTo>
                  <a:lnTo>
                    <a:pt x="3520090" y="4725795"/>
                  </a:lnTo>
                  <a:close/>
                </a:path>
                <a:path w="9542780" h="6570345">
                  <a:moveTo>
                    <a:pt x="3520090" y="4768126"/>
                  </a:moveTo>
                  <a:lnTo>
                    <a:pt x="3501129" y="4768126"/>
                  </a:lnTo>
                  <a:lnTo>
                    <a:pt x="3492638" y="4774483"/>
                  </a:lnTo>
                  <a:lnTo>
                    <a:pt x="3492638" y="4795649"/>
                  </a:lnTo>
                  <a:lnTo>
                    <a:pt x="3498865" y="4802007"/>
                  </a:lnTo>
                  <a:lnTo>
                    <a:pt x="3520090" y="4802007"/>
                  </a:lnTo>
                  <a:lnTo>
                    <a:pt x="3526317" y="4795649"/>
                  </a:lnTo>
                  <a:lnTo>
                    <a:pt x="3526317" y="4776603"/>
                  </a:lnTo>
                  <a:lnTo>
                    <a:pt x="3520090" y="4768126"/>
                  </a:lnTo>
                  <a:close/>
                </a:path>
                <a:path w="9542780" h="6570345">
                  <a:moveTo>
                    <a:pt x="3520090" y="4812604"/>
                  </a:moveTo>
                  <a:lnTo>
                    <a:pt x="3501129" y="4812604"/>
                  </a:lnTo>
                  <a:lnTo>
                    <a:pt x="3492638" y="4818962"/>
                  </a:lnTo>
                  <a:lnTo>
                    <a:pt x="3492638" y="4838009"/>
                  </a:lnTo>
                  <a:lnTo>
                    <a:pt x="3498865" y="4846486"/>
                  </a:lnTo>
                  <a:lnTo>
                    <a:pt x="3520090" y="4846486"/>
                  </a:lnTo>
                  <a:lnTo>
                    <a:pt x="3526317" y="4840127"/>
                  </a:lnTo>
                  <a:lnTo>
                    <a:pt x="3526317" y="4821053"/>
                  </a:lnTo>
                  <a:lnTo>
                    <a:pt x="3520090" y="4812604"/>
                  </a:lnTo>
                  <a:close/>
                </a:path>
                <a:path w="9542780" h="6570345">
                  <a:moveTo>
                    <a:pt x="3520090" y="4857055"/>
                  </a:moveTo>
                  <a:lnTo>
                    <a:pt x="3501129" y="4857055"/>
                  </a:lnTo>
                  <a:lnTo>
                    <a:pt x="3492638" y="4863412"/>
                  </a:lnTo>
                  <a:lnTo>
                    <a:pt x="3492638" y="4882459"/>
                  </a:lnTo>
                  <a:lnTo>
                    <a:pt x="3498865" y="4890936"/>
                  </a:lnTo>
                  <a:lnTo>
                    <a:pt x="3520090" y="4890936"/>
                  </a:lnTo>
                  <a:lnTo>
                    <a:pt x="3526317" y="4882459"/>
                  </a:lnTo>
                  <a:lnTo>
                    <a:pt x="3526317" y="4865532"/>
                  </a:lnTo>
                  <a:lnTo>
                    <a:pt x="3520090" y="4857055"/>
                  </a:lnTo>
                  <a:close/>
                </a:path>
                <a:path w="9542780" h="6570345">
                  <a:moveTo>
                    <a:pt x="3520090" y="4901533"/>
                  </a:moveTo>
                  <a:lnTo>
                    <a:pt x="3501129" y="4901533"/>
                  </a:lnTo>
                  <a:lnTo>
                    <a:pt x="3492638" y="4907890"/>
                  </a:lnTo>
                  <a:lnTo>
                    <a:pt x="3492638" y="4926937"/>
                  </a:lnTo>
                  <a:lnTo>
                    <a:pt x="3498865" y="4935414"/>
                  </a:lnTo>
                  <a:lnTo>
                    <a:pt x="3520090" y="4935414"/>
                  </a:lnTo>
                  <a:lnTo>
                    <a:pt x="3526317" y="4926937"/>
                  </a:lnTo>
                  <a:lnTo>
                    <a:pt x="3526317" y="4909982"/>
                  </a:lnTo>
                  <a:lnTo>
                    <a:pt x="3520090" y="4901533"/>
                  </a:lnTo>
                  <a:close/>
                </a:path>
                <a:path w="9542780" h="6570345">
                  <a:moveTo>
                    <a:pt x="3520090" y="4945983"/>
                  </a:moveTo>
                  <a:lnTo>
                    <a:pt x="3501129" y="4945983"/>
                  </a:lnTo>
                  <a:lnTo>
                    <a:pt x="3492638" y="4952342"/>
                  </a:lnTo>
                  <a:lnTo>
                    <a:pt x="3492638" y="4971387"/>
                  </a:lnTo>
                  <a:lnTo>
                    <a:pt x="3498865" y="4979865"/>
                  </a:lnTo>
                  <a:lnTo>
                    <a:pt x="3520090" y="4979865"/>
                  </a:lnTo>
                  <a:lnTo>
                    <a:pt x="3526317" y="4971387"/>
                  </a:lnTo>
                  <a:lnTo>
                    <a:pt x="3526317" y="4954460"/>
                  </a:lnTo>
                  <a:lnTo>
                    <a:pt x="3520090" y="4945983"/>
                  </a:lnTo>
                  <a:close/>
                </a:path>
                <a:path w="9542780" h="6570345">
                  <a:moveTo>
                    <a:pt x="3520090" y="4990462"/>
                  </a:moveTo>
                  <a:lnTo>
                    <a:pt x="3501129" y="4990462"/>
                  </a:lnTo>
                  <a:lnTo>
                    <a:pt x="3492638" y="4996792"/>
                  </a:lnTo>
                  <a:lnTo>
                    <a:pt x="3492638" y="5015866"/>
                  </a:lnTo>
                  <a:lnTo>
                    <a:pt x="3498865" y="5024343"/>
                  </a:lnTo>
                  <a:lnTo>
                    <a:pt x="3520090" y="5024343"/>
                  </a:lnTo>
                  <a:lnTo>
                    <a:pt x="3526317" y="5015866"/>
                  </a:lnTo>
                  <a:lnTo>
                    <a:pt x="3526317" y="4998911"/>
                  </a:lnTo>
                  <a:lnTo>
                    <a:pt x="3520090" y="4990462"/>
                  </a:lnTo>
                  <a:close/>
                </a:path>
                <a:path w="9542780" h="6570345">
                  <a:moveTo>
                    <a:pt x="3520090" y="5034912"/>
                  </a:moveTo>
                  <a:lnTo>
                    <a:pt x="3501129" y="5034912"/>
                  </a:lnTo>
                  <a:lnTo>
                    <a:pt x="3492638" y="5041270"/>
                  </a:lnTo>
                  <a:lnTo>
                    <a:pt x="3492638" y="5060316"/>
                  </a:lnTo>
                  <a:lnTo>
                    <a:pt x="3498865" y="5068793"/>
                  </a:lnTo>
                  <a:lnTo>
                    <a:pt x="3509336" y="5068793"/>
                  </a:lnTo>
                  <a:lnTo>
                    <a:pt x="3520090" y="5066673"/>
                  </a:lnTo>
                  <a:lnTo>
                    <a:pt x="3526317" y="5060316"/>
                  </a:lnTo>
                  <a:lnTo>
                    <a:pt x="3526317" y="5043389"/>
                  </a:lnTo>
                  <a:lnTo>
                    <a:pt x="3520090" y="5034912"/>
                  </a:lnTo>
                  <a:close/>
                </a:path>
                <a:path w="9542780" h="6570345">
                  <a:moveTo>
                    <a:pt x="3520090" y="5077270"/>
                  </a:moveTo>
                  <a:lnTo>
                    <a:pt x="3501129" y="5077270"/>
                  </a:lnTo>
                  <a:lnTo>
                    <a:pt x="3492638" y="5083629"/>
                  </a:lnTo>
                  <a:lnTo>
                    <a:pt x="3492638" y="5102675"/>
                  </a:lnTo>
                  <a:lnTo>
                    <a:pt x="3498865" y="5111153"/>
                  </a:lnTo>
                  <a:lnTo>
                    <a:pt x="3520090" y="5111153"/>
                  </a:lnTo>
                  <a:lnTo>
                    <a:pt x="3526317" y="5104794"/>
                  </a:lnTo>
                  <a:lnTo>
                    <a:pt x="3526317" y="5085720"/>
                  </a:lnTo>
                  <a:lnTo>
                    <a:pt x="3520090" y="5077270"/>
                  </a:lnTo>
                  <a:close/>
                </a:path>
                <a:path w="9542780" h="6570345">
                  <a:moveTo>
                    <a:pt x="3520090" y="5121722"/>
                  </a:moveTo>
                  <a:lnTo>
                    <a:pt x="3501129" y="5121722"/>
                  </a:lnTo>
                  <a:lnTo>
                    <a:pt x="3492638" y="5128079"/>
                  </a:lnTo>
                  <a:lnTo>
                    <a:pt x="3492638" y="5147125"/>
                  </a:lnTo>
                  <a:lnTo>
                    <a:pt x="3498865" y="5155603"/>
                  </a:lnTo>
                  <a:lnTo>
                    <a:pt x="3520090" y="5155603"/>
                  </a:lnTo>
                  <a:lnTo>
                    <a:pt x="3526317" y="5149245"/>
                  </a:lnTo>
                  <a:lnTo>
                    <a:pt x="3526317" y="5130199"/>
                  </a:lnTo>
                  <a:lnTo>
                    <a:pt x="3520090" y="5121722"/>
                  </a:lnTo>
                  <a:close/>
                </a:path>
                <a:path w="9542780" h="6570345">
                  <a:moveTo>
                    <a:pt x="3520090" y="5166199"/>
                  </a:moveTo>
                  <a:lnTo>
                    <a:pt x="3501129" y="5166199"/>
                  </a:lnTo>
                  <a:lnTo>
                    <a:pt x="3492638" y="5172529"/>
                  </a:lnTo>
                  <a:lnTo>
                    <a:pt x="3492638" y="5191603"/>
                  </a:lnTo>
                  <a:lnTo>
                    <a:pt x="3498865" y="5200081"/>
                  </a:lnTo>
                  <a:lnTo>
                    <a:pt x="3520090" y="5200081"/>
                  </a:lnTo>
                  <a:lnTo>
                    <a:pt x="3526317" y="5191603"/>
                  </a:lnTo>
                  <a:lnTo>
                    <a:pt x="3526317" y="5174649"/>
                  </a:lnTo>
                  <a:lnTo>
                    <a:pt x="3520090" y="5166199"/>
                  </a:lnTo>
                  <a:close/>
                </a:path>
                <a:path w="9542780" h="6570345">
                  <a:moveTo>
                    <a:pt x="3520090" y="5210649"/>
                  </a:moveTo>
                  <a:lnTo>
                    <a:pt x="3501129" y="5210649"/>
                  </a:lnTo>
                  <a:lnTo>
                    <a:pt x="3492638" y="5217007"/>
                  </a:lnTo>
                  <a:lnTo>
                    <a:pt x="3492638" y="5236053"/>
                  </a:lnTo>
                  <a:lnTo>
                    <a:pt x="3498865" y="5244532"/>
                  </a:lnTo>
                  <a:lnTo>
                    <a:pt x="3520090" y="5244532"/>
                  </a:lnTo>
                  <a:lnTo>
                    <a:pt x="3526317" y="5236053"/>
                  </a:lnTo>
                  <a:lnTo>
                    <a:pt x="3526317" y="5219127"/>
                  </a:lnTo>
                  <a:lnTo>
                    <a:pt x="3520090" y="5210649"/>
                  </a:lnTo>
                  <a:close/>
                </a:path>
                <a:path w="9542780" h="6570345">
                  <a:moveTo>
                    <a:pt x="3520090" y="5255129"/>
                  </a:moveTo>
                  <a:lnTo>
                    <a:pt x="3501129" y="5255129"/>
                  </a:lnTo>
                  <a:lnTo>
                    <a:pt x="3492638" y="5261458"/>
                  </a:lnTo>
                  <a:lnTo>
                    <a:pt x="3492638" y="5282652"/>
                  </a:lnTo>
                  <a:lnTo>
                    <a:pt x="3498865" y="5288982"/>
                  </a:lnTo>
                  <a:lnTo>
                    <a:pt x="3520090" y="5288982"/>
                  </a:lnTo>
                  <a:lnTo>
                    <a:pt x="3526317" y="5280533"/>
                  </a:lnTo>
                  <a:lnTo>
                    <a:pt x="3526317" y="5263577"/>
                  </a:lnTo>
                  <a:lnTo>
                    <a:pt x="3520090" y="5255129"/>
                  </a:lnTo>
                  <a:close/>
                </a:path>
                <a:path w="9542780" h="6570345">
                  <a:moveTo>
                    <a:pt x="3520090" y="5299579"/>
                  </a:moveTo>
                  <a:lnTo>
                    <a:pt x="3501129" y="5299579"/>
                  </a:lnTo>
                  <a:lnTo>
                    <a:pt x="3492638" y="5305936"/>
                  </a:lnTo>
                  <a:lnTo>
                    <a:pt x="3492638" y="5327102"/>
                  </a:lnTo>
                  <a:lnTo>
                    <a:pt x="3498865" y="5333460"/>
                  </a:lnTo>
                  <a:lnTo>
                    <a:pt x="3520090" y="5333460"/>
                  </a:lnTo>
                  <a:lnTo>
                    <a:pt x="3526317" y="5324983"/>
                  </a:lnTo>
                  <a:lnTo>
                    <a:pt x="3526317" y="5308056"/>
                  </a:lnTo>
                  <a:lnTo>
                    <a:pt x="3520090" y="5299579"/>
                  </a:lnTo>
                  <a:close/>
                </a:path>
                <a:path w="9542780" h="6570345">
                  <a:moveTo>
                    <a:pt x="3520090" y="5344057"/>
                  </a:moveTo>
                  <a:lnTo>
                    <a:pt x="3501129" y="5344057"/>
                  </a:lnTo>
                  <a:lnTo>
                    <a:pt x="3492638" y="5350386"/>
                  </a:lnTo>
                  <a:lnTo>
                    <a:pt x="3492638" y="5369460"/>
                  </a:lnTo>
                  <a:lnTo>
                    <a:pt x="3498865" y="5377910"/>
                  </a:lnTo>
                  <a:lnTo>
                    <a:pt x="3509336" y="5377910"/>
                  </a:lnTo>
                  <a:lnTo>
                    <a:pt x="3520090" y="5375790"/>
                  </a:lnTo>
                  <a:lnTo>
                    <a:pt x="3526317" y="5369460"/>
                  </a:lnTo>
                  <a:lnTo>
                    <a:pt x="3526317" y="5352506"/>
                  </a:lnTo>
                  <a:lnTo>
                    <a:pt x="3520090" y="5344057"/>
                  </a:lnTo>
                  <a:close/>
                </a:path>
                <a:path w="9542780" h="6570345">
                  <a:moveTo>
                    <a:pt x="3520090" y="6093578"/>
                  </a:moveTo>
                  <a:lnTo>
                    <a:pt x="3501129" y="6093578"/>
                  </a:lnTo>
                  <a:lnTo>
                    <a:pt x="3492638" y="6099936"/>
                  </a:lnTo>
                  <a:lnTo>
                    <a:pt x="3492638" y="6118983"/>
                  </a:lnTo>
                  <a:lnTo>
                    <a:pt x="3498865" y="6127460"/>
                  </a:lnTo>
                  <a:lnTo>
                    <a:pt x="3520090" y="6127460"/>
                  </a:lnTo>
                  <a:lnTo>
                    <a:pt x="3526317" y="6118983"/>
                  </a:lnTo>
                  <a:lnTo>
                    <a:pt x="3526317" y="6102056"/>
                  </a:lnTo>
                  <a:lnTo>
                    <a:pt x="3520090" y="6093578"/>
                  </a:lnTo>
                  <a:close/>
                </a:path>
                <a:path w="9542780" h="6570345">
                  <a:moveTo>
                    <a:pt x="3520090" y="6138029"/>
                  </a:moveTo>
                  <a:lnTo>
                    <a:pt x="3501129" y="6138029"/>
                  </a:lnTo>
                  <a:lnTo>
                    <a:pt x="3492638" y="6144386"/>
                  </a:lnTo>
                  <a:lnTo>
                    <a:pt x="3492638" y="6163461"/>
                  </a:lnTo>
                  <a:lnTo>
                    <a:pt x="3498865" y="6171910"/>
                  </a:lnTo>
                  <a:lnTo>
                    <a:pt x="3520090" y="6171910"/>
                  </a:lnTo>
                  <a:lnTo>
                    <a:pt x="3526317" y="6163461"/>
                  </a:lnTo>
                  <a:lnTo>
                    <a:pt x="3526317" y="6146506"/>
                  </a:lnTo>
                  <a:lnTo>
                    <a:pt x="3520090" y="6138029"/>
                  </a:lnTo>
                  <a:close/>
                </a:path>
                <a:path w="9542780" h="6570345">
                  <a:moveTo>
                    <a:pt x="3520090" y="6182507"/>
                  </a:moveTo>
                  <a:lnTo>
                    <a:pt x="3501129" y="6182507"/>
                  </a:lnTo>
                  <a:lnTo>
                    <a:pt x="3492638" y="6188864"/>
                  </a:lnTo>
                  <a:lnTo>
                    <a:pt x="3492638" y="6210030"/>
                  </a:lnTo>
                  <a:lnTo>
                    <a:pt x="3498865" y="6216389"/>
                  </a:lnTo>
                  <a:lnTo>
                    <a:pt x="3520090" y="6216389"/>
                  </a:lnTo>
                  <a:lnTo>
                    <a:pt x="3526317" y="6207911"/>
                  </a:lnTo>
                  <a:lnTo>
                    <a:pt x="3526317" y="6190984"/>
                  </a:lnTo>
                  <a:lnTo>
                    <a:pt x="3520090" y="6182507"/>
                  </a:lnTo>
                  <a:close/>
                </a:path>
                <a:path w="9542780" h="6570345">
                  <a:moveTo>
                    <a:pt x="3475658" y="4238792"/>
                  </a:moveTo>
                  <a:lnTo>
                    <a:pt x="3456412" y="4238792"/>
                  </a:lnTo>
                  <a:lnTo>
                    <a:pt x="3447923" y="4245151"/>
                  </a:lnTo>
                  <a:lnTo>
                    <a:pt x="3447923" y="4266316"/>
                  </a:lnTo>
                  <a:lnTo>
                    <a:pt x="3454431" y="4272674"/>
                  </a:lnTo>
                  <a:lnTo>
                    <a:pt x="3475658" y="4272674"/>
                  </a:lnTo>
                  <a:lnTo>
                    <a:pt x="3481884" y="4264225"/>
                  </a:lnTo>
                  <a:lnTo>
                    <a:pt x="3481884" y="4247269"/>
                  </a:lnTo>
                  <a:lnTo>
                    <a:pt x="3475658" y="4238792"/>
                  </a:lnTo>
                  <a:close/>
                </a:path>
                <a:path w="9542780" h="6570345">
                  <a:moveTo>
                    <a:pt x="3475658" y="4283271"/>
                  </a:moveTo>
                  <a:lnTo>
                    <a:pt x="3456412" y="4283271"/>
                  </a:lnTo>
                  <a:lnTo>
                    <a:pt x="3447923" y="4289629"/>
                  </a:lnTo>
                  <a:lnTo>
                    <a:pt x="3447923" y="4308675"/>
                  </a:lnTo>
                  <a:lnTo>
                    <a:pt x="3454431" y="4317152"/>
                  </a:lnTo>
                  <a:lnTo>
                    <a:pt x="3475658" y="4317152"/>
                  </a:lnTo>
                  <a:lnTo>
                    <a:pt x="3481884" y="4308675"/>
                  </a:lnTo>
                  <a:lnTo>
                    <a:pt x="3481884" y="4291749"/>
                  </a:lnTo>
                  <a:lnTo>
                    <a:pt x="3475658" y="4283271"/>
                  </a:lnTo>
                  <a:close/>
                </a:path>
                <a:path w="9542780" h="6570345">
                  <a:moveTo>
                    <a:pt x="3475658" y="4327721"/>
                  </a:moveTo>
                  <a:lnTo>
                    <a:pt x="3456412" y="4327721"/>
                  </a:lnTo>
                  <a:lnTo>
                    <a:pt x="3447923" y="4334079"/>
                  </a:lnTo>
                  <a:lnTo>
                    <a:pt x="3447923" y="4353153"/>
                  </a:lnTo>
                  <a:lnTo>
                    <a:pt x="3454431" y="4361602"/>
                  </a:lnTo>
                  <a:lnTo>
                    <a:pt x="3475658" y="4361602"/>
                  </a:lnTo>
                  <a:lnTo>
                    <a:pt x="3481884" y="4353153"/>
                  </a:lnTo>
                  <a:lnTo>
                    <a:pt x="3481884" y="4336199"/>
                  </a:lnTo>
                  <a:lnTo>
                    <a:pt x="3475658" y="4327721"/>
                  </a:lnTo>
                  <a:close/>
                </a:path>
                <a:path w="9542780" h="6570345">
                  <a:moveTo>
                    <a:pt x="3475658" y="4372199"/>
                  </a:moveTo>
                  <a:lnTo>
                    <a:pt x="3456412" y="4372199"/>
                  </a:lnTo>
                  <a:lnTo>
                    <a:pt x="3447923" y="4378558"/>
                  </a:lnTo>
                  <a:lnTo>
                    <a:pt x="3447923" y="4397603"/>
                  </a:lnTo>
                  <a:lnTo>
                    <a:pt x="3454431" y="4406082"/>
                  </a:lnTo>
                  <a:lnTo>
                    <a:pt x="3464904" y="4406082"/>
                  </a:lnTo>
                  <a:lnTo>
                    <a:pt x="3475658" y="4403962"/>
                  </a:lnTo>
                  <a:lnTo>
                    <a:pt x="3481884" y="4397603"/>
                  </a:lnTo>
                  <a:lnTo>
                    <a:pt x="3481884" y="4380677"/>
                  </a:lnTo>
                  <a:lnTo>
                    <a:pt x="3475658" y="4372199"/>
                  </a:lnTo>
                  <a:close/>
                </a:path>
                <a:path w="9542780" h="6570345">
                  <a:moveTo>
                    <a:pt x="3475658" y="4416649"/>
                  </a:moveTo>
                  <a:lnTo>
                    <a:pt x="3456412" y="4416649"/>
                  </a:lnTo>
                  <a:lnTo>
                    <a:pt x="3447923" y="4423008"/>
                  </a:lnTo>
                  <a:lnTo>
                    <a:pt x="3447923" y="4442054"/>
                  </a:lnTo>
                  <a:lnTo>
                    <a:pt x="3454431" y="4450532"/>
                  </a:lnTo>
                  <a:lnTo>
                    <a:pt x="3464904" y="4450532"/>
                  </a:lnTo>
                  <a:lnTo>
                    <a:pt x="3475658" y="4448412"/>
                  </a:lnTo>
                  <a:lnTo>
                    <a:pt x="3481884" y="4442054"/>
                  </a:lnTo>
                  <a:lnTo>
                    <a:pt x="3481884" y="4425127"/>
                  </a:lnTo>
                  <a:lnTo>
                    <a:pt x="3475658" y="4416649"/>
                  </a:lnTo>
                  <a:close/>
                </a:path>
                <a:path w="9542780" h="6570345">
                  <a:moveTo>
                    <a:pt x="3475658" y="4459009"/>
                  </a:moveTo>
                  <a:lnTo>
                    <a:pt x="3456412" y="4459009"/>
                  </a:lnTo>
                  <a:lnTo>
                    <a:pt x="3447923" y="4465366"/>
                  </a:lnTo>
                  <a:lnTo>
                    <a:pt x="3447923" y="4484413"/>
                  </a:lnTo>
                  <a:lnTo>
                    <a:pt x="3454431" y="4492890"/>
                  </a:lnTo>
                  <a:lnTo>
                    <a:pt x="3475658" y="4492890"/>
                  </a:lnTo>
                  <a:lnTo>
                    <a:pt x="3481884" y="4486532"/>
                  </a:lnTo>
                  <a:lnTo>
                    <a:pt x="3481884" y="4467486"/>
                  </a:lnTo>
                  <a:lnTo>
                    <a:pt x="3475658" y="4459009"/>
                  </a:lnTo>
                  <a:close/>
                </a:path>
                <a:path w="9542780" h="6570345">
                  <a:moveTo>
                    <a:pt x="3475658" y="4503459"/>
                  </a:moveTo>
                  <a:lnTo>
                    <a:pt x="3456412" y="4503459"/>
                  </a:lnTo>
                  <a:lnTo>
                    <a:pt x="3447923" y="4509816"/>
                  </a:lnTo>
                  <a:lnTo>
                    <a:pt x="3447923" y="4528863"/>
                  </a:lnTo>
                  <a:lnTo>
                    <a:pt x="3454431" y="4537341"/>
                  </a:lnTo>
                  <a:lnTo>
                    <a:pt x="3475658" y="4537341"/>
                  </a:lnTo>
                  <a:lnTo>
                    <a:pt x="3481884" y="4530982"/>
                  </a:lnTo>
                  <a:lnTo>
                    <a:pt x="3481884" y="4511936"/>
                  </a:lnTo>
                  <a:lnTo>
                    <a:pt x="3475658" y="4503459"/>
                  </a:lnTo>
                  <a:close/>
                </a:path>
                <a:path w="9542780" h="6570345">
                  <a:moveTo>
                    <a:pt x="3475658" y="4547937"/>
                  </a:moveTo>
                  <a:lnTo>
                    <a:pt x="3456412" y="4547937"/>
                  </a:lnTo>
                  <a:lnTo>
                    <a:pt x="3447923" y="4554296"/>
                  </a:lnTo>
                  <a:lnTo>
                    <a:pt x="3447923" y="4573342"/>
                  </a:lnTo>
                  <a:lnTo>
                    <a:pt x="3454431" y="4581819"/>
                  </a:lnTo>
                  <a:lnTo>
                    <a:pt x="3475658" y="4581819"/>
                  </a:lnTo>
                  <a:lnTo>
                    <a:pt x="3481884" y="4573342"/>
                  </a:lnTo>
                  <a:lnTo>
                    <a:pt x="3481884" y="4556415"/>
                  </a:lnTo>
                  <a:lnTo>
                    <a:pt x="3475658" y="4547937"/>
                  </a:lnTo>
                  <a:close/>
                </a:path>
                <a:path w="9542780" h="6570345">
                  <a:moveTo>
                    <a:pt x="3475658" y="4592388"/>
                  </a:moveTo>
                  <a:lnTo>
                    <a:pt x="3456412" y="4592388"/>
                  </a:lnTo>
                  <a:lnTo>
                    <a:pt x="3447923" y="4598746"/>
                  </a:lnTo>
                  <a:lnTo>
                    <a:pt x="3447923" y="4617792"/>
                  </a:lnTo>
                  <a:lnTo>
                    <a:pt x="3454431" y="4626269"/>
                  </a:lnTo>
                  <a:lnTo>
                    <a:pt x="3475658" y="4626269"/>
                  </a:lnTo>
                  <a:lnTo>
                    <a:pt x="3481884" y="4617792"/>
                  </a:lnTo>
                  <a:lnTo>
                    <a:pt x="3481884" y="4600865"/>
                  </a:lnTo>
                  <a:lnTo>
                    <a:pt x="3475658" y="4592388"/>
                  </a:lnTo>
                  <a:close/>
                </a:path>
                <a:path w="9542780" h="6570345">
                  <a:moveTo>
                    <a:pt x="3475658" y="4636866"/>
                  </a:moveTo>
                  <a:lnTo>
                    <a:pt x="3456412" y="4636866"/>
                  </a:lnTo>
                  <a:lnTo>
                    <a:pt x="3447923" y="4643224"/>
                  </a:lnTo>
                  <a:lnTo>
                    <a:pt x="3447923" y="4662270"/>
                  </a:lnTo>
                  <a:lnTo>
                    <a:pt x="3454431" y="4670748"/>
                  </a:lnTo>
                  <a:lnTo>
                    <a:pt x="3475658" y="4670748"/>
                  </a:lnTo>
                  <a:lnTo>
                    <a:pt x="3481884" y="4662270"/>
                  </a:lnTo>
                  <a:lnTo>
                    <a:pt x="3481884" y="4645343"/>
                  </a:lnTo>
                  <a:lnTo>
                    <a:pt x="3475658" y="4636866"/>
                  </a:lnTo>
                  <a:close/>
                </a:path>
                <a:path w="9542780" h="6570345">
                  <a:moveTo>
                    <a:pt x="3475658" y="4681316"/>
                  </a:moveTo>
                  <a:lnTo>
                    <a:pt x="3456412" y="4681316"/>
                  </a:lnTo>
                  <a:lnTo>
                    <a:pt x="3447923" y="4687675"/>
                  </a:lnTo>
                  <a:lnTo>
                    <a:pt x="3447923" y="4706720"/>
                  </a:lnTo>
                  <a:lnTo>
                    <a:pt x="3454431" y="4715198"/>
                  </a:lnTo>
                  <a:lnTo>
                    <a:pt x="3464904" y="4715198"/>
                  </a:lnTo>
                  <a:lnTo>
                    <a:pt x="3475658" y="4713079"/>
                  </a:lnTo>
                  <a:lnTo>
                    <a:pt x="3481884" y="4706720"/>
                  </a:lnTo>
                  <a:lnTo>
                    <a:pt x="3481884" y="4689793"/>
                  </a:lnTo>
                  <a:lnTo>
                    <a:pt x="3475658" y="4681316"/>
                  </a:lnTo>
                  <a:close/>
                </a:path>
                <a:path w="9542780" h="6570345">
                  <a:moveTo>
                    <a:pt x="3475658" y="4725795"/>
                  </a:moveTo>
                  <a:lnTo>
                    <a:pt x="3456412" y="4725795"/>
                  </a:lnTo>
                  <a:lnTo>
                    <a:pt x="3447923" y="4732153"/>
                  </a:lnTo>
                  <a:lnTo>
                    <a:pt x="3447923" y="4753319"/>
                  </a:lnTo>
                  <a:lnTo>
                    <a:pt x="3454431" y="4759676"/>
                  </a:lnTo>
                  <a:lnTo>
                    <a:pt x="3464904" y="4759676"/>
                  </a:lnTo>
                  <a:lnTo>
                    <a:pt x="3475658" y="4757557"/>
                  </a:lnTo>
                  <a:lnTo>
                    <a:pt x="3481884" y="4751199"/>
                  </a:lnTo>
                  <a:lnTo>
                    <a:pt x="3481884" y="4734245"/>
                  </a:lnTo>
                  <a:lnTo>
                    <a:pt x="3475658" y="4725795"/>
                  </a:lnTo>
                  <a:close/>
                </a:path>
                <a:path w="9542780" h="6570345">
                  <a:moveTo>
                    <a:pt x="3475658" y="4768126"/>
                  </a:moveTo>
                  <a:lnTo>
                    <a:pt x="3456412" y="4768126"/>
                  </a:lnTo>
                  <a:lnTo>
                    <a:pt x="3447923" y="4774483"/>
                  </a:lnTo>
                  <a:lnTo>
                    <a:pt x="3447923" y="4795649"/>
                  </a:lnTo>
                  <a:lnTo>
                    <a:pt x="3454431" y="4802007"/>
                  </a:lnTo>
                  <a:lnTo>
                    <a:pt x="3475658" y="4802007"/>
                  </a:lnTo>
                  <a:lnTo>
                    <a:pt x="3481884" y="4795649"/>
                  </a:lnTo>
                  <a:lnTo>
                    <a:pt x="3481884" y="4776603"/>
                  </a:lnTo>
                  <a:lnTo>
                    <a:pt x="3475658" y="4768126"/>
                  </a:lnTo>
                  <a:close/>
                </a:path>
                <a:path w="9542780" h="6570345">
                  <a:moveTo>
                    <a:pt x="3475658" y="4812604"/>
                  </a:moveTo>
                  <a:lnTo>
                    <a:pt x="3456412" y="4812604"/>
                  </a:lnTo>
                  <a:lnTo>
                    <a:pt x="3447923" y="4818962"/>
                  </a:lnTo>
                  <a:lnTo>
                    <a:pt x="3447923" y="4838009"/>
                  </a:lnTo>
                  <a:lnTo>
                    <a:pt x="3454431" y="4846486"/>
                  </a:lnTo>
                  <a:lnTo>
                    <a:pt x="3475658" y="4846486"/>
                  </a:lnTo>
                  <a:lnTo>
                    <a:pt x="3481884" y="4840127"/>
                  </a:lnTo>
                  <a:lnTo>
                    <a:pt x="3481884" y="4821053"/>
                  </a:lnTo>
                  <a:lnTo>
                    <a:pt x="3475658" y="4812604"/>
                  </a:lnTo>
                  <a:close/>
                </a:path>
                <a:path w="9542780" h="6570345">
                  <a:moveTo>
                    <a:pt x="3475658" y="4857055"/>
                  </a:moveTo>
                  <a:lnTo>
                    <a:pt x="3456412" y="4857055"/>
                  </a:lnTo>
                  <a:lnTo>
                    <a:pt x="3447923" y="4863412"/>
                  </a:lnTo>
                  <a:lnTo>
                    <a:pt x="3447923" y="4882459"/>
                  </a:lnTo>
                  <a:lnTo>
                    <a:pt x="3454431" y="4890936"/>
                  </a:lnTo>
                  <a:lnTo>
                    <a:pt x="3475658" y="4890936"/>
                  </a:lnTo>
                  <a:lnTo>
                    <a:pt x="3481884" y="4882459"/>
                  </a:lnTo>
                  <a:lnTo>
                    <a:pt x="3481884" y="4865532"/>
                  </a:lnTo>
                  <a:lnTo>
                    <a:pt x="3475658" y="4857055"/>
                  </a:lnTo>
                  <a:close/>
                </a:path>
                <a:path w="9542780" h="6570345">
                  <a:moveTo>
                    <a:pt x="3475658" y="4901533"/>
                  </a:moveTo>
                  <a:lnTo>
                    <a:pt x="3456412" y="4901533"/>
                  </a:lnTo>
                  <a:lnTo>
                    <a:pt x="3447923" y="4907890"/>
                  </a:lnTo>
                  <a:lnTo>
                    <a:pt x="3447923" y="4926937"/>
                  </a:lnTo>
                  <a:lnTo>
                    <a:pt x="3454431" y="4935414"/>
                  </a:lnTo>
                  <a:lnTo>
                    <a:pt x="3475658" y="4935414"/>
                  </a:lnTo>
                  <a:lnTo>
                    <a:pt x="3481884" y="4926937"/>
                  </a:lnTo>
                  <a:lnTo>
                    <a:pt x="3481884" y="4909982"/>
                  </a:lnTo>
                  <a:lnTo>
                    <a:pt x="3475658" y="4901533"/>
                  </a:lnTo>
                  <a:close/>
                </a:path>
                <a:path w="9542780" h="6570345">
                  <a:moveTo>
                    <a:pt x="3475658" y="4945983"/>
                  </a:moveTo>
                  <a:lnTo>
                    <a:pt x="3456412" y="4945983"/>
                  </a:lnTo>
                  <a:lnTo>
                    <a:pt x="3447923" y="4952342"/>
                  </a:lnTo>
                  <a:lnTo>
                    <a:pt x="3447923" y="4971387"/>
                  </a:lnTo>
                  <a:lnTo>
                    <a:pt x="3454431" y="4979865"/>
                  </a:lnTo>
                  <a:lnTo>
                    <a:pt x="3475658" y="4979865"/>
                  </a:lnTo>
                  <a:lnTo>
                    <a:pt x="3481884" y="4971387"/>
                  </a:lnTo>
                  <a:lnTo>
                    <a:pt x="3481884" y="4954460"/>
                  </a:lnTo>
                  <a:lnTo>
                    <a:pt x="3475658" y="4945983"/>
                  </a:lnTo>
                  <a:close/>
                </a:path>
                <a:path w="9542780" h="6570345">
                  <a:moveTo>
                    <a:pt x="3475658" y="4990462"/>
                  </a:moveTo>
                  <a:lnTo>
                    <a:pt x="3456412" y="4990462"/>
                  </a:lnTo>
                  <a:lnTo>
                    <a:pt x="3447923" y="4996792"/>
                  </a:lnTo>
                  <a:lnTo>
                    <a:pt x="3447923" y="5015866"/>
                  </a:lnTo>
                  <a:lnTo>
                    <a:pt x="3454431" y="5024343"/>
                  </a:lnTo>
                  <a:lnTo>
                    <a:pt x="3475658" y="5024343"/>
                  </a:lnTo>
                  <a:lnTo>
                    <a:pt x="3481884" y="5015866"/>
                  </a:lnTo>
                  <a:lnTo>
                    <a:pt x="3481884" y="4998910"/>
                  </a:lnTo>
                  <a:lnTo>
                    <a:pt x="3475658" y="4990462"/>
                  </a:lnTo>
                  <a:close/>
                </a:path>
                <a:path w="9542780" h="6570345">
                  <a:moveTo>
                    <a:pt x="3475658" y="5034912"/>
                  </a:moveTo>
                  <a:lnTo>
                    <a:pt x="3456412" y="5034912"/>
                  </a:lnTo>
                  <a:lnTo>
                    <a:pt x="3447923" y="5041270"/>
                  </a:lnTo>
                  <a:lnTo>
                    <a:pt x="3447923" y="5060316"/>
                  </a:lnTo>
                  <a:lnTo>
                    <a:pt x="3454431" y="5068793"/>
                  </a:lnTo>
                  <a:lnTo>
                    <a:pt x="3464904" y="5068793"/>
                  </a:lnTo>
                  <a:lnTo>
                    <a:pt x="3475658" y="5066673"/>
                  </a:lnTo>
                  <a:lnTo>
                    <a:pt x="3481884" y="5060316"/>
                  </a:lnTo>
                  <a:lnTo>
                    <a:pt x="3481884" y="5043389"/>
                  </a:lnTo>
                  <a:lnTo>
                    <a:pt x="3475658" y="5034912"/>
                  </a:lnTo>
                  <a:close/>
                </a:path>
                <a:path w="9542780" h="6570345">
                  <a:moveTo>
                    <a:pt x="3475658" y="5077270"/>
                  </a:moveTo>
                  <a:lnTo>
                    <a:pt x="3456412" y="5077270"/>
                  </a:lnTo>
                  <a:lnTo>
                    <a:pt x="3447923" y="5083629"/>
                  </a:lnTo>
                  <a:lnTo>
                    <a:pt x="3447923" y="5102675"/>
                  </a:lnTo>
                  <a:lnTo>
                    <a:pt x="3454431" y="5111153"/>
                  </a:lnTo>
                  <a:lnTo>
                    <a:pt x="3475658" y="5111153"/>
                  </a:lnTo>
                  <a:lnTo>
                    <a:pt x="3481884" y="5104794"/>
                  </a:lnTo>
                  <a:lnTo>
                    <a:pt x="3481884" y="5085720"/>
                  </a:lnTo>
                  <a:lnTo>
                    <a:pt x="3475658" y="5077270"/>
                  </a:lnTo>
                  <a:close/>
                </a:path>
                <a:path w="9542780" h="6570345">
                  <a:moveTo>
                    <a:pt x="3475658" y="5121722"/>
                  </a:moveTo>
                  <a:lnTo>
                    <a:pt x="3456412" y="5121722"/>
                  </a:lnTo>
                  <a:lnTo>
                    <a:pt x="3447923" y="5128079"/>
                  </a:lnTo>
                  <a:lnTo>
                    <a:pt x="3447923" y="5147125"/>
                  </a:lnTo>
                  <a:lnTo>
                    <a:pt x="3454431" y="5155603"/>
                  </a:lnTo>
                  <a:lnTo>
                    <a:pt x="3475658" y="5155603"/>
                  </a:lnTo>
                  <a:lnTo>
                    <a:pt x="3481884" y="5149245"/>
                  </a:lnTo>
                  <a:lnTo>
                    <a:pt x="3481884" y="5130199"/>
                  </a:lnTo>
                  <a:lnTo>
                    <a:pt x="3475658" y="5121722"/>
                  </a:lnTo>
                  <a:close/>
                </a:path>
                <a:path w="9542780" h="6570345">
                  <a:moveTo>
                    <a:pt x="3475658" y="5166199"/>
                  </a:moveTo>
                  <a:lnTo>
                    <a:pt x="3456412" y="5166199"/>
                  </a:lnTo>
                  <a:lnTo>
                    <a:pt x="3447923" y="5172529"/>
                  </a:lnTo>
                  <a:lnTo>
                    <a:pt x="3447923" y="5191603"/>
                  </a:lnTo>
                  <a:lnTo>
                    <a:pt x="3454431" y="5200081"/>
                  </a:lnTo>
                  <a:lnTo>
                    <a:pt x="3475658" y="5200081"/>
                  </a:lnTo>
                  <a:lnTo>
                    <a:pt x="3481884" y="5191603"/>
                  </a:lnTo>
                  <a:lnTo>
                    <a:pt x="3481884" y="5174649"/>
                  </a:lnTo>
                  <a:lnTo>
                    <a:pt x="3475658" y="5166199"/>
                  </a:lnTo>
                  <a:close/>
                </a:path>
                <a:path w="9542780" h="6570345">
                  <a:moveTo>
                    <a:pt x="3475658" y="5210649"/>
                  </a:moveTo>
                  <a:lnTo>
                    <a:pt x="3456412" y="5210649"/>
                  </a:lnTo>
                  <a:lnTo>
                    <a:pt x="3447923" y="5217007"/>
                  </a:lnTo>
                  <a:lnTo>
                    <a:pt x="3447923" y="5236053"/>
                  </a:lnTo>
                  <a:lnTo>
                    <a:pt x="3454431" y="5244532"/>
                  </a:lnTo>
                  <a:lnTo>
                    <a:pt x="3475658" y="5244532"/>
                  </a:lnTo>
                  <a:lnTo>
                    <a:pt x="3481884" y="5236053"/>
                  </a:lnTo>
                  <a:lnTo>
                    <a:pt x="3481884" y="5219127"/>
                  </a:lnTo>
                  <a:lnTo>
                    <a:pt x="3475658" y="5210649"/>
                  </a:lnTo>
                  <a:close/>
                </a:path>
                <a:path w="9542780" h="6570345">
                  <a:moveTo>
                    <a:pt x="3475658" y="5255129"/>
                  </a:moveTo>
                  <a:lnTo>
                    <a:pt x="3456412" y="5255129"/>
                  </a:lnTo>
                  <a:lnTo>
                    <a:pt x="3447923" y="5261458"/>
                  </a:lnTo>
                  <a:lnTo>
                    <a:pt x="3447923" y="5282652"/>
                  </a:lnTo>
                  <a:lnTo>
                    <a:pt x="3454431" y="5288982"/>
                  </a:lnTo>
                  <a:lnTo>
                    <a:pt x="3475658" y="5288982"/>
                  </a:lnTo>
                  <a:lnTo>
                    <a:pt x="3481884" y="5280533"/>
                  </a:lnTo>
                  <a:lnTo>
                    <a:pt x="3481884" y="5263577"/>
                  </a:lnTo>
                  <a:lnTo>
                    <a:pt x="3475658" y="5255129"/>
                  </a:lnTo>
                  <a:close/>
                </a:path>
                <a:path w="9542780" h="6570345">
                  <a:moveTo>
                    <a:pt x="3475658" y="5299579"/>
                  </a:moveTo>
                  <a:lnTo>
                    <a:pt x="3456412" y="5299579"/>
                  </a:lnTo>
                  <a:lnTo>
                    <a:pt x="3447923" y="5305936"/>
                  </a:lnTo>
                  <a:lnTo>
                    <a:pt x="3447923" y="5327102"/>
                  </a:lnTo>
                  <a:lnTo>
                    <a:pt x="3454431" y="5333460"/>
                  </a:lnTo>
                  <a:lnTo>
                    <a:pt x="3475658" y="5333460"/>
                  </a:lnTo>
                  <a:lnTo>
                    <a:pt x="3481884" y="5324983"/>
                  </a:lnTo>
                  <a:lnTo>
                    <a:pt x="3481884" y="5308056"/>
                  </a:lnTo>
                  <a:lnTo>
                    <a:pt x="3475658" y="5299579"/>
                  </a:lnTo>
                  <a:close/>
                </a:path>
                <a:path w="9542780" h="6570345">
                  <a:moveTo>
                    <a:pt x="3475658" y="6049100"/>
                  </a:moveTo>
                  <a:lnTo>
                    <a:pt x="3456412" y="6049100"/>
                  </a:lnTo>
                  <a:lnTo>
                    <a:pt x="3447923" y="6055457"/>
                  </a:lnTo>
                  <a:lnTo>
                    <a:pt x="3447923" y="6074533"/>
                  </a:lnTo>
                  <a:lnTo>
                    <a:pt x="3454431" y="6082982"/>
                  </a:lnTo>
                  <a:lnTo>
                    <a:pt x="3475658" y="6082982"/>
                  </a:lnTo>
                  <a:lnTo>
                    <a:pt x="3481884" y="6076623"/>
                  </a:lnTo>
                  <a:lnTo>
                    <a:pt x="3481884" y="6057577"/>
                  </a:lnTo>
                  <a:lnTo>
                    <a:pt x="3475658" y="6049100"/>
                  </a:lnTo>
                  <a:close/>
                </a:path>
                <a:path w="9542780" h="6570345">
                  <a:moveTo>
                    <a:pt x="3475658" y="6093578"/>
                  </a:moveTo>
                  <a:lnTo>
                    <a:pt x="3456412" y="6093578"/>
                  </a:lnTo>
                  <a:lnTo>
                    <a:pt x="3447923" y="6099936"/>
                  </a:lnTo>
                  <a:lnTo>
                    <a:pt x="3447923" y="6118983"/>
                  </a:lnTo>
                  <a:lnTo>
                    <a:pt x="3454431" y="6127460"/>
                  </a:lnTo>
                  <a:lnTo>
                    <a:pt x="3475658" y="6127460"/>
                  </a:lnTo>
                  <a:lnTo>
                    <a:pt x="3481884" y="6118983"/>
                  </a:lnTo>
                  <a:lnTo>
                    <a:pt x="3481884" y="6102056"/>
                  </a:lnTo>
                  <a:lnTo>
                    <a:pt x="3475658" y="6093578"/>
                  </a:lnTo>
                  <a:close/>
                </a:path>
                <a:path w="9542780" h="6570345">
                  <a:moveTo>
                    <a:pt x="3475658" y="6138029"/>
                  </a:moveTo>
                  <a:lnTo>
                    <a:pt x="3456412" y="6138029"/>
                  </a:lnTo>
                  <a:lnTo>
                    <a:pt x="3447923" y="6144386"/>
                  </a:lnTo>
                  <a:lnTo>
                    <a:pt x="3447923" y="6163461"/>
                  </a:lnTo>
                  <a:lnTo>
                    <a:pt x="3454431" y="6171910"/>
                  </a:lnTo>
                  <a:lnTo>
                    <a:pt x="3475658" y="6171910"/>
                  </a:lnTo>
                  <a:lnTo>
                    <a:pt x="3481884" y="6163461"/>
                  </a:lnTo>
                  <a:lnTo>
                    <a:pt x="3481884" y="6146506"/>
                  </a:lnTo>
                  <a:lnTo>
                    <a:pt x="3475658" y="6138029"/>
                  </a:lnTo>
                  <a:close/>
                </a:path>
                <a:path w="9542780" h="6570345">
                  <a:moveTo>
                    <a:pt x="3433206" y="4238792"/>
                  </a:moveTo>
                  <a:lnTo>
                    <a:pt x="3413961" y="4238792"/>
                  </a:lnTo>
                  <a:lnTo>
                    <a:pt x="3405471" y="4245151"/>
                  </a:lnTo>
                  <a:lnTo>
                    <a:pt x="3405471" y="4266316"/>
                  </a:lnTo>
                  <a:lnTo>
                    <a:pt x="3411980" y="4272674"/>
                  </a:lnTo>
                  <a:lnTo>
                    <a:pt x="3430941" y="4272674"/>
                  </a:lnTo>
                  <a:lnTo>
                    <a:pt x="3439433" y="4264225"/>
                  </a:lnTo>
                  <a:lnTo>
                    <a:pt x="3439433" y="4247269"/>
                  </a:lnTo>
                  <a:lnTo>
                    <a:pt x="3433206" y="4238792"/>
                  </a:lnTo>
                  <a:close/>
                </a:path>
                <a:path w="9542780" h="6570345">
                  <a:moveTo>
                    <a:pt x="3433206" y="4283271"/>
                  </a:moveTo>
                  <a:lnTo>
                    <a:pt x="3413961" y="4283271"/>
                  </a:lnTo>
                  <a:lnTo>
                    <a:pt x="3405471" y="4289629"/>
                  </a:lnTo>
                  <a:lnTo>
                    <a:pt x="3405471" y="4308675"/>
                  </a:lnTo>
                  <a:lnTo>
                    <a:pt x="3411980" y="4317152"/>
                  </a:lnTo>
                  <a:lnTo>
                    <a:pt x="3430941" y="4317152"/>
                  </a:lnTo>
                  <a:lnTo>
                    <a:pt x="3439433" y="4308675"/>
                  </a:lnTo>
                  <a:lnTo>
                    <a:pt x="3439433" y="4291749"/>
                  </a:lnTo>
                  <a:lnTo>
                    <a:pt x="3433206" y="4283271"/>
                  </a:lnTo>
                  <a:close/>
                </a:path>
                <a:path w="9542780" h="6570345">
                  <a:moveTo>
                    <a:pt x="3433206" y="4327721"/>
                  </a:moveTo>
                  <a:lnTo>
                    <a:pt x="3413961" y="4327721"/>
                  </a:lnTo>
                  <a:lnTo>
                    <a:pt x="3405471" y="4334079"/>
                  </a:lnTo>
                  <a:lnTo>
                    <a:pt x="3405471" y="4353153"/>
                  </a:lnTo>
                  <a:lnTo>
                    <a:pt x="3411980" y="4361602"/>
                  </a:lnTo>
                  <a:lnTo>
                    <a:pt x="3430941" y="4361602"/>
                  </a:lnTo>
                  <a:lnTo>
                    <a:pt x="3439433" y="4353153"/>
                  </a:lnTo>
                  <a:lnTo>
                    <a:pt x="3439433" y="4336199"/>
                  </a:lnTo>
                  <a:lnTo>
                    <a:pt x="3433206" y="4327721"/>
                  </a:lnTo>
                  <a:close/>
                </a:path>
                <a:path w="9542780" h="6570345">
                  <a:moveTo>
                    <a:pt x="3433206" y="4372199"/>
                  </a:moveTo>
                  <a:lnTo>
                    <a:pt x="3413961" y="4372199"/>
                  </a:lnTo>
                  <a:lnTo>
                    <a:pt x="3405471" y="4378558"/>
                  </a:lnTo>
                  <a:lnTo>
                    <a:pt x="3405471" y="4397603"/>
                  </a:lnTo>
                  <a:lnTo>
                    <a:pt x="3411980" y="4406082"/>
                  </a:lnTo>
                  <a:lnTo>
                    <a:pt x="3422451" y="4406082"/>
                  </a:lnTo>
                  <a:lnTo>
                    <a:pt x="3430941" y="4403962"/>
                  </a:lnTo>
                  <a:lnTo>
                    <a:pt x="3439433" y="4397603"/>
                  </a:lnTo>
                  <a:lnTo>
                    <a:pt x="3439433" y="4380677"/>
                  </a:lnTo>
                  <a:lnTo>
                    <a:pt x="3433206" y="4372199"/>
                  </a:lnTo>
                  <a:close/>
                </a:path>
                <a:path w="9542780" h="6570345">
                  <a:moveTo>
                    <a:pt x="3433206" y="4416649"/>
                  </a:moveTo>
                  <a:lnTo>
                    <a:pt x="3413961" y="4416649"/>
                  </a:lnTo>
                  <a:lnTo>
                    <a:pt x="3405471" y="4423008"/>
                  </a:lnTo>
                  <a:lnTo>
                    <a:pt x="3405471" y="4442054"/>
                  </a:lnTo>
                  <a:lnTo>
                    <a:pt x="3411980" y="4450532"/>
                  </a:lnTo>
                  <a:lnTo>
                    <a:pt x="3422451" y="4450532"/>
                  </a:lnTo>
                  <a:lnTo>
                    <a:pt x="3430941" y="4448412"/>
                  </a:lnTo>
                  <a:lnTo>
                    <a:pt x="3439433" y="4442054"/>
                  </a:lnTo>
                  <a:lnTo>
                    <a:pt x="3439433" y="4425127"/>
                  </a:lnTo>
                  <a:lnTo>
                    <a:pt x="3433206" y="4416649"/>
                  </a:lnTo>
                  <a:close/>
                </a:path>
                <a:path w="9542780" h="6570345">
                  <a:moveTo>
                    <a:pt x="3433206" y="4459009"/>
                  </a:moveTo>
                  <a:lnTo>
                    <a:pt x="3413961" y="4459009"/>
                  </a:lnTo>
                  <a:lnTo>
                    <a:pt x="3405471" y="4465366"/>
                  </a:lnTo>
                  <a:lnTo>
                    <a:pt x="3405471" y="4484413"/>
                  </a:lnTo>
                  <a:lnTo>
                    <a:pt x="3411980" y="4492890"/>
                  </a:lnTo>
                  <a:lnTo>
                    <a:pt x="3430941" y="4492890"/>
                  </a:lnTo>
                  <a:lnTo>
                    <a:pt x="3439433" y="4486532"/>
                  </a:lnTo>
                  <a:lnTo>
                    <a:pt x="3439433" y="4467486"/>
                  </a:lnTo>
                  <a:lnTo>
                    <a:pt x="3433206" y="4459009"/>
                  </a:lnTo>
                  <a:close/>
                </a:path>
                <a:path w="9542780" h="6570345">
                  <a:moveTo>
                    <a:pt x="3433206" y="4503459"/>
                  </a:moveTo>
                  <a:lnTo>
                    <a:pt x="3413961" y="4503459"/>
                  </a:lnTo>
                  <a:lnTo>
                    <a:pt x="3405471" y="4509816"/>
                  </a:lnTo>
                  <a:lnTo>
                    <a:pt x="3405471" y="4528863"/>
                  </a:lnTo>
                  <a:lnTo>
                    <a:pt x="3411980" y="4537341"/>
                  </a:lnTo>
                  <a:lnTo>
                    <a:pt x="3430941" y="4537341"/>
                  </a:lnTo>
                  <a:lnTo>
                    <a:pt x="3439433" y="4530982"/>
                  </a:lnTo>
                  <a:lnTo>
                    <a:pt x="3439433" y="4511936"/>
                  </a:lnTo>
                  <a:lnTo>
                    <a:pt x="3433206" y="4503459"/>
                  </a:lnTo>
                  <a:close/>
                </a:path>
                <a:path w="9542780" h="6570345">
                  <a:moveTo>
                    <a:pt x="3433206" y="4547937"/>
                  </a:moveTo>
                  <a:lnTo>
                    <a:pt x="3413961" y="4547937"/>
                  </a:lnTo>
                  <a:lnTo>
                    <a:pt x="3405471" y="4554296"/>
                  </a:lnTo>
                  <a:lnTo>
                    <a:pt x="3405471" y="4573342"/>
                  </a:lnTo>
                  <a:lnTo>
                    <a:pt x="3411980" y="4581819"/>
                  </a:lnTo>
                  <a:lnTo>
                    <a:pt x="3430941" y="4581819"/>
                  </a:lnTo>
                  <a:lnTo>
                    <a:pt x="3439433" y="4573342"/>
                  </a:lnTo>
                  <a:lnTo>
                    <a:pt x="3439433" y="4556415"/>
                  </a:lnTo>
                  <a:lnTo>
                    <a:pt x="3433206" y="4547937"/>
                  </a:lnTo>
                  <a:close/>
                </a:path>
                <a:path w="9542780" h="6570345">
                  <a:moveTo>
                    <a:pt x="3433206" y="4592388"/>
                  </a:moveTo>
                  <a:lnTo>
                    <a:pt x="3413961" y="4592388"/>
                  </a:lnTo>
                  <a:lnTo>
                    <a:pt x="3405471" y="4598746"/>
                  </a:lnTo>
                  <a:lnTo>
                    <a:pt x="3405471" y="4617792"/>
                  </a:lnTo>
                  <a:lnTo>
                    <a:pt x="3411980" y="4626269"/>
                  </a:lnTo>
                  <a:lnTo>
                    <a:pt x="3430941" y="4626269"/>
                  </a:lnTo>
                  <a:lnTo>
                    <a:pt x="3439433" y="4617792"/>
                  </a:lnTo>
                  <a:lnTo>
                    <a:pt x="3439433" y="4600865"/>
                  </a:lnTo>
                  <a:lnTo>
                    <a:pt x="3433206" y="4592388"/>
                  </a:lnTo>
                  <a:close/>
                </a:path>
                <a:path w="9542780" h="6570345">
                  <a:moveTo>
                    <a:pt x="3433206" y="4636866"/>
                  </a:moveTo>
                  <a:lnTo>
                    <a:pt x="3413961" y="4636866"/>
                  </a:lnTo>
                  <a:lnTo>
                    <a:pt x="3405471" y="4643224"/>
                  </a:lnTo>
                  <a:lnTo>
                    <a:pt x="3405471" y="4662270"/>
                  </a:lnTo>
                  <a:lnTo>
                    <a:pt x="3411980" y="4670748"/>
                  </a:lnTo>
                  <a:lnTo>
                    <a:pt x="3430941" y="4670748"/>
                  </a:lnTo>
                  <a:lnTo>
                    <a:pt x="3439433" y="4662270"/>
                  </a:lnTo>
                  <a:lnTo>
                    <a:pt x="3439433" y="4645343"/>
                  </a:lnTo>
                  <a:lnTo>
                    <a:pt x="3433206" y="4636866"/>
                  </a:lnTo>
                  <a:close/>
                </a:path>
                <a:path w="9542780" h="6570345">
                  <a:moveTo>
                    <a:pt x="3433206" y="4681316"/>
                  </a:moveTo>
                  <a:lnTo>
                    <a:pt x="3413961" y="4681316"/>
                  </a:lnTo>
                  <a:lnTo>
                    <a:pt x="3405471" y="4687675"/>
                  </a:lnTo>
                  <a:lnTo>
                    <a:pt x="3405471" y="4706720"/>
                  </a:lnTo>
                  <a:lnTo>
                    <a:pt x="3411980" y="4715198"/>
                  </a:lnTo>
                  <a:lnTo>
                    <a:pt x="3422451" y="4715198"/>
                  </a:lnTo>
                  <a:lnTo>
                    <a:pt x="3430941" y="4713079"/>
                  </a:lnTo>
                  <a:lnTo>
                    <a:pt x="3439433" y="4706720"/>
                  </a:lnTo>
                  <a:lnTo>
                    <a:pt x="3439433" y="4689793"/>
                  </a:lnTo>
                  <a:lnTo>
                    <a:pt x="3433206" y="4681316"/>
                  </a:lnTo>
                  <a:close/>
                </a:path>
                <a:path w="9542780" h="6570345">
                  <a:moveTo>
                    <a:pt x="3433206" y="4725795"/>
                  </a:moveTo>
                  <a:lnTo>
                    <a:pt x="3413961" y="4725795"/>
                  </a:lnTo>
                  <a:lnTo>
                    <a:pt x="3405471" y="4732153"/>
                  </a:lnTo>
                  <a:lnTo>
                    <a:pt x="3405471" y="4753319"/>
                  </a:lnTo>
                  <a:lnTo>
                    <a:pt x="3411980" y="4759676"/>
                  </a:lnTo>
                  <a:lnTo>
                    <a:pt x="3422451" y="4759676"/>
                  </a:lnTo>
                  <a:lnTo>
                    <a:pt x="3430941" y="4757557"/>
                  </a:lnTo>
                  <a:lnTo>
                    <a:pt x="3439433" y="4751199"/>
                  </a:lnTo>
                  <a:lnTo>
                    <a:pt x="3439433" y="4734245"/>
                  </a:lnTo>
                  <a:lnTo>
                    <a:pt x="3433206" y="4725795"/>
                  </a:lnTo>
                  <a:close/>
                </a:path>
                <a:path w="9542780" h="6570345">
                  <a:moveTo>
                    <a:pt x="3433206" y="4768126"/>
                  </a:moveTo>
                  <a:lnTo>
                    <a:pt x="3413961" y="4768126"/>
                  </a:lnTo>
                  <a:lnTo>
                    <a:pt x="3405471" y="4774483"/>
                  </a:lnTo>
                  <a:lnTo>
                    <a:pt x="3405471" y="4795649"/>
                  </a:lnTo>
                  <a:lnTo>
                    <a:pt x="3411980" y="4802007"/>
                  </a:lnTo>
                  <a:lnTo>
                    <a:pt x="3430941" y="4802007"/>
                  </a:lnTo>
                  <a:lnTo>
                    <a:pt x="3439433" y="4795649"/>
                  </a:lnTo>
                  <a:lnTo>
                    <a:pt x="3439433" y="4776603"/>
                  </a:lnTo>
                  <a:lnTo>
                    <a:pt x="3433206" y="4768126"/>
                  </a:lnTo>
                  <a:close/>
                </a:path>
                <a:path w="9542780" h="6570345">
                  <a:moveTo>
                    <a:pt x="3433206" y="4812604"/>
                  </a:moveTo>
                  <a:lnTo>
                    <a:pt x="3413961" y="4812604"/>
                  </a:lnTo>
                  <a:lnTo>
                    <a:pt x="3405471" y="4818962"/>
                  </a:lnTo>
                  <a:lnTo>
                    <a:pt x="3405471" y="4838009"/>
                  </a:lnTo>
                  <a:lnTo>
                    <a:pt x="3411980" y="4846486"/>
                  </a:lnTo>
                  <a:lnTo>
                    <a:pt x="3430941" y="4846486"/>
                  </a:lnTo>
                  <a:lnTo>
                    <a:pt x="3439433" y="4840127"/>
                  </a:lnTo>
                  <a:lnTo>
                    <a:pt x="3439433" y="4821053"/>
                  </a:lnTo>
                  <a:lnTo>
                    <a:pt x="3433206" y="4812604"/>
                  </a:lnTo>
                  <a:close/>
                </a:path>
                <a:path w="9542780" h="6570345">
                  <a:moveTo>
                    <a:pt x="3433206" y="4857055"/>
                  </a:moveTo>
                  <a:lnTo>
                    <a:pt x="3413961" y="4857055"/>
                  </a:lnTo>
                  <a:lnTo>
                    <a:pt x="3405471" y="4863412"/>
                  </a:lnTo>
                  <a:lnTo>
                    <a:pt x="3405471" y="4882459"/>
                  </a:lnTo>
                  <a:lnTo>
                    <a:pt x="3411980" y="4890936"/>
                  </a:lnTo>
                  <a:lnTo>
                    <a:pt x="3430941" y="4890936"/>
                  </a:lnTo>
                  <a:lnTo>
                    <a:pt x="3439433" y="4882459"/>
                  </a:lnTo>
                  <a:lnTo>
                    <a:pt x="3439433" y="4865532"/>
                  </a:lnTo>
                  <a:lnTo>
                    <a:pt x="3433206" y="4857055"/>
                  </a:lnTo>
                  <a:close/>
                </a:path>
                <a:path w="9542780" h="6570345">
                  <a:moveTo>
                    <a:pt x="3433206" y="4901533"/>
                  </a:moveTo>
                  <a:lnTo>
                    <a:pt x="3413961" y="4901533"/>
                  </a:lnTo>
                  <a:lnTo>
                    <a:pt x="3405471" y="4907890"/>
                  </a:lnTo>
                  <a:lnTo>
                    <a:pt x="3405471" y="4926937"/>
                  </a:lnTo>
                  <a:lnTo>
                    <a:pt x="3411980" y="4935414"/>
                  </a:lnTo>
                  <a:lnTo>
                    <a:pt x="3430941" y="4935414"/>
                  </a:lnTo>
                  <a:lnTo>
                    <a:pt x="3439433" y="4926937"/>
                  </a:lnTo>
                  <a:lnTo>
                    <a:pt x="3439433" y="4909982"/>
                  </a:lnTo>
                  <a:lnTo>
                    <a:pt x="3433206" y="4901533"/>
                  </a:lnTo>
                  <a:close/>
                </a:path>
                <a:path w="9542780" h="6570345">
                  <a:moveTo>
                    <a:pt x="3433206" y="4945983"/>
                  </a:moveTo>
                  <a:lnTo>
                    <a:pt x="3413961" y="4945983"/>
                  </a:lnTo>
                  <a:lnTo>
                    <a:pt x="3405471" y="4952342"/>
                  </a:lnTo>
                  <a:lnTo>
                    <a:pt x="3405471" y="4971387"/>
                  </a:lnTo>
                  <a:lnTo>
                    <a:pt x="3411980" y="4979865"/>
                  </a:lnTo>
                  <a:lnTo>
                    <a:pt x="3430941" y="4979865"/>
                  </a:lnTo>
                  <a:lnTo>
                    <a:pt x="3439433" y="4971387"/>
                  </a:lnTo>
                  <a:lnTo>
                    <a:pt x="3439433" y="4954460"/>
                  </a:lnTo>
                  <a:lnTo>
                    <a:pt x="3433206" y="4945983"/>
                  </a:lnTo>
                  <a:close/>
                </a:path>
                <a:path w="9542780" h="6570345">
                  <a:moveTo>
                    <a:pt x="3433206" y="4990462"/>
                  </a:moveTo>
                  <a:lnTo>
                    <a:pt x="3413961" y="4990462"/>
                  </a:lnTo>
                  <a:lnTo>
                    <a:pt x="3405471" y="4996792"/>
                  </a:lnTo>
                  <a:lnTo>
                    <a:pt x="3405471" y="5015866"/>
                  </a:lnTo>
                  <a:lnTo>
                    <a:pt x="3411980" y="5024343"/>
                  </a:lnTo>
                  <a:lnTo>
                    <a:pt x="3430941" y="5024343"/>
                  </a:lnTo>
                  <a:lnTo>
                    <a:pt x="3439433" y="5015866"/>
                  </a:lnTo>
                  <a:lnTo>
                    <a:pt x="3439433" y="4998910"/>
                  </a:lnTo>
                  <a:lnTo>
                    <a:pt x="3433206" y="4990462"/>
                  </a:lnTo>
                  <a:close/>
                </a:path>
                <a:path w="9542780" h="6570345">
                  <a:moveTo>
                    <a:pt x="3433206" y="5034912"/>
                  </a:moveTo>
                  <a:lnTo>
                    <a:pt x="3413961" y="5034912"/>
                  </a:lnTo>
                  <a:lnTo>
                    <a:pt x="3405471" y="5041270"/>
                  </a:lnTo>
                  <a:lnTo>
                    <a:pt x="3405471" y="5060316"/>
                  </a:lnTo>
                  <a:lnTo>
                    <a:pt x="3411980" y="5068793"/>
                  </a:lnTo>
                  <a:lnTo>
                    <a:pt x="3422451" y="5068793"/>
                  </a:lnTo>
                  <a:lnTo>
                    <a:pt x="3430941" y="5066673"/>
                  </a:lnTo>
                  <a:lnTo>
                    <a:pt x="3439433" y="5060316"/>
                  </a:lnTo>
                  <a:lnTo>
                    <a:pt x="3439433" y="5043389"/>
                  </a:lnTo>
                  <a:lnTo>
                    <a:pt x="3433206" y="5034912"/>
                  </a:lnTo>
                  <a:close/>
                </a:path>
                <a:path w="9542780" h="6570345">
                  <a:moveTo>
                    <a:pt x="3433206" y="5077270"/>
                  </a:moveTo>
                  <a:lnTo>
                    <a:pt x="3413961" y="5077270"/>
                  </a:lnTo>
                  <a:lnTo>
                    <a:pt x="3405471" y="5083629"/>
                  </a:lnTo>
                  <a:lnTo>
                    <a:pt x="3405471" y="5102675"/>
                  </a:lnTo>
                  <a:lnTo>
                    <a:pt x="3411980" y="5111153"/>
                  </a:lnTo>
                  <a:lnTo>
                    <a:pt x="3430941" y="5111153"/>
                  </a:lnTo>
                  <a:lnTo>
                    <a:pt x="3439433" y="5104794"/>
                  </a:lnTo>
                  <a:lnTo>
                    <a:pt x="3439433" y="5085720"/>
                  </a:lnTo>
                  <a:lnTo>
                    <a:pt x="3433206" y="5077270"/>
                  </a:lnTo>
                  <a:close/>
                </a:path>
                <a:path w="9542780" h="6570345">
                  <a:moveTo>
                    <a:pt x="3433206" y="5121722"/>
                  </a:moveTo>
                  <a:lnTo>
                    <a:pt x="3413961" y="5121722"/>
                  </a:lnTo>
                  <a:lnTo>
                    <a:pt x="3405471" y="5128079"/>
                  </a:lnTo>
                  <a:lnTo>
                    <a:pt x="3405471" y="5147125"/>
                  </a:lnTo>
                  <a:lnTo>
                    <a:pt x="3411980" y="5155603"/>
                  </a:lnTo>
                  <a:lnTo>
                    <a:pt x="3430941" y="5155603"/>
                  </a:lnTo>
                  <a:lnTo>
                    <a:pt x="3439433" y="5149245"/>
                  </a:lnTo>
                  <a:lnTo>
                    <a:pt x="3439433" y="5130199"/>
                  </a:lnTo>
                  <a:lnTo>
                    <a:pt x="3433206" y="5121722"/>
                  </a:lnTo>
                  <a:close/>
                </a:path>
                <a:path w="9542780" h="6570345">
                  <a:moveTo>
                    <a:pt x="3433206" y="5166199"/>
                  </a:moveTo>
                  <a:lnTo>
                    <a:pt x="3413961" y="5166199"/>
                  </a:lnTo>
                  <a:lnTo>
                    <a:pt x="3405471" y="5172529"/>
                  </a:lnTo>
                  <a:lnTo>
                    <a:pt x="3405471" y="5191603"/>
                  </a:lnTo>
                  <a:lnTo>
                    <a:pt x="3411980" y="5200081"/>
                  </a:lnTo>
                  <a:lnTo>
                    <a:pt x="3430941" y="5200081"/>
                  </a:lnTo>
                  <a:lnTo>
                    <a:pt x="3439433" y="5191603"/>
                  </a:lnTo>
                  <a:lnTo>
                    <a:pt x="3439433" y="5174649"/>
                  </a:lnTo>
                  <a:lnTo>
                    <a:pt x="3433206" y="5166199"/>
                  </a:lnTo>
                  <a:close/>
                </a:path>
                <a:path w="9542780" h="6570345">
                  <a:moveTo>
                    <a:pt x="3433206" y="5210649"/>
                  </a:moveTo>
                  <a:lnTo>
                    <a:pt x="3413961" y="5210649"/>
                  </a:lnTo>
                  <a:lnTo>
                    <a:pt x="3405471" y="5217007"/>
                  </a:lnTo>
                  <a:lnTo>
                    <a:pt x="3405471" y="5236053"/>
                  </a:lnTo>
                  <a:lnTo>
                    <a:pt x="3411980" y="5244532"/>
                  </a:lnTo>
                  <a:lnTo>
                    <a:pt x="3430941" y="5244532"/>
                  </a:lnTo>
                  <a:lnTo>
                    <a:pt x="3439433" y="5236053"/>
                  </a:lnTo>
                  <a:lnTo>
                    <a:pt x="3439433" y="5219127"/>
                  </a:lnTo>
                  <a:lnTo>
                    <a:pt x="3433206" y="5210649"/>
                  </a:lnTo>
                  <a:close/>
                </a:path>
                <a:path w="9542780" h="6570345">
                  <a:moveTo>
                    <a:pt x="3433206" y="5255129"/>
                  </a:moveTo>
                  <a:lnTo>
                    <a:pt x="3413961" y="5255129"/>
                  </a:lnTo>
                  <a:lnTo>
                    <a:pt x="3405471" y="5261458"/>
                  </a:lnTo>
                  <a:lnTo>
                    <a:pt x="3405471" y="5282652"/>
                  </a:lnTo>
                  <a:lnTo>
                    <a:pt x="3411980" y="5288982"/>
                  </a:lnTo>
                  <a:lnTo>
                    <a:pt x="3430941" y="5288982"/>
                  </a:lnTo>
                  <a:lnTo>
                    <a:pt x="3439433" y="5280533"/>
                  </a:lnTo>
                  <a:lnTo>
                    <a:pt x="3439433" y="5263577"/>
                  </a:lnTo>
                  <a:lnTo>
                    <a:pt x="3433206" y="5255129"/>
                  </a:lnTo>
                  <a:close/>
                </a:path>
                <a:path w="9542780" h="6570345">
                  <a:moveTo>
                    <a:pt x="3433206" y="5299579"/>
                  </a:moveTo>
                  <a:lnTo>
                    <a:pt x="3413961" y="5299579"/>
                  </a:lnTo>
                  <a:lnTo>
                    <a:pt x="3405471" y="5305936"/>
                  </a:lnTo>
                  <a:lnTo>
                    <a:pt x="3405471" y="5327102"/>
                  </a:lnTo>
                  <a:lnTo>
                    <a:pt x="3411980" y="5333460"/>
                  </a:lnTo>
                  <a:lnTo>
                    <a:pt x="3430941" y="5333460"/>
                  </a:lnTo>
                  <a:lnTo>
                    <a:pt x="3439433" y="5324983"/>
                  </a:lnTo>
                  <a:lnTo>
                    <a:pt x="3439433" y="5308056"/>
                  </a:lnTo>
                  <a:lnTo>
                    <a:pt x="3433206" y="5299579"/>
                  </a:lnTo>
                  <a:close/>
                </a:path>
                <a:path w="9542780" h="6570345">
                  <a:moveTo>
                    <a:pt x="3433206" y="6049100"/>
                  </a:moveTo>
                  <a:lnTo>
                    <a:pt x="3413961" y="6049100"/>
                  </a:lnTo>
                  <a:lnTo>
                    <a:pt x="3405471" y="6055457"/>
                  </a:lnTo>
                  <a:lnTo>
                    <a:pt x="3405471" y="6074533"/>
                  </a:lnTo>
                  <a:lnTo>
                    <a:pt x="3411980" y="6082982"/>
                  </a:lnTo>
                  <a:lnTo>
                    <a:pt x="3430943" y="6082982"/>
                  </a:lnTo>
                  <a:lnTo>
                    <a:pt x="3439433" y="6076623"/>
                  </a:lnTo>
                  <a:lnTo>
                    <a:pt x="3439433" y="6057577"/>
                  </a:lnTo>
                  <a:lnTo>
                    <a:pt x="3433206" y="6049100"/>
                  </a:lnTo>
                  <a:close/>
                </a:path>
                <a:path w="9542780" h="6570345">
                  <a:moveTo>
                    <a:pt x="3433206" y="6093578"/>
                  </a:moveTo>
                  <a:lnTo>
                    <a:pt x="3413961" y="6093578"/>
                  </a:lnTo>
                  <a:lnTo>
                    <a:pt x="3405471" y="6099936"/>
                  </a:lnTo>
                  <a:lnTo>
                    <a:pt x="3405471" y="6118983"/>
                  </a:lnTo>
                  <a:lnTo>
                    <a:pt x="3411980" y="6127460"/>
                  </a:lnTo>
                  <a:lnTo>
                    <a:pt x="3430943" y="6127460"/>
                  </a:lnTo>
                  <a:lnTo>
                    <a:pt x="3439433" y="6118983"/>
                  </a:lnTo>
                  <a:lnTo>
                    <a:pt x="3439433" y="6102056"/>
                  </a:lnTo>
                  <a:lnTo>
                    <a:pt x="3433206" y="6093578"/>
                  </a:lnTo>
                  <a:close/>
                </a:path>
                <a:path w="9542780" h="6570345">
                  <a:moveTo>
                    <a:pt x="3433206" y="6138029"/>
                  </a:moveTo>
                  <a:lnTo>
                    <a:pt x="3413961" y="6138029"/>
                  </a:lnTo>
                  <a:lnTo>
                    <a:pt x="3405471" y="6144386"/>
                  </a:lnTo>
                  <a:lnTo>
                    <a:pt x="3405471" y="6163461"/>
                  </a:lnTo>
                  <a:lnTo>
                    <a:pt x="3411980" y="6171910"/>
                  </a:lnTo>
                  <a:lnTo>
                    <a:pt x="3430943" y="6171910"/>
                  </a:lnTo>
                  <a:lnTo>
                    <a:pt x="3439433" y="6163461"/>
                  </a:lnTo>
                  <a:lnTo>
                    <a:pt x="3439433" y="6146506"/>
                  </a:lnTo>
                  <a:lnTo>
                    <a:pt x="3433206" y="6138029"/>
                  </a:lnTo>
                  <a:close/>
                </a:path>
                <a:path w="9542780" h="6570345">
                  <a:moveTo>
                    <a:pt x="3388490" y="4283271"/>
                  </a:moveTo>
                  <a:lnTo>
                    <a:pt x="3369528" y="4283271"/>
                  </a:lnTo>
                  <a:lnTo>
                    <a:pt x="3361038" y="4289629"/>
                  </a:lnTo>
                  <a:lnTo>
                    <a:pt x="3361038" y="4308675"/>
                  </a:lnTo>
                  <a:lnTo>
                    <a:pt x="3367265" y="4317152"/>
                  </a:lnTo>
                  <a:lnTo>
                    <a:pt x="3386509" y="4317152"/>
                  </a:lnTo>
                  <a:lnTo>
                    <a:pt x="3394999" y="4308675"/>
                  </a:lnTo>
                  <a:lnTo>
                    <a:pt x="3394999" y="4291749"/>
                  </a:lnTo>
                  <a:lnTo>
                    <a:pt x="3388490" y="4283271"/>
                  </a:lnTo>
                  <a:close/>
                </a:path>
                <a:path w="9542780" h="6570345">
                  <a:moveTo>
                    <a:pt x="3388490" y="4327721"/>
                  </a:moveTo>
                  <a:lnTo>
                    <a:pt x="3369528" y="4327721"/>
                  </a:lnTo>
                  <a:lnTo>
                    <a:pt x="3361038" y="4334079"/>
                  </a:lnTo>
                  <a:lnTo>
                    <a:pt x="3361038" y="4353153"/>
                  </a:lnTo>
                  <a:lnTo>
                    <a:pt x="3367265" y="4361602"/>
                  </a:lnTo>
                  <a:lnTo>
                    <a:pt x="3386509" y="4361602"/>
                  </a:lnTo>
                  <a:lnTo>
                    <a:pt x="3394999" y="4353153"/>
                  </a:lnTo>
                  <a:lnTo>
                    <a:pt x="3394999" y="4336199"/>
                  </a:lnTo>
                  <a:lnTo>
                    <a:pt x="3388490" y="4327721"/>
                  </a:lnTo>
                  <a:close/>
                </a:path>
                <a:path w="9542780" h="6570345">
                  <a:moveTo>
                    <a:pt x="3388490" y="4372199"/>
                  </a:moveTo>
                  <a:lnTo>
                    <a:pt x="3369528" y="4372199"/>
                  </a:lnTo>
                  <a:lnTo>
                    <a:pt x="3361038" y="4378557"/>
                  </a:lnTo>
                  <a:lnTo>
                    <a:pt x="3361038" y="4397603"/>
                  </a:lnTo>
                  <a:lnTo>
                    <a:pt x="3367265" y="4406082"/>
                  </a:lnTo>
                  <a:lnTo>
                    <a:pt x="3378019" y="4406082"/>
                  </a:lnTo>
                  <a:lnTo>
                    <a:pt x="3386509" y="4403962"/>
                  </a:lnTo>
                  <a:lnTo>
                    <a:pt x="3394999" y="4397603"/>
                  </a:lnTo>
                  <a:lnTo>
                    <a:pt x="3394999" y="4380677"/>
                  </a:lnTo>
                  <a:lnTo>
                    <a:pt x="3388490" y="4372199"/>
                  </a:lnTo>
                  <a:close/>
                </a:path>
                <a:path w="9542780" h="6570345">
                  <a:moveTo>
                    <a:pt x="3388490" y="4416649"/>
                  </a:moveTo>
                  <a:lnTo>
                    <a:pt x="3369528" y="4416649"/>
                  </a:lnTo>
                  <a:lnTo>
                    <a:pt x="3361038" y="4423008"/>
                  </a:lnTo>
                  <a:lnTo>
                    <a:pt x="3361038" y="4442054"/>
                  </a:lnTo>
                  <a:lnTo>
                    <a:pt x="3367265" y="4450532"/>
                  </a:lnTo>
                  <a:lnTo>
                    <a:pt x="3378019" y="4450532"/>
                  </a:lnTo>
                  <a:lnTo>
                    <a:pt x="3386509" y="4448412"/>
                  </a:lnTo>
                  <a:lnTo>
                    <a:pt x="3394999" y="4442054"/>
                  </a:lnTo>
                  <a:lnTo>
                    <a:pt x="3394999" y="4425127"/>
                  </a:lnTo>
                  <a:lnTo>
                    <a:pt x="3388490" y="4416649"/>
                  </a:lnTo>
                  <a:close/>
                </a:path>
                <a:path w="9542780" h="6570345">
                  <a:moveTo>
                    <a:pt x="3388490" y="4459009"/>
                  </a:moveTo>
                  <a:lnTo>
                    <a:pt x="3369528" y="4459009"/>
                  </a:lnTo>
                  <a:lnTo>
                    <a:pt x="3361038" y="4465366"/>
                  </a:lnTo>
                  <a:lnTo>
                    <a:pt x="3361038" y="4484413"/>
                  </a:lnTo>
                  <a:lnTo>
                    <a:pt x="3367265" y="4492890"/>
                  </a:lnTo>
                  <a:lnTo>
                    <a:pt x="3386509" y="4492890"/>
                  </a:lnTo>
                  <a:lnTo>
                    <a:pt x="3394999" y="4486532"/>
                  </a:lnTo>
                  <a:lnTo>
                    <a:pt x="3394999" y="4467486"/>
                  </a:lnTo>
                  <a:lnTo>
                    <a:pt x="3388490" y="4459009"/>
                  </a:lnTo>
                  <a:close/>
                </a:path>
                <a:path w="9542780" h="6570345">
                  <a:moveTo>
                    <a:pt x="3388490" y="4503459"/>
                  </a:moveTo>
                  <a:lnTo>
                    <a:pt x="3369528" y="4503459"/>
                  </a:lnTo>
                  <a:lnTo>
                    <a:pt x="3361038" y="4509816"/>
                  </a:lnTo>
                  <a:lnTo>
                    <a:pt x="3361038" y="4528863"/>
                  </a:lnTo>
                  <a:lnTo>
                    <a:pt x="3367265" y="4537341"/>
                  </a:lnTo>
                  <a:lnTo>
                    <a:pt x="3386509" y="4537341"/>
                  </a:lnTo>
                  <a:lnTo>
                    <a:pt x="3394999" y="4530982"/>
                  </a:lnTo>
                  <a:lnTo>
                    <a:pt x="3394999" y="4511936"/>
                  </a:lnTo>
                  <a:lnTo>
                    <a:pt x="3388490" y="4503459"/>
                  </a:lnTo>
                  <a:close/>
                </a:path>
                <a:path w="9542780" h="6570345">
                  <a:moveTo>
                    <a:pt x="3388490" y="4547937"/>
                  </a:moveTo>
                  <a:lnTo>
                    <a:pt x="3369528" y="4547937"/>
                  </a:lnTo>
                  <a:lnTo>
                    <a:pt x="3361038" y="4554296"/>
                  </a:lnTo>
                  <a:lnTo>
                    <a:pt x="3361038" y="4573342"/>
                  </a:lnTo>
                  <a:lnTo>
                    <a:pt x="3367265" y="4581819"/>
                  </a:lnTo>
                  <a:lnTo>
                    <a:pt x="3386509" y="4581819"/>
                  </a:lnTo>
                  <a:lnTo>
                    <a:pt x="3394999" y="4573342"/>
                  </a:lnTo>
                  <a:lnTo>
                    <a:pt x="3394999" y="4556415"/>
                  </a:lnTo>
                  <a:lnTo>
                    <a:pt x="3388490" y="4547937"/>
                  </a:lnTo>
                  <a:close/>
                </a:path>
                <a:path w="9542780" h="6570345">
                  <a:moveTo>
                    <a:pt x="3388490" y="4592388"/>
                  </a:moveTo>
                  <a:lnTo>
                    <a:pt x="3369528" y="4592388"/>
                  </a:lnTo>
                  <a:lnTo>
                    <a:pt x="3361038" y="4598746"/>
                  </a:lnTo>
                  <a:lnTo>
                    <a:pt x="3361038" y="4617792"/>
                  </a:lnTo>
                  <a:lnTo>
                    <a:pt x="3367265" y="4626269"/>
                  </a:lnTo>
                  <a:lnTo>
                    <a:pt x="3386509" y="4626269"/>
                  </a:lnTo>
                  <a:lnTo>
                    <a:pt x="3394999" y="4617792"/>
                  </a:lnTo>
                  <a:lnTo>
                    <a:pt x="3394999" y="4600865"/>
                  </a:lnTo>
                  <a:lnTo>
                    <a:pt x="3388490" y="4592388"/>
                  </a:lnTo>
                  <a:close/>
                </a:path>
                <a:path w="9542780" h="6570345">
                  <a:moveTo>
                    <a:pt x="3388490" y="4636866"/>
                  </a:moveTo>
                  <a:lnTo>
                    <a:pt x="3369528" y="4636866"/>
                  </a:lnTo>
                  <a:lnTo>
                    <a:pt x="3361038" y="4643224"/>
                  </a:lnTo>
                  <a:lnTo>
                    <a:pt x="3361038" y="4662270"/>
                  </a:lnTo>
                  <a:lnTo>
                    <a:pt x="3367265" y="4670748"/>
                  </a:lnTo>
                  <a:lnTo>
                    <a:pt x="3386509" y="4670748"/>
                  </a:lnTo>
                  <a:lnTo>
                    <a:pt x="3394999" y="4662270"/>
                  </a:lnTo>
                  <a:lnTo>
                    <a:pt x="3394999" y="4645343"/>
                  </a:lnTo>
                  <a:lnTo>
                    <a:pt x="3388490" y="4636866"/>
                  </a:lnTo>
                  <a:close/>
                </a:path>
                <a:path w="9542780" h="6570345">
                  <a:moveTo>
                    <a:pt x="3388490" y="4681316"/>
                  </a:moveTo>
                  <a:lnTo>
                    <a:pt x="3369528" y="4681316"/>
                  </a:lnTo>
                  <a:lnTo>
                    <a:pt x="3361038" y="4687675"/>
                  </a:lnTo>
                  <a:lnTo>
                    <a:pt x="3361038" y="4706720"/>
                  </a:lnTo>
                  <a:lnTo>
                    <a:pt x="3367265" y="4715198"/>
                  </a:lnTo>
                  <a:lnTo>
                    <a:pt x="3378019" y="4715198"/>
                  </a:lnTo>
                  <a:lnTo>
                    <a:pt x="3386509" y="4713079"/>
                  </a:lnTo>
                  <a:lnTo>
                    <a:pt x="3394999" y="4706720"/>
                  </a:lnTo>
                  <a:lnTo>
                    <a:pt x="3394999" y="4689793"/>
                  </a:lnTo>
                  <a:lnTo>
                    <a:pt x="3388490" y="4681316"/>
                  </a:lnTo>
                  <a:close/>
                </a:path>
                <a:path w="9542780" h="6570345">
                  <a:moveTo>
                    <a:pt x="3388490" y="4725795"/>
                  </a:moveTo>
                  <a:lnTo>
                    <a:pt x="3369528" y="4725795"/>
                  </a:lnTo>
                  <a:lnTo>
                    <a:pt x="3361038" y="4732153"/>
                  </a:lnTo>
                  <a:lnTo>
                    <a:pt x="3361038" y="4753319"/>
                  </a:lnTo>
                  <a:lnTo>
                    <a:pt x="3367265" y="4759676"/>
                  </a:lnTo>
                  <a:lnTo>
                    <a:pt x="3378019" y="4759676"/>
                  </a:lnTo>
                  <a:lnTo>
                    <a:pt x="3386509" y="4757557"/>
                  </a:lnTo>
                  <a:lnTo>
                    <a:pt x="3394999" y="4751199"/>
                  </a:lnTo>
                  <a:lnTo>
                    <a:pt x="3394999" y="4734245"/>
                  </a:lnTo>
                  <a:lnTo>
                    <a:pt x="3388490" y="4725795"/>
                  </a:lnTo>
                  <a:close/>
                </a:path>
                <a:path w="9542780" h="6570345">
                  <a:moveTo>
                    <a:pt x="3388490" y="4768126"/>
                  </a:moveTo>
                  <a:lnTo>
                    <a:pt x="3369528" y="4768126"/>
                  </a:lnTo>
                  <a:lnTo>
                    <a:pt x="3361038" y="4774483"/>
                  </a:lnTo>
                  <a:lnTo>
                    <a:pt x="3361038" y="4795649"/>
                  </a:lnTo>
                  <a:lnTo>
                    <a:pt x="3367265" y="4802007"/>
                  </a:lnTo>
                  <a:lnTo>
                    <a:pt x="3386509" y="4802007"/>
                  </a:lnTo>
                  <a:lnTo>
                    <a:pt x="3394999" y="4795649"/>
                  </a:lnTo>
                  <a:lnTo>
                    <a:pt x="3394999" y="4776603"/>
                  </a:lnTo>
                  <a:lnTo>
                    <a:pt x="3388490" y="4768126"/>
                  </a:lnTo>
                  <a:close/>
                </a:path>
                <a:path w="9542780" h="6570345">
                  <a:moveTo>
                    <a:pt x="3388490" y="4812604"/>
                  </a:moveTo>
                  <a:lnTo>
                    <a:pt x="3369528" y="4812604"/>
                  </a:lnTo>
                  <a:lnTo>
                    <a:pt x="3361038" y="4818962"/>
                  </a:lnTo>
                  <a:lnTo>
                    <a:pt x="3361038" y="4838009"/>
                  </a:lnTo>
                  <a:lnTo>
                    <a:pt x="3367265" y="4846486"/>
                  </a:lnTo>
                  <a:lnTo>
                    <a:pt x="3386509" y="4846486"/>
                  </a:lnTo>
                  <a:lnTo>
                    <a:pt x="3394999" y="4840127"/>
                  </a:lnTo>
                  <a:lnTo>
                    <a:pt x="3394999" y="4821053"/>
                  </a:lnTo>
                  <a:lnTo>
                    <a:pt x="3388490" y="4812604"/>
                  </a:lnTo>
                  <a:close/>
                </a:path>
                <a:path w="9542780" h="6570345">
                  <a:moveTo>
                    <a:pt x="3388490" y="4857055"/>
                  </a:moveTo>
                  <a:lnTo>
                    <a:pt x="3369528" y="4857055"/>
                  </a:lnTo>
                  <a:lnTo>
                    <a:pt x="3361038" y="4863412"/>
                  </a:lnTo>
                  <a:lnTo>
                    <a:pt x="3361038" y="4882459"/>
                  </a:lnTo>
                  <a:lnTo>
                    <a:pt x="3367265" y="4890936"/>
                  </a:lnTo>
                  <a:lnTo>
                    <a:pt x="3386509" y="4890936"/>
                  </a:lnTo>
                  <a:lnTo>
                    <a:pt x="3394999" y="4882459"/>
                  </a:lnTo>
                  <a:lnTo>
                    <a:pt x="3394999" y="4865532"/>
                  </a:lnTo>
                  <a:lnTo>
                    <a:pt x="3388490" y="4857055"/>
                  </a:lnTo>
                  <a:close/>
                </a:path>
                <a:path w="9542780" h="6570345">
                  <a:moveTo>
                    <a:pt x="3388490" y="4901533"/>
                  </a:moveTo>
                  <a:lnTo>
                    <a:pt x="3369528" y="4901533"/>
                  </a:lnTo>
                  <a:lnTo>
                    <a:pt x="3361038" y="4907890"/>
                  </a:lnTo>
                  <a:lnTo>
                    <a:pt x="3361038" y="4926937"/>
                  </a:lnTo>
                  <a:lnTo>
                    <a:pt x="3367265" y="4935414"/>
                  </a:lnTo>
                  <a:lnTo>
                    <a:pt x="3386509" y="4935414"/>
                  </a:lnTo>
                  <a:lnTo>
                    <a:pt x="3394999" y="4926937"/>
                  </a:lnTo>
                  <a:lnTo>
                    <a:pt x="3394999" y="4909982"/>
                  </a:lnTo>
                  <a:lnTo>
                    <a:pt x="3388490" y="4901533"/>
                  </a:lnTo>
                  <a:close/>
                </a:path>
                <a:path w="9542780" h="6570345">
                  <a:moveTo>
                    <a:pt x="3388490" y="4945983"/>
                  </a:moveTo>
                  <a:lnTo>
                    <a:pt x="3369529" y="4945983"/>
                  </a:lnTo>
                  <a:lnTo>
                    <a:pt x="3361038" y="4952342"/>
                  </a:lnTo>
                  <a:lnTo>
                    <a:pt x="3361038" y="4971387"/>
                  </a:lnTo>
                  <a:lnTo>
                    <a:pt x="3367265" y="4979865"/>
                  </a:lnTo>
                  <a:lnTo>
                    <a:pt x="3386509" y="4979865"/>
                  </a:lnTo>
                  <a:lnTo>
                    <a:pt x="3394999" y="4971387"/>
                  </a:lnTo>
                  <a:lnTo>
                    <a:pt x="3394999" y="4954460"/>
                  </a:lnTo>
                  <a:lnTo>
                    <a:pt x="3388490" y="4945983"/>
                  </a:lnTo>
                  <a:close/>
                </a:path>
                <a:path w="9542780" h="6570345">
                  <a:moveTo>
                    <a:pt x="3388490" y="4990462"/>
                  </a:moveTo>
                  <a:lnTo>
                    <a:pt x="3369529" y="4990462"/>
                  </a:lnTo>
                  <a:lnTo>
                    <a:pt x="3361038" y="4996792"/>
                  </a:lnTo>
                  <a:lnTo>
                    <a:pt x="3361038" y="5015866"/>
                  </a:lnTo>
                  <a:lnTo>
                    <a:pt x="3367265" y="5024343"/>
                  </a:lnTo>
                  <a:lnTo>
                    <a:pt x="3386509" y="5024343"/>
                  </a:lnTo>
                  <a:lnTo>
                    <a:pt x="3394999" y="5015866"/>
                  </a:lnTo>
                  <a:lnTo>
                    <a:pt x="3394999" y="4998910"/>
                  </a:lnTo>
                  <a:lnTo>
                    <a:pt x="3388490" y="4990462"/>
                  </a:lnTo>
                  <a:close/>
                </a:path>
                <a:path w="9542780" h="6570345">
                  <a:moveTo>
                    <a:pt x="3388490" y="5034912"/>
                  </a:moveTo>
                  <a:lnTo>
                    <a:pt x="3369529" y="5034912"/>
                  </a:lnTo>
                  <a:lnTo>
                    <a:pt x="3361038" y="5041270"/>
                  </a:lnTo>
                  <a:lnTo>
                    <a:pt x="3361038" y="5060316"/>
                  </a:lnTo>
                  <a:lnTo>
                    <a:pt x="3367265" y="5068793"/>
                  </a:lnTo>
                  <a:lnTo>
                    <a:pt x="3378019" y="5068793"/>
                  </a:lnTo>
                  <a:lnTo>
                    <a:pt x="3386509" y="5066673"/>
                  </a:lnTo>
                  <a:lnTo>
                    <a:pt x="3394999" y="5060316"/>
                  </a:lnTo>
                  <a:lnTo>
                    <a:pt x="3394999" y="5043389"/>
                  </a:lnTo>
                  <a:lnTo>
                    <a:pt x="3388490" y="5034912"/>
                  </a:lnTo>
                  <a:close/>
                </a:path>
                <a:path w="9542780" h="6570345">
                  <a:moveTo>
                    <a:pt x="3388490" y="5077270"/>
                  </a:moveTo>
                  <a:lnTo>
                    <a:pt x="3369529" y="5077270"/>
                  </a:lnTo>
                  <a:lnTo>
                    <a:pt x="3361038" y="5083629"/>
                  </a:lnTo>
                  <a:lnTo>
                    <a:pt x="3361038" y="5102675"/>
                  </a:lnTo>
                  <a:lnTo>
                    <a:pt x="3367265" y="5111153"/>
                  </a:lnTo>
                  <a:lnTo>
                    <a:pt x="3386509" y="5111153"/>
                  </a:lnTo>
                  <a:lnTo>
                    <a:pt x="3394999" y="5104794"/>
                  </a:lnTo>
                  <a:lnTo>
                    <a:pt x="3394999" y="5085720"/>
                  </a:lnTo>
                  <a:lnTo>
                    <a:pt x="3388490" y="5077270"/>
                  </a:lnTo>
                  <a:close/>
                </a:path>
                <a:path w="9542780" h="6570345">
                  <a:moveTo>
                    <a:pt x="3388490" y="5121722"/>
                  </a:moveTo>
                  <a:lnTo>
                    <a:pt x="3369529" y="5121722"/>
                  </a:lnTo>
                  <a:lnTo>
                    <a:pt x="3361038" y="5128079"/>
                  </a:lnTo>
                  <a:lnTo>
                    <a:pt x="3361038" y="5147125"/>
                  </a:lnTo>
                  <a:lnTo>
                    <a:pt x="3367265" y="5155603"/>
                  </a:lnTo>
                  <a:lnTo>
                    <a:pt x="3386509" y="5155603"/>
                  </a:lnTo>
                  <a:lnTo>
                    <a:pt x="3394999" y="5149245"/>
                  </a:lnTo>
                  <a:lnTo>
                    <a:pt x="3394999" y="5130199"/>
                  </a:lnTo>
                  <a:lnTo>
                    <a:pt x="3388490" y="5121722"/>
                  </a:lnTo>
                  <a:close/>
                </a:path>
                <a:path w="9542780" h="6570345">
                  <a:moveTo>
                    <a:pt x="3388490" y="5166199"/>
                  </a:moveTo>
                  <a:lnTo>
                    <a:pt x="3369529" y="5166199"/>
                  </a:lnTo>
                  <a:lnTo>
                    <a:pt x="3361038" y="5172529"/>
                  </a:lnTo>
                  <a:lnTo>
                    <a:pt x="3361038" y="5191603"/>
                  </a:lnTo>
                  <a:lnTo>
                    <a:pt x="3367265" y="5200081"/>
                  </a:lnTo>
                  <a:lnTo>
                    <a:pt x="3386509" y="5200081"/>
                  </a:lnTo>
                  <a:lnTo>
                    <a:pt x="3394999" y="5191603"/>
                  </a:lnTo>
                  <a:lnTo>
                    <a:pt x="3394999" y="5174649"/>
                  </a:lnTo>
                  <a:lnTo>
                    <a:pt x="3388490" y="5166199"/>
                  </a:lnTo>
                  <a:close/>
                </a:path>
                <a:path w="9542780" h="6570345">
                  <a:moveTo>
                    <a:pt x="3388490" y="5210649"/>
                  </a:moveTo>
                  <a:lnTo>
                    <a:pt x="3369529" y="5210649"/>
                  </a:lnTo>
                  <a:lnTo>
                    <a:pt x="3361038" y="5217007"/>
                  </a:lnTo>
                  <a:lnTo>
                    <a:pt x="3361038" y="5236053"/>
                  </a:lnTo>
                  <a:lnTo>
                    <a:pt x="3367265" y="5244532"/>
                  </a:lnTo>
                  <a:lnTo>
                    <a:pt x="3386509" y="5244532"/>
                  </a:lnTo>
                  <a:lnTo>
                    <a:pt x="3394999" y="5236053"/>
                  </a:lnTo>
                  <a:lnTo>
                    <a:pt x="3394999" y="5219127"/>
                  </a:lnTo>
                  <a:lnTo>
                    <a:pt x="3388490" y="5210649"/>
                  </a:lnTo>
                  <a:close/>
                </a:path>
                <a:path w="9542780" h="6570345">
                  <a:moveTo>
                    <a:pt x="3388490" y="5255129"/>
                  </a:moveTo>
                  <a:lnTo>
                    <a:pt x="3369529" y="5255129"/>
                  </a:lnTo>
                  <a:lnTo>
                    <a:pt x="3361038" y="5261458"/>
                  </a:lnTo>
                  <a:lnTo>
                    <a:pt x="3361038" y="5282652"/>
                  </a:lnTo>
                  <a:lnTo>
                    <a:pt x="3367265" y="5288982"/>
                  </a:lnTo>
                  <a:lnTo>
                    <a:pt x="3386509" y="5288982"/>
                  </a:lnTo>
                  <a:lnTo>
                    <a:pt x="3394999" y="5280533"/>
                  </a:lnTo>
                  <a:lnTo>
                    <a:pt x="3394999" y="5263577"/>
                  </a:lnTo>
                  <a:lnTo>
                    <a:pt x="3388490" y="5255129"/>
                  </a:lnTo>
                  <a:close/>
                </a:path>
                <a:path w="9542780" h="6570345">
                  <a:moveTo>
                    <a:pt x="3388490" y="5299579"/>
                  </a:moveTo>
                  <a:lnTo>
                    <a:pt x="3369529" y="5299579"/>
                  </a:lnTo>
                  <a:lnTo>
                    <a:pt x="3361038" y="5305936"/>
                  </a:lnTo>
                  <a:lnTo>
                    <a:pt x="3361038" y="5327102"/>
                  </a:lnTo>
                  <a:lnTo>
                    <a:pt x="3367265" y="5333460"/>
                  </a:lnTo>
                  <a:lnTo>
                    <a:pt x="3386509" y="5333460"/>
                  </a:lnTo>
                  <a:lnTo>
                    <a:pt x="3394999" y="5324983"/>
                  </a:lnTo>
                  <a:lnTo>
                    <a:pt x="3394999" y="5308056"/>
                  </a:lnTo>
                  <a:lnTo>
                    <a:pt x="3388490" y="5299579"/>
                  </a:lnTo>
                  <a:close/>
                </a:path>
                <a:path w="9542780" h="6570345">
                  <a:moveTo>
                    <a:pt x="3388490" y="5962290"/>
                  </a:moveTo>
                  <a:lnTo>
                    <a:pt x="3369529" y="5962290"/>
                  </a:lnTo>
                  <a:lnTo>
                    <a:pt x="3361038" y="5968649"/>
                  </a:lnTo>
                  <a:lnTo>
                    <a:pt x="3361038" y="5987723"/>
                  </a:lnTo>
                  <a:lnTo>
                    <a:pt x="3367265" y="5996172"/>
                  </a:lnTo>
                  <a:lnTo>
                    <a:pt x="3378019" y="5996172"/>
                  </a:lnTo>
                  <a:lnTo>
                    <a:pt x="3386509" y="5994053"/>
                  </a:lnTo>
                  <a:lnTo>
                    <a:pt x="3394999" y="5987723"/>
                  </a:lnTo>
                  <a:lnTo>
                    <a:pt x="3394999" y="5970767"/>
                  </a:lnTo>
                  <a:lnTo>
                    <a:pt x="3388490" y="5962290"/>
                  </a:lnTo>
                  <a:close/>
                </a:path>
                <a:path w="9542780" h="6570345">
                  <a:moveTo>
                    <a:pt x="3388490" y="6004650"/>
                  </a:moveTo>
                  <a:lnTo>
                    <a:pt x="3369529" y="6004650"/>
                  </a:lnTo>
                  <a:lnTo>
                    <a:pt x="3361038" y="6011007"/>
                  </a:lnTo>
                  <a:lnTo>
                    <a:pt x="3361038" y="6030053"/>
                  </a:lnTo>
                  <a:lnTo>
                    <a:pt x="3367265" y="6038531"/>
                  </a:lnTo>
                  <a:lnTo>
                    <a:pt x="3386509" y="6038531"/>
                  </a:lnTo>
                  <a:lnTo>
                    <a:pt x="3394999" y="6032173"/>
                  </a:lnTo>
                  <a:lnTo>
                    <a:pt x="3394999" y="6013127"/>
                  </a:lnTo>
                  <a:lnTo>
                    <a:pt x="3388490" y="6004650"/>
                  </a:lnTo>
                  <a:close/>
                </a:path>
                <a:path w="9542780" h="6570345">
                  <a:moveTo>
                    <a:pt x="3388490" y="6049100"/>
                  </a:moveTo>
                  <a:lnTo>
                    <a:pt x="3369529" y="6049100"/>
                  </a:lnTo>
                  <a:lnTo>
                    <a:pt x="3361038" y="6055457"/>
                  </a:lnTo>
                  <a:lnTo>
                    <a:pt x="3361038" y="6074533"/>
                  </a:lnTo>
                  <a:lnTo>
                    <a:pt x="3367265" y="6082982"/>
                  </a:lnTo>
                  <a:lnTo>
                    <a:pt x="3386509" y="6082982"/>
                  </a:lnTo>
                  <a:lnTo>
                    <a:pt x="3394999" y="6076623"/>
                  </a:lnTo>
                  <a:lnTo>
                    <a:pt x="3394999" y="6057577"/>
                  </a:lnTo>
                  <a:lnTo>
                    <a:pt x="3388490" y="6049100"/>
                  </a:lnTo>
                  <a:close/>
                </a:path>
                <a:path w="9542780" h="6570345">
                  <a:moveTo>
                    <a:pt x="3388490" y="6093578"/>
                  </a:moveTo>
                  <a:lnTo>
                    <a:pt x="3369529" y="6093578"/>
                  </a:lnTo>
                  <a:lnTo>
                    <a:pt x="3361038" y="6099936"/>
                  </a:lnTo>
                  <a:lnTo>
                    <a:pt x="3361038" y="6118983"/>
                  </a:lnTo>
                  <a:lnTo>
                    <a:pt x="3367265" y="6127460"/>
                  </a:lnTo>
                  <a:lnTo>
                    <a:pt x="3386509" y="6127460"/>
                  </a:lnTo>
                  <a:lnTo>
                    <a:pt x="3394999" y="6118983"/>
                  </a:lnTo>
                  <a:lnTo>
                    <a:pt x="3394999" y="6102056"/>
                  </a:lnTo>
                  <a:lnTo>
                    <a:pt x="3388490" y="6093578"/>
                  </a:lnTo>
                  <a:close/>
                </a:path>
                <a:path w="9542780" h="6570345">
                  <a:moveTo>
                    <a:pt x="3388490" y="6138029"/>
                  </a:moveTo>
                  <a:lnTo>
                    <a:pt x="3369529" y="6138029"/>
                  </a:lnTo>
                  <a:lnTo>
                    <a:pt x="3361038" y="6144386"/>
                  </a:lnTo>
                  <a:lnTo>
                    <a:pt x="3361038" y="6163461"/>
                  </a:lnTo>
                  <a:lnTo>
                    <a:pt x="3367265" y="6171910"/>
                  </a:lnTo>
                  <a:lnTo>
                    <a:pt x="3386509" y="6171910"/>
                  </a:lnTo>
                  <a:lnTo>
                    <a:pt x="3394999" y="6163461"/>
                  </a:lnTo>
                  <a:lnTo>
                    <a:pt x="3394999" y="6146506"/>
                  </a:lnTo>
                  <a:lnTo>
                    <a:pt x="3388490" y="6138029"/>
                  </a:lnTo>
                  <a:close/>
                </a:path>
                <a:path w="9542780" h="6570345">
                  <a:moveTo>
                    <a:pt x="3344058" y="4283271"/>
                  </a:moveTo>
                  <a:lnTo>
                    <a:pt x="3325096" y="4283271"/>
                  </a:lnTo>
                  <a:lnTo>
                    <a:pt x="3316606" y="4289629"/>
                  </a:lnTo>
                  <a:lnTo>
                    <a:pt x="3316606" y="4308675"/>
                  </a:lnTo>
                  <a:lnTo>
                    <a:pt x="3322831" y="4317152"/>
                  </a:lnTo>
                  <a:lnTo>
                    <a:pt x="3342077" y="4317152"/>
                  </a:lnTo>
                  <a:lnTo>
                    <a:pt x="3350567" y="4308675"/>
                  </a:lnTo>
                  <a:lnTo>
                    <a:pt x="3350567" y="4291749"/>
                  </a:lnTo>
                  <a:lnTo>
                    <a:pt x="3344058" y="4283271"/>
                  </a:lnTo>
                  <a:close/>
                </a:path>
                <a:path w="9542780" h="6570345">
                  <a:moveTo>
                    <a:pt x="3344058" y="4327721"/>
                  </a:moveTo>
                  <a:lnTo>
                    <a:pt x="3325096" y="4327721"/>
                  </a:lnTo>
                  <a:lnTo>
                    <a:pt x="3316606" y="4334079"/>
                  </a:lnTo>
                  <a:lnTo>
                    <a:pt x="3316606" y="4353153"/>
                  </a:lnTo>
                  <a:lnTo>
                    <a:pt x="3322831" y="4361602"/>
                  </a:lnTo>
                  <a:lnTo>
                    <a:pt x="3342077" y="4361602"/>
                  </a:lnTo>
                  <a:lnTo>
                    <a:pt x="3350567" y="4353153"/>
                  </a:lnTo>
                  <a:lnTo>
                    <a:pt x="3350567" y="4336199"/>
                  </a:lnTo>
                  <a:lnTo>
                    <a:pt x="3344058" y="4327721"/>
                  </a:lnTo>
                  <a:close/>
                </a:path>
                <a:path w="9542780" h="6570345">
                  <a:moveTo>
                    <a:pt x="3344058" y="4372199"/>
                  </a:moveTo>
                  <a:lnTo>
                    <a:pt x="3325096" y="4372199"/>
                  </a:lnTo>
                  <a:lnTo>
                    <a:pt x="3316606" y="4378557"/>
                  </a:lnTo>
                  <a:lnTo>
                    <a:pt x="3316606" y="4397603"/>
                  </a:lnTo>
                  <a:lnTo>
                    <a:pt x="3322831" y="4406082"/>
                  </a:lnTo>
                  <a:lnTo>
                    <a:pt x="3333586" y="4406082"/>
                  </a:lnTo>
                  <a:lnTo>
                    <a:pt x="3342077" y="4403962"/>
                  </a:lnTo>
                  <a:lnTo>
                    <a:pt x="3350567" y="4397603"/>
                  </a:lnTo>
                  <a:lnTo>
                    <a:pt x="3350567" y="4380677"/>
                  </a:lnTo>
                  <a:lnTo>
                    <a:pt x="3344058" y="4372199"/>
                  </a:lnTo>
                  <a:close/>
                </a:path>
                <a:path w="9542780" h="6570345">
                  <a:moveTo>
                    <a:pt x="3344058" y="4416649"/>
                  </a:moveTo>
                  <a:lnTo>
                    <a:pt x="3325096" y="4416649"/>
                  </a:lnTo>
                  <a:lnTo>
                    <a:pt x="3316606" y="4423008"/>
                  </a:lnTo>
                  <a:lnTo>
                    <a:pt x="3316606" y="4442054"/>
                  </a:lnTo>
                  <a:lnTo>
                    <a:pt x="3322831" y="4450532"/>
                  </a:lnTo>
                  <a:lnTo>
                    <a:pt x="3333586" y="4450532"/>
                  </a:lnTo>
                  <a:lnTo>
                    <a:pt x="3342077" y="4448412"/>
                  </a:lnTo>
                  <a:lnTo>
                    <a:pt x="3350567" y="4442054"/>
                  </a:lnTo>
                  <a:lnTo>
                    <a:pt x="3350567" y="4425127"/>
                  </a:lnTo>
                  <a:lnTo>
                    <a:pt x="3344058" y="4416649"/>
                  </a:lnTo>
                  <a:close/>
                </a:path>
                <a:path w="9542780" h="6570345">
                  <a:moveTo>
                    <a:pt x="3344058" y="4459009"/>
                  </a:moveTo>
                  <a:lnTo>
                    <a:pt x="3325096" y="4459009"/>
                  </a:lnTo>
                  <a:lnTo>
                    <a:pt x="3316606" y="4465366"/>
                  </a:lnTo>
                  <a:lnTo>
                    <a:pt x="3316606" y="4484413"/>
                  </a:lnTo>
                  <a:lnTo>
                    <a:pt x="3322831" y="4492890"/>
                  </a:lnTo>
                  <a:lnTo>
                    <a:pt x="3342077" y="4492890"/>
                  </a:lnTo>
                  <a:lnTo>
                    <a:pt x="3350567" y="4486532"/>
                  </a:lnTo>
                  <a:lnTo>
                    <a:pt x="3350567" y="4467486"/>
                  </a:lnTo>
                  <a:lnTo>
                    <a:pt x="3344058" y="4459009"/>
                  </a:lnTo>
                  <a:close/>
                </a:path>
                <a:path w="9542780" h="6570345">
                  <a:moveTo>
                    <a:pt x="3344058" y="4503459"/>
                  </a:moveTo>
                  <a:lnTo>
                    <a:pt x="3325096" y="4503459"/>
                  </a:lnTo>
                  <a:lnTo>
                    <a:pt x="3316606" y="4509816"/>
                  </a:lnTo>
                  <a:lnTo>
                    <a:pt x="3316606" y="4528863"/>
                  </a:lnTo>
                  <a:lnTo>
                    <a:pt x="3322831" y="4537341"/>
                  </a:lnTo>
                  <a:lnTo>
                    <a:pt x="3342077" y="4537341"/>
                  </a:lnTo>
                  <a:lnTo>
                    <a:pt x="3350567" y="4530982"/>
                  </a:lnTo>
                  <a:lnTo>
                    <a:pt x="3350567" y="4511936"/>
                  </a:lnTo>
                  <a:lnTo>
                    <a:pt x="3344058" y="4503459"/>
                  </a:lnTo>
                  <a:close/>
                </a:path>
                <a:path w="9542780" h="6570345">
                  <a:moveTo>
                    <a:pt x="3344058" y="4547937"/>
                  </a:moveTo>
                  <a:lnTo>
                    <a:pt x="3325096" y="4547937"/>
                  </a:lnTo>
                  <a:lnTo>
                    <a:pt x="3316606" y="4554296"/>
                  </a:lnTo>
                  <a:lnTo>
                    <a:pt x="3316606" y="4573342"/>
                  </a:lnTo>
                  <a:lnTo>
                    <a:pt x="3322831" y="4581819"/>
                  </a:lnTo>
                  <a:lnTo>
                    <a:pt x="3342077" y="4581819"/>
                  </a:lnTo>
                  <a:lnTo>
                    <a:pt x="3350567" y="4573342"/>
                  </a:lnTo>
                  <a:lnTo>
                    <a:pt x="3350567" y="4556415"/>
                  </a:lnTo>
                  <a:lnTo>
                    <a:pt x="3344058" y="4547937"/>
                  </a:lnTo>
                  <a:close/>
                </a:path>
                <a:path w="9542780" h="6570345">
                  <a:moveTo>
                    <a:pt x="3344058" y="4592388"/>
                  </a:moveTo>
                  <a:lnTo>
                    <a:pt x="3325096" y="4592388"/>
                  </a:lnTo>
                  <a:lnTo>
                    <a:pt x="3316606" y="4598746"/>
                  </a:lnTo>
                  <a:lnTo>
                    <a:pt x="3316606" y="4617792"/>
                  </a:lnTo>
                  <a:lnTo>
                    <a:pt x="3322831" y="4626269"/>
                  </a:lnTo>
                  <a:lnTo>
                    <a:pt x="3342077" y="4626269"/>
                  </a:lnTo>
                  <a:lnTo>
                    <a:pt x="3350567" y="4617792"/>
                  </a:lnTo>
                  <a:lnTo>
                    <a:pt x="3350567" y="4600865"/>
                  </a:lnTo>
                  <a:lnTo>
                    <a:pt x="3344058" y="4592388"/>
                  </a:lnTo>
                  <a:close/>
                </a:path>
                <a:path w="9542780" h="6570345">
                  <a:moveTo>
                    <a:pt x="3344058" y="4636866"/>
                  </a:moveTo>
                  <a:lnTo>
                    <a:pt x="3325096" y="4636866"/>
                  </a:lnTo>
                  <a:lnTo>
                    <a:pt x="3316606" y="4643224"/>
                  </a:lnTo>
                  <a:lnTo>
                    <a:pt x="3316606" y="4662270"/>
                  </a:lnTo>
                  <a:lnTo>
                    <a:pt x="3322831" y="4670747"/>
                  </a:lnTo>
                  <a:lnTo>
                    <a:pt x="3342077" y="4670747"/>
                  </a:lnTo>
                  <a:lnTo>
                    <a:pt x="3350567" y="4662270"/>
                  </a:lnTo>
                  <a:lnTo>
                    <a:pt x="3350567" y="4645343"/>
                  </a:lnTo>
                  <a:lnTo>
                    <a:pt x="3344058" y="4636866"/>
                  </a:lnTo>
                  <a:close/>
                </a:path>
                <a:path w="9542780" h="6570345">
                  <a:moveTo>
                    <a:pt x="3344058" y="4681316"/>
                  </a:moveTo>
                  <a:lnTo>
                    <a:pt x="3325096" y="4681316"/>
                  </a:lnTo>
                  <a:lnTo>
                    <a:pt x="3316606" y="4687675"/>
                  </a:lnTo>
                  <a:lnTo>
                    <a:pt x="3316606" y="4706720"/>
                  </a:lnTo>
                  <a:lnTo>
                    <a:pt x="3322831" y="4715198"/>
                  </a:lnTo>
                  <a:lnTo>
                    <a:pt x="3333586" y="4715198"/>
                  </a:lnTo>
                  <a:lnTo>
                    <a:pt x="3342077" y="4713079"/>
                  </a:lnTo>
                  <a:lnTo>
                    <a:pt x="3350567" y="4706720"/>
                  </a:lnTo>
                  <a:lnTo>
                    <a:pt x="3350567" y="4689793"/>
                  </a:lnTo>
                  <a:lnTo>
                    <a:pt x="3344058" y="4681316"/>
                  </a:lnTo>
                  <a:close/>
                </a:path>
                <a:path w="9542780" h="6570345">
                  <a:moveTo>
                    <a:pt x="3344058" y="4725795"/>
                  </a:moveTo>
                  <a:lnTo>
                    <a:pt x="3325096" y="4725795"/>
                  </a:lnTo>
                  <a:lnTo>
                    <a:pt x="3316606" y="4732153"/>
                  </a:lnTo>
                  <a:lnTo>
                    <a:pt x="3316606" y="4753319"/>
                  </a:lnTo>
                  <a:lnTo>
                    <a:pt x="3322831" y="4759676"/>
                  </a:lnTo>
                  <a:lnTo>
                    <a:pt x="3333586" y="4759676"/>
                  </a:lnTo>
                  <a:lnTo>
                    <a:pt x="3342077" y="4757557"/>
                  </a:lnTo>
                  <a:lnTo>
                    <a:pt x="3350567" y="4751199"/>
                  </a:lnTo>
                  <a:lnTo>
                    <a:pt x="3350567" y="4734245"/>
                  </a:lnTo>
                  <a:lnTo>
                    <a:pt x="3344058" y="4725795"/>
                  </a:lnTo>
                  <a:close/>
                </a:path>
                <a:path w="9542780" h="6570345">
                  <a:moveTo>
                    <a:pt x="3344058" y="4768126"/>
                  </a:moveTo>
                  <a:lnTo>
                    <a:pt x="3325096" y="4768126"/>
                  </a:lnTo>
                  <a:lnTo>
                    <a:pt x="3316606" y="4774483"/>
                  </a:lnTo>
                  <a:lnTo>
                    <a:pt x="3316606" y="4795649"/>
                  </a:lnTo>
                  <a:lnTo>
                    <a:pt x="3322831" y="4802007"/>
                  </a:lnTo>
                  <a:lnTo>
                    <a:pt x="3342077" y="4802007"/>
                  </a:lnTo>
                  <a:lnTo>
                    <a:pt x="3350567" y="4795649"/>
                  </a:lnTo>
                  <a:lnTo>
                    <a:pt x="3350567" y="4776603"/>
                  </a:lnTo>
                  <a:lnTo>
                    <a:pt x="3344058" y="4768126"/>
                  </a:lnTo>
                  <a:close/>
                </a:path>
                <a:path w="9542780" h="6570345">
                  <a:moveTo>
                    <a:pt x="3344058" y="4812604"/>
                  </a:moveTo>
                  <a:lnTo>
                    <a:pt x="3325096" y="4812604"/>
                  </a:lnTo>
                  <a:lnTo>
                    <a:pt x="3316606" y="4818962"/>
                  </a:lnTo>
                  <a:lnTo>
                    <a:pt x="3316606" y="4838009"/>
                  </a:lnTo>
                  <a:lnTo>
                    <a:pt x="3322831" y="4846486"/>
                  </a:lnTo>
                  <a:lnTo>
                    <a:pt x="3342077" y="4846486"/>
                  </a:lnTo>
                  <a:lnTo>
                    <a:pt x="3350567" y="4840127"/>
                  </a:lnTo>
                  <a:lnTo>
                    <a:pt x="3350567" y="4821053"/>
                  </a:lnTo>
                  <a:lnTo>
                    <a:pt x="3344058" y="4812604"/>
                  </a:lnTo>
                  <a:close/>
                </a:path>
                <a:path w="9542780" h="6570345">
                  <a:moveTo>
                    <a:pt x="3344058" y="4857055"/>
                  </a:moveTo>
                  <a:lnTo>
                    <a:pt x="3325096" y="4857055"/>
                  </a:lnTo>
                  <a:lnTo>
                    <a:pt x="3316606" y="4863412"/>
                  </a:lnTo>
                  <a:lnTo>
                    <a:pt x="3316606" y="4882459"/>
                  </a:lnTo>
                  <a:lnTo>
                    <a:pt x="3322831" y="4890936"/>
                  </a:lnTo>
                  <a:lnTo>
                    <a:pt x="3342077" y="4890936"/>
                  </a:lnTo>
                  <a:lnTo>
                    <a:pt x="3350567" y="4882459"/>
                  </a:lnTo>
                  <a:lnTo>
                    <a:pt x="3350567" y="4865532"/>
                  </a:lnTo>
                  <a:lnTo>
                    <a:pt x="3344058" y="4857055"/>
                  </a:lnTo>
                  <a:close/>
                </a:path>
                <a:path w="9542780" h="6570345">
                  <a:moveTo>
                    <a:pt x="3344058" y="4901533"/>
                  </a:moveTo>
                  <a:lnTo>
                    <a:pt x="3325096" y="4901533"/>
                  </a:lnTo>
                  <a:lnTo>
                    <a:pt x="3316606" y="4907890"/>
                  </a:lnTo>
                  <a:lnTo>
                    <a:pt x="3316606" y="4926937"/>
                  </a:lnTo>
                  <a:lnTo>
                    <a:pt x="3322831" y="4935414"/>
                  </a:lnTo>
                  <a:lnTo>
                    <a:pt x="3342077" y="4935414"/>
                  </a:lnTo>
                  <a:lnTo>
                    <a:pt x="3350567" y="4926937"/>
                  </a:lnTo>
                  <a:lnTo>
                    <a:pt x="3350567" y="4909982"/>
                  </a:lnTo>
                  <a:lnTo>
                    <a:pt x="3344058" y="4901533"/>
                  </a:lnTo>
                  <a:close/>
                </a:path>
                <a:path w="9542780" h="6570345">
                  <a:moveTo>
                    <a:pt x="3344058" y="4945983"/>
                  </a:moveTo>
                  <a:lnTo>
                    <a:pt x="3325096" y="4945983"/>
                  </a:lnTo>
                  <a:lnTo>
                    <a:pt x="3316606" y="4952342"/>
                  </a:lnTo>
                  <a:lnTo>
                    <a:pt x="3316606" y="4971387"/>
                  </a:lnTo>
                  <a:lnTo>
                    <a:pt x="3322831" y="4979865"/>
                  </a:lnTo>
                  <a:lnTo>
                    <a:pt x="3342077" y="4979865"/>
                  </a:lnTo>
                  <a:lnTo>
                    <a:pt x="3350567" y="4971387"/>
                  </a:lnTo>
                  <a:lnTo>
                    <a:pt x="3350567" y="4954460"/>
                  </a:lnTo>
                  <a:lnTo>
                    <a:pt x="3344058" y="4945983"/>
                  </a:lnTo>
                  <a:close/>
                </a:path>
                <a:path w="9542780" h="6570345">
                  <a:moveTo>
                    <a:pt x="3344058" y="4990462"/>
                  </a:moveTo>
                  <a:lnTo>
                    <a:pt x="3325096" y="4990462"/>
                  </a:lnTo>
                  <a:lnTo>
                    <a:pt x="3316606" y="4996792"/>
                  </a:lnTo>
                  <a:lnTo>
                    <a:pt x="3316606" y="5015866"/>
                  </a:lnTo>
                  <a:lnTo>
                    <a:pt x="3322831" y="5024343"/>
                  </a:lnTo>
                  <a:lnTo>
                    <a:pt x="3342077" y="5024343"/>
                  </a:lnTo>
                  <a:lnTo>
                    <a:pt x="3350567" y="5015866"/>
                  </a:lnTo>
                  <a:lnTo>
                    <a:pt x="3350567" y="4998910"/>
                  </a:lnTo>
                  <a:lnTo>
                    <a:pt x="3344058" y="4990462"/>
                  </a:lnTo>
                  <a:close/>
                </a:path>
                <a:path w="9542780" h="6570345">
                  <a:moveTo>
                    <a:pt x="3344058" y="5034912"/>
                  </a:moveTo>
                  <a:lnTo>
                    <a:pt x="3325096" y="5034912"/>
                  </a:lnTo>
                  <a:lnTo>
                    <a:pt x="3316606" y="5041270"/>
                  </a:lnTo>
                  <a:lnTo>
                    <a:pt x="3316606" y="5060316"/>
                  </a:lnTo>
                  <a:lnTo>
                    <a:pt x="3322831" y="5068793"/>
                  </a:lnTo>
                  <a:lnTo>
                    <a:pt x="3333586" y="5068793"/>
                  </a:lnTo>
                  <a:lnTo>
                    <a:pt x="3342077" y="5066673"/>
                  </a:lnTo>
                  <a:lnTo>
                    <a:pt x="3350567" y="5060316"/>
                  </a:lnTo>
                  <a:lnTo>
                    <a:pt x="3350567" y="5043389"/>
                  </a:lnTo>
                  <a:lnTo>
                    <a:pt x="3344058" y="5034912"/>
                  </a:lnTo>
                  <a:close/>
                </a:path>
                <a:path w="9542780" h="6570345">
                  <a:moveTo>
                    <a:pt x="3344058" y="5077270"/>
                  </a:moveTo>
                  <a:lnTo>
                    <a:pt x="3325096" y="5077270"/>
                  </a:lnTo>
                  <a:lnTo>
                    <a:pt x="3316606" y="5083629"/>
                  </a:lnTo>
                  <a:lnTo>
                    <a:pt x="3316606" y="5102675"/>
                  </a:lnTo>
                  <a:lnTo>
                    <a:pt x="3322831" y="5111153"/>
                  </a:lnTo>
                  <a:lnTo>
                    <a:pt x="3342077" y="5111153"/>
                  </a:lnTo>
                  <a:lnTo>
                    <a:pt x="3350567" y="5104794"/>
                  </a:lnTo>
                  <a:lnTo>
                    <a:pt x="3350567" y="5085720"/>
                  </a:lnTo>
                  <a:lnTo>
                    <a:pt x="3344058" y="5077270"/>
                  </a:lnTo>
                  <a:close/>
                </a:path>
                <a:path w="9542780" h="6570345">
                  <a:moveTo>
                    <a:pt x="3344058" y="5121722"/>
                  </a:moveTo>
                  <a:lnTo>
                    <a:pt x="3325096" y="5121722"/>
                  </a:lnTo>
                  <a:lnTo>
                    <a:pt x="3316606" y="5128079"/>
                  </a:lnTo>
                  <a:lnTo>
                    <a:pt x="3316606" y="5147125"/>
                  </a:lnTo>
                  <a:lnTo>
                    <a:pt x="3322831" y="5155603"/>
                  </a:lnTo>
                  <a:lnTo>
                    <a:pt x="3342077" y="5155603"/>
                  </a:lnTo>
                  <a:lnTo>
                    <a:pt x="3350567" y="5149245"/>
                  </a:lnTo>
                  <a:lnTo>
                    <a:pt x="3350567" y="5130199"/>
                  </a:lnTo>
                  <a:lnTo>
                    <a:pt x="3344058" y="5121722"/>
                  </a:lnTo>
                  <a:close/>
                </a:path>
                <a:path w="9542780" h="6570345">
                  <a:moveTo>
                    <a:pt x="3344058" y="5166199"/>
                  </a:moveTo>
                  <a:lnTo>
                    <a:pt x="3325096" y="5166199"/>
                  </a:lnTo>
                  <a:lnTo>
                    <a:pt x="3316606" y="5172529"/>
                  </a:lnTo>
                  <a:lnTo>
                    <a:pt x="3316606" y="5191603"/>
                  </a:lnTo>
                  <a:lnTo>
                    <a:pt x="3322831" y="5200081"/>
                  </a:lnTo>
                  <a:lnTo>
                    <a:pt x="3342077" y="5200081"/>
                  </a:lnTo>
                  <a:lnTo>
                    <a:pt x="3350567" y="5191603"/>
                  </a:lnTo>
                  <a:lnTo>
                    <a:pt x="3350567" y="5174649"/>
                  </a:lnTo>
                  <a:lnTo>
                    <a:pt x="3344058" y="5166199"/>
                  </a:lnTo>
                  <a:close/>
                </a:path>
                <a:path w="9542780" h="6570345">
                  <a:moveTo>
                    <a:pt x="3344058" y="5210649"/>
                  </a:moveTo>
                  <a:lnTo>
                    <a:pt x="3325096" y="5210649"/>
                  </a:lnTo>
                  <a:lnTo>
                    <a:pt x="3316606" y="5217007"/>
                  </a:lnTo>
                  <a:lnTo>
                    <a:pt x="3316606" y="5236053"/>
                  </a:lnTo>
                  <a:lnTo>
                    <a:pt x="3322831" y="5244532"/>
                  </a:lnTo>
                  <a:lnTo>
                    <a:pt x="3342077" y="5244532"/>
                  </a:lnTo>
                  <a:lnTo>
                    <a:pt x="3350567" y="5236053"/>
                  </a:lnTo>
                  <a:lnTo>
                    <a:pt x="3350567" y="5219127"/>
                  </a:lnTo>
                  <a:lnTo>
                    <a:pt x="3344058" y="5210649"/>
                  </a:lnTo>
                  <a:close/>
                </a:path>
                <a:path w="9542780" h="6570345">
                  <a:moveTo>
                    <a:pt x="3344058" y="5255129"/>
                  </a:moveTo>
                  <a:lnTo>
                    <a:pt x="3325096" y="5255129"/>
                  </a:lnTo>
                  <a:lnTo>
                    <a:pt x="3316606" y="5261458"/>
                  </a:lnTo>
                  <a:lnTo>
                    <a:pt x="3316606" y="5282652"/>
                  </a:lnTo>
                  <a:lnTo>
                    <a:pt x="3322831" y="5288982"/>
                  </a:lnTo>
                  <a:lnTo>
                    <a:pt x="3342077" y="5288982"/>
                  </a:lnTo>
                  <a:lnTo>
                    <a:pt x="3350567" y="5280533"/>
                  </a:lnTo>
                  <a:lnTo>
                    <a:pt x="3350567" y="5263577"/>
                  </a:lnTo>
                  <a:lnTo>
                    <a:pt x="3344058" y="5255129"/>
                  </a:lnTo>
                  <a:close/>
                </a:path>
                <a:path w="9542780" h="6570345">
                  <a:moveTo>
                    <a:pt x="3344058" y="5299579"/>
                  </a:moveTo>
                  <a:lnTo>
                    <a:pt x="3325096" y="5299579"/>
                  </a:lnTo>
                  <a:lnTo>
                    <a:pt x="3316606" y="5305936"/>
                  </a:lnTo>
                  <a:lnTo>
                    <a:pt x="3316606" y="5327102"/>
                  </a:lnTo>
                  <a:lnTo>
                    <a:pt x="3322831" y="5333460"/>
                  </a:lnTo>
                  <a:lnTo>
                    <a:pt x="3342077" y="5333460"/>
                  </a:lnTo>
                  <a:lnTo>
                    <a:pt x="3350567" y="5324983"/>
                  </a:lnTo>
                  <a:lnTo>
                    <a:pt x="3350567" y="5308056"/>
                  </a:lnTo>
                  <a:lnTo>
                    <a:pt x="3344058" y="5299579"/>
                  </a:lnTo>
                  <a:close/>
                </a:path>
                <a:path w="9542780" h="6570345">
                  <a:moveTo>
                    <a:pt x="3344058" y="5344057"/>
                  </a:moveTo>
                  <a:lnTo>
                    <a:pt x="3325096" y="5344057"/>
                  </a:lnTo>
                  <a:lnTo>
                    <a:pt x="3316606" y="5350386"/>
                  </a:lnTo>
                  <a:lnTo>
                    <a:pt x="3316606" y="5369460"/>
                  </a:lnTo>
                  <a:lnTo>
                    <a:pt x="3322831" y="5377910"/>
                  </a:lnTo>
                  <a:lnTo>
                    <a:pt x="3333586" y="5377910"/>
                  </a:lnTo>
                  <a:lnTo>
                    <a:pt x="3342077" y="5375790"/>
                  </a:lnTo>
                  <a:lnTo>
                    <a:pt x="3350567" y="5369460"/>
                  </a:lnTo>
                  <a:lnTo>
                    <a:pt x="3350567" y="5352506"/>
                  </a:lnTo>
                  <a:lnTo>
                    <a:pt x="3344058" y="5344057"/>
                  </a:lnTo>
                  <a:close/>
                </a:path>
                <a:path w="9542780" h="6570345">
                  <a:moveTo>
                    <a:pt x="3344058" y="5917840"/>
                  </a:moveTo>
                  <a:lnTo>
                    <a:pt x="3325096" y="5917840"/>
                  </a:lnTo>
                  <a:lnTo>
                    <a:pt x="3316606" y="5924198"/>
                  </a:lnTo>
                  <a:lnTo>
                    <a:pt x="3316606" y="5943244"/>
                  </a:lnTo>
                  <a:lnTo>
                    <a:pt x="3322831" y="5951722"/>
                  </a:lnTo>
                  <a:lnTo>
                    <a:pt x="3342077" y="5951722"/>
                  </a:lnTo>
                  <a:lnTo>
                    <a:pt x="3350567" y="5943244"/>
                  </a:lnTo>
                  <a:lnTo>
                    <a:pt x="3350567" y="5926317"/>
                  </a:lnTo>
                  <a:lnTo>
                    <a:pt x="3344058" y="5917840"/>
                  </a:lnTo>
                  <a:close/>
                </a:path>
                <a:path w="9542780" h="6570345">
                  <a:moveTo>
                    <a:pt x="3344058" y="5962290"/>
                  </a:moveTo>
                  <a:lnTo>
                    <a:pt x="3325096" y="5962290"/>
                  </a:lnTo>
                  <a:lnTo>
                    <a:pt x="3316606" y="5968649"/>
                  </a:lnTo>
                  <a:lnTo>
                    <a:pt x="3316606" y="5987723"/>
                  </a:lnTo>
                  <a:lnTo>
                    <a:pt x="3322831" y="5996172"/>
                  </a:lnTo>
                  <a:lnTo>
                    <a:pt x="3333586" y="5996172"/>
                  </a:lnTo>
                  <a:lnTo>
                    <a:pt x="3342077" y="5994053"/>
                  </a:lnTo>
                  <a:lnTo>
                    <a:pt x="3350567" y="5987723"/>
                  </a:lnTo>
                  <a:lnTo>
                    <a:pt x="3350567" y="5970767"/>
                  </a:lnTo>
                  <a:lnTo>
                    <a:pt x="3344058" y="5962290"/>
                  </a:lnTo>
                  <a:close/>
                </a:path>
                <a:path w="9542780" h="6570345">
                  <a:moveTo>
                    <a:pt x="3344058" y="6004650"/>
                  </a:moveTo>
                  <a:lnTo>
                    <a:pt x="3325096" y="6004650"/>
                  </a:lnTo>
                  <a:lnTo>
                    <a:pt x="3316606" y="6011007"/>
                  </a:lnTo>
                  <a:lnTo>
                    <a:pt x="3316606" y="6030053"/>
                  </a:lnTo>
                  <a:lnTo>
                    <a:pt x="3322831" y="6038531"/>
                  </a:lnTo>
                  <a:lnTo>
                    <a:pt x="3342077" y="6038531"/>
                  </a:lnTo>
                  <a:lnTo>
                    <a:pt x="3350567" y="6032173"/>
                  </a:lnTo>
                  <a:lnTo>
                    <a:pt x="3350567" y="6013127"/>
                  </a:lnTo>
                  <a:lnTo>
                    <a:pt x="3344058" y="6004650"/>
                  </a:lnTo>
                  <a:close/>
                </a:path>
                <a:path w="9542780" h="6570345">
                  <a:moveTo>
                    <a:pt x="3344058" y="6049100"/>
                  </a:moveTo>
                  <a:lnTo>
                    <a:pt x="3325096" y="6049100"/>
                  </a:lnTo>
                  <a:lnTo>
                    <a:pt x="3316606" y="6055457"/>
                  </a:lnTo>
                  <a:lnTo>
                    <a:pt x="3316606" y="6074533"/>
                  </a:lnTo>
                  <a:lnTo>
                    <a:pt x="3322831" y="6082982"/>
                  </a:lnTo>
                  <a:lnTo>
                    <a:pt x="3342077" y="6082982"/>
                  </a:lnTo>
                  <a:lnTo>
                    <a:pt x="3350567" y="6076623"/>
                  </a:lnTo>
                  <a:lnTo>
                    <a:pt x="3350567" y="6057577"/>
                  </a:lnTo>
                  <a:lnTo>
                    <a:pt x="3344058" y="6049100"/>
                  </a:lnTo>
                  <a:close/>
                </a:path>
                <a:path w="9542780" h="6570345">
                  <a:moveTo>
                    <a:pt x="3344058" y="6093578"/>
                  </a:moveTo>
                  <a:lnTo>
                    <a:pt x="3325096" y="6093578"/>
                  </a:lnTo>
                  <a:lnTo>
                    <a:pt x="3316606" y="6099936"/>
                  </a:lnTo>
                  <a:lnTo>
                    <a:pt x="3316606" y="6118983"/>
                  </a:lnTo>
                  <a:lnTo>
                    <a:pt x="3322831" y="6127460"/>
                  </a:lnTo>
                  <a:lnTo>
                    <a:pt x="3342077" y="6127460"/>
                  </a:lnTo>
                  <a:lnTo>
                    <a:pt x="3350567" y="6118983"/>
                  </a:lnTo>
                  <a:lnTo>
                    <a:pt x="3350567" y="6102056"/>
                  </a:lnTo>
                  <a:lnTo>
                    <a:pt x="3344058" y="6093578"/>
                  </a:lnTo>
                  <a:close/>
                </a:path>
                <a:path w="9542780" h="6570345">
                  <a:moveTo>
                    <a:pt x="3344058" y="6138029"/>
                  </a:moveTo>
                  <a:lnTo>
                    <a:pt x="3325096" y="6138029"/>
                  </a:lnTo>
                  <a:lnTo>
                    <a:pt x="3316606" y="6144386"/>
                  </a:lnTo>
                  <a:lnTo>
                    <a:pt x="3316606" y="6163461"/>
                  </a:lnTo>
                  <a:lnTo>
                    <a:pt x="3322831" y="6171910"/>
                  </a:lnTo>
                  <a:lnTo>
                    <a:pt x="3342077" y="6171910"/>
                  </a:lnTo>
                  <a:lnTo>
                    <a:pt x="3350567" y="6163461"/>
                  </a:lnTo>
                  <a:lnTo>
                    <a:pt x="3350567" y="6146506"/>
                  </a:lnTo>
                  <a:lnTo>
                    <a:pt x="3344058" y="6138029"/>
                  </a:lnTo>
                  <a:close/>
                </a:path>
                <a:path w="9542780" h="6570345">
                  <a:moveTo>
                    <a:pt x="3344058" y="6182507"/>
                  </a:moveTo>
                  <a:lnTo>
                    <a:pt x="3325096" y="6182507"/>
                  </a:lnTo>
                  <a:lnTo>
                    <a:pt x="3316606" y="6188864"/>
                  </a:lnTo>
                  <a:lnTo>
                    <a:pt x="3316606" y="6210030"/>
                  </a:lnTo>
                  <a:lnTo>
                    <a:pt x="3322831" y="6216388"/>
                  </a:lnTo>
                  <a:lnTo>
                    <a:pt x="3342077" y="6216388"/>
                  </a:lnTo>
                  <a:lnTo>
                    <a:pt x="3350567" y="6207911"/>
                  </a:lnTo>
                  <a:lnTo>
                    <a:pt x="3350567" y="6190984"/>
                  </a:lnTo>
                  <a:lnTo>
                    <a:pt x="3344058" y="6182507"/>
                  </a:lnTo>
                  <a:close/>
                </a:path>
                <a:path w="9542780" h="6570345">
                  <a:moveTo>
                    <a:pt x="3299625" y="4327721"/>
                  </a:moveTo>
                  <a:lnTo>
                    <a:pt x="3280380" y="4327721"/>
                  </a:lnTo>
                  <a:lnTo>
                    <a:pt x="3271890" y="4334079"/>
                  </a:lnTo>
                  <a:lnTo>
                    <a:pt x="3271890" y="4353153"/>
                  </a:lnTo>
                  <a:lnTo>
                    <a:pt x="3278399" y="4361602"/>
                  </a:lnTo>
                  <a:lnTo>
                    <a:pt x="3299625" y="4361602"/>
                  </a:lnTo>
                  <a:lnTo>
                    <a:pt x="3305851" y="4353153"/>
                  </a:lnTo>
                  <a:lnTo>
                    <a:pt x="3305851" y="4336199"/>
                  </a:lnTo>
                  <a:lnTo>
                    <a:pt x="3299625" y="4327721"/>
                  </a:lnTo>
                  <a:close/>
                </a:path>
                <a:path w="9542780" h="6570345">
                  <a:moveTo>
                    <a:pt x="3299625" y="4372199"/>
                  </a:moveTo>
                  <a:lnTo>
                    <a:pt x="3280380" y="4372199"/>
                  </a:lnTo>
                  <a:lnTo>
                    <a:pt x="3271890" y="4378557"/>
                  </a:lnTo>
                  <a:lnTo>
                    <a:pt x="3271890" y="4397603"/>
                  </a:lnTo>
                  <a:lnTo>
                    <a:pt x="3278399" y="4406082"/>
                  </a:lnTo>
                  <a:lnTo>
                    <a:pt x="3288870" y="4406082"/>
                  </a:lnTo>
                  <a:lnTo>
                    <a:pt x="3299625" y="4403962"/>
                  </a:lnTo>
                  <a:lnTo>
                    <a:pt x="3305851" y="4397603"/>
                  </a:lnTo>
                  <a:lnTo>
                    <a:pt x="3305851" y="4380677"/>
                  </a:lnTo>
                  <a:lnTo>
                    <a:pt x="3299625" y="4372199"/>
                  </a:lnTo>
                  <a:close/>
                </a:path>
                <a:path w="9542780" h="6570345">
                  <a:moveTo>
                    <a:pt x="3299625" y="4416649"/>
                  </a:moveTo>
                  <a:lnTo>
                    <a:pt x="3280380" y="4416649"/>
                  </a:lnTo>
                  <a:lnTo>
                    <a:pt x="3271890" y="4423008"/>
                  </a:lnTo>
                  <a:lnTo>
                    <a:pt x="3271890" y="4442054"/>
                  </a:lnTo>
                  <a:lnTo>
                    <a:pt x="3278399" y="4450532"/>
                  </a:lnTo>
                  <a:lnTo>
                    <a:pt x="3288870" y="4450532"/>
                  </a:lnTo>
                  <a:lnTo>
                    <a:pt x="3299625" y="4448412"/>
                  </a:lnTo>
                  <a:lnTo>
                    <a:pt x="3305851" y="4442054"/>
                  </a:lnTo>
                  <a:lnTo>
                    <a:pt x="3305851" y="4425127"/>
                  </a:lnTo>
                  <a:lnTo>
                    <a:pt x="3299625" y="4416649"/>
                  </a:lnTo>
                  <a:close/>
                </a:path>
                <a:path w="9542780" h="6570345">
                  <a:moveTo>
                    <a:pt x="3299625" y="4459009"/>
                  </a:moveTo>
                  <a:lnTo>
                    <a:pt x="3280380" y="4459009"/>
                  </a:lnTo>
                  <a:lnTo>
                    <a:pt x="3271890" y="4465366"/>
                  </a:lnTo>
                  <a:lnTo>
                    <a:pt x="3271890" y="4484413"/>
                  </a:lnTo>
                  <a:lnTo>
                    <a:pt x="3278399" y="4492890"/>
                  </a:lnTo>
                  <a:lnTo>
                    <a:pt x="3299625" y="4492890"/>
                  </a:lnTo>
                  <a:lnTo>
                    <a:pt x="3305851" y="4486532"/>
                  </a:lnTo>
                  <a:lnTo>
                    <a:pt x="3305851" y="4467486"/>
                  </a:lnTo>
                  <a:lnTo>
                    <a:pt x="3299625" y="4459009"/>
                  </a:lnTo>
                  <a:close/>
                </a:path>
                <a:path w="9542780" h="6570345">
                  <a:moveTo>
                    <a:pt x="3299625" y="4503459"/>
                  </a:moveTo>
                  <a:lnTo>
                    <a:pt x="3280380" y="4503459"/>
                  </a:lnTo>
                  <a:lnTo>
                    <a:pt x="3271890" y="4509816"/>
                  </a:lnTo>
                  <a:lnTo>
                    <a:pt x="3271890" y="4528863"/>
                  </a:lnTo>
                  <a:lnTo>
                    <a:pt x="3278399" y="4537341"/>
                  </a:lnTo>
                  <a:lnTo>
                    <a:pt x="3299625" y="4537341"/>
                  </a:lnTo>
                  <a:lnTo>
                    <a:pt x="3305851" y="4530982"/>
                  </a:lnTo>
                  <a:lnTo>
                    <a:pt x="3305851" y="4511936"/>
                  </a:lnTo>
                  <a:lnTo>
                    <a:pt x="3299625" y="4503459"/>
                  </a:lnTo>
                  <a:close/>
                </a:path>
                <a:path w="9542780" h="6570345">
                  <a:moveTo>
                    <a:pt x="3299625" y="4547937"/>
                  </a:moveTo>
                  <a:lnTo>
                    <a:pt x="3280380" y="4547937"/>
                  </a:lnTo>
                  <a:lnTo>
                    <a:pt x="3271890" y="4554296"/>
                  </a:lnTo>
                  <a:lnTo>
                    <a:pt x="3271890" y="4573342"/>
                  </a:lnTo>
                  <a:lnTo>
                    <a:pt x="3278399" y="4581819"/>
                  </a:lnTo>
                  <a:lnTo>
                    <a:pt x="3299625" y="4581819"/>
                  </a:lnTo>
                  <a:lnTo>
                    <a:pt x="3305851" y="4573342"/>
                  </a:lnTo>
                  <a:lnTo>
                    <a:pt x="3305851" y="4556415"/>
                  </a:lnTo>
                  <a:lnTo>
                    <a:pt x="3299625" y="4547937"/>
                  </a:lnTo>
                  <a:close/>
                </a:path>
                <a:path w="9542780" h="6570345">
                  <a:moveTo>
                    <a:pt x="3299625" y="4592388"/>
                  </a:moveTo>
                  <a:lnTo>
                    <a:pt x="3280380" y="4592388"/>
                  </a:lnTo>
                  <a:lnTo>
                    <a:pt x="3271890" y="4598746"/>
                  </a:lnTo>
                  <a:lnTo>
                    <a:pt x="3271890" y="4617792"/>
                  </a:lnTo>
                  <a:lnTo>
                    <a:pt x="3278399" y="4626269"/>
                  </a:lnTo>
                  <a:lnTo>
                    <a:pt x="3299625" y="4626269"/>
                  </a:lnTo>
                  <a:lnTo>
                    <a:pt x="3305851" y="4617792"/>
                  </a:lnTo>
                  <a:lnTo>
                    <a:pt x="3305851" y="4600865"/>
                  </a:lnTo>
                  <a:lnTo>
                    <a:pt x="3299625" y="4592388"/>
                  </a:lnTo>
                  <a:close/>
                </a:path>
                <a:path w="9542780" h="6570345">
                  <a:moveTo>
                    <a:pt x="3299625" y="4636866"/>
                  </a:moveTo>
                  <a:lnTo>
                    <a:pt x="3280380" y="4636866"/>
                  </a:lnTo>
                  <a:lnTo>
                    <a:pt x="3271890" y="4643224"/>
                  </a:lnTo>
                  <a:lnTo>
                    <a:pt x="3271890" y="4662270"/>
                  </a:lnTo>
                  <a:lnTo>
                    <a:pt x="3278399" y="4670747"/>
                  </a:lnTo>
                  <a:lnTo>
                    <a:pt x="3299625" y="4670747"/>
                  </a:lnTo>
                  <a:lnTo>
                    <a:pt x="3305851" y="4662270"/>
                  </a:lnTo>
                  <a:lnTo>
                    <a:pt x="3305851" y="4645343"/>
                  </a:lnTo>
                  <a:lnTo>
                    <a:pt x="3299625" y="4636866"/>
                  </a:lnTo>
                  <a:close/>
                </a:path>
                <a:path w="9542780" h="6570345">
                  <a:moveTo>
                    <a:pt x="3299625" y="4681316"/>
                  </a:moveTo>
                  <a:lnTo>
                    <a:pt x="3280380" y="4681316"/>
                  </a:lnTo>
                  <a:lnTo>
                    <a:pt x="3271890" y="4687675"/>
                  </a:lnTo>
                  <a:lnTo>
                    <a:pt x="3271890" y="4706720"/>
                  </a:lnTo>
                  <a:lnTo>
                    <a:pt x="3278399" y="4715198"/>
                  </a:lnTo>
                  <a:lnTo>
                    <a:pt x="3288870" y="4715198"/>
                  </a:lnTo>
                  <a:lnTo>
                    <a:pt x="3299625" y="4713079"/>
                  </a:lnTo>
                  <a:lnTo>
                    <a:pt x="3305851" y="4706720"/>
                  </a:lnTo>
                  <a:lnTo>
                    <a:pt x="3305851" y="4689793"/>
                  </a:lnTo>
                  <a:lnTo>
                    <a:pt x="3299625" y="4681316"/>
                  </a:lnTo>
                  <a:close/>
                </a:path>
                <a:path w="9542780" h="6570345">
                  <a:moveTo>
                    <a:pt x="3299625" y="4725795"/>
                  </a:moveTo>
                  <a:lnTo>
                    <a:pt x="3280380" y="4725795"/>
                  </a:lnTo>
                  <a:lnTo>
                    <a:pt x="3271890" y="4732153"/>
                  </a:lnTo>
                  <a:lnTo>
                    <a:pt x="3271890" y="4753319"/>
                  </a:lnTo>
                  <a:lnTo>
                    <a:pt x="3278399" y="4759676"/>
                  </a:lnTo>
                  <a:lnTo>
                    <a:pt x="3288870" y="4759676"/>
                  </a:lnTo>
                  <a:lnTo>
                    <a:pt x="3299625" y="4757557"/>
                  </a:lnTo>
                  <a:lnTo>
                    <a:pt x="3305851" y="4751199"/>
                  </a:lnTo>
                  <a:lnTo>
                    <a:pt x="3305851" y="4734245"/>
                  </a:lnTo>
                  <a:lnTo>
                    <a:pt x="3299625" y="4725795"/>
                  </a:lnTo>
                  <a:close/>
                </a:path>
                <a:path w="9542780" h="6570345">
                  <a:moveTo>
                    <a:pt x="3299625" y="4768126"/>
                  </a:moveTo>
                  <a:lnTo>
                    <a:pt x="3280380" y="4768126"/>
                  </a:lnTo>
                  <a:lnTo>
                    <a:pt x="3271890" y="4774483"/>
                  </a:lnTo>
                  <a:lnTo>
                    <a:pt x="3271890" y="4795649"/>
                  </a:lnTo>
                  <a:lnTo>
                    <a:pt x="3278399" y="4802007"/>
                  </a:lnTo>
                  <a:lnTo>
                    <a:pt x="3299625" y="4802007"/>
                  </a:lnTo>
                  <a:lnTo>
                    <a:pt x="3305851" y="4795649"/>
                  </a:lnTo>
                  <a:lnTo>
                    <a:pt x="3305851" y="4776603"/>
                  </a:lnTo>
                  <a:lnTo>
                    <a:pt x="3299625" y="4768126"/>
                  </a:lnTo>
                  <a:close/>
                </a:path>
                <a:path w="9542780" h="6570345">
                  <a:moveTo>
                    <a:pt x="3299625" y="4812604"/>
                  </a:moveTo>
                  <a:lnTo>
                    <a:pt x="3280380" y="4812604"/>
                  </a:lnTo>
                  <a:lnTo>
                    <a:pt x="3271890" y="4818962"/>
                  </a:lnTo>
                  <a:lnTo>
                    <a:pt x="3271890" y="4838009"/>
                  </a:lnTo>
                  <a:lnTo>
                    <a:pt x="3278399" y="4846486"/>
                  </a:lnTo>
                  <a:lnTo>
                    <a:pt x="3299625" y="4846486"/>
                  </a:lnTo>
                  <a:lnTo>
                    <a:pt x="3305851" y="4840127"/>
                  </a:lnTo>
                  <a:lnTo>
                    <a:pt x="3305851" y="4821053"/>
                  </a:lnTo>
                  <a:lnTo>
                    <a:pt x="3299625" y="4812604"/>
                  </a:lnTo>
                  <a:close/>
                </a:path>
                <a:path w="9542780" h="6570345">
                  <a:moveTo>
                    <a:pt x="3299625" y="4857055"/>
                  </a:moveTo>
                  <a:lnTo>
                    <a:pt x="3280380" y="4857055"/>
                  </a:lnTo>
                  <a:lnTo>
                    <a:pt x="3271890" y="4863412"/>
                  </a:lnTo>
                  <a:lnTo>
                    <a:pt x="3271890" y="4882459"/>
                  </a:lnTo>
                  <a:lnTo>
                    <a:pt x="3278399" y="4890936"/>
                  </a:lnTo>
                  <a:lnTo>
                    <a:pt x="3299625" y="4890936"/>
                  </a:lnTo>
                  <a:lnTo>
                    <a:pt x="3305851" y="4882459"/>
                  </a:lnTo>
                  <a:lnTo>
                    <a:pt x="3305851" y="4865532"/>
                  </a:lnTo>
                  <a:lnTo>
                    <a:pt x="3299625" y="4857055"/>
                  </a:lnTo>
                  <a:close/>
                </a:path>
                <a:path w="9542780" h="6570345">
                  <a:moveTo>
                    <a:pt x="3299625" y="4901533"/>
                  </a:moveTo>
                  <a:lnTo>
                    <a:pt x="3280380" y="4901533"/>
                  </a:lnTo>
                  <a:lnTo>
                    <a:pt x="3271890" y="4907890"/>
                  </a:lnTo>
                  <a:lnTo>
                    <a:pt x="3271890" y="4926937"/>
                  </a:lnTo>
                  <a:lnTo>
                    <a:pt x="3278399" y="4935414"/>
                  </a:lnTo>
                  <a:lnTo>
                    <a:pt x="3299625" y="4935414"/>
                  </a:lnTo>
                  <a:lnTo>
                    <a:pt x="3305851" y="4926937"/>
                  </a:lnTo>
                  <a:lnTo>
                    <a:pt x="3305851" y="4909982"/>
                  </a:lnTo>
                  <a:lnTo>
                    <a:pt x="3299625" y="4901533"/>
                  </a:lnTo>
                  <a:close/>
                </a:path>
                <a:path w="9542780" h="6570345">
                  <a:moveTo>
                    <a:pt x="3299625" y="4945983"/>
                  </a:moveTo>
                  <a:lnTo>
                    <a:pt x="3280380" y="4945983"/>
                  </a:lnTo>
                  <a:lnTo>
                    <a:pt x="3271890" y="4952342"/>
                  </a:lnTo>
                  <a:lnTo>
                    <a:pt x="3271890" y="4971387"/>
                  </a:lnTo>
                  <a:lnTo>
                    <a:pt x="3278399" y="4979865"/>
                  </a:lnTo>
                  <a:lnTo>
                    <a:pt x="3299625" y="4979865"/>
                  </a:lnTo>
                  <a:lnTo>
                    <a:pt x="3305851" y="4971387"/>
                  </a:lnTo>
                  <a:lnTo>
                    <a:pt x="3305851" y="4954460"/>
                  </a:lnTo>
                  <a:lnTo>
                    <a:pt x="3299625" y="4945983"/>
                  </a:lnTo>
                  <a:close/>
                </a:path>
                <a:path w="9542780" h="6570345">
                  <a:moveTo>
                    <a:pt x="3299625" y="4990462"/>
                  </a:moveTo>
                  <a:lnTo>
                    <a:pt x="3280380" y="4990462"/>
                  </a:lnTo>
                  <a:lnTo>
                    <a:pt x="3271890" y="4996792"/>
                  </a:lnTo>
                  <a:lnTo>
                    <a:pt x="3271890" y="5015866"/>
                  </a:lnTo>
                  <a:lnTo>
                    <a:pt x="3278399" y="5024343"/>
                  </a:lnTo>
                  <a:lnTo>
                    <a:pt x="3299625" y="5024343"/>
                  </a:lnTo>
                  <a:lnTo>
                    <a:pt x="3305851" y="5015866"/>
                  </a:lnTo>
                  <a:lnTo>
                    <a:pt x="3305851" y="4998910"/>
                  </a:lnTo>
                  <a:lnTo>
                    <a:pt x="3299625" y="4990462"/>
                  </a:lnTo>
                  <a:close/>
                </a:path>
                <a:path w="9542780" h="6570345">
                  <a:moveTo>
                    <a:pt x="3299625" y="5034912"/>
                  </a:moveTo>
                  <a:lnTo>
                    <a:pt x="3280380" y="5034912"/>
                  </a:lnTo>
                  <a:lnTo>
                    <a:pt x="3271890" y="5041270"/>
                  </a:lnTo>
                  <a:lnTo>
                    <a:pt x="3271890" y="5060316"/>
                  </a:lnTo>
                  <a:lnTo>
                    <a:pt x="3278399" y="5068793"/>
                  </a:lnTo>
                  <a:lnTo>
                    <a:pt x="3288870" y="5068793"/>
                  </a:lnTo>
                  <a:lnTo>
                    <a:pt x="3299625" y="5066673"/>
                  </a:lnTo>
                  <a:lnTo>
                    <a:pt x="3305851" y="5060316"/>
                  </a:lnTo>
                  <a:lnTo>
                    <a:pt x="3305851" y="5043389"/>
                  </a:lnTo>
                  <a:lnTo>
                    <a:pt x="3299625" y="5034912"/>
                  </a:lnTo>
                  <a:close/>
                </a:path>
                <a:path w="9542780" h="6570345">
                  <a:moveTo>
                    <a:pt x="3299625" y="5077270"/>
                  </a:moveTo>
                  <a:lnTo>
                    <a:pt x="3280380" y="5077270"/>
                  </a:lnTo>
                  <a:lnTo>
                    <a:pt x="3271890" y="5083629"/>
                  </a:lnTo>
                  <a:lnTo>
                    <a:pt x="3271890" y="5102675"/>
                  </a:lnTo>
                  <a:lnTo>
                    <a:pt x="3278399" y="5111153"/>
                  </a:lnTo>
                  <a:lnTo>
                    <a:pt x="3299625" y="5111153"/>
                  </a:lnTo>
                  <a:lnTo>
                    <a:pt x="3305851" y="5104794"/>
                  </a:lnTo>
                  <a:lnTo>
                    <a:pt x="3305851" y="5085720"/>
                  </a:lnTo>
                  <a:lnTo>
                    <a:pt x="3299625" y="5077270"/>
                  </a:lnTo>
                  <a:close/>
                </a:path>
                <a:path w="9542780" h="6570345">
                  <a:moveTo>
                    <a:pt x="3299625" y="5121722"/>
                  </a:moveTo>
                  <a:lnTo>
                    <a:pt x="3280380" y="5121722"/>
                  </a:lnTo>
                  <a:lnTo>
                    <a:pt x="3271890" y="5128079"/>
                  </a:lnTo>
                  <a:lnTo>
                    <a:pt x="3271890" y="5147125"/>
                  </a:lnTo>
                  <a:lnTo>
                    <a:pt x="3278399" y="5155603"/>
                  </a:lnTo>
                  <a:lnTo>
                    <a:pt x="3299625" y="5155603"/>
                  </a:lnTo>
                  <a:lnTo>
                    <a:pt x="3305851" y="5149245"/>
                  </a:lnTo>
                  <a:lnTo>
                    <a:pt x="3305851" y="5130199"/>
                  </a:lnTo>
                  <a:lnTo>
                    <a:pt x="3299625" y="5121722"/>
                  </a:lnTo>
                  <a:close/>
                </a:path>
                <a:path w="9542780" h="6570345">
                  <a:moveTo>
                    <a:pt x="3299625" y="5166199"/>
                  </a:moveTo>
                  <a:lnTo>
                    <a:pt x="3280380" y="5166199"/>
                  </a:lnTo>
                  <a:lnTo>
                    <a:pt x="3271890" y="5172529"/>
                  </a:lnTo>
                  <a:lnTo>
                    <a:pt x="3271890" y="5191603"/>
                  </a:lnTo>
                  <a:lnTo>
                    <a:pt x="3278399" y="5200081"/>
                  </a:lnTo>
                  <a:lnTo>
                    <a:pt x="3299625" y="5200081"/>
                  </a:lnTo>
                  <a:lnTo>
                    <a:pt x="3305851" y="5191603"/>
                  </a:lnTo>
                  <a:lnTo>
                    <a:pt x="3305851" y="5174649"/>
                  </a:lnTo>
                  <a:lnTo>
                    <a:pt x="3299625" y="5166199"/>
                  </a:lnTo>
                  <a:close/>
                </a:path>
                <a:path w="9542780" h="6570345">
                  <a:moveTo>
                    <a:pt x="3299625" y="5210649"/>
                  </a:moveTo>
                  <a:lnTo>
                    <a:pt x="3280380" y="5210649"/>
                  </a:lnTo>
                  <a:lnTo>
                    <a:pt x="3271890" y="5217007"/>
                  </a:lnTo>
                  <a:lnTo>
                    <a:pt x="3271890" y="5236053"/>
                  </a:lnTo>
                  <a:lnTo>
                    <a:pt x="3278399" y="5244532"/>
                  </a:lnTo>
                  <a:lnTo>
                    <a:pt x="3299625" y="5244532"/>
                  </a:lnTo>
                  <a:lnTo>
                    <a:pt x="3305851" y="5236053"/>
                  </a:lnTo>
                  <a:lnTo>
                    <a:pt x="3305851" y="5219127"/>
                  </a:lnTo>
                  <a:lnTo>
                    <a:pt x="3299625" y="5210649"/>
                  </a:lnTo>
                  <a:close/>
                </a:path>
                <a:path w="9542780" h="6570345">
                  <a:moveTo>
                    <a:pt x="3299625" y="5255127"/>
                  </a:moveTo>
                  <a:lnTo>
                    <a:pt x="3280380" y="5255127"/>
                  </a:lnTo>
                  <a:lnTo>
                    <a:pt x="3271890" y="5261458"/>
                  </a:lnTo>
                  <a:lnTo>
                    <a:pt x="3271890" y="5282652"/>
                  </a:lnTo>
                  <a:lnTo>
                    <a:pt x="3278399" y="5288982"/>
                  </a:lnTo>
                  <a:lnTo>
                    <a:pt x="3299625" y="5288982"/>
                  </a:lnTo>
                  <a:lnTo>
                    <a:pt x="3305851" y="5280533"/>
                  </a:lnTo>
                  <a:lnTo>
                    <a:pt x="3305851" y="5263577"/>
                  </a:lnTo>
                  <a:lnTo>
                    <a:pt x="3299625" y="5255127"/>
                  </a:lnTo>
                  <a:close/>
                </a:path>
                <a:path w="9542780" h="6570345">
                  <a:moveTo>
                    <a:pt x="3299625" y="5299579"/>
                  </a:moveTo>
                  <a:lnTo>
                    <a:pt x="3280380" y="5299579"/>
                  </a:lnTo>
                  <a:lnTo>
                    <a:pt x="3271890" y="5305936"/>
                  </a:lnTo>
                  <a:lnTo>
                    <a:pt x="3271890" y="5327102"/>
                  </a:lnTo>
                  <a:lnTo>
                    <a:pt x="3278399" y="5333460"/>
                  </a:lnTo>
                  <a:lnTo>
                    <a:pt x="3299625" y="5333460"/>
                  </a:lnTo>
                  <a:lnTo>
                    <a:pt x="3305851" y="5324983"/>
                  </a:lnTo>
                  <a:lnTo>
                    <a:pt x="3305851" y="5308056"/>
                  </a:lnTo>
                  <a:lnTo>
                    <a:pt x="3299625" y="5299579"/>
                  </a:lnTo>
                  <a:close/>
                </a:path>
                <a:path w="9542780" h="6570345">
                  <a:moveTo>
                    <a:pt x="3299625" y="5344057"/>
                  </a:moveTo>
                  <a:lnTo>
                    <a:pt x="3280380" y="5344057"/>
                  </a:lnTo>
                  <a:lnTo>
                    <a:pt x="3271890" y="5350386"/>
                  </a:lnTo>
                  <a:lnTo>
                    <a:pt x="3271890" y="5369460"/>
                  </a:lnTo>
                  <a:lnTo>
                    <a:pt x="3278399" y="5377910"/>
                  </a:lnTo>
                  <a:lnTo>
                    <a:pt x="3288870" y="5377910"/>
                  </a:lnTo>
                  <a:lnTo>
                    <a:pt x="3299625" y="5375790"/>
                  </a:lnTo>
                  <a:lnTo>
                    <a:pt x="3305851" y="5369460"/>
                  </a:lnTo>
                  <a:lnTo>
                    <a:pt x="3305851" y="5352506"/>
                  </a:lnTo>
                  <a:lnTo>
                    <a:pt x="3299625" y="5344057"/>
                  </a:lnTo>
                  <a:close/>
                </a:path>
                <a:path w="9542780" h="6570345">
                  <a:moveTo>
                    <a:pt x="3299625" y="5917840"/>
                  </a:moveTo>
                  <a:lnTo>
                    <a:pt x="3280380" y="5917840"/>
                  </a:lnTo>
                  <a:lnTo>
                    <a:pt x="3271890" y="5924198"/>
                  </a:lnTo>
                  <a:lnTo>
                    <a:pt x="3271890" y="5943244"/>
                  </a:lnTo>
                  <a:lnTo>
                    <a:pt x="3278399" y="5951722"/>
                  </a:lnTo>
                  <a:lnTo>
                    <a:pt x="3299625" y="5951722"/>
                  </a:lnTo>
                  <a:lnTo>
                    <a:pt x="3305851" y="5943244"/>
                  </a:lnTo>
                  <a:lnTo>
                    <a:pt x="3305851" y="5926317"/>
                  </a:lnTo>
                  <a:lnTo>
                    <a:pt x="3299625" y="5917840"/>
                  </a:lnTo>
                  <a:close/>
                </a:path>
                <a:path w="9542780" h="6570345">
                  <a:moveTo>
                    <a:pt x="3299625" y="5962290"/>
                  </a:moveTo>
                  <a:lnTo>
                    <a:pt x="3280380" y="5962290"/>
                  </a:lnTo>
                  <a:lnTo>
                    <a:pt x="3271890" y="5968649"/>
                  </a:lnTo>
                  <a:lnTo>
                    <a:pt x="3271890" y="5987723"/>
                  </a:lnTo>
                  <a:lnTo>
                    <a:pt x="3278399" y="5996172"/>
                  </a:lnTo>
                  <a:lnTo>
                    <a:pt x="3288870" y="5996172"/>
                  </a:lnTo>
                  <a:lnTo>
                    <a:pt x="3299625" y="5994053"/>
                  </a:lnTo>
                  <a:lnTo>
                    <a:pt x="3305851" y="5987723"/>
                  </a:lnTo>
                  <a:lnTo>
                    <a:pt x="3305851" y="5970767"/>
                  </a:lnTo>
                  <a:lnTo>
                    <a:pt x="3299625" y="5962290"/>
                  </a:lnTo>
                  <a:close/>
                </a:path>
                <a:path w="9542780" h="6570345">
                  <a:moveTo>
                    <a:pt x="3299625" y="6004650"/>
                  </a:moveTo>
                  <a:lnTo>
                    <a:pt x="3280380" y="6004650"/>
                  </a:lnTo>
                  <a:lnTo>
                    <a:pt x="3271890" y="6011007"/>
                  </a:lnTo>
                  <a:lnTo>
                    <a:pt x="3271890" y="6030053"/>
                  </a:lnTo>
                  <a:lnTo>
                    <a:pt x="3278399" y="6038531"/>
                  </a:lnTo>
                  <a:lnTo>
                    <a:pt x="3299625" y="6038531"/>
                  </a:lnTo>
                  <a:lnTo>
                    <a:pt x="3305851" y="6032173"/>
                  </a:lnTo>
                  <a:lnTo>
                    <a:pt x="3305851" y="6013127"/>
                  </a:lnTo>
                  <a:lnTo>
                    <a:pt x="3299625" y="6004650"/>
                  </a:lnTo>
                  <a:close/>
                </a:path>
                <a:path w="9542780" h="6570345">
                  <a:moveTo>
                    <a:pt x="3299625" y="6049100"/>
                  </a:moveTo>
                  <a:lnTo>
                    <a:pt x="3280380" y="6049100"/>
                  </a:lnTo>
                  <a:lnTo>
                    <a:pt x="3271890" y="6055457"/>
                  </a:lnTo>
                  <a:lnTo>
                    <a:pt x="3271890" y="6074533"/>
                  </a:lnTo>
                  <a:lnTo>
                    <a:pt x="3278399" y="6082982"/>
                  </a:lnTo>
                  <a:lnTo>
                    <a:pt x="3299625" y="6082982"/>
                  </a:lnTo>
                  <a:lnTo>
                    <a:pt x="3305851" y="6076623"/>
                  </a:lnTo>
                  <a:lnTo>
                    <a:pt x="3305851" y="6057577"/>
                  </a:lnTo>
                  <a:lnTo>
                    <a:pt x="3299625" y="6049100"/>
                  </a:lnTo>
                  <a:close/>
                </a:path>
                <a:path w="9542780" h="6570345">
                  <a:moveTo>
                    <a:pt x="3299625" y="6093578"/>
                  </a:moveTo>
                  <a:lnTo>
                    <a:pt x="3280380" y="6093578"/>
                  </a:lnTo>
                  <a:lnTo>
                    <a:pt x="3271890" y="6099936"/>
                  </a:lnTo>
                  <a:lnTo>
                    <a:pt x="3271890" y="6118983"/>
                  </a:lnTo>
                  <a:lnTo>
                    <a:pt x="3278399" y="6127460"/>
                  </a:lnTo>
                  <a:lnTo>
                    <a:pt x="3299625" y="6127460"/>
                  </a:lnTo>
                  <a:lnTo>
                    <a:pt x="3305851" y="6118983"/>
                  </a:lnTo>
                  <a:lnTo>
                    <a:pt x="3305851" y="6102056"/>
                  </a:lnTo>
                  <a:lnTo>
                    <a:pt x="3299625" y="6093578"/>
                  </a:lnTo>
                  <a:close/>
                </a:path>
                <a:path w="9542780" h="6570345">
                  <a:moveTo>
                    <a:pt x="3299625" y="6138029"/>
                  </a:moveTo>
                  <a:lnTo>
                    <a:pt x="3280380" y="6138029"/>
                  </a:lnTo>
                  <a:lnTo>
                    <a:pt x="3271890" y="6144386"/>
                  </a:lnTo>
                  <a:lnTo>
                    <a:pt x="3271890" y="6163461"/>
                  </a:lnTo>
                  <a:lnTo>
                    <a:pt x="3278399" y="6171910"/>
                  </a:lnTo>
                  <a:lnTo>
                    <a:pt x="3299625" y="6171910"/>
                  </a:lnTo>
                  <a:lnTo>
                    <a:pt x="3305851" y="6163461"/>
                  </a:lnTo>
                  <a:lnTo>
                    <a:pt x="3305851" y="6146506"/>
                  </a:lnTo>
                  <a:lnTo>
                    <a:pt x="3299625" y="6138029"/>
                  </a:lnTo>
                  <a:close/>
                </a:path>
                <a:path w="9542780" h="6570345">
                  <a:moveTo>
                    <a:pt x="3299625" y="6182507"/>
                  </a:moveTo>
                  <a:lnTo>
                    <a:pt x="3280380" y="6182507"/>
                  </a:lnTo>
                  <a:lnTo>
                    <a:pt x="3271890" y="6188864"/>
                  </a:lnTo>
                  <a:lnTo>
                    <a:pt x="3271890" y="6210030"/>
                  </a:lnTo>
                  <a:lnTo>
                    <a:pt x="3278399" y="6216388"/>
                  </a:lnTo>
                  <a:lnTo>
                    <a:pt x="3299625" y="6216388"/>
                  </a:lnTo>
                  <a:lnTo>
                    <a:pt x="3305851" y="6207911"/>
                  </a:lnTo>
                  <a:lnTo>
                    <a:pt x="3305851" y="6190984"/>
                  </a:lnTo>
                  <a:lnTo>
                    <a:pt x="3299625" y="6182507"/>
                  </a:lnTo>
                  <a:close/>
                </a:path>
                <a:path w="9542780" h="6570345">
                  <a:moveTo>
                    <a:pt x="3254909" y="4327721"/>
                  </a:moveTo>
                  <a:lnTo>
                    <a:pt x="3235948" y="4327721"/>
                  </a:lnTo>
                  <a:lnTo>
                    <a:pt x="3227457" y="4334079"/>
                  </a:lnTo>
                  <a:lnTo>
                    <a:pt x="3227457" y="4353153"/>
                  </a:lnTo>
                  <a:lnTo>
                    <a:pt x="3233684" y="4361602"/>
                  </a:lnTo>
                  <a:lnTo>
                    <a:pt x="3254909" y="4361602"/>
                  </a:lnTo>
                  <a:lnTo>
                    <a:pt x="3261418" y="4353153"/>
                  </a:lnTo>
                  <a:lnTo>
                    <a:pt x="3261418" y="4336199"/>
                  </a:lnTo>
                  <a:lnTo>
                    <a:pt x="3254909" y="4327721"/>
                  </a:lnTo>
                  <a:close/>
                </a:path>
                <a:path w="9542780" h="6570345">
                  <a:moveTo>
                    <a:pt x="3254909" y="4372199"/>
                  </a:moveTo>
                  <a:lnTo>
                    <a:pt x="3235948" y="4372199"/>
                  </a:lnTo>
                  <a:lnTo>
                    <a:pt x="3227457" y="4378557"/>
                  </a:lnTo>
                  <a:lnTo>
                    <a:pt x="3227457" y="4397603"/>
                  </a:lnTo>
                  <a:lnTo>
                    <a:pt x="3233684" y="4406082"/>
                  </a:lnTo>
                  <a:lnTo>
                    <a:pt x="3244438" y="4406082"/>
                  </a:lnTo>
                  <a:lnTo>
                    <a:pt x="3254909" y="4403962"/>
                  </a:lnTo>
                  <a:lnTo>
                    <a:pt x="3261418" y="4397603"/>
                  </a:lnTo>
                  <a:lnTo>
                    <a:pt x="3261418" y="4380677"/>
                  </a:lnTo>
                  <a:lnTo>
                    <a:pt x="3254909" y="4372199"/>
                  </a:lnTo>
                  <a:close/>
                </a:path>
                <a:path w="9542780" h="6570345">
                  <a:moveTo>
                    <a:pt x="3254909" y="4416649"/>
                  </a:moveTo>
                  <a:lnTo>
                    <a:pt x="3235948" y="4416649"/>
                  </a:lnTo>
                  <a:lnTo>
                    <a:pt x="3227457" y="4423008"/>
                  </a:lnTo>
                  <a:lnTo>
                    <a:pt x="3227457" y="4442054"/>
                  </a:lnTo>
                  <a:lnTo>
                    <a:pt x="3233684" y="4450532"/>
                  </a:lnTo>
                  <a:lnTo>
                    <a:pt x="3244438" y="4450532"/>
                  </a:lnTo>
                  <a:lnTo>
                    <a:pt x="3254909" y="4448412"/>
                  </a:lnTo>
                  <a:lnTo>
                    <a:pt x="3261418" y="4442054"/>
                  </a:lnTo>
                  <a:lnTo>
                    <a:pt x="3261418" y="4425127"/>
                  </a:lnTo>
                  <a:lnTo>
                    <a:pt x="3254909" y="4416649"/>
                  </a:lnTo>
                  <a:close/>
                </a:path>
                <a:path w="9542780" h="6570345">
                  <a:moveTo>
                    <a:pt x="3254909" y="4459009"/>
                  </a:moveTo>
                  <a:lnTo>
                    <a:pt x="3235948" y="4459009"/>
                  </a:lnTo>
                  <a:lnTo>
                    <a:pt x="3227457" y="4465366"/>
                  </a:lnTo>
                  <a:lnTo>
                    <a:pt x="3227457" y="4484413"/>
                  </a:lnTo>
                  <a:lnTo>
                    <a:pt x="3233684" y="4492890"/>
                  </a:lnTo>
                  <a:lnTo>
                    <a:pt x="3254909" y="4492890"/>
                  </a:lnTo>
                  <a:lnTo>
                    <a:pt x="3261418" y="4486532"/>
                  </a:lnTo>
                  <a:lnTo>
                    <a:pt x="3261418" y="4467486"/>
                  </a:lnTo>
                  <a:lnTo>
                    <a:pt x="3254909" y="4459009"/>
                  </a:lnTo>
                  <a:close/>
                </a:path>
                <a:path w="9542780" h="6570345">
                  <a:moveTo>
                    <a:pt x="3254909" y="4503459"/>
                  </a:moveTo>
                  <a:lnTo>
                    <a:pt x="3235948" y="4503459"/>
                  </a:lnTo>
                  <a:lnTo>
                    <a:pt x="3227457" y="4509816"/>
                  </a:lnTo>
                  <a:lnTo>
                    <a:pt x="3227457" y="4528863"/>
                  </a:lnTo>
                  <a:lnTo>
                    <a:pt x="3233684" y="4537341"/>
                  </a:lnTo>
                  <a:lnTo>
                    <a:pt x="3254909" y="4537341"/>
                  </a:lnTo>
                  <a:lnTo>
                    <a:pt x="3261418" y="4530982"/>
                  </a:lnTo>
                  <a:lnTo>
                    <a:pt x="3261418" y="4511936"/>
                  </a:lnTo>
                  <a:lnTo>
                    <a:pt x="3254909" y="4503459"/>
                  </a:lnTo>
                  <a:close/>
                </a:path>
                <a:path w="9542780" h="6570345">
                  <a:moveTo>
                    <a:pt x="3254909" y="4547937"/>
                  </a:moveTo>
                  <a:lnTo>
                    <a:pt x="3235948" y="4547937"/>
                  </a:lnTo>
                  <a:lnTo>
                    <a:pt x="3227457" y="4554296"/>
                  </a:lnTo>
                  <a:lnTo>
                    <a:pt x="3227457" y="4573342"/>
                  </a:lnTo>
                  <a:lnTo>
                    <a:pt x="3233684" y="4581819"/>
                  </a:lnTo>
                  <a:lnTo>
                    <a:pt x="3254909" y="4581819"/>
                  </a:lnTo>
                  <a:lnTo>
                    <a:pt x="3261418" y="4573342"/>
                  </a:lnTo>
                  <a:lnTo>
                    <a:pt x="3261418" y="4556415"/>
                  </a:lnTo>
                  <a:lnTo>
                    <a:pt x="3254909" y="4547937"/>
                  </a:lnTo>
                  <a:close/>
                </a:path>
                <a:path w="9542780" h="6570345">
                  <a:moveTo>
                    <a:pt x="3254909" y="4592388"/>
                  </a:moveTo>
                  <a:lnTo>
                    <a:pt x="3235948" y="4592388"/>
                  </a:lnTo>
                  <a:lnTo>
                    <a:pt x="3227457" y="4598746"/>
                  </a:lnTo>
                  <a:lnTo>
                    <a:pt x="3227457" y="4617792"/>
                  </a:lnTo>
                  <a:lnTo>
                    <a:pt x="3233684" y="4626269"/>
                  </a:lnTo>
                  <a:lnTo>
                    <a:pt x="3254909" y="4626269"/>
                  </a:lnTo>
                  <a:lnTo>
                    <a:pt x="3261418" y="4617792"/>
                  </a:lnTo>
                  <a:lnTo>
                    <a:pt x="3261418" y="4600865"/>
                  </a:lnTo>
                  <a:lnTo>
                    <a:pt x="3254909" y="4592388"/>
                  </a:lnTo>
                  <a:close/>
                </a:path>
                <a:path w="9542780" h="6570345">
                  <a:moveTo>
                    <a:pt x="3254909" y="4636866"/>
                  </a:moveTo>
                  <a:lnTo>
                    <a:pt x="3235948" y="4636866"/>
                  </a:lnTo>
                  <a:lnTo>
                    <a:pt x="3227457" y="4643224"/>
                  </a:lnTo>
                  <a:lnTo>
                    <a:pt x="3227457" y="4662270"/>
                  </a:lnTo>
                  <a:lnTo>
                    <a:pt x="3233684" y="4670747"/>
                  </a:lnTo>
                  <a:lnTo>
                    <a:pt x="3254909" y="4670747"/>
                  </a:lnTo>
                  <a:lnTo>
                    <a:pt x="3261418" y="4662270"/>
                  </a:lnTo>
                  <a:lnTo>
                    <a:pt x="3261418" y="4645343"/>
                  </a:lnTo>
                  <a:lnTo>
                    <a:pt x="3254909" y="4636866"/>
                  </a:lnTo>
                  <a:close/>
                </a:path>
                <a:path w="9542780" h="6570345">
                  <a:moveTo>
                    <a:pt x="3254909" y="4681316"/>
                  </a:moveTo>
                  <a:lnTo>
                    <a:pt x="3235948" y="4681316"/>
                  </a:lnTo>
                  <a:lnTo>
                    <a:pt x="3227457" y="4687675"/>
                  </a:lnTo>
                  <a:lnTo>
                    <a:pt x="3227457" y="4706720"/>
                  </a:lnTo>
                  <a:lnTo>
                    <a:pt x="3233684" y="4715198"/>
                  </a:lnTo>
                  <a:lnTo>
                    <a:pt x="3244438" y="4715198"/>
                  </a:lnTo>
                  <a:lnTo>
                    <a:pt x="3254909" y="4713079"/>
                  </a:lnTo>
                  <a:lnTo>
                    <a:pt x="3261418" y="4706720"/>
                  </a:lnTo>
                  <a:lnTo>
                    <a:pt x="3261418" y="4689793"/>
                  </a:lnTo>
                  <a:lnTo>
                    <a:pt x="3254909" y="4681316"/>
                  </a:lnTo>
                  <a:close/>
                </a:path>
                <a:path w="9542780" h="6570345">
                  <a:moveTo>
                    <a:pt x="3254909" y="4725795"/>
                  </a:moveTo>
                  <a:lnTo>
                    <a:pt x="3235948" y="4725795"/>
                  </a:lnTo>
                  <a:lnTo>
                    <a:pt x="3227457" y="4732153"/>
                  </a:lnTo>
                  <a:lnTo>
                    <a:pt x="3227457" y="4753319"/>
                  </a:lnTo>
                  <a:lnTo>
                    <a:pt x="3233684" y="4759676"/>
                  </a:lnTo>
                  <a:lnTo>
                    <a:pt x="3244438" y="4759676"/>
                  </a:lnTo>
                  <a:lnTo>
                    <a:pt x="3254909" y="4757557"/>
                  </a:lnTo>
                  <a:lnTo>
                    <a:pt x="3261418" y="4751199"/>
                  </a:lnTo>
                  <a:lnTo>
                    <a:pt x="3261418" y="4734245"/>
                  </a:lnTo>
                  <a:lnTo>
                    <a:pt x="3254909" y="4725795"/>
                  </a:lnTo>
                  <a:close/>
                </a:path>
                <a:path w="9542780" h="6570345">
                  <a:moveTo>
                    <a:pt x="3254909" y="4768126"/>
                  </a:moveTo>
                  <a:lnTo>
                    <a:pt x="3235948" y="4768126"/>
                  </a:lnTo>
                  <a:lnTo>
                    <a:pt x="3227457" y="4774483"/>
                  </a:lnTo>
                  <a:lnTo>
                    <a:pt x="3227457" y="4795649"/>
                  </a:lnTo>
                  <a:lnTo>
                    <a:pt x="3233684" y="4802007"/>
                  </a:lnTo>
                  <a:lnTo>
                    <a:pt x="3254909" y="4802007"/>
                  </a:lnTo>
                  <a:lnTo>
                    <a:pt x="3261418" y="4795649"/>
                  </a:lnTo>
                  <a:lnTo>
                    <a:pt x="3261418" y="4776603"/>
                  </a:lnTo>
                  <a:lnTo>
                    <a:pt x="3254909" y="4768126"/>
                  </a:lnTo>
                  <a:close/>
                </a:path>
                <a:path w="9542780" h="6570345">
                  <a:moveTo>
                    <a:pt x="3254909" y="4812604"/>
                  </a:moveTo>
                  <a:lnTo>
                    <a:pt x="3235948" y="4812604"/>
                  </a:lnTo>
                  <a:lnTo>
                    <a:pt x="3227457" y="4818962"/>
                  </a:lnTo>
                  <a:lnTo>
                    <a:pt x="3227457" y="4838009"/>
                  </a:lnTo>
                  <a:lnTo>
                    <a:pt x="3233684" y="4846486"/>
                  </a:lnTo>
                  <a:lnTo>
                    <a:pt x="3254909" y="4846486"/>
                  </a:lnTo>
                  <a:lnTo>
                    <a:pt x="3261418" y="4840127"/>
                  </a:lnTo>
                  <a:lnTo>
                    <a:pt x="3261418" y="4821053"/>
                  </a:lnTo>
                  <a:lnTo>
                    <a:pt x="3254909" y="4812604"/>
                  </a:lnTo>
                  <a:close/>
                </a:path>
                <a:path w="9542780" h="6570345">
                  <a:moveTo>
                    <a:pt x="3254909" y="4857055"/>
                  </a:moveTo>
                  <a:lnTo>
                    <a:pt x="3235948" y="4857055"/>
                  </a:lnTo>
                  <a:lnTo>
                    <a:pt x="3227457" y="4863412"/>
                  </a:lnTo>
                  <a:lnTo>
                    <a:pt x="3227457" y="4882459"/>
                  </a:lnTo>
                  <a:lnTo>
                    <a:pt x="3233684" y="4890936"/>
                  </a:lnTo>
                  <a:lnTo>
                    <a:pt x="3254909" y="4890936"/>
                  </a:lnTo>
                  <a:lnTo>
                    <a:pt x="3261418" y="4882459"/>
                  </a:lnTo>
                  <a:lnTo>
                    <a:pt x="3261418" y="4865532"/>
                  </a:lnTo>
                  <a:lnTo>
                    <a:pt x="3254909" y="4857055"/>
                  </a:lnTo>
                  <a:close/>
                </a:path>
                <a:path w="9542780" h="6570345">
                  <a:moveTo>
                    <a:pt x="3254909" y="4901533"/>
                  </a:moveTo>
                  <a:lnTo>
                    <a:pt x="3235948" y="4901533"/>
                  </a:lnTo>
                  <a:lnTo>
                    <a:pt x="3227457" y="4907890"/>
                  </a:lnTo>
                  <a:lnTo>
                    <a:pt x="3227457" y="4926937"/>
                  </a:lnTo>
                  <a:lnTo>
                    <a:pt x="3233684" y="4935414"/>
                  </a:lnTo>
                  <a:lnTo>
                    <a:pt x="3254909" y="4935414"/>
                  </a:lnTo>
                  <a:lnTo>
                    <a:pt x="3261418" y="4926937"/>
                  </a:lnTo>
                  <a:lnTo>
                    <a:pt x="3261418" y="4909982"/>
                  </a:lnTo>
                  <a:lnTo>
                    <a:pt x="3254909" y="4901533"/>
                  </a:lnTo>
                  <a:close/>
                </a:path>
                <a:path w="9542780" h="6570345">
                  <a:moveTo>
                    <a:pt x="3254909" y="4945983"/>
                  </a:moveTo>
                  <a:lnTo>
                    <a:pt x="3235948" y="4945983"/>
                  </a:lnTo>
                  <a:lnTo>
                    <a:pt x="3227457" y="4952342"/>
                  </a:lnTo>
                  <a:lnTo>
                    <a:pt x="3227457" y="4971387"/>
                  </a:lnTo>
                  <a:lnTo>
                    <a:pt x="3233684" y="4979865"/>
                  </a:lnTo>
                  <a:lnTo>
                    <a:pt x="3254909" y="4979865"/>
                  </a:lnTo>
                  <a:lnTo>
                    <a:pt x="3261418" y="4971387"/>
                  </a:lnTo>
                  <a:lnTo>
                    <a:pt x="3261418" y="4954460"/>
                  </a:lnTo>
                  <a:lnTo>
                    <a:pt x="3254909" y="4945983"/>
                  </a:lnTo>
                  <a:close/>
                </a:path>
                <a:path w="9542780" h="6570345">
                  <a:moveTo>
                    <a:pt x="3254909" y="4990462"/>
                  </a:moveTo>
                  <a:lnTo>
                    <a:pt x="3235948" y="4990462"/>
                  </a:lnTo>
                  <a:lnTo>
                    <a:pt x="3227457" y="4996792"/>
                  </a:lnTo>
                  <a:lnTo>
                    <a:pt x="3227457" y="5015866"/>
                  </a:lnTo>
                  <a:lnTo>
                    <a:pt x="3233684" y="5024343"/>
                  </a:lnTo>
                  <a:lnTo>
                    <a:pt x="3254909" y="5024343"/>
                  </a:lnTo>
                  <a:lnTo>
                    <a:pt x="3261418" y="5015866"/>
                  </a:lnTo>
                  <a:lnTo>
                    <a:pt x="3261418" y="4998910"/>
                  </a:lnTo>
                  <a:lnTo>
                    <a:pt x="3254909" y="4990462"/>
                  </a:lnTo>
                  <a:close/>
                </a:path>
                <a:path w="9542780" h="6570345">
                  <a:moveTo>
                    <a:pt x="3254909" y="5034912"/>
                  </a:moveTo>
                  <a:lnTo>
                    <a:pt x="3235948" y="5034912"/>
                  </a:lnTo>
                  <a:lnTo>
                    <a:pt x="3227457" y="5041270"/>
                  </a:lnTo>
                  <a:lnTo>
                    <a:pt x="3227457" y="5060316"/>
                  </a:lnTo>
                  <a:lnTo>
                    <a:pt x="3233684" y="5068793"/>
                  </a:lnTo>
                  <a:lnTo>
                    <a:pt x="3244438" y="5068793"/>
                  </a:lnTo>
                  <a:lnTo>
                    <a:pt x="3254909" y="5066673"/>
                  </a:lnTo>
                  <a:lnTo>
                    <a:pt x="3261418" y="5060316"/>
                  </a:lnTo>
                  <a:lnTo>
                    <a:pt x="3261418" y="5043389"/>
                  </a:lnTo>
                  <a:lnTo>
                    <a:pt x="3254909" y="5034912"/>
                  </a:lnTo>
                  <a:close/>
                </a:path>
                <a:path w="9542780" h="6570345">
                  <a:moveTo>
                    <a:pt x="3254909" y="5077270"/>
                  </a:moveTo>
                  <a:lnTo>
                    <a:pt x="3235948" y="5077270"/>
                  </a:lnTo>
                  <a:lnTo>
                    <a:pt x="3227457" y="5083629"/>
                  </a:lnTo>
                  <a:lnTo>
                    <a:pt x="3227457" y="5102675"/>
                  </a:lnTo>
                  <a:lnTo>
                    <a:pt x="3233684" y="5111153"/>
                  </a:lnTo>
                  <a:lnTo>
                    <a:pt x="3254909" y="5111153"/>
                  </a:lnTo>
                  <a:lnTo>
                    <a:pt x="3261418" y="5104794"/>
                  </a:lnTo>
                  <a:lnTo>
                    <a:pt x="3261418" y="5085720"/>
                  </a:lnTo>
                  <a:lnTo>
                    <a:pt x="3254909" y="5077270"/>
                  </a:lnTo>
                  <a:close/>
                </a:path>
                <a:path w="9542780" h="6570345">
                  <a:moveTo>
                    <a:pt x="3254909" y="5121722"/>
                  </a:moveTo>
                  <a:lnTo>
                    <a:pt x="3235948" y="5121722"/>
                  </a:lnTo>
                  <a:lnTo>
                    <a:pt x="3227457" y="5128079"/>
                  </a:lnTo>
                  <a:lnTo>
                    <a:pt x="3227457" y="5147125"/>
                  </a:lnTo>
                  <a:lnTo>
                    <a:pt x="3233684" y="5155603"/>
                  </a:lnTo>
                  <a:lnTo>
                    <a:pt x="3254909" y="5155603"/>
                  </a:lnTo>
                  <a:lnTo>
                    <a:pt x="3261418" y="5149245"/>
                  </a:lnTo>
                  <a:lnTo>
                    <a:pt x="3261418" y="5130199"/>
                  </a:lnTo>
                  <a:lnTo>
                    <a:pt x="3254909" y="5121722"/>
                  </a:lnTo>
                  <a:close/>
                </a:path>
                <a:path w="9542780" h="6570345">
                  <a:moveTo>
                    <a:pt x="3254909" y="5166199"/>
                  </a:moveTo>
                  <a:lnTo>
                    <a:pt x="3235948" y="5166199"/>
                  </a:lnTo>
                  <a:lnTo>
                    <a:pt x="3227457" y="5172529"/>
                  </a:lnTo>
                  <a:lnTo>
                    <a:pt x="3227457" y="5191603"/>
                  </a:lnTo>
                  <a:lnTo>
                    <a:pt x="3233684" y="5200081"/>
                  </a:lnTo>
                  <a:lnTo>
                    <a:pt x="3254909" y="5200081"/>
                  </a:lnTo>
                  <a:lnTo>
                    <a:pt x="3261418" y="5191603"/>
                  </a:lnTo>
                  <a:lnTo>
                    <a:pt x="3261418" y="5174649"/>
                  </a:lnTo>
                  <a:lnTo>
                    <a:pt x="3254909" y="5166199"/>
                  </a:lnTo>
                  <a:close/>
                </a:path>
                <a:path w="9542780" h="6570345">
                  <a:moveTo>
                    <a:pt x="3254909" y="5210649"/>
                  </a:moveTo>
                  <a:lnTo>
                    <a:pt x="3235948" y="5210649"/>
                  </a:lnTo>
                  <a:lnTo>
                    <a:pt x="3227457" y="5217007"/>
                  </a:lnTo>
                  <a:lnTo>
                    <a:pt x="3227457" y="5236053"/>
                  </a:lnTo>
                  <a:lnTo>
                    <a:pt x="3233684" y="5244532"/>
                  </a:lnTo>
                  <a:lnTo>
                    <a:pt x="3254909" y="5244532"/>
                  </a:lnTo>
                  <a:lnTo>
                    <a:pt x="3261418" y="5236053"/>
                  </a:lnTo>
                  <a:lnTo>
                    <a:pt x="3261418" y="5219127"/>
                  </a:lnTo>
                  <a:lnTo>
                    <a:pt x="3254909" y="5210649"/>
                  </a:lnTo>
                  <a:close/>
                </a:path>
                <a:path w="9542780" h="6570345">
                  <a:moveTo>
                    <a:pt x="3254909" y="5255127"/>
                  </a:moveTo>
                  <a:lnTo>
                    <a:pt x="3235948" y="5255127"/>
                  </a:lnTo>
                  <a:lnTo>
                    <a:pt x="3227457" y="5261458"/>
                  </a:lnTo>
                  <a:lnTo>
                    <a:pt x="3227457" y="5282652"/>
                  </a:lnTo>
                  <a:lnTo>
                    <a:pt x="3233684" y="5288982"/>
                  </a:lnTo>
                  <a:lnTo>
                    <a:pt x="3254909" y="5288982"/>
                  </a:lnTo>
                  <a:lnTo>
                    <a:pt x="3261418" y="5280533"/>
                  </a:lnTo>
                  <a:lnTo>
                    <a:pt x="3261418" y="5263577"/>
                  </a:lnTo>
                  <a:lnTo>
                    <a:pt x="3254909" y="5255127"/>
                  </a:lnTo>
                  <a:close/>
                </a:path>
                <a:path w="9542780" h="6570345">
                  <a:moveTo>
                    <a:pt x="3254909" y="5299579"/>
                  </a:moveTo>
                  <a:lnTo>
                    <a:pt x="3235948" y="5299579"/>
                  </a:lnTo>
                  <a:lnTo>
                    <a:pt x="3227457" y="5305936"/>
                  </a:lnTo>
                  <a:lnTo>
                    <a:pt x="3227457" y="5327102"/>
                  </a:lnTo>
                  <a:lnTo>
                    <a:pt x="3233684" y="5333460"/>
                  </a:lnTo>
                  <a:lnTo>
                    <a:pt x="3254909" y="5333460"/>
                  </a:lnTo>
                  <a:lnTo>
                    <a:pt x="3261418" y="5324983"/>
                  </a:lnTo>
                  <a:lnTo>
                    <a:pt x="3261418" y="5308056"/>
                  </a:lnTo>
                  <a:lnTo>
                    <a:pt x="3254909" y="5299579"/>
                  </a:lnTo>
                  <a:close/>
                </a:path>
                <a:path w="9542780" h="6570345">
                  <a:moveTo>
                    <a:pt x="3254909" y="5344057"/>
                  </a:moveTo>
                  <a:lnTo>
                    <a:pt x="3235948" y="5344057"/>
                  </a:lnTo>
                  <a:lnTo>
                    <a:pt x="3227457" y="5350386"/>
                  </a:lnTo>
                  <a:lnTo>
                    <a:pt x="3227457" y="5369460"/>
                  </a:lnTo>
                  <a:lnTo>
                    <a:pt x="3233684" y="5377910"/>
                  </a:lnTo>
                  <a:lnTo>
                    <a:pt x="3244438" y="5377910"/>
                  </a:lnTo>
                  <a:lnTo>
                    <a:pt x="3254909" y="5375790"/>
                  </a:lnTo>
                  <a:lnTo>
                    <a:pt x="3261418" y="5369460"/>
                  </a:lnTo>
                  <a:lnTo>
                    <a:pt x="3261418" y="5352506"/>
                  </a:lnTo>
                  <a:lnTo>
                    <a:pt x="3254909" y="5344057"/>
                  </a:lnTo>
                  <a:close/>
                </a:path>
                <a:path w="9542780" h="6570345">
                  <a:moveTo>
                    <a:pt x="3254909" y="5917840"/>
                  </a:moveTo>
                  <a:lnTo>
                    <a:pt x="3235948" y="5917840"/>
                  </a:lnTo>
                  <a:lnTo>
                    <a:pt x="3227457" y="5924198"/>
                  </a:lnTo>
                  <a:lnTo>
                    <a:pt x="3227457" y="5943244"/>
                  </a:lnTo>
                  <a:lnTo>
                    <a:pt x="3233684" y="5951722"/>
                  </a:lnTo>
                  <a:lnTo>
                    <a:pt x="3254909" y="5951722"/>
                  </a:lnTo>
                  <a:lnTo>
                    <a:pt x="3261418" y="5943244"/>
                  </a:lnTo>
                  <a:lnTo>
                    <a:pt x="3261418" y="5926317"/>
                  </a:lnTo>
                  <a:lnTo>
                    <a:pt x="3254909" y="5917840"/>
                  </a:lnTo>
                  <a:close/>
                </a:path>
                <a:path w="9542780" h="6570345">
                  <a:moveTo>
                    <a:pt x="3254909" y="5962290"/>
                  </a:moveTo>
                  <a:lnTo>
                    <a:pt x="3235948" y="5962290"/>
                  </a:lnTo>
                  <a:lnTo>
                    <a:pt x="3227457" y="5968649"/>
                  </a:lnTo>
                  <a:lnTo>
                    <a:pt x="3227457" y="5987723"/>
                  </a:lnTo>
                  <a:lnTo>
                    <a:pt x="3233684" y="5996172"/>
                  </a:lnTo>
                  <a:lnTo>
                    <a:pt x="3244438" y="5996172"/>
                  </a:lnTo>
                  <a:lnTo>
                    <a:pt x="3254909" y="5994053"/>
                  </a:lnTo>
                  <a:lnTo>
                    <a:pt x="3261418" y="5987723"/>
                  </a:lnTo>
                  <a:lnTo>
                    <a:pt x="3261418" y="5970767"/>
                  </a:lnTo>
                  <a:lnTo>
                    <a:pt x="3254909" y="5962290"/>
                  </a:lnTo>
                  <a:close/>
                </a:path>
                <a:path w="9542780" h="6570345">
                  <a:moveTo>
                    <a:pt x="3254909" y="6004650"/>
                  </a:moveTo>
                  <a:lnTo>
                    <a:pt x="3235948" y="6004650"/>
                  </a:lnTo>
                  <a:lnTo>
                    <a:pt x="3227457" y="6011007"/>
                  </a:lnTo>
                  <a:lnTo>
                    <a:pt x="3227457" y="6030053"/>
                  </a:lnTo>
                  <a:lnTo>
                    <a:pt x="3233684" y="6038531"/>
                  </a:lnTo>
                  <a:lnTo>
                    <a:pt x="3254909" y="6038531"/>
                  </a:lnTo>
                  <a:lnTo>
                    <a:pt x="3261418" y="6032173"/>
                  </a:lnTo>
                  <a:lnTo>
                    <a:pt x="3261418" y="6013127"/>
                  </a:lnTo>
                  <a:lnTo>
                    <a:pt x="3254909" y="6004650"/>
                  </a:lnTo>
                  <a:close/>
                </a:path>
                <a:path w="9542780" h="6570345">
                  <a:moveTo>
                    <a:pt x="3254909" y="6049100"/>
                  </a:moveTo>
                  <a:lnTo>
                    <a:pt x="3235948" y="6049100"/>
                  </a:lnTo>
                  <a:lnTo>
                    <a:pt x="3227457" y="6055457"/>
                  </a:lnTo>
                  <a:lnTo>
                    <a:pt x="3227457" y="6074533"/>
                  </a:lnTo>
                  <a:lnTo>
                    <a:pt x="3233685" y="6082982"/>
                  </a:lnTo>
                  <a:lnTo>
                    <a:pt x="3254909" y="6082982"/>
                  </a:lnTo>
                  <a:lnTo>
                    <a:pt x="3261418" y="6076623"/>
                  </a:lnTo>
                  <a:lnTo>
                    <a:pt x="3261418" y="6057577"/>
                  </a:lnTo>
                  <a:lnTo>
                    <a:pt x="3254909" y="6049100"/>
                  </a:lnTo>
                  <a:close/>
                </a:path>
                <a:path w="9542780" h="6570345">
                  <a:moveTo>
                    <a:pt x="3254909" y="6093578"/>
                  </a:moveTo>
                  <a:lnTo>
                    <a:pt x="3235948" y="6093578"/>
                  </a:lnTo>
                  <a:lnTo>
                    <a:pt x="3227457" y="6099936"/>
                  </a:lnTo>
                  <a:lnTo>
                    <a:pt x="3227457" y="6118983"/>
                  </a:lnTo>
                  <a:lnTo>
                    <a:pt x="3233684" y="6127460"/>
                  </a:lnTo>
                  <a:lnTo>
                    <a:pt x="3254909" y="6127460"/>
                  </a:lnTo>
                  <a:lnTo>
                    <a:pt x="3261418" y="6118983"/>
                  </a:lnTo>
                  <a:lnTo>
                    <a:pt x="3261418" y="6102056"/>
                  </a:lnTo>
                  <a:lnTo>
                    <a:pt x="3254909" y="6093578"/>
                  </a:lnTo>
                  <a:close/>
                </a:path>
                <a:path w="9542780" h="6570345">
                  <a:moveTo>
                    <a:pt x="3254909" y="6138029"/>
                  </a:moveTo>
                  <a:lnTo>
                    <a:pt x="3235948" y="6138029"/>
                  </a:lnTo>
                  <a:lnTo>
                    <a:pt x="3227457" y="6144386"/>
                  </a:lnTo>
                  <a:lnTo>
                    <a:pt x="3227457" y="6163461"/>
                  </a:lnTo>
                  <a:lnTo>
                    <a:pt x="3233684" y="6171910"/>
                  </a:lnTo>
                  <a:lnTo>
                    <a:pt x="3254909" y="6171910"/>
                  </a:lnTo>
                  <a:lnTo>
                    <a:pt x="3261418" y="6163461"/>
                  </a:lnTo>
                  <a:lnTo>
                    <a:pt x="3261418" y="6146506"/>
                  </a:lnTo>
                  <a:lnTo>
                    <a:pt x="3254909" y="6138029"/>
                  </a:lnTo>
                  <a:close/>
                </a:path>
                <a:path w="9542780" h="6570345">
                  <a:moveTo>
                    <a:pt x="3254909" y="6182507"/>
                  </a:moveTo>
                  <a:lnTo>
                    <a:pt x="3235948" y="6182507"/>
                  </a:lnTo>
                  <a:lnTo>
                    <a:pt x="3227457" y="6188864"/>
                  </a:lnTo>
                  <a:lnTo>
                    <a:pt x="3227457" y="6210030"/>
                  </a:lnTo>
                  <a:lnTo>
                    <a:pt x="3233684" y="6216388"/>
                  </a:lnTo>
                  <a:lnTo>
                    <a:pt x="3254909" y="6216388"/>
                  </a:lnTo>
                  <a:lnTo>
                    <a:pt x="3261418" y="6207911"/>
                  </a:lnTo>
                  <a:lnTo>
                    <a:pt x="3261418" y="6190984"/>
                  </a:lnTo>
                  <a:lnTo>
                    <a:pt x="3254909" y="6182507"/>
                  </a:lnTo>
                  <a:close/>
                </a:path>
                <a:path w="9542780" h="6570345">
                  <a:moveTo>
                    <a:pt x="3210477" y="4327721"/>
                  </a:moveTo>
                  <a:lnTo>
                    <a:pt x="3191515" y="4327721"/>
                  </a:lnTo>
                  <a:lnTo>
                    <a:pt x="3183025" y="4334079"/>
                  </a:lnTo>
                  <a:lnTo>
                    <a:pt x="3183025" y="4353153"/>
                  </a:lnTo>
                  <a:lnTo>
                    <a:pt x="3189250" y="4361602"/>
                  </a:lnTo>
                  <a:lnTo>
                    <a:pt x="3210477" y="4361602"/>
                  </a:lnTo>
                  <a:lnTo>
                    <a:pt x="3216702" y="4353153"/>
                  </a:lnTo>
                  <a:lnTo>
                    <a:pt x="3216702" y="4336199"/>
                  </a:lnTo>
                  <a:lnTo>
                    <a:pt x="3210477" y="4327721"/>
                  </a:lnTo>
                  <a:close/>
                </a:path>
                <a:path w="9542780" h="6570345">
                  <a:moveTo>
                    <a:pt x="3210477" y="4372199"/>
                  </a:moveTo>
                  <a:lnTo>
                    <a:pt x="3191515" y="4372199"/>
                  </a:lnTo>
                  <a:lnTo>
                    <a:pt x="3183025" y="4378557"/>
                  </a:lnTo>
                  <a:lnTo>
                    <a:pt x="3183025" y="4397603"/>
                  </a:lnTo>
                  <a:lnTo>
                    <a:pt x="3189250" y="4406082"/>
                  </a:lnTo>
                  <a:lnTo>
                    <a:pt x="3200005" y="4406082"/>
                  </a:lnTo>
                  <a:lnTo>
                    <a:pt x="3210477" y="4403962"/>
                  </a:lnTo>
                  <a:lnTo>
                    <a:pt x="3216702" y="4397603"/>
                  </a:lnTo>
                  <a:lnTo>
                    <a:pt x="3216702" y="4380677"/>
                  </a:lnTo>
                  <a:lnTo>
                    <a:pt x="3210477" y="4372199"/>
                  </a:lnTo>
                  <a:close/>
                </a:path>
                <a:path w="9542780" h="6570345">
                  <a:moveTo>
                    <a:pt x="3210477" y="4416649"/>
                  </a:moveTo>
                  <a:lnTo>
                    <a:pt x="3191515" y="4416649"/>
                  </a:lnTo>
                  <a:lnTo>
                    <a:pt x="3183025" y="4423008"/>
                  </a:lnTo>
                  <a:lnTo>
                    <a:pt x="3183025" y="4442054"/>
                  </a:lnTo>
                  <a:lnTo>
                    <a:pt x="3189250" y="4450532"/>
                  </a:lnTo>
                  <a:lnTo>
                    <a:pt x="3200005" y="4450532"/>
                  </a:lnTo>
                  <a:lnTo>
                    <a:pt x="3210477" y="4448412"/>
                  </a:lnTo>
                  <a:lnTo>
                    <a:pt x="3216702" y="4442054"/>
                  </a:lnTo>
                  <a:lnTo>
                    <a:pt x="3216702" y="4425127"/>
                  </a:lnTo>
                  <a:lnTo>
                    <a:pt x="3210477" y="4416649"/>
                  </a:lnTo>
                  <a:close/>
                </a:path>
                <a:path w="9542780" h="6570345">
                  <a:moveTo>
                    <a:pt x="3210477" y="4459009"/>
                  </a:moveTo>
                  <a:lnTo>
                    <a:pt x="3191515" y="4459009"/>
                  </a:lnTo>
                  <a:lnTo>
                    <a:pt x="3183025" y="4465366"/>
                  </a:lnTo>
                  <a:lnTo>
                    <a:pt x="3183025" y="4484413"/>
                  </a:lnTo>
                  <a:lnTo>
                    <a:pt x="3189250" y="4492890"/>
                  </a:lnTo>
                  <a:lnTo>
                    <a:pt x="3210477" y="4492890"/>
                  </a:lnTo>
                  <a:lnTo>
                    <a:pt x="3216702" y="4486532"/>
                  </a:lnTo>
                  <a:lnTo>
                    <a:pt x="3216702" y="4467486"/>
                  </a:lnTo>
                  <a:lnTo>
                    <a:pt x="3210477" y="4459009"/>
                  </a:lnTo>
                  <a:close/>
                </a:path>
                <a:path w="9542780" h="6570345">
                  <a:moveTo>
                    <a:pt x="3210477" y="4503459"/>
                  </a:moveTo>
                  <a:lnTo>
                    <a:pt x="3191515" y="4503459"/>
                  </a:lnTo>
                  <a:lnTo>
                    <a:pt x="3183025" y="4509816"/>
                  </a:lnTo>
                  <a:lnTo>
                    <a:pt x="3183025" y="4528863"/>
                  </a:lnTo>
                  <a:lnTo>
                    <a:pt x="3189250" y="4537340"/>
                  </a:lnTo>
                  <a:lnTo>
                    <a:pt x="3210477" y="4537340"/>
                  </a:lnTo>
                  <a:lnTo>
                    <a:pt x="3216702" y="4530982"/>
                  </a:lnTo>
                  <a:lnTo>
                    <a:pt x="3216702" y="4511936"/>
                  </a:lnTo>
                  <a:lnTo>
                    <a:pt x="3210477" y="4503459"/>
                  </a:lnTo>
                  <a:close/>
                </a:path>
                <a:path w="9542780" h="6570345">
                  <a:moveTo>
                    <a:pt x="3210477" y="4547937"/>
                  </a:moveTo>
                  <a:lnTo>
                    <a:pt x="3191515" y="4547937"/>
                  </a:lnTo>
                  <a:lnTo>
                    <a:pt x="3183025" y="4554296"/>
                  </a:lnTo>
                  <a:lnTo>
                    <a:pt x="3183025" y="4573342"/>
                  </a:lnTo>
                  <a:lnTo>
                    <a:pt x="3189250" y="4581819"/>
                  </a:lnTo>
                  <a:lnTo>
                    <a:pt x="3210477" y="4581819"/>
                  </a:lnTo>
                  <a:lnTo>
                    <a:pt x="3216702" y="4573342"/>
                  </a:lnTo>
                  <a:lnTo>
                    <a:pt x="3216702" y="4556415"/>
                  </a:lnTo>
                  <a:lnTo>
                    <a:pt x="3210477" y="4547937"/>
                  </a:lnTo>
                  <a:close/>
                </a:path>
                <a:path w="9542780" h="6570345">
                  <a:moveTo>
                    <a:pt x="3210477" y="4592388"/>
                  </a:moveTo>
                  <a:lnTo>
                    <a:pt x="3191515" y="4592388"/>
                  </a:lnTo>
                  <a:lnTo>
                    <a:pt x="3183025" y="4598746"/>
                  </a:lnTo>
                  <a:lnTo>
                    <a:pt x="3183025" y="4617792"/>
                  </a:lnTo>
                  <a:lnTo>
                    <a:pt x="3189250" y="4626269"/>
                  </a:lnTo>
                  <a:lnTo>
                    <a:pt x="3210477" y="4626269"/>
                  </a:lnTo>
                  <a:lnTo>
                    <a:pt x="3216702" y="4617792"/>
                  </a:lnTo>
                  <a:lnTo>
                    <a:pt x="3216702" y="4600865"/>
                  </a:lnTo>
                  <a:lnTo>
                    <a:pt x="3210477" y="4592388"/>
                  </a:lnTo>
                  <a:close/>
                </a:path>
                <a:path w="9542780" h="6570345">
                  <a:moveTo>
                    <a:pt x="3210477" y="4636866"/>
                  </a:moveTo>
                  <a:lnTo>
                    <a:pt x="3191515" y="4636866"/>
                  </a:lnTo>
                  <a:lnTo>
                    <a:pt x="3183025" y="4643224"/>
                  </a:lnTo>
                  <a:lnTo>
                    <a:pt x="3183025" y="4662270"/>
                  </a:lnTo>
                  <a:lnTo>
                    <a:pt x="3189250" y="4670747"/>
                  </a:lnTo>
                  <a:lnTo>
                    <a:pt x="3210477" y="4670747"/>
                  </a:lnTo>
                  <a:lnTo>
                    <a:pt x="3216702" y="4662270"/>
                  </a:lnTo>
                  <a:lnTo>
                    <a:pt x="3216702" y="4645343"/>
                  </a:lnTo>
                  <a:lnTo>
                    <a:pt x="3210477" y="4636866"/>
                  </a:lnTo>
                  <a:close/>
                </a:path>
                <a:path w="9542780" h="6570345">
                  <a:moveTo>
                    <a:pt x="3210477" y="4681316"/>
                  </a:moveTo>
                  <a:lnTo>
                    <a:pt x="3191515" y="4681316"/>
                  </a:lnTo>
                  <a:lnTo>
                    <a:pt x="3183025" y="4687675"/>
                  </a:lnTo>
                  <a:lnTo>
                    <a:pt x="3183025" y="4706720"/>
                  </a:lnTo>
                  <a:lnTo>
                    <a:pt x="3189250" y="4715198"/>
                  </a:lnTo>
                  <a:lnTo>
                    <a:pt x="3200005" y="4715198"/>
                  </a:lnTo>
                  <a:lnTo>
                    <a:pt x="3210477" y="4713079"/>
                  </a:lnTo>
                  <a:lnTo>
                    <a:pt x="3216702" y="4706720"/>
                  </a:lnTo>
                  <a:lnTo>
                    <a:pt x="3216702" y="4689793"/>
                  </a:lnTo>
                  <a:lnTo>
                    <a:pt x="3210477" y="4681316"/>
                  </a:lnTo>
                  <a:close/>
                </a:path>
                <a:path w="9542780" h="6570345">
                  <a:moveTo>
                    <a:pt x="3210477" y="4725795"/>
                  </a:moveTo>
                  <a:lnTo>
                    <a:pt x="3191515" y="4725795"/>
                  </a:lnTo>
                  <a:lnTo>
                    <a:pt x="3183025" y="4732153"/>
                  </a:lnTo>
                  <a:lnTo>
                    <a:pt x="3183025" y="4753319"/>
                  </a:lnTo>
                  <a:lnTo>
                    <a:pt x="3189250" y="4759676"/>
                  </a:lnTo>
                  <a:lnTo>
                    <a:pt x="3200005" y="4759676"/>
                  </a:lnTo>
                  <a:lnTo>
                    <a:pt x="3210477" y="4757557"/>
                  </a:lnTo>
                  <a:lnTo>
                    <a:pt x="3216702" y="4751199"/>
                  </a:lnTo>
                  <a:lnTo>
                    <a:pt x="3216702" y="4734245"/>
                  </a:lnTo>
                  <a:lnTo>
                    <a:pt x="3210477" y="4725795"/>
                  </a:lnTo>
                  <a:close/>
                </a:path>
                <a:path w="9542780" h="6570345">
                  <a:moveTo>
                    <a:pt x="3210477" y="4768126"/>
                  </a:moveTo>
                  <a:lnTo>
                    <a:pt x="3191515" y="4768126"/>
                  </a:lnTo>
                  <a:lnTo>
                    <a:pt x="3183025" y="4774483"/>
                  </a:lnTo>
                  <a:lnTo>
                    <a:pt x="3183025" y="4795649"/>
                  </a:lnTo>
                  <a:lnTo>
                    <a:pt x="3189250" y="4802007"/>
                  </a:lnTo>
                  <a:lnTo>
                    <a:pt x="3210477" y="4802007"/>
                  </a:lnTo>
                  <a:lnTo>
                    <a:pt x="3216702" y="4795649"/>
                  </a:lnTo>
                  <a:lnTo>
                    <a:pt x="3216702" y="4776603"/>
                  </a:lnTo>
                  <a:lnTo>
                    <a:pt x="3210477" y="4768126"/>
                  </a:lnTo>
                  <a:close/>
                </a:path>
                <a:path w="9542780" h="6570345">
                  <a:moveTo>
                    <a:pt x="3210477" y="4812604"/>
                  </a:moveTo>
                  <a:lnTo>
                    <a:pt x="3191515" y="4812604"/>
                  </a:lnTo>
                  <a:lnTo>
                    <a:pt x="3183025" y="4818962"/>
                  </a:lnTo>
                  <a:lnTo>
                    <a:pt x="3183025" y="4838009"/>
                  </a:lnTo>
                  <a:lnTo>
                    <a:pt x="3189250" y="4846486"/>
                  </a:lnTo>
                  <a:lnTo>
                    <a:pt x="3210477" y="4846486"/>
                  </a:lnTo>
                  <a:lnTo>
                    <a:pt x="3216702" y="4840127"/>
                  </a:lnTo>
                  <a:lnTo>
                    <a:pt x="3216702" y="4821053"/>
                  </a:lnTo>
                  <a:lnTo>
                    <a:pt x="3210477" y="4812604"/>
                  </a:lnTo>
                  <a:close/>
                </a:path>
                <a:path w="9542780" h="6570345">
                  <a:moveTo>
                    <a:pt x="3210477" y="4857055"/>
                  </a:moveTo>
                  <a:lnTo>
                    <a:pt x="3191515" y="4857055"/>
                  </a:lnTo>
                  <a:lnTo>
                    <a:pt x="3183025" y="4863412"/>
                  </a:lnTo>
                  <a:lnTo>
                    <a:pt x="3183025" y="4882459"/>
                  </a:lnTo>
                  <a:lnTo>
                    <a:pt x="3189250" y="4890936"/>
                  </a:lnTo>
                  <a:lnTo>
                    <a:pt x="3210477" y="4890936"/>
                  </a:lnTo>
                  <a:lnTo>
                    <a:pt x="3216702" y="4882459"/>
                  </a:lnTo>
                  <a:lnTo>
                    <a:pt x="3216702" y="4865532"/>
                  </a:lnTo>
                  <a:lnTo>
                    <a:pt x="3210477" y="4857055"/>
                  </a:lnTo>
                  <a:close/>
                </a:path>
                <a:path w="9542780" h="6570345">
                  <a:moveTo>
                    <a:pt x="3210477" y="4901533"/>
                  </a:moveTo>
                  <a:lnTo>
                    <a:pt x="3191515" y="4901533"/>
                  </a:lnTo>
                  <a:lnTo>
                    <a:pt x="3183025" y="4907890"/>
                  </a:lnTo>
                  <a:lnTo>
                    <a:pt x="3183025" y="4926937"/>
                  </a:lnTo>
                  <a:lnTo>
                    <a:pt x="3189250" y="4935414"/>
                  </a:lnTo>
                  <a:lnTo>
                    <a:pt x="3210477" y="4935414"/>
                  </a:lnTo>
                  <a:lnTo>
                    <a:pt x="3216702" y="4926937"/>
                  </a:lnTo>
                  <a:lnTo>
                    <a:pt x="3216702" y="4909982"/>
                  </a:lnTo>
                  <a:lnTo>
                    <a:pt x="3210477" y="4901533"/>
                  </a:lnTo>
                  <a:close/>
                </a:path>
                <a:path w="9542780" h="6570345">
                  <a:moveTo>
                    <a:pt x="3210477" y="4945983"/>
                  </a:moveTo>
                  <a:lnTo>
                    <a:pt x="3191515" y="4945983"/>
                  </a:lnTo>
                  <a:lnTo>
                    <a:pt x="3183025" y="4952342"/>
                  </a:lnTo>
                  <a:lnTo>
                    <a:pt x="3183025" y="4971387"/>
                  </a:lnTo>
                  <a:lnTo>
                    <a:pt x="3189250" y="4979865"/>
                  </a:lnTo>
                  <a:lnTo>
                    <a:pt x="3210477" y="4979865"/>
                  </a:lnTo>
                  <a:lnTo>
                    <a:pt x="3216702" y="4971387"/>
                  </a:lnTo>
                  <a:lnTo>
                    <a:pt x="3216702" y="4954460"/>
                  </a:lnTo>
                  <a:lnTo>
                    <a:pt x="3210477" y="4945983"/>
                  </a:lnTo>
                  <a:close/>
                </a:path>
                <a:path w="9542780" h="6570345">
                  <a:moveTo>
                    <a:pt x="3210477" y="4990462"/>
                  </a:moveTo>
                  <a:lnTo>
                    <a:pt x="3191515" y="4990462"/>
                  </a:lnTo>
                  <a:lnTo>
                    <a:pt x="3183025" y="4996792"/>
                  </a:lnTo>
                  <a:lnTo>
                    <a:pt x="3183025" y="5015866"/>
                  </a:lnTo>
                  <a:lnTo>
                    <a:pt x="3189250" y="5024343"/>
                  </a:lnTo>
                  <a:lnTo>
                    <a:pt x="3210477" y="5024343"/>
                  </a:lnTo>
                  <a:lnTo>
                    <a:pt x="3216702" y="5015866"/>
                  </a:lnTo>
                  <a:lnTo>
                    <a:pt x="3216702" y="4998910"/>
                  </a:lnTo>
                  <a:lnTo>
                    <a:pt x="3210477" y="4990462"/>
                  </a:lnTo>
                  <a:close/>
                </a:path>
                <a:path w="9542780" h="6570345">
                  <a:moveTo>
                    <a:pt x="3210477" y="5034912"/>
                  </a:moveTo>
                  <a:lnTo>
                    <a:pt x="3191515" y="5034912"/>
                  </a:lnTo>
                  <a:lnTo>
                    <a:pt x="3183025" y="5041270"/>
                  </a:lnTo>
                  <a:lnTo>
                    <a:pt x="3183025" y="5060316"/>
                  </a:lnTo>
                  <a:lnTo>
                    <a:pt x="3189250" y="5068793"/>
                  </a:lnTo>
                  <a:lnTo>
                    <a:pt x="3200005" y="5068793"/>
                  </a:lnTo>
                  <a:lnTo>
                    <a:pt x="3210477" y="5066673"/>
                  </a:lnTo>
                  <a:lnTo>
                    <a:pt x="3216702" y="5060316"/>
                  </a:lnTo>
                  <a:lnTo>
                    <a:pt x="3216702" y="5043389"/>
                  </a:lnTo>
                  <a:lnTo>
                    <a:pt x="3210477" y="5034912"/>
                  </a:lnTo>
                  <a:close/>
                </a:path>
                <a:path w="9542780" h="6570345">
                  <a:moveTo>
                    <a:pt x="3210477" y="5077270"/>
                  </a:moveTo>
                  <a:lnTo>
                    <a:pt x="3191515" y="5077270"/>
                  </a:lnTo>
                  <a:lnTo>
                    <a:pt x="3183025" y="5083629"/>
                  </a:lnTo>
                  <a:lnTo>
                    <a:pt x="3183025" y="5102675"/>
                  </a:lnTo>
                  <a:lnTo>
                    <a:pt x="3189250" y="5111153"/>
                  </a:lnTo>
                  <a:lnTo>
                    <a:pt x="3210477" y="5111153"/>
                  </a:lnTo>
                  <a:lnTo>
                    <a:pt x="3216702" y="5104794"/>
                  </a:lnTo>
                  <a:lnTo>
                    <a:pt x="3216702" y="5085720"/>
                  </a:lnTo>
                  <a:lnTo>
                    <a:pt x="3210477" y="5077270"/>
                  </a:lnTo>
                  <a:close/>
                </a:path>
                <a:path w="9542780" h="6570345">
                  <a:moveTo>
                    <a:pt x="3210477" y="5121722"/>
                  </a:moveTo>
                  <a:lnTo>
                    <a:pt x="3191515" y="5121722"/>
                  </a:lnTo>
                  <a:lnTo>
                    <a:pt x="3183025" y="5128079"/>
                  </a:lnTo>
                  <a:lnTo>
                    <a:pt x="3183025" y="5147125"/>
                  </a:lnTo>
                  <a:lnTo>
                    <a:pt x="3189250" y="5155603"/>
                  </a:lnTo>
                  <a:lnTo>
                    <a:pt x="3210477" y="5155603"/>
                  </a:lnTo>
                  <a:lnTo>
                    <a:pt x="3216702" y="5149245"/>
                  </a:lnTo>
                  <a:lnTo>
                    <a:pt x="3216702" y="5130199"/>
                  </a:lnTo>
                  <a:lnTo>
                    <a:pt x="3210477" y="5121722"/>
                  </a:lnTo>
                  <a:close/>
                </a:path>
                <a:path w="9542780" h="6570345">
                  <a:moveTo>
                    <a:pt x="3210477" y="5166199"/>
                  </a:moveTo>
                  <a:lnTo>
                    <a:pt x="3191515" y="5166199"/>
                  </a:lnTo>
                  <a:lnTo>
                    <a:pt x="3183025" y="5172529"/>
                  </a:lnTo>
                  <a:lnTo>
                    <a:pt x="3183025" y="5191603"/>
                  </a:lnTo>
                  <a:lnTo>
                    <a:pt x="3189250" y="5200081"/>
                  </a:lnTo>
                  <a:lnTo>
                    <a:pt x="3210477" y="5200081"/>
                  </a:lnTo>
                  <a:lnTo>
                    <a:pt x="3216702" y="5191603"/>
                  </a:lnTo>
                  <a:lnTo>
                    <a:pt x="3216702" y="5174649"/>
                  </a:lnTo>
                  <a:lnTo>
                    <a:pt x="3210477" y="5166199"/>
                  </a:lnTo>
                  <a:close/>
                </a:path>
                <a:path w="9542780" h="6570345">
                  <a:moveTo>
                    <a:pt x="3210477" y="5210649"/>
                  </a:moveTo>
                  <a:lnTo>
                    <a:pt x="3191515" y="5210649"/>
                  </a:lnTo>
                  <a:lnTo>
                    <a:pt x="3183025" y="5217007"/>
                  </a:lnTo>
                  <a:lnTo>
                    <a:pt x="3183025" y="5236053"/>
                  </a:lnTo>
                  <a:lnTo>
                    <a:pt x="3189250" y="5244532"/>
                  </a:lnTo>
                  <a:lnTo>
                    <a:pt x="3210477" y="5244532"/>
                  </a:lnTo>
                  <a:lnTo>
                    <a:pt x="3216702" y="5236053"/>
                  </a:lnTo>
                  <a:lnTo>
                    <a:pt x="3216702" y="5219127"/>
                  </a:lnTo>
                  <a:lnTo>
                    <a:pt x="3210477" y="5210649"/>
                  </a:lnTo>
                  <a:close/>
                </a:path>
                <a:path w="9542780" h="6570345">
                  <a:moveTo>
                    <a:pt x="3210477" y="5255127"/>
                  </a:moveTo>
                  <a:lnTo>
                    <a:pt x="3191515" y="5255127"/>
                  </a:lnTo>
                  <a:lnTo>
                    <a:pt x="3183025" y="5261458"/>
                  </a:lnTo>
                  <a:lnTo>
                    <a:pt x="3183025" y="5282652"/>
                  </a:lnTo>
                  <a:lnTo>
                    <a:pt x="3189250" y="5288982"/>
                  </a:lnTo>
                  <a:lnTo>
                    <a:pt x="3210477" y="5288982"/>
                  </a:lnTo>
                  <a:lnTo>
                    <a:pt x="3216702" y="5280533"/>
                  </a:lnTo>
                  <a:lnTo>
                    <a:pt x="3216702" y="5263577"/>
                  </a:lnTo>
                  <a:lnTo>
                    <a:pt x="3210477" y="5255127"/>
                  </a:lnTo>
                  <a:close/>
                </a:path>
                <a:path w="9542780" h="6570345">
                  <a:moveTo>
                    <a:pt x="3210477" y="5873362"/>
                  </a:moveTo>
                  <a:lnTo>
                    <a:pt x="3191515" y="5873362"/>
                  </a:lnTo>
                  <a:lnTo>
                    <a:pt x="3183025" y="5879720"/>
                  </a:lnTo>
                  <a:lnTo>
                    <a:pt x="3183025" y="5898794"/>
                  </a:lnTo>
                  <a:lnTo>
                    <a:pt x="3189250" y="5907243"/>
                  </a:lnTo>
                  <a:lnTo>
                    <a:pt x="3210477" y="5907243"/>
                  </a:lnTo>
                  <a:lnTo>
                    <a:pt x="3216702" y="5898794"/>
                  </a:lnTo>
                  <a:lnTo>
                    <a:pt x="3216702" y="5881839"/>
                  </a:lnTo>
                  <a:lnTo>
                    <a:pt x="3210477" y="5873362"/>
                  </a:lnTo>
                  <a:close/>
                </a:path>
                <a:path w="9542780" h="6570345">
                  <a:moveTo>
                    <a:pt x="3210477" y="5917840"/>
                  </a:moveTo>
                  <a:lnTo>
                    <a:pt x="3191515" y="5917840"/>
                  </a:lnTo>
                  <a:lnTo>
                    <a:pt x="3183025" y="5924198"/>
                  </a:lnTo>
                  <a:lnTo>
                    <a:pt x="3183025" y="5943244"/>
                  </a:lnTo>
                  <a:lnTo>
                    <a:pt x="3189250" y="5951722"/>
                  </a:lnTo>
                  <a:lnTo>
                    <a:pt x="3210477" y="5951722"/>
                  </a:lnTo>
                  <a:lnTo>
                    <a:pt x="3216702" y="5943244"/>
                  </a:lnTo>
                  <a:lnTo>
                    <a:pt x="3216702" y="5926317"/>
                  </a:lnTo>
                  <a:lnTo>
                    <a:pt x="3210477" y="5917840"/>
                  </a:lnTo>
                  <a:close/>
                </a:path>
                <a:path w="9542780" h="6570345">
                  <a:moveTo>
                    <a:pt x="3210477" y="5962290"/>
                  </a:moveTo>
                  <a:lnTo>
                    <a:pt x="3191515" y="5962290"/>
                  </a:lnTo>
                  <a:lnTo>
                    <a:pt x="3183025" y="5968649"/>
                  </a:lnTo>
                  <a:lnTo>
                    <a:pt x="3183025" y="5987723"/>
                  </a:lnTo>
                  <a:lnTo>
                    <a:pt x="3189250" y="5996172"/>
                  </a:lnTo>
                  <a:lnTo>
                    <a:pt x="3200006" y="5996172"/>
                  </a:lnTo>
                  <a:lnTo>
                    <a:pt x="3210477" y="5994053"/>
                  </a:lnTo>
                  <a:lnTo>
                    <a:pt x="3216702" y="5987723"/>
                  </a:lnTo>
                  <a:lnTo>
                    <a:pt x="3216702" y="5970767"/>
                  </a:lnTo>
                  <a:lnTo>
                    <a:pt x="3210477" y="5962290"/>
                  </a:lnTo>
                  <a:close/>
                </a:path>
                <a:path w="9542780" h="6570345">
                  <a:moveTo>
                    <a:pt x="3210477" y="6004650"/>
                  </a:moveTo>
                  <a:lnTo>
                    <a:pt x="3191515" y="6004650"/>
                  </a:lnTo>
                  <a:lnTo>
                    <a:pt x="3183025" y="6011007"/>
                  </a:lnTo>
                  <a:lnTo>
                    <a:pt x="3183025" y="6030053"/>
                  </a:lnTo>
                  <a:lnTo>
                    <a:pt x="3189250" y="6038531"/>
                  </a:lnTo>
                  <a:lnTo>
                    <a:pt x="3210477" y="6038531"/>
                  </a:lnTo>
                  <a:lnTo>
                    <a:pt x="3216702" y="6032173"/>
                  </a:lnTo>
                  <a:lnTo>
                    <a:pt x="3216702" y="6013127"/>
                  </a:lnTo>
                  <a:lnTo>
                    <a:pt x="3210477" y="6004650"/>
                  </a:lnTo>
                  <a:close/>
                </a:path>
                <a:path w="9542780" h="6570345">
                  <a:moveTo>
                    <a:pt x="3210477" y="6049100"/>
                  </a:moveTo>
                  <a:lnTo>
                    <a:pt x="3191515" y="6049100"/>
                  </a:lnTo>
                  <a:lnTo>
                    <a:pt x="3183025" y="6055457"/>
                  </a:lnTo>
                  <a:lnTo>
                    <a:pt x="3183025" y="6074533"/>
                  </a:lnTo>
                  <a:lnTo>
                    <a:pt x="3189250" y="6082981"/>
                  </a:lnTo>
                  <a:lnTo>
                    <a:pt x="3210477" y="6082981"/>
                  </a:lnTo>
                  <a:lnTo>
                    <a:pt x="3216702" y="6076623"/>
                  </a:lnTo>
                  <a:lnTo>
                    <a:pt x="3216702" y="6057577"/>
                  </a:lnTo>
                  <a:lnTo>
                    <a:pt x="3210477" y="6049100"/>
                  </a:lnTo>
                  <a:close/>
                </a:path>
                <a:path w="9542780" h="6570345">
                  <a:moveTo>
                    <a:pt x="3210477" y="6093578"/>
                  </a:moveTo>
                  <a:lnTo>
                    <a:pt x="3191515" y="6093578"/>
                  </a:lnTo>
                  <a:lnTo>
                    <a:pt x="3183025" y="6099936"/>
                  </a:lnTo>
                  <a:lnTo>
                    <a:pt x="3183025" y="6118983"/>
                  </a:lnTo>
                  <a:lnTo>
                    <a:pt x="3189250" y="6127460"/>
                  </a:lnTo>
                  <a:lnTo>
                    <a:pt x="3210477" y="6127460"/>
                  </a:lnTo>
                  <a:lnTo>
                    <a:pt x="3216702" y="6118983"/>
                  </a:lnTo>
                  <a:lnTo>
                    <a:pt x="3216702" y="6102056"/>
                  </a:lnTo>
                  <a:lnTo>
                    <a:pt x="3210477" y="6093578"/>
                  </a:lnTo>
                  <a:close/>
                </a:path>
                <a:path w="9542780" h="6570345">
                  <a:moveTo>
                    <a:pt x="3210477" y="6138029"/>
                  </a:moveTo>
                  <a:lnTo>
                    <a:pt x="3191515" y="6138029"/>
                  </a:lnTo>
                  <a:lnTo>
                    <a:pt x="3183025" y="6144386"/>
                  </a:lnTo>
                  <a:lnTo>
                    <a:pt x="3183025" y="6163461"/>
                  </a:lnTo>
                  <a:lnTo>
                    <a:pt x="3189250" y="6171910"/>
                  </a:lnTo>
                  <a:lnTo>
                    <a:pt x="3210477" y="6171910"/>
                  </a:lnTo>
                  <a:lnTo>
                    <a:pt x="3216702" y="6163461"/>
                  </a:lnTo>
                  <a:lnTo>
                    <a:pt x="3216702" y="6146506"/>
                  </a:lnTo>
                  <a:lnTo>
                    <a:pt x="3210477" y="6138029"/>
                  </a:lnTo>
                  <a:close/>
                </a:path>
                <a:path w="9542780" h="6570345">
                  <a:moveTo>
                    <a:pt x="3210477" y="6182507"/>
                  </a:moveTo>
                  <a:lnTo>
                    <a:pt x="3191515" y="6182507"/>
                  </a:lnTo>
                  <a:lnTo>
                    <a:pt x="3183025" y="6188864"/>
                  </a:lnTo>
                  <a:lnTo>
                    <a:pt x="3183025" y="6210030"/>
                  </a:lnTo>
                  <a:lnTo>
                    <a:pt x="3189250" y="6216388"/>
                  </a:lnTo>
                  <a:lnTo>
                    <a:pt x="3210477" y="6216388"/>
                  </a:lnTo>
                  <a:lnTo>
                    <a:pt x="3216702" y="6207911"/>
                  </a:lnTo>
                  <a:lnTo>
                    <a:pt x="3216702" y="6190984"/>
                  </a:lnTo>
                  <a:lnTo>
                    <a:pt x="3210477" y="6182507"/>
                  </a:lnTo>
                  <a:close/>
                </a:path>
                <a:path w="9542780" h="6570345">
                  <a:moveTo>
                    <a:pt x="3166043" y="4372199"/>
                  </a:moveTo>
                  <a:lnTo>
                    <a:pt x="3144818" y="4372199"/>
                  </a:lnTo>
                  <a:lnTo>
                    <a:pt x="3138309" y="4378557"/>
                  </a:lnTo>
                  <a:lnTo>
                    <a:pt x="3138309" y="4397603"/>
                  </a:lnTo>
                  <a:lnTo>
                    <a:pt x="3144818" y="4406082"/>
                  </a:lnTo>
                  <a:lnTo>
                    <a:pt x="3166043" y="4406082"/>
                  </a:lnTo>
                  <a:lnTo>
                    <a:pt x="3172270" y="4397603"/>
                  </a:lnTo>
                  <a:lnTo>
                    <a:pt x="3172270" y="4380677"/>
                  </a:lnTo>
                  <a:lnTo>
                    <a:pt x="3166043" y="4372199"/>
                  </a:lnTo>
                  <a:close/>
                </a:path>
                <a:path w="9542780" h="6570345">
                  <a:moveTo>
                    <a:pt x="3166043" y="4416649"/>
                  </a:moveTo>
                  <a:lnTo>
                    <a:pt x="3144818" y="4416649"/>
                  </a:lnTo>
                  <a:lnTo>
                    <a:pt x="3138309" y="4423008"/>
                  </a:lnTo>
                  <a:lnTo>
                    <a:pt x="3138309" y="4442054"/>
                  </a:lnTo>
                  <a:lnTo>
                    <a:pt x="3144818" y="4450532"/>
                  </a:lnTo>
                  <a:lnTo>
                    <a:pt x="3166043" y="4450532"/>
                  </a:lnTo>
                  <a:lnTo>
                    <a:pt x="3172270" y="4442054"/>
                  </a:lnTo>
                  <a:lnTo>
                    <a:pt x="3172270" y="4425127"/>
                  </a:lnTo>
                  <a:lnTo>
                    <a:pt x="3166043" y="4416649"/>
                  </a:lnTo>
                  <a:close/>
                </a:path>
                <a:path w="9542780" h="6570345">
                  <a:moveTo>
                    <a:pt x="3166043" y="4459009"/>
                  </a:moveTo>
                  <a:lnTo>
                    <a:pt x="3144818" y="4459009"/>
                  </a:lnTo>
                  <a:lnTo>
                    <a:pt x="3138309" y="4465366"/>
                  </a:lnTo>
                  <a:lnTo>
                    <a:pt x="3138309" y="4484413"/>
                  </a:lnTo>
                  <a:lnTo>
                    <a:pt x="3144818" y="4492890"/>
                  </a:lnTo>
                  <a:lnTo>
                    <a:pt x="3166043" y="4492890"/>
                  </a:lnTo>
                  <a:lnTo>
                    <a:pt x="3172270" y="4486532"/>
                  </a:lnTo>
                  <a:lnTo>
                    <a:pt x="3172270" y="4467486"/>
                  </a:lnTo>
                  <a:lnTo>
                    <a:pt x="3166043" y="4459009"/>
                  </a:lnTo>
                  <a:close/>
                </a:path>
                <a:path w="9542780" h="6570345">
                  <a:moveTo>
                    <a:pt x="3166043" y="4503459"/>
                  </a:moveTo>
                  <a:lnTo>
                    <a:pt x="3144818" y="4503459"/>
                  </a:lnTo>
                  <a:lnTo>
                    <a:pt x="3138309" y="4509816"/>
                  </a:lnTo>
                  <a:lnTo>
                    <a:pt x="3138309" y="4528863"/>
                  </a:lnTo>
                  <a:lnTo>
                    <a:pt x="3144818" y="4537340"/>
                  </a:lnTo>
                  <a:lnTo>
                    <a:pt x="3166043" y="4537340"/>
                  </a:lnTo>
                  <a:lnTo>
                    <a:pt x="3172270" y="4530982"/>
                  </a:lnTo>
                  <a:lnTo>
                    <a:pt x="3172270" y="4511936"/>
                  </a:lnTo>
                  <a:lnTo>
                    <a:pt x="3166043" y="4503459"/>
                  </a:lnTo>
                  <a:close/>
                </a:path>
                <a:path w="9542780" h="6570345">
                  <a:moveTo>
                    <a:pt x="3166043" y="4547937"/>
                  </a:moveTo>
                  <a:lnTo>
                    <a:pt x="3144818" y="4547937"/>
                  </a:lnTo>
                  <a:lnTo>
                    <a:pt x="3138309" y="4554296"/>
                  </a:lnTo>
                  <a:lnTo>
                    <a:pt x="3138309" y="4573342"/>
                  </a:lnTo>
                  <a:lnTo>
                    <a:pt x="3144818" y="4581819"/>
                  </a:lnTo>
                  <a:lnTo>
                    <a:pt x="3166043" y="4581819"/>
                  </a:lnTo>
                  <a:lnTo>
                    <a:pt x="3172270" y="4573342"/>
                  </a:lnTo>
                  <a:lnTo>
                    <a:pt x="3172270" y="4556415"/>
                  </a:lnTo>
                  <a:lnTo>
                    <a:pt x="3166043" y="4547937"/>
                  </a:lnTo>
                  <a:close/>
                </a:path>
                <a:path w="9542780" h="6570345">
                  <a:moveTo>
                    <a:pt x="3166043" y="4592388"/>
                  </a:moveTo>
                  <a:lnTo>
                    <a:pt x="3144818" y="4592388"/>
                  </a:lnTo>
                  <a:lnTo>
                    <a:pt x="3138309" y="4598746"/>
                  </a:lnTo>
                  <a:lnTo>
                    <a:pt x="3138309" y="4617792"/>
                  </a:lnTo>
                  <a:lnTo>
                    <a:pt x="3144818" y="4626269"/>
                  </a:lnTo>
                  <a:lnTo>
                    <a:pt x="3166043" y="4626269"/>
                  </a:lnTo>
                  <a:lnTo>
                    <a:pt x="3172270" y="4617792"/>
                  </a:lnTo>
                  <a:lnTo>
                    <a:pt x="3172270" y="4600865"/>
                  </a:lnTo>
                  <a:lnTo>
                    <a:pt x="3166043" y="4592388"/>
                  </a:lnTo>
                  <a:close/>
                </a:path>
                <a:path w="9542780" h="6570345">
                  <a:moveTo>
                    <a:pt x="3166043" y="4636866"/>
                  </a:moveTo>
                  <a:lnTo>
                    <a:pt x="3144818" y="4636866"/>
                  </a:lnTo>
                  <a:lnTo>
                    <a:pt x="3138309" y="4643224"/>
                  </a:lnTo>
                  <a:lnTo>
                    <a:pt x="3138309" y="4662270"/>
                  </a:lnTo>
                  <a:lnTo>
                    <a:pt x="3144818" y="4670747"/>
                  </a:lnTo>
                  <a:lnTo>
                    <a:pt x="3166043" y="4670747"/>
                  </a:lnTo>
                  <a:lnTo>
                    <a:pt x="3172270" y="4662270"/>
                  </a:lnTo>
                  <a:lnTo>
                    <a:pt x="3172270" y="4645343"/>
                  </a:lnTo>
                  <a:lnTo>
                    <a:pt x="3166043" y="4636866"/>
                  </a:lnTo>
                  <a:close/>
                </a:path>
                <a:path w="9542780" h="6570345">
                  <a:moveTo>
                    <a:pt x="3166043" y="4681316"/>
                  </a:moveTo>
                  <a:lnTo>
                    <a:pt x="3144818" y="4681316"/>
                  </a:lnTo>
                  <a:lnTo>
                    <a:pt x="3138309" y="4687675"/>
                  </a:lnTo>
                  <a:lnTo>
                    <a:pt x="3138309" y="4706720"/>
                  </a:lnTo>
                  <a:lnTo>
                    <a:pt x="3144818" y="4715198"/>
                  </a:lnTo>
                  <a:lnTo>
                    <a:pt x="3166043" y="4715198"/>
                  </a:lnTo>
                  <a:lnTo>
                    <a:pt x="3172270" y="4706720"/>
                  </a:lnTo>
                  <a:lnTo>
                    <a:pt x="3172270" y="4689793"/>
                  </a:lnTo>
                  <a:lnTo>
                    <a:pt x="3166043" y="4681316"/>
                  </a:lnTo>
                  <a:close/>
                </a:path>
                <a:path w="9542780" h="6570345">
                  <a:moveTo>
                    <a:pt x="3166043" y="4725795"/>
                  </a:moveTo>
                  <a:lnTo>
                    <a:pt x="3144818" y="4725795"/>
                  </a:lnTo>
                  <a:lnTo>
                    <a:pt x="3138309" y="4732153"/>
                  </a:lnTo>
                  <a:lnTo>
                    <a:pt x="3138309" y="4753319"/>
                  </a:lnTo>
                  <a:lnTo>
                    <a:pt x="3144818" y="4759676"/>
                  </a:lnTo>
                  <a:lnTo>
                    <a:pt x="3166043" y="4759676"/>
                  </a:lnTo>
                  <a:lnTo>
                    <a:pt x="3172270" y="4751199"/>
                  </a:lnTo>
                  <a:lnTo>
                    <a:pt x="3172270" y="4734245"/>
                  </a:lnTo>
                  <a:lnTo>
                    <a:pt x="3166043" y="4725795"/>
                  </a:lnTo>
                  <a:close/>
                </a:path>
                <a:path w="9542780" h="6570345">
                  <a:moveTo>
                    <a:pt x="3166043" y="4768126"/>
                  </a:moveTo>
                  <a:lnTo>
                    <a:pt x="3144818" y="4768126"/>
                  </a:lnTo>
                  <a:lnTo>
                    <a:pt x="3138309" y="4774483"/>
                  </a:lnTo>
                  <a:lnTo>
                    <a:pt x="3138309" y="4795649"/>
                  </a:lnTo>
                  <a:lnTo>
                    <a:pt x="3144818" y="4802007"/>
                  </a:lnTo>
                  <a:lnTo>
                    <a:pt x="3166043" y="4802007"/>
                  </a:lnTo>
                  <a:lnTo>
                    <a:pt x="3172270" y="4795649"/>
                  </a:lnTo>
                  <a:lnTo>
                    <a:pt x="3172270" y="4776603"/>
                  </a:lnTo>
                  <a:lnTo>
                    <a:pt x="3166043" y="4768126"/>
                  </a:lnTo>
                  <a:close/>
                </a:path>
                <a:path w="9542780" h="6570345">
                  <a:moveTo>
                    <a:pt x="3166043" y="4812604"/>
                  </a:moveTo>
                  <a:lnTo>
                    <a:pt x="3144818" y="4812604"/>
                  </a:lnTo>
                  <a:lnTo>
                    <a:pt x="3138309" y="4818962"/>
                  </a:lnTo>
                  <a:lnTo>
                    <a:pt x="3138309" y="4838009"/>
                  </a:lnTo>
                  <a:lnTo>
                    <a:pt x="3144818" y="4846486"/>
                  </a:lnTo>
                  <a:lnTo>
                    <a:pt x="3166043" y="4846486"/>
                  </a:lnTo>
                  <a:lnTo>
                    <a:pt x="3172270" y="4840127"/>
                  </a:lnTo>
                  <a:lnTo>
                    <a:pt x="3172270" y="4821053"/>
                  </a:lnTo>
                  <a:lnTo>
                    <a:pt x="3166043" y="4812604"/>
                  </a:lnTo>
                  <a:close/>
                </a:path>
                <a:path w="9542780" h="6570345">
                  <a:moveTo>
                    <a:pt x="3166043" y="4857055"/>
                  </a:moveTo>
                  <a:lnTo>
                    <a:pt x="3144818" y="4857055"/>
                  </a:lnTo>
                  <a:lnTo>
                    <a:pt x="3138309" y="4863412"/>
                  </a:lnTo>
                  <a:lnTo>
                    <a:pt x="3138309" y="4882459"/>
                  </a:lnTo>
                  <a:lnTo>
                    <a:pt x="3144818" y="4890936"/>
                  </a:lnTo>
                  <a:lnTo>
                    <a:pt x="3166043" y="4890936"/>
                  </a:lnTo>
                  <a:lnTo>
                    <a:pt x="3172270" y="4882459"/>
                  </a:lnTo>
                  <a:lnTo>
                    <a:pt x="3172270" y="4865532"/>
                  </a:lnTo>
                  <a:lnTo>
                    <a:pt x="3166043" y="4857055"/>
                  </a:lnTo>
                  <a:close/>
                </a:path>
                <a:path w="9542780" h="6570345">
                  <a:moveTo>
                    <a:pt x="3166043" y="4901533"/>
                  </a:moveTo>
                  <a:lnTo>
                    <a:pt x="3144818" y="4901533"/>
                  </a:lnTo>
                  <a:lnTo>
                    <a:pt x="3138309" y="4907890"/>
                  </a:lnTo>
                  <a:lnTo>
                    <a:pt x="3138309" y="4926937"/>
                  </a:lnTo>
                  <a:lnTo>
                    <a:pt x="3144818" y="4935414"/>
                  </a:lnTo>
                  <a:lnTo>
                    <a:pt x="3166043" y="4935414"/>
                  </a:lnTo>
                  <a:lnTo>
                    <a:pt x="3172270" y="4926937"/>
                  </a:lnTo>
                  <a:lnTo>
                    <a:pt x="3172270" y="4909982"/>
                  </a:lnTo>
                  <a:lnTo>
                    <a:pt x="3166043" y="4901533"/>
                  </a:lnTo>
                  <a:close/>
                </a:path>
                <a:path w="9542780" h="6570345">
                  <a:moveTo>
                    <a:pt x="3166043" y="4945983"/>
                  </a:moveTo>
                  <a:lnTo>
                    <a:pt x="3144818" y="4945983"/>
                  </a:lnTo>
                  <a:lnTo>
                    <a:pt x="3138309" y="4952342"/>
                  </a:lnTo>
                  <a:lnTo>
                    <a:pt x="3138309" y="4971387"/>
                  </a:lnTo>
                  <a:lnTo>
                    <a:pt x="3144818" y="4979865"/>
                  </a:lnTo>
                  <a:lnTo>
                    <a:pt x="3166043" y="4979865"/>
                  </a:lnTo>
                  <a:lnTo>
                    <a:pt x="3172270" y="4971387"/>
                  </a:lnTo>
                  <a:lnTo>
                    <a:pt x="3172270" y="4954460"/>
                  </a:lnTo>
                  <a:lnTo>
                    <a:pt x="3166043" y="4945983"/>
                  </a:lnTo>
                  <a:close/>
                </a:path>
                <a:path w="9542780" h="6570345">
                  <a:moveTo>
                    <a:pt x="3166043" y="4990462"/>
                  </a:moveTo>
                  <a:lnTo>
                    <a:pt x="3144818" y="4990462"/>
                  </a:lnTo>
                  <a:lnTo>
                    <a:pt x="3138309" y="4996792"/>
                  </a:lnTo>
                  <a:lnTo>
                    <a:pt x="3138309" y="5015866"/>
                  </a:lnTo>
                  <a:lnTo>
                    <a:pt x="3144818" y="5024343"/>
                  </a:lnTo>
                  <a:lnTo>
                    <a:pt x="3166043" y="5024343"/>
                  </a:lnTo>
                  <a:lnTo>
                    <a:pt x="3172270" y="5015866"/>
                  </a:lnTo>
                  <a:lnTo>
                    <a:pt x="3172270" y="4998910"/>
                  </a:lnTo>
                  <a:lnTo>
                    <a:pt x="3166043" y="4990462"/>
                  </a:lnTo>
                  <a:close/>
                </a:path>
                <a:path w="9542780" h="6570345">
                  <a:moveTo>
                    <a:pt x="3166043" y="5034912"/>
                  </a:moveTo>
                  <a:lnTo>
                    <a:pt x="3144818" y="5034912"/>
                  </a:lnTo>
                  <a:lnTo>
                    <a:pt x="3138309" y="5041270"/>
                  </a:lnTo>
                  <a:lnTo>
                    <a:pt x="3138309" y="5060316"/>
                  </a:lnTo>
                  <a:lnTo>
                    <a:pt x="3144818" y="5068793"/>
                  </a:lnTo>
                  <a:lnTo>
                    <a:pt x="3166043" y="5068793"/>
                  </a:lnTo>
                  <a:lnTo>
                    <a:pt x="3172270" y="5060316"/>
                  </a:lnTo>
                  <a:lnTo>
                    <a:pt x="3172270" y="5043389"/>
                  </a:lnTo>
                  <a:lnTo>
                    <a:pt x="3166043" y="5034912"/>
                  </a:lnTo>
                  <a:close/>
                </a:path>
                <a:path w="9542780" h="6570345">
                  <a:moveTo>
                    <a:pt x="3166043" y="5077270"/>
                  </a:moveTo>
                  <a:lnTo>
                    <a:pt x="3144818" y="5077270"/>
                  </a:lnTo>
                  <a:lnTo>
                    <a:pt x="3138309" y="5083629"/>
                  </a:lnTo>
                  <a:lnTo>
                    <a:pt x="3138309" y="5102675"/>
                  </a:lnTo>
                  <a:lnTo>
                    <a:pt x="3144818" y="5111153"/>
                  </a:lnTo>
                  <a:lnTo>
                    <a:pt x="3166043" y="5111153"/>
                  </a:lnTo>
                  <a:lnTo>
                    <a:pt x="3172270" y="5104794"/>
                  </a:lnTo>
                  <a:lnTo>
                    <a:pt x="3172270" y="5085720"/>
                  </a:lnTo>
                  <a:lnTo>
                    <a:pt x="3166043" y="5077270"/>
                  </a:lnTo>
                  <a:close/>
                </a:path>
                <a:path w="9542780" h="6570345">
                  <a:moveTo>
                    <a:pt x="3166043" y="5121722"/>
                  </a:moveTo>
                  <a:lnTo>
                    <a:pt x="3144817" y="5121722"/>
                  </a:lnTo>
                  <a:lnTo>
                    <a:pt x="3138309" y="5128079"/>
                  </a:lnTo>
                  <a:lnTo>
                    <a:pt x="3138309" y="5147125"/>
                  </a:lnTo>
                  <a:lnTo>
                    <a:pt x="3144818" y="5155603"/>
                  </a:lnTo>
                  <a:lnTo>
                    <a:pt x="3166043" y="5155603"/>
                  </a:lnTo>
                  <a:lnTo>
                    <a:pt x="3172270" y="5149245"/>
                  </a:lnTo>
                  <a:lnTo>
                    <a:pt x="3172270" y="5130199"/>
                  </a:lnTo>
                  <a:lnTo>
                    <a:pt x="3166043" y="5121722"/>
                  </a:lnTo>
                  <a:close/>
                </a:path>
                <a:path w="9542780" h="6570345">
                  <a:moveTo>
                    <a:pt x="3166043" y="5166199"/>
                  </a:moveTo>
                  <a:lnTo>
                    <a:pt x="3144818" y="5166199"/>
                  </a:lnTo>
                  <a:lnTo>
                    <a:pt x="3138309" y="5172529"/>
                  </a:lnTo>
                  <a:lnTo>
                    <a:pt x="3138309" y="5191603"/>
                  </a:lnTo>
                  <a:lnTo>
                    <a:pt x="3144818" y="5200081"/>
                  </a:lnTo>
                  <a:lnTo>
                    <a:pt x="3166043" y="5200081"/>
                  </a:lnTo>
                  <a:lnTo>
                    <a:pt x="3172270" y="5191603"/>
                  </a:lnTo>
                  <a:lnTo>
                    <a:pt x="3172270" y="5174649"/>
                  </a:lnTo>
                  <a:lnTo>
                    <a:pt x="3166043" y="5166199"/>
                  </a:lnTo>
                  <a:close/>
                </a:path>
                <a:path w="9542780" h="6570345">
                  <a:moveTo>
                    <a:pt x="3166043" y="5210649"/>
                  </a:moveTo>
                  <a:lnTo>
                    <a:pt x="3144818" y="5210649"/>
                  </a:lnTo>
                  <a:lnTo>
                    <a:pt x="3138309" y="5217007"/>
                  </a:lnTo>
                  <a:lnTo>
                    <a:pt x="3138309" y="5236053"/>
                  </a:lnTo>
                  <a:lnTo>
                    <a:pt x="3144818" y="5244532"/>
                  </a:lnTo>
                  <a:lnTo>
                    <a:pt x="3166043" y="5244532"/>
                  </a:lnTo>
                  <a:lnTo>
                    <a:pt x="3172270" y="5236053"/>
                  </a:lnTo>
                  <a:lnTo>
                    <a:pt x="3172270" y="5219127"/>
                  </a:lnTo>
                  <a:lnTo>
                    <a:pt x="3166043" y="5210649"/>
                  </a:lnTo>
                  <a:close/>
                </a:path>
                <a:path w="9542780" h="6570345">
                  <a:moveTo>
                    <a:pt x="3166043" y="5255127"/>
                  </a:moveTo>
                  <a:lnTo>
                    <a:pt x="3144818" y="5255127"/>
                  </a:lnTo>
                  <a:lnTo>
                    <a:pt x="3138309" y="5261458"/>
                  </a:lnTo>
                  <a:lnTo>
                    <a:pt x="3138309" y="5282652"/>
                  </a:lnTo>
                  <a:lnTo>
                    <a:pt x="3144818" y="5288982"/>
                  </a:lnTo>
                  <a:lnTo>
                    <a:pt x="3166043" y="5288982"/>
                  </a:lnTo>
                  <a:lnTo>
                    <a:pt x="3172270" y="5280533"/>
                  </a:lnTo>
                  <a:lnTo>
                    <a:pt x="3172270" y="5263577"/>
                  </a:lnTo>
                  <a:lnTo>
                    <a:pt x="3166043" y="5255127"/>
                  </a:lnTo>
                  <a:close/>
                </a:path>
                <a:path w="9542780" h="6570345">
                  <a:moveTo>
                    <a:pt x="3166043" y="5873362"/>
                  </a:moveTo>
                  <a:lnTo>
                    <a:pt x="3144818" y="5873362"/>
                  </a:lnTo>
                  <a:lnTo>
                    <a:pt x="3138309" y="5879720"/>
                  </a:lnTo>
                  <a:lnTo>
                    <a:pt x="3138309" y="5898794"/>
                  </a:lnTo>
                  <a:lnTo>
                    <a:pt x="3144818" y="5907243"/>
                  </a:lnTo>
                  <a:lnTo>
                    <a:pt x="3166043" y="5907243"/>
                  </a:lnTo>
                  <a:lnTo>
                    <a:pt x="3172270" y="5898794"/>
                  </a:lnTo>
                  <a:lnTo>
                    <a:pt x="3172270" y="5881839"/>
                  </a:lnTo>
                  <a:lnTo>
                    <a:pt x="3166043" y="5873362"/>
                  </a:lnTo>
                  <a:close/>
                </a:path>
                <a:path w="9542780" h="6570345">
                  <a:moveTo>
                    <a:pt x="3166043" y="5917840"/>
                  </a:moveTo>
                  <a:lnTo>
                    <a:pt x="3144818" y="5917840"/>
                  </a:lnTo>
                  <a:lnTo>
                    <a:pt x="3138309" y="5924198"/>
                  </a:lnTo>
                  <a:lnTo>
                    <a:pt x="3138309" y="5943244"/>
                  </a:lnTo>
                  <a:lnTo>
                    <a:pt x="3144818" y="5951722"/>
                  </a:lnTo>
                  <a:lnTo>
                    <a:pt x="3166043" y="5951722"/>
                  </a:lnTo>
                  <a:lnTo>
                    <a:pt x="3172270" y="5943244"/>
                  </a:lnTo>
                  <a:lnTo>
                    <a:pt x="3172270" y="5926317"/>
                  </a:lnTo>
                  <a:lnTo>
                    <a:pt x="3166043" y="5917840"/>
                  </a:lnTo>
                  <a:close/>
                </a:path>
                <a:path w="9542780" h="6570345">
                  <a:moveTo>
                    <a:pt x="3166043" y="5962290"/>
                  </a:moveTo>
                  <a:lnTo>
                    <a:pt x="3144818" y="5962290"/>
                  </a:lnTo>
                  <a:lnTo>
                    <a:pt x="3138309" y="5968649"/>
                  </a:lnTo>
                  <a:lnTo>
                    <a:pt x="3138309" y="5987723"/>
                  </a:lnTo>
                  <a:lnTo>
                    <a:pt x="3144818" y="5996172"/>
                  </a:lnTo>
                  <a:lnTo>
                    <a:pt x="3166043" y="5996172"/>
                  </a:lnTo>
                  <a:lnTo>
                    <a:pt x="3172270" y="5987723"/>
                  </a:lnTo>
                  <a:lnTo>
                    <a:pt x="3172270" y="5970767"/>
                  </a:lnTo>
                  <a:lnTo>
                    <a:pt x="3166043" y="5962290"/>
                  </a:lnTo>
                  <a:close/>
                </a:path>
                <a:path w="9542780" h="6570345">
                  <a:moveTo>
                    <a:pt x="3166043" y="6004650"/>
                  </a:moveTo>
                  <a:lnTo>
                    <a:pt x="3144818" y="6004650"/>
                  </a:lnTo>
                  <a:lnTo>
                    <a:pt x="3138309" y="6011007"/>
                  </a:lnTo>
                  <a:lnTo>
                    <a:pt x="3138309" y="6030053"/>
                  </a:lnTo>
                  <a:lnTo>
                    <a:pt x="3144818" y="6038531"/>
                  </a:lnTo>
                  <a:lnTo>
                    <a:pt x="3166043" y="6038531"/>
                  </a:lnTo>
                  <a:lnTo>
                    <a:pt x="3172270" y="6032173"/>
                  </a:lnTo>
                  <a:lnTo>
                    <a:pt x="3172270" y="6013127"/>
                  </a:lnTo>
                  <a:lnTo>
                    <a:pt x="3166043" y="6004650"/>
                  </a:lnTo>
                  <a:close/>
                </a:path>
                <a:path w="9542780" h="6570345">
                  <a:moveTo>
                    <a:pt x="3166043" y="6049100"/>
                  </a:moveTo>
                  <a:lnTo>
                    <a:pt x="3144818" y="6049100"/>
                  </a:lnTo>
                  <a:lnTo>
                    <a:pt x="3138309" y="6055457"/>
                  </a:lnTo>
                  <a:lnTo>
                    <a:pt x="3138309" y="6074533"/>
                  </a:lnTo>
                  <a:lnTo>
                    <a:pt x="3144818" y="6082981"/>
                  </a:lnTo>
                  <a:lnTo>
                    <a:pt x="3166043" y="6082981"/>
                  </a:lnTo>
                  <a:lnTo>
                    <a:pt x="3172270" y="6076623"/>
                  </a:lnTo>
                  <a:lnTo>
                    <a:pt x="3172270" y="6057577"/>
                  </a:lnTo>
                  <a:lnTo>
                    <a:pt x="3166043" y="6049100"/>
                  </a:lnTo>
                  <a:close/>
                </a:path>
                <a:path w="9542780" h="6570345">
                  <a:moveTo>
                    <a:pt x="3166043" y="6093578"/>
                  </a:moveTo>
                  <a:lnTo>
                    <a:pt x="3144818" y="6093578"/>
                  </a:lnTo>
                  <a:lnTo>
                    <a:pt x="3138309" y="6099936"/>
                  </a:lnTo>
                  <a:lnTo>
                    <a:pt x="3138309" y="6118983"/>
                  </a:lnTo>
                  <a:lnTo>
                    <a:pt x="3144818" y="6127460"/>
                  </a:lnTo>
                  <a:lnTo>
                    <a:pt x="3166043" y="6127460"/>
                  </a:lnTo>
                  <a:lnTo>
                    <a:pt x="3172270" y="6118983"/>
                  </a:lnTo>
                  <a:lnTo>
                    <a:pt x="3172270" y="6102056"/>
                  </a:lnTo>
                  <a:lnTo>
                    <a:pt x="3166043" y="6093578"/>
                  </a:lnTo>
                  <a:close/>
                </a:path>
                <a:path w="9542780" h="6570345">
                  <a:moveTo>
                    <a:pt x="3166043" y="6138029"/>
                  </a:moveTo>
                  <a:lnTo>
                    <a:pt x="3144818" y="6138029"/>
                  </a:lnTo>
                  <a:lnTo>
                    <a:pt x="3138309" y="6144386"/>
                  </a:lnTo>
                  <a:lnTo>
                    <a:pt x="3138309" y="6163461"/>
                  </a:lnTo>
                  <a:lnTo>
                    <a:pt x="3144818" y="6171910"/>
                  </a:lnTo>
                  <a:lnTo>
                    <a:pt x="3166043" y="6171910"/>
                  </a:lnTo>
                  <a:lnTo>
                    <a:pt x="3172270" y="6163461"/>
                  </a:lnTo>
                  <a:lnTo>
                    <a:pt x="3172270" y="6146506"/>
                  </a:lnTo>
                  <a:lnTo>
                    <a:pt x="3166043" y="6138029"/>
                  </a:lnTo>
                  <a:close/>
                </a:path>
                <a:path w="9542780" h="6570345">
                  <a:moveTo>
                    <a:pt x="3123592" y="4459009"/>
                  </a:moveTo>
                  <a:lnTo>
                    <a:pt x="3102367" y="4459009"/>
                  </a:lnTo>
                  <a:lnTo>
                    <a:pt x="3095857" y="4465366"/>
                  </a:lnTo>
                  <a:lnTo>
                    <a:pt x="3095857" y="4484413"/>
                  </a:lnTo>
                  <a:lnTo>
                    <a:pt x="3102367" y="4492890"/>
                  </a:lnTo>
                  <a:lnTo>
                    <a:pt x="3123592" y="4492890"/>
                  </a:lnTo>
                  <a:lnTo>
                    <a:pt x="3129818" y="4486532"/>
                  </a:lnTo>
                  <a:lnTo>
                    <a:pt x="3129818" y="4467486"/>
                  </a:lnTo>
                  <a:lnTo>
                    <a:pt x="3123592" y="4459009"/>
                  </a:lnTo>
                  <a:close/>
                </a:path>
                <a:path w="9542780" h="6570345">
                  <a:moveTo>
                    <a:pt x="3123592" y="4503459"/>
                  </a:moveTo>
                  <a:lnTo>
                    <a:pt x="3102367" y="4503459"/>
                  </a:lnTo>
                  <a:lnTo>
                    <a:pt x="3095857" y="4509816"/>
                  </a:lnTo>
                  <a:lnTo>
                    <a:pt x="3095857" y="4528863"/>
                  </a:lnTo>
                  <a:lnTo>
                    <a:pt x="3102367" y="4537340"/>
                  </a:lnTo>
                  <a:lnTo>
                    <a:pt x="3123592" y="4537340"/>
                  </a:lnTo>
                  <a:lnTo>
                    <a:pt x="3129818" y="4530982"/>
                  </a:lnTo>
                  <a:lnTo>
                    <a:pt x="3129818" y="4511936"/>
                  </a:lnTo>
                  <a:lnTo>
                    <a:pt x="3123592" y="4503459"/>
                  </a:lnTo>
                  <a:close/>
                </a:path>
                <a:path w="9542780" h="6570345">
                  <a:moveTo>
                    <a:pt x="3123592" y="4547937"/>
                  </a:moveTo>
                  <a:lnTo>
                    <a:pt x="3102367" y="4547937"/>
                  </a:lnTo>
                  <a:lnTo>
                    <a:pt x="3095857" y="4554296"/>
                  </a:lnTo>
                  <a:lnTo>
                    <a:pt x="3095857" y="4573342"/>
                  </a:lnTo>
                  <a:lnTo>
                    <a:pt x="3102367" y="4581819"/>
                  </a:lnTo>
                  <a:lnTo>
                    <a:pt x="3123592" y="4581819"/>
                  </a:lnTo>
                  <a:lnTo>
                    <a:pt x="3129818" y="4573342"/>
                  </a:lnTo>
                  <a:lnTo>
                    <a:pt x="3129818" y="4556415"/>
                  </a:lnTo>
                  <a:lnTo>
                    <a:pt x="3123592" y="4547937"/>
                  </a:lnTo>
                  <a:close/>
                </a:path>
                <a:path w="9542780" h="6570345">
                  <a:moveTo>
                    <a:pt x="3123592" y="4592388"/>
                  </a:moveTo>
                  <a:lnTo>
                    <a:pt x="3102367" y="4592388"/>
                  </a:lnTo>
                  <a:lnTo>
                    <a:pt x="3095857" y="4598746"/>
                  </a:lnTo>
                  <a:lnTo>
                    <a:pt x="3095857" y="4617792"/>
                  </a:lnTo>
                  <a:lnTo>
                    <a:pt x="3102367" y="4626269"/>
                  </a:lnTo>
                  <a:lnTo>
                    <a:pt x="3123592" y="4626269"/>
                  </a:lnTo>
                  <a:lnTo>
                    <a:pt x="3129818" y="4617792"/>
                  </a:lnTo>
                  <a:lnTo>
                    <a:pt x="3129818" y="4600865"/>
                  </a:lnTo>
                  <a:lnTo>
                    <a:pt x="3123592" y="4592388"/>
                  </a:lnTo>
                  <a:close/>
                </a:path>
                <a:path w="9542780" h="6570345">
                  <a:moveTo>
                    <a:pt x="3123592" y="4636866"/>
                  </a:moveTo>
                  <a:lnTo>
                    <a:pt x="3102367" y="4636866"/>
                  </a:lnTo>
                  <a:lnTo>
                    <a:pt x="3095857" y="4643224"/>
                  </a:lnTo>
                  <a:lnTo>
                    <a:pt x="3095857" y="4662270"/>
                  </a:lnTo>
                  <a:lnTo>
                    <a:pt x="3102367" y="4670747"/>
                  </a:lnTo>
                  <a:lnTo>
                    <a:pt x="3123592" y="4670747"/>
                  </a:lnTo>
                  <a:lnTo>
                    <a:pt x="3129818" y="4662270"/>
                  </a:lnTo>
                  <a:lnTo>
                    <a:pt x="3129818" y="4645343"/>
                  </a:lnTo>
                  <a:lnTo>
                    <a:pt x="3123592" y="4636866"/>
                  </a:lnTo>
                  <a:close/>
                </a:path>
                <a:path w="9542780" h="6570345">
                  <a:moveTo>
                    <a:pt x="3123592" y="4681316"/>
                  </a:moveTo>
                  <a:lnTo>
                    <a:pt x="3102367" y="4681316"/>
                  </a:lnTo>
                  <a:lnTo>
                    <a:pt x="3095857" y="4687675"/>
                  </a:lnTo>
                  <a:lnTo>
                    <a:pt x="3095857" y="4706720"/>
                  </a:lnTo>
                  <a:lnTo>
                    <a:pt x="3102367" y="4715198"/>
                  </a:lnTo>
                  <a:lnTo>
                    <a:pt x="3123592" y="4715198"/>
                  </a:lnTo>
                  <a:lnTo>
                    <a:pt x="3129818" y="4706720"/>
                  </a:lnTo>
                  <a:lnTo>
                    <a:pt x="3129818" y="4689793"/>
                  </a:lnTo>
                  <a:lnTo>
                    <a:pt x="3123592" y="4681316"/>
                  </a:lnTo>
                  <a:close/>
                </a:path>
                <a:path w="9542780" h="6570345">
                  <a:moveTo>
                    <a:pt x="3123592" y="4725795"/>
                  </a:moveTo>
                  <a:lnTo>
                    <a:pt x="3102367" y="4725795"/>
                  </a:lnTo>
                  <a:lnTo>
                    <a:pt x="3095857" y="4732153"/>
                  </a:lnTo>
                  <a:lnTo>
                    <a:pt x="3095857" y="4753319"/>
                  </a:lnTo>
                  <a:lnTo>
                    <a:pt x="3102367" y="4759676"/>
                  </a:lnTo>
                  <a:lnTo>
                    <a:pt x="3123592" y="4759676"/>
                  </a:lnTo>
                  <a:lnTo>
                    <a:pt x="3129818" y="4751199"/>
                  </a:lnTo>
                  <a:lnTo>
                    <a:pt x="3129818" y="4734245"/>
                  </a:lnTo>
                  <a:lnTo>
                    <a:pt x="3123592" y="4725795"/>
                  </a:lnTo>
                  <a:close/>
                </a:path>
                <a:path w="9542780" h="6570345">
                  <a:moveTo>
                    <a:pt x="3123592" y="4768126"/>
                  </a:moveTo>
                  <a:lnTo>
                    <a:pt x="3102367" y="4768126"/>
                  </a:lnTo>
                  <a:lnTo>
                    <a:pt x="3095857" y="4774483"/>
                  </a:lnTo>
                  <a:lnTo>
                    <a:pt x="3095857" y="4795649"/>
                  </a:lnTo>
                  <a:lnTo>
                    <a:pt x="3102367" y="4802007"/>
                  </a:lnTo>
                  <a:lnTo>
                    <a:pt x="3123592" y="4802007"/>
                  </a:lnTo>
                  <a:lnTo>
                    <a:pt x="3129818" y="4795649"/>
                  </a:lnTo>
                  <a:lnTo>
                    <a:pt x="3129818" y="4776603"/>
                  </a:lnTo>
                  <a:lnTo>
                    <a:pt x="3123592" y="4768126"/>
                  </a:lnTo>
                  <a:close/>
                </a:path>
                <a:path w="9542780" h="6570345">
                  <a:moveTo>
                    <a:pt x="3123592" y="4812604"/>
                  </a:moveTo>
                  <a:lnTo>
                    <a:pt x="3102367" y="4812604"/>
                  </a:lnTo>
                  <a:lnTo>
                    <a:pt x="3095857" y="4818962"/>
                  </a:lnTo>
                  <a:lnTo>
                    <a:pt x="3095857" y="4838009"/>
                  </a:lnTo>
                  <a:lnTo>
                    <a:pt x="3102367" y="4846486"/>
                  </a:lnTo>
                  <a:lnTo>
                    <a:pt x="3123592" y="4846486"/>
                  </a:lnTo>
                  <a:lnTo>
                    <a:pt x="3129818" y="4840127"/>
                  </a:lnTo>
                  <a:lnTo>
                    <a:pt x="3129818" y="4821053"/>
                  </a:lnTo>
                  <a:lnTo>
                    <a:pt x="3123592" y="4812604"/>
                  </a:lnTo>
                  <a:close/>
                </a:path>
                <a:path w="9542780" h="6570345">
                  <a:moveTo>
                    <a:pt x="3123592" y="4857055"/>
                  </a:moveTo>
                  <a:lnTo>
                    <a:pt x="3102367" y="4857055"/>
                  </a:lnTo>
                  <a:lnTo>
                    <a:pt x="3095857" y="4863412"/>
                  </a:lnTo>
                  <a:lnTo>
                    <a:pt x="3095857" y="4882459"/>
                  </a:lnTo>
                  <a:lnTo>
                    <a:pt x="3102367" y="4890936"/>
                  </a:lnTo>
                  <a:lnTo>
                    <a:pt x="3123592" y="4890936"/>
                  </a:lnTo>
                  <a:lnTo>
                    <a:pt x="3129818" y="4882459"/>
                  </a:lnTo>
                  <a:lnTo>
                    <a:pt x="3129818" y="4865532"/>
                  </a:lnTo>
                  <a:lnTo>
                    <a:pt x="3123592" y="4857055"/>
                  </a:lnTo>
                  <a:close/>
                </a:path>
                <a:path w="9542780" h="6570345">
                  <a:moveTo>
                    <a:pt x="3123592" y="4901533"/>
                  </a:moveTo>
                  <a:lnTo>
                    <a:pt x="3102367" y="4901533"/>
                  </a:lnTo>
                  <a:lnTo>
                    <a:pt x="3095857" y="4907890"/>
                  </a:lnTo>
                  <a:lnTo>
                    <a:pt x="3095857" y="4926937"/>
                  </a:lnTo>
                  <a:lnTo>
                    <a:pt x="3102367" y="4935414"/>
                  </a:lnTo>
                  <a:lnTo>
                    <a:pt x="3123592" y="4935414"/>
                  </a:lnTo>
                  <a:lnTo>
                    <a:pt x="3129818" y="4926937"/>
                  </a:lnTo>
                  <a:lnTo>
                    <a:pt x="3129818" y="4909982"/>
                  </a:lnTo>
                  <a:lnTo>
                    <a:pt x="3123592" y="4901533"/>
                  </a:lnTo>
                  <a:close/>
                </a:path>
                <a:path w="9542780" h="6570345">
                  <a:moveTo>
                    <a:pt x="3123592" y="4945983"/>
                  </a:moveTo>
                  <a:lnTo>
                    <a:pt x="3102367" y="4945983"/>
                  </a:lnTo>
                  <a:lnTo>
                    <a:pt x="3095857" y="4952342"/>
                  </a:lnTo>
                  <a:lnTo>
                    <a:pt x="3095857" y="4971387"/>
                  </a:lnTo>
                  <a:lnTo>
                    <a:pt x="3102367" y="4979865"/>
                  </a:lnTo>
                  <a:lnTo>
                    <a:pt x="3123592" y="4979865"/>
                  </a:lnTo>
                  <a:lnTo>
                    <a:pt x="3129818" y="4971387"/>
                  </a:lnTo>
                  <a:lnTo>
                    <a:pt x="3129818" y="4954460"/>
                  </a:lnTo>
                  <a:lnTo>
                    <a:pt x="3123592" y="4945983"/>
                  </a:lnTo>
                  <a:close/>
                </a:path>
                <a:path w="9542780" h="6570345">
                  <a:moveTo>
                    <a:pt x="3123592" y="4990462"/>
                  </a:moveTo>
                  <a:lnTo>
                    <a:pt x="3102367" y="4990462"/>
                  </a:lnTo>
                  <a:lnTo>
                    <a:pt x="3095857" y="4996792"/>
                  </a:lnTo>
                  <a:lnTo>
                    <a:pt x="3095857" y="5015866"/>
                  </a:lnTo>
                  <a:lnTo>
                    <a:pt x="3102367" y="5024343"/>
                  </a:lnTo>
                  <a:lnTo>
                    <a:pt x="3123592" y="5024343"/>
                  </a:lnTo>
                  <a:lnTo>
                    <a:pt x="3129818" y="5015866"/>
                  </a:lnTo>
                  <a:lnTo>
                    <a:pt x="3129818" y="4998910"/>
                  </a:lnTo>
                  <a:lnTo>
                    <a:pt x="3123592" y="4990462"/>
                  </a:lnTo>
                  <a:close/>
                </a:path>
                <a:path w="9542780" h="6570345">
                  <a:moveTo>
                    <a:pt x="3123592" y="5034912"/>
                  </a:moveTo>
                  <a:lnTo>
                    <a:pt x="3102367" y="5034912"/>
                  </a:lnTo>
                  <a:lnTo>
                    <a:pt x="3095857" y="5041270"/>
                  </a:lnTo>
                  <a:lnTo>
                    <a:pt x="3095857" y="5060316"/>
                  </a:lnTo>
                  <a:lnTo>
                    <a:pt x="3102367" y="5068793"/>
                  </a:lnTo>
                  <a:lnTo>
                    <a:pt x="3123592" y="5068793"/>
                  </a:lnTo>
                  <a:lnTo>
                    <a:pt x="3129818" y="5060316"/>
                  </a:lnTo>
                  <a:lnTo>
                    <a:pt x="3129818" y="5043389"/>
                  </a:lnTo>
                  <a:lnTo>
                    <a:pt x="3123592" y="5034912"/>
                  </a:lnTo>
                  <a:close/>
                </a:path>
                <a:path w="9542780" h="6570345">
                  <a:moveTo>
                    <a:pt x="3123592" y="5077270"/>
                  </a:moveTo>
                  <a:lnTo>
                    <a:pt x="3102367" y="5077270"/>
                  </a:lnTo>
                  <a:lnTo>
                    <a:pt x="3095857" y="5083629"/>
                  </a:lnTo>
                  <a:lnTo>
                    <a:pt x="3095857" y="5102675"/>
                  </a:lnTo>
                  <a:lnTo>
                    <a:pt x="3102367" y="5111153"/>
                  </a:lnTo>
                  <a:lnTo>
                    <a:pt x="3123592" y="5111153"/>
                  </a:lnTo>
                  <a:lnTo>
                    <a:pt x="3129818" y="5104794"/>
                  </a:lnTo>
                  <a:lnTo>
                    <a:pt x="3129818" y="5085720"/>
                  </a:lnTo>
                  <a:lnTo>
                    <a:pt x="3123592" y="5077270"/>
                  </a:lnTo>
                  <a:close/>
                </a:path>
                <a:path w="9542780" h="6570345">
                  <a:moveTo>
                    <a:pt x="3123592" y="5121720"/>
                  </a:moveTo>
                  <a:lnTo>
                    <a:pt x="3102367" y="5121720"/>
                  </a:lnTo>
                  <a:lnTo>
                    <a:pt x="3095857" y="5128079"/>
                  </a:lnTo>
                  <a:lnTo>
                    <a:pt x="3095857" y="5147125"/>
                  </a:lnTo>
                  <a:lnTo>
                    <a:pt x="3102367" y="5155603"/>
                  </a:lnTo>
                  <a:lnTo>
                    <a:pt x="3123592" y="5155603"/>
                  </a:lnTo>
                  <a:lnTo>
                    <a:pt x="3129818" y="5149245"/>
                  </a:lnTo>
                  <a:lnTo>
                    <a:pt x="3129818" y="5130199"/>
                  </a:lnTo>
                  <a:lnTo>
                    <a:pt x="3123592" y="5121720"/>
                  </a:lnTo>
                  <a:close/>
                </a:path>
                <a:path w="9542780" h="6570345">
                  <a:moveTo>
                    <a:pt x="3123592" y="5166199"/>
                  </a:moveTo>
                  <a:lnTo>
                    <a:pt x="3102367" y="5166199"/>
                  </a:lnTo>
                  <a:lnTo>
                    <a:pt x="3095857" y="5172529"/>
                  </a:lnTo>
                  <a:lnTo>
                    <a:pt x="3095857" y="5191603"/>
                  </a:lnTo>
                  <a:lnTo>
                    <a:pt x="3102367" y="5200081"/>
                  </a:lnTo>
                  <a:lnTo>
                    <a:pt x="3123592" y="5200081"/>
                  </a:lnTo>
                  <a:lnTo>
                    <a:pt x="3129818" y="5191603"/>
                  </a:lnTo>
                  <a:lnTo>
                    <a:pt x="3129818" y="5174649"/>
                  </a:lnTo>
                  <a:lnTo>
                    <a:pt x="3123592" y="5166199"/>
                  </a:lnTo>
                  <a:close/>
                </a:path>
                <a:path w="9542780" h="6570345">
                  <a:moveTo>
                    <a:pt x="3123592" y="5210649"/>
                  </a:moveTo>
                  <a:lnTo>
                    <a:pt x="3102367" y="5210649"/>
                  </a:lnTo>
                  <a:lnTo>
                    <a:pt x="3095857" y="5217007"/>
                  </a:lnTo>
                  <a:lnTo>
                    <a:pt x="3095857" y="5236053"/>
                  </a:lnTo>
                  <a:lnTo>
                    <a:pt x="3102367" y="5244532"/>
                  </a:lnTo>
                  <a:lnTo>
                    <a:pt x="3123592" y="5244532"/>
                  </a:lnTo>
                  <a:lnTo>
                    <a:pt x="3129818" y="5236053"/>
                  </a:lnTo>
                  <a:lnTo>
                    <a:pt x="3129818" y="5219127"/>
                  </a:lnTo>
                  <a:lnTo>
                    <a:pt x="3123592" y="5210649"/>
                  </a:lnTo>
                  <a:close/>
                </a:path>
                <a:path w="9542780" h="6570345">
                  <a:moveTo>
                    <a:pt x="3123592" y="5255127"/>
                  </a:moveTo>
                  <a:lnTo>
                    <a:pt x="3102367" y="5255127"/>
                  </a:lnTo>
                  <a:lnTo>
                    <a:pt x="3095857" y="5261458"/>
                  </a:lnTo>
                  <a:lnTo>
                    <a:pt x="3095857" y="5282652"/>
                  </a:lnTo>
                  <a:lnTo>
                    <a:pt x="3102367" y="5288982"/>
                  </a:lnTo>
                  <a:lnTo>
                    <a:pt x="3123592" y="5288982"/>
                  </a:lnTo>
                  <a:lnTo>
                    <a:pt x="3129818" y="5280533"/>
                  </a:lnTo>
                  <a:lnTo>
                    <a:pt x="3129818" y="5263577"/>
                  </a:lnTo>
                  <a:lnTo>
                    <a:pt x="3123592" y="5255127"/>
                  </a:lnTo>
                  <a:close/>
                </a:path>
                <a:path w="9542780" h="6570345">
                  <a:moveTo>
                    <a:pt x="3123592" y="5299579"/>
                  </a:moveTo>
                  <a:lnTo>
                    <a:pt x="3102367" y="5299579"/>
                  </a:lnTo>
                  <a:lnTo>
                    <a:pt x="3095857" y="5305936"/>
                  </a:lnTo>
                  <a:lnTo>
                    <a:pt x="3095857" y="5327102"/>
                  </a:lnTo>
                  <a:lnTo>
                    <a:pt x="3102367" y="5333460"/>
                  </a:lnTo>
                  <a:lnTo>
                    <a:pt x="3123592" y="5333460"/>
                  </a:lnTo>
                  <a:lnTo>
                    <a:pt x="3129818" y="5324983"/>
                  </a:lnTo>
                  <a:lnTo>
                    <a:pt x="3129818" y="5308056"/>
                  </a:lnTo>
                  <a:lnTo>
                    <a:pt x="3123592" y="5299579"/>
                  </a:lnTo>
                  <a:close/>
                </a:path>
                <a:path w="9542780" h="6570345">
                  <a:moveTo>
                    <a:pt x="3123592" y="5873362"/>
                  </a:moveTo>
                  <a:lnTo>
                    <a:pt x="3102367" y="5873362"/>
                  </a:lnTo>
                  <a:lnTo>
                    <a:pt x="3095857" y="5879720"/>
                  </a:lnTo>
                  <a:lnTo>
                    <a:pt x="3095857" y="5898794"/>
                  </a:lnTo>
                  <a:lnTo>
                    <a:pt x="3102367" y="5907243"/>
                  </a:lnTo>
                  <a:lnTo>
                    <a:pt x="3123592" y="5907243"/>
                  </a:lnTo>
                  <a:lnTo>
                    <a:pt x="3129818" y="5898794"/>
                  </a:lnTo>
                  <a:lnTo>
                    <a:pt x="3129818" y="5881839"/>
                  </a:lnTo>
                  <a:lnTo>
                    <a:pt x="3123592" y="5873362"/>
                  </a:lnTo>
                  <a:close/>
                </a:path>
                <a:path w="9542780" h="6570345">
                  <a:moveTo>
                    <a:pt x="3123592" y="5917840"/>
                  </a:moveTo>
                  <a:lnTo>
                    <a:pt x="3102367" y="5917840"/>
                  </a:lnTo>
                  <a:lnTo>
                    <a:pt x="3095857" y="5924198"/>
                  </a:lnTo>
                  <a:lnTo>
                    <a:pt x="3095857" y="5943244"/>
                  </a:lnTo>
                  <a:lnTo>
                    <a:pt x="3102367" y="5951722"/>
                  </a:lnTo>
                  <a:lnTo>
                    <a:pt x="3123592" y="5951722"/>
                  </a:lnTo>
                  <a:lnTo>
                    <a:pt x="3129818" y="5943244"/>
                  </a:lnTo>
                  <a:lnTo>
                    <a:pt x="3129818" y="5926317"/>
                  </a:lnTo>
                  <a:lnTo>
                    <a:pt x="3123592" y="5917840"/>
                  </a:lnTo>
                  <a:close/>
                </a:path>
                <a:path w="9542780" h="6570345">
                  <a:moveTo>
                    <a:pt x="3123592" y="5962290"/>
                  </a:moveTo>
                  <a:lnTo>
                    <a:pt x="3102367" y="5962290"/>
                  </a:lnTo>
                  <a:lnTo>
                    <a:pt x="3095857" y="5968649"/>
                  </a:lnTo>
                  <a:lnTo>
                    <a:pt x="3095857" y="5987723"/>
                  </a:lnTo>
                  <a:lnTo>
                    <a:pt x="3102367" y="5996172"/>
                  </a:lnTo>
                  <a:lnTo>
                    <a:pt x="3123592" y="5996172"/>
                  </a:lnTo>
                  <a:lnTo>
                    <a:pt x="3129818" y="5987723"/>
                  </a:lnTo>
                  <a:lnTo>
                    <a:pt x="3129818" y="5970767"/>
                  </a:lnTo>
                  <a:lnTo>
                    <a:pt x="3123592" y="5962290"/>
                  </a:lnTo>
                  <a:close/>
                </a:path>
                <a:path w="9542780" h="6570345">
                  <a:moveTo>
                    <a:pt x="3123592" y="6004650"/>
                  </a:moveTo>
                  <a:lnTo>
                    <a:pt x="3102367" y="6004650"/>
                  </a:lnTo>
                  <a:lnTo>
                    <a:pt x="3095857" y="6011007"/>
                  </a:lnTo>
                  <a:lnTo>
                    <a:pt x="3095857" y="6030053"/>
                  </a:lnTo>
                  <a:lnTo>
                    <a:pt x="3102367" y="6038531"/>
                  </a:lnTo>
                  <a:lnTo>
                    <a:pt x="3123592" y="6038531"/>
                  </a:lnTo>
                  <a:lnTo>
                    <a:pt x="3129818" y="6032173"/>
                  </a:lnTo>
                  <a:lnTo>
                    <a:pt x="3129818" y="6013127"/>
                  </a:lnTo>
                  <a:lnTo>
                    <a:pt x="3123592" y="6004650"/>
                  </a:lnTo>
                  <a:close/>
                </a:path>
                <a:path w="9542780" h="6570345">
                  <a:moveTo>
                    <a:pt x="3123592" y="6049100"/>
                  </a:moveTo>
                  <a:lnTo>
                    <a:pt x="3102367" y="6049100"/>
                  </a:lnTo>
                  <a:lnTo>
                    <a:pt x="3095857" y="6055457"/>
                  </a:lnTo>
                  <a:lnTo>
                    <a:pt x="3095857" y="6074533"/>
                  </a:lnTo>
                  <a:lnTo>
                    <a:pt x="3102367" y="6082981"/>
                  </a:lnTo>
                  <a:lnTo>
                    <a:pt x="3123592" y="6082981"/>
                  </a:lnTo>
                  <a:lnTo>
                    <a:pt x="3129818" y="6076623"/>
                  </a:lnTo>
                  <a:lnTo>
                    <a:pt x="3129818" y="6057577"/>
                  </a:lnTo>
                  <a:lnTo>
                    <a:pt x="3123592" y="6049100"/>
                  </a:lnTo>
                  <a:close/>
                </a:path>
                <a:path w="9542780" h="6570345">
                  <a:moveTo>
                    <a:pt x="3123592" y="6093578"/>
                  </a:moveTo>
                  <a:lnTo>
                    <a:pt x="3102367" y="6093578"/>
                  </a:lnTo>
                  <a:lnTo>
                    <a:pt x="3095857" y="6099936"/>
                  </a:lnTo>
                  <a:lnTo>
                    <a:pt x="3095857" y="6118983"/>
                  </a:lnTo>
                  <a:lnTo>
                    <a:pt x="3102367" y="6127460"/>
                  </a:lnTo>
                  <a:lnTo>
                    <a:pt x="3123592" y="6127460"/>
                  </a:lnTo>
                  <a:lnTo>
                    <a:pt x="3129818" y="6118983"/>
                  </a:lnTo>
                  <a:lnTo>
                    <a:pt x="3129818" y="6102056"/>
                  </a:lnTo>
                  <a:lnTo>
                    <a:pt x="3123592" y="6093578"/>
                  </a:lnTo>
                  <a:close/>
                </a:path>
                <a:path w="9542780" h="6570345">
                  <a:moveTo>
                    <a:pt x="3123592" y="6138029"/>
                  </a:moveTo>
                  <a:lnTo>
                    <a:pt x="3102367" y="6138029"/>
                  </a:lnTo>
                  <a:lnTo>
                    <a:pt x="3095857" y="6144386"/>
                  </a:lnTo>
                  <a:lnTo>
                    <a:pt x="3095857" y="6163461"/>
                  </a:lnTo>
                  <a:lnTo>
                    <a:pt x="3102367" y="6171910"/>
                  </a:lnTo>
                  <a:lnTo>
                    <a:pt x="3123592" y="6171910"/>
                  </a:lnTo>
                  <a:lnTo>
                    <a:pt x="3129818" y="6163461"/>
                  </a:lnTo>
                  <a:lnTo>
                    <a:pt x="3129818" y="6146506"/>
                  </a:lnTo>
                  <a:lnTo>
                    <a:pt x="3123592" y="6138029"/>
                  </a:lnTo>
                  <a:close/>
                </a:path>
                <a:path w="9542780" h="6570345">
                  <a:moveTo>
                    <a:pt x="3078877" y="4503459"/>
                  </a:moveTo>
                  <a:lnTo>
                    <a:pt x="3059915" y="4503459"/>
                  </a:lnTo>
                  <a:lnTo>
                    <a:pt x="3051425" y="4509816"/>
                  </a:lnTo>
                  <a:lnTo>
                    <a:pt x="3051425" y="4528863"/>
                  </a:lnTo>
                  <a:lnTo>
                    <a:pt x="3057933" y="4537340"/>
                  </a:lnTo>
                  <a:lnTo>
                    <a:pt x="3076896" y="4537340"/>
                  </a:lnTo>
                  <a:lnTo>
                    <a:pt x="3085386" y="4530982"/>
                  </a:lnTo>
                  <a:lnTo>
                    <a:pt x="3085386" y="4511936"/>
                  </a:lnTo>
                  <a:lnTo>
                    <a:pt x="3078877" y="4503459"/>
                  </a:lnTo>
                  <a:close/>
                </a:path>
                <a:path w="9542780" h="6570345">
                  <a:moveTo>
                    <a:pt x="3078877" y="4547937"/>
                  </a:moveTo>
                  <a:lnTo>
                    <a:pt x="3059915" y="4547937"/>
                  </a:lnTo>
                  <a:lnTo>
                    <a:pt x="3051425" y="4554296"/>
                  </a:lnTo>
                  <a:lnTo>
                    <a:pt x="3051425" y="4573342"/>
                  </a:lnTo>
                  <a:lnTo>
                    <a:pt x="3057933" y="4581819"/>
                  </a:lnTo>
                  <a:lnTo>
                    <a:pt x="3076896" y="4581819"/>
                  </a:lnTo>
                  <a:lnTo>
                    <a:pt x="3085386" y="4573342"/>
                  </a:lnTo>
                  <a:lnTo>
                    <a:pt x="3085386" y="4556415"/>
                  </a:lnTo>
                  <a:lnTo>
                    <a:pt x="3078877" y="4547937"/>
                  </a:lnTo>
                  <a:close/>
                </a:path>
                <a:path w="9542780" h="6570345">
                  <a:moveTo>
                    <a:pt x="3078877" y="4592388"/>
                  </a:moveTo>
                  <a:lnTo>
                    <a:pt x="3059915" y="4592388"/>
                  </a:lnTo>
                  <a:lnTo>
                    <a:pt x="3051425" y="4598746"/>
                  </a:lnTo>
                  <a:lnTo>
                    <a:pt x="3051425" y="4617792"/>
                  </a:lnTo>
                  <a:lnTo>
                    <a:pt x="3057933" y="4626269"/>
                  </a:lnTo>
                  <a:lnTo>
                    <a:pt x="3076896" y="4626269"/>
                  </a:lnTo>
                  <a:lnTo>
                    <a:pt x="3085386" y="4617792"/>
                  </a:lnTo>
                  <a:lnTo>
                    <a:pt x="3085386" y="4600865"/>
                  </a:lnTo>
                  <a:lnTo>
                    <a:pt x="3078877" y="4592388"/>
                  </a:lnTo>
                  <a:close/>
                </a:path>
                <a:path w="9542780" h="6570345">
                  <a:moveTo>
                    <a:pt x="3078877" y="4636866"/>
                  </a:moveTo>
                  <a:lnTo>
                    <a:pt x="3059915" y="4636866"/>
                  </a:lnTo>
                  <a:lnTo>
                    <a:pt x="3051425" y="4643224"/>
                  </a:lnTo>
                  <a:lnTo>
                    <a:pt x="3051425" y="4662270"/>
                  </a:lnTo>
                  <a:lnTo>
                    <a:pt x="3057933" y="4670747"/>
                  </a:lnTo>
                  <a:lnTo>
                    <a:pt x="3076896" y="4670747"/>
                  </a:lnTo>
                  <a:lnTo>
                    <a:pt x="3085386" y="4662270"/>
                  </a:lnTo>
                  <a:lnTo>
                    <a:pt x="3085386" y="4645343"/>
                  </a:lnTo>
                  <a:lnTo>
                    <a:pt x="3078877" y="4636866"/>
                  </a:lnTo>
                  <a:close/>
                </a:path>
                <a:path w="9542780" h="6570345">
                  <a:moveTo>
                    <a:pt x="3078877" y="4681316"/>
                  </a:moveTo>
                  <a:lnTo>
                    <a:pt x="3059915" y="4681316"/>
                  </a:lnTo>
                  <a:lnTo>
                    <a:pt x="3051425" y="4687675"/>
                  </a:lnTo>
                  <a:lnTo>
                    <a:pt x="3051425" y="4706720"/>
                  </a:lnTo>
                  <a:lnTo>
                    <a:pt x="3057933" y="4715198"/>
                  </a:lnTo>
                  <a:lnTo>
                    <a:pt x="3068405" y="4715198"/>
                  </a:lnTo>
                  <a:lnTo>
                    <a:pt x="3076896" y="4713079"/>
                  </a:lnTo>
                  <a:lnTo>
                    <a:pt x="3085386" y="4706720"/>
                  </a:lnTo>
                  <a:lnTo>
                    <a:pt x="3085386" y="4689793"/>
                  </a:lnTo>
                  <a:lnTo>
                    <a:pt x="3078877" y="4681316"/>
                  </a:lnTo>
                  <a:close/>
                </a:path>
                <a:path w="9542780" h="6570345">
                  <a:moveTo>
                    <a:pt x="3078877" y="4725795"/>
                  </a:moveTo>
                  <a:lnTo>
                    <a:pt x="3059915" y="4725795"/>
                  </a:lnTo>
                  <a:lnTo>
                    <a:pt x="3051425" y="4732153"/>
                  </a:lnTo>
                  <a:lnTo>
                    <a:pt x="3051425" y="4753319"/>
                  </a:lnTo>
                  <a:lnTo>
                    <a:pt x="3057933" y="4759676"/>
                  </a:lnTo>
                  <a:lnTo>
                    <a:pt x="3068405" y="4759676"/>
                  </a:lnTo>
                  <a:lnTo>
                    <a:pt x="3076896" y="4757557"/>
                  </a:lnTo>
                  <a:lnTo>
                    <a:pt x="3085386" y="4751199"/>
                  </a:lnTo>
                  <a:lnTo>
                    <a:pt x="3085386" y="4734245"/>
                  </a:lnTo>
                  <a:lnTo>
                    <a:pt x="3078877" y="4725795"/>
                  </a:lnTo>
                  <a:close/>
                </a:path>
                <a:path w="9542780" h="6570345">
                  <a:moveTo>
                    <a:pt x="3078877" y="4768126"/>
                  </a:moveTo>
                  <a:lnTo>
                    <a:pt x="3059915" y="4768126"/>
                  </a:lnTo>
                  <a:lnTo>
                    <a:pt x="3051425" y="4774483"/>
                  </a:lnTo>
                  <a:lnTo>
                    <a:pt x="3051425" y="4795649"/>
                  </a:lnTo>
                  <a:lnTo>
                    <a:pt x="3057933" y="4802007"/>
                  </a:lnTo>
                  <a:lnTo>
                    <a:pt x="3076896" y="4802007"/>
                  </a:lnTo>
                  <a:lnTo>
                    <a:pt x="3085386" y="4795649"/>
                  </a:lnTo>
                  <a:lnTo>
                    <a:pt x="3085386" y="4776603"/>
                  </a:lnTo>
                  <a:lnTo>
                    <a:pt x="3078877" y="4768126"/>
                  </a:lnTo>
                  <a:close/>
                </a:path>
                <a:path w="9542780" h="6570345">
                  <a:moveTo>
                    <a:pt x="3078877" y="4812604"/>
                  </a:moveTo>
                  <a:lnTo>
                    <a:pt x="3059915" y="4812604"/>
                  </a:lnTo>
                  <a:lnTo>
                    <a:pt x="3051425" y="4818962"/>
                  </a:lnTo>
                  <a:lnTo>
                    <a:pt x="3051425" y="4838009"/>
                  </a:lnTo>
                  <a:lnTo>
                    <a:pt x="3057933" y="4846486"/>
                  </a:lnTo>
                  <a:lnTo>
                    <a:pt x="3076896" y="4846486"/>
                  </a:lnTo>
                  <a:lnTo>
                    <a:pt x="3085386" y="4840127"/>
                  </a:lnTo>
                  <a:lnTo>
                    <a:pt x="3085386" y="4821053"/>
                  </a:lnTo>
                  <a:lnTo>
                    <a:pt x="3078877" y="4812604"/>
                  </a:lnTo>
                  <a:close/>
                </a:path>
                <a:path w="9542780" h="6570345">
                  <a:moveTo>
                    <a:pt x="3078877" y="4857055"/>
                  </a:moveTo>
                  <a:lnTo>
                    <a:pt x="3059915" y="4857055"/>
                  </a:lnTo>
                  <a:lnTo>
                    <a:pt x="3051425" y="4863412"/>
                  </a:lnTo>
                  <a:lnTo>
                    <a:pt x="3051425" y="4882459"/>
                  </a:lnTo>
                  <a:lnTo>
                    <a:pt x="3057933" y="4890936"/>
                  </a:lnTo>
                  <a:lnTo>
                    <a:pt x="3076896" y="4890936"/>
                  </a:lnTo>
                  <a:lnTo>
                    <a:pt x="3085386" y="4882459"/>
                  </a:lnTo>
                  <a:lnTo>
                    <a:pt x="3085386" y="4865532"/>
                  </a:lnTo>
                  <a:lnTo>
                    <a:pt x="3078877" y="4857055"/>
                  </a:lnTo>
                  <a:close/>
                </a:path>
                <a:path w="9542780" h="6570345">
                  <a:moveTo>
                    <a:pt x="3078877" y="4901533"/>
                  </a:moveTo>
                  <a:lnTo>
                    <a:pt x="3059915" y="4901533"/>
                  </a:lnTo>
                  <a:lnTo>
                    <a:pt x="3051425" y="4907890"/>
                  </a:lnTo>
                  <a:lnTo>
                    <a:pt x="3051425" y="4926937"/>
                  </a:lnTo>
                  <a:lnTo>
                    <a:pt x="3057933" y="4935414"/>
                  </a:lnTo>
                  <a:lnTo>
                    <a:pt x="3076896" y="4935414"/>
                  </a:lnTo>
                  <a:lnTo>
                    <a:pt x="3085386" y="4926937"/>
                  </a:lnTo>
                  <a:lnTo>
                    <a:pt x="3085386" y="4909982"/>
                  </a:lnTo>
                  <a:lnTo>
                    <a:pt x="3078877" y="4901533"/>
                  </a:lnTo>
                  <a:close/>
                </a:path>
                <a:path w="9542780" h="6570345">
                  <a:moveTo>
                    <a:pt x="3078877" y="4945983"/>
                  </a:moveTo>
                  <a:lnTo>
                    <a:pt x="3059915" y="4945983"/>
                  </a:lnTo>
                  <a:lnTo>
                    <a:pt x="3051425" y="4952342"/>
                  </a:lnTo>
                  <a:lnTo>
                    <a:pt x="3051425" y="4971387"/>
                  </a:lnTo>
                  <a:lnTo>
                    <a:pt x="3057933" y="4979865"/>
                  </a:lnTo>
                  <a:lnTo>
                    <a:pt x="3076896" y="4979865"/>
                  </a:lnTo>
                  <a:lnTo>
                    <a:pt x="3085386" y="4971387"/>
                  </a:lnTo>
                  <a:lnTo>
                    <a:pt x="3085386" y="4954460"/>
                  </a:lnTo>
                  <a:lnTo>
                    <a:pt x="3078877" y="4945983"/>
                  </a:lnTo>
                  <a:close/>
                </a:path>
                <a:path w="9542780" h="6570345">
                  <a:moveTo>
                    <a:pt x="3078877" y="4990462"/>
                  </a:moveTo>
                  <a:lnTo>
                    <a:pt x="3059915" y="4990462"/>
                  </a:lnTo>
                  <a:lnTo>
                    <a:pt x="3051425" y="4996792"/>
                  </a:lnTo>
                  <a:lnTo>
                    <a:pt x="3051425" y="5015866"/>
                  </a:lnTo>
                  <a:lnTo>
                    <a:pt x="3057933" y="5024343"/>
                  </a:lnTo>
                  <a:lnTo>
                    <a:pt x="3076896" y="5024343"/>
                  </a:lnTo>
                  <a:lnTo>
                    <a:pt x="3085386" y="5015866"/>
                  </a:lnTo>
                  <a:lnTo>
                    <a:pt x="3085386" y="4998910"/>
                  </a:lnTo>
                  <a:lnTo>
                    <a:pt x="3078877" y="4990462"/>
                  </a:lnTo>
                  <a:close/>
                </a:path>
                <a:path w="9542780" h="6570345">
                  <a:moveTo>
                    <a:pt x="3078877" y="5034912"/>
                  </a:moveTo>
                  <a:lnTo>
                    <a:pt x="3059915" y="5034912"/>
                  </a:lnTo>
                  <a:lnTo>
                    <a:pt x="3051425" y="5041270"/>
                  </a:lnTo>
                  <a:lnTo>
                    <a:pt x="3051425" y="5060316"/>
                  </a:lnTo>
                  <a:lnTo>
                    <a:pt x="3057933" y="5068793"/>
                  </a:lnTo>
                  <a:lnTo>
                    <a:pt x="3068405" y="5068793"/>
                  </a:lnTo>
                  <a:lnTo>
                    <a:pt x="3076896" y="5066673"/>
                  </a:lnTo>
                  <a:lnTo>
                    <a:pt x="3085386" y="5060316"/>
                  </a:lnTo>
                  <a:lnTo>
                    <a:pt x="3085386" y="5043389"/>
                  </a:lnTo>
                  <a:lnTo>
                    <a:pt x="3078877" y="5034912"/>
                  </a:lnTo>
                  <a:close/>
                </a:path>
                <a:path w="9542780" h="6570345">
                  <a:moveTo>
                    <a:pt x="3078877" y="5077270"/>
                  </a:moveTo>
                  <a:lnTo>
                    <a:pt x="3059915" y="5077270"/>
                  </a:lnTo>
                  <a:lnTo>
                    <a:pt x="3051425" y="5083629"/>
                  </a:lnTo>
                  <a:lnTo>
                    <a:pt x="3051425" y="5102675"/>
                  </a:lnTo>
                  <a:lnTo>
                    <a:pt x="3057933" y="5111153"/>
                  </a:lnTo>
                  <a:lnTo>
                    <a:pt x="3076896" y="5111153"/>
                  </a:lnTo>
                  <a:lnTo>
                    <a:pt x="3085386" y="5104794"/>
                  </a:lnTo>
                  <a:lnTo>
                    <a:pt x="3085386" y="5085720"/>
                  </a:lnTo>
                  <a:lnTo>
                    <a:pt x="3078877" y="5077270"/>
                  </a:lnTo>
                  <a:close/>
                </a:path>
                <a:path w="9542780" h="6570345">
                  <a:moveTo>
                    <a:pt x="3078877" y="5121720"/>
                  </a:moveTo>
                  <a:lnTo>
                    <a:pt x="3059915" y="5121720"/>
                  </a:lnTo>
                  <a:lnTo>
                    <a:pt x="3051425" y="5128079"/>
                  </a:lnTo>
                  <a:lnTo>
                    <a:pt x="3051425" y="5147125"/>
                  </a:lnTo>
                  <a:lnTo>
                    <a:pt x="3057933" y="5155603"/>
                  </a:lnTo>
                  <a:lnTo>
                    <a:pt x="3076896" y="5155603"/>
                  </a:lnTo>
                  <a:lnTo>
                    <a:pt x="3085386" y="5149245"/>
                  </a:lnTo>
                  <a:lnTo>
                    <a:pt x="3085386" y="5130199"/>
                  </a:lnTo>
                  <a:lnTo>
                    <a:pt x="3078877" y="5121720"/>
                  </a:lnTo>
                  <a:close/>
                </a:path>
                <a:path w="9542780" h="6570345">
                  <a:moveTo>
                    <a:pt x="3078877" y="5166199"/>
                  </a:moveTo>
                  <a:lnTo>
                    <a:pt x="3059915" y="5166199"/>
                  </a:lnTo>
                  <a:lnTo>
                    <a:pt x="3051425" y="5172529"/>
                  </a:lnTo>
                  <a:lnTo>
                    <a:pt x="3051425" y="5191603"/>
                  </a:lnTo>
                  <a:lnTo>
                    <a:pt x="3057933" y="5200081"/>
                  </a:lnTo>
                  <a:lnTo>
                    <a:pt x="3076896" y="5200081"/>
                  </a:lnTo>
                  <a:lnTo>
                    <a:pt x="3085386" y="5191603"/>
                  </a:lnTo>
                  <a:lnTo>
                    <a:pt x="3085386" y="5174649"/>
                  </a:lnTo>
                  <a:lnTo>
                    <a:pt x="3078877" y="5166199"/>
                  </a:lnTo>
                  <a:close/>
                </a:path>
                <a:path w="9542780" h="6570345">
                  <a:moveTo>
                    <a:pt x="3078877" y="5210649"/>
                  </a:moveTo>
                  <a:lnTo>
                    <a:pt x="3059915" y="5210649"/>
                  </a:lnTo>
                  <a:lnTo>
                    <a:pt x="3051425" y="5217007"/>
                  </a:lnTo>
                  <a:lnTo>
                    <a:pt x="3051425" y="5236053"/>
                  </a:lnTo>
                  <a:lnTo>
                    <a:pt x="3057933" y="5244532"/>
                  </a:lnTo>
                  <a:lnTo>
                    <a:pt x="3076896" y="5244532"/>
                  </a:lnTo>
                  <a:lnTo>
                    <a:pt x="3085386" y="5236053"/>
                  </a:lnTo>
                  <a:lnTo>
                    <a:pt x="3085386" y="5219127"/>
                  </a:lnTo>
                  <a:lnTo>
                    <a:pt x="3078877" y="5210649"/>
                  </a:lnTo>
                  <a:close/>
                </a:path>
                <a:path w="9542780" h="6570345">
                  <a:moveTo>
                    <a:pt x="3078877" y="5255127"/>
                  </a:moveTo>
                  <a:lnTo>
                    <a:pt x="3059915" y="5255127"/>
                  </a:lnTo>
                  <a:lnTo>
                    <a:pt x="3051425" y="5261458"/>
                  </a:lnTo>
                  <a:lnTo>
                    <a:pt x="3051425" y="5282652"/>
                  </a:lnTo>
                  <a:lnTo>
                    <a:pt x="3057933" y="5288982"/>
                  </a:lnTo>
                  <a:lnTo>
                    <a:pt x="3076896" y="5288982"/>
                  </a:lnTo>
                  <a:lnTo>
                    <a:pt x="3085386" y="5280533"/>
                  </a:lnTo>
                  <a:lnTo>
                    <a:pt x="3085386" y="5263577"/>
                  </a:lnTo>
                  <a:lnTo>
                    <a:pt x="3078877" y="5255127"/>
                  </a:lnTo>
                  <a:close/>
                </a:path>
                <a:path w="9542780" h="6570345">
                  <a:moveTo>
                    <a:pt x="3078877" y="5299579"/>
                  </a:moveTo>
                  <a:lnTo>
                    <a:pt x="3059915" y="5299579"/>
                  </a:lnTo>
                  <a:lnTo>
                    <a:pt x="3051425" y="5305936"/>
                  </a:lnTo>
                  <a:lnTo>
                    <a:pt x="3051425" y="5327102"/>
                  </a:lnTo>
                  <a:lnTo>
                    <a:pt x="3057933" y="5333460"/>
                  </a:lnTo>
                  <a:lnTo>
                    <a:pt x="3076896" y="5333460"/>
                  </a:lnTo>
                  <a:lnTo>
                    <a:pt x="3085386" y="5324983"/>
                  </a:lnTo>
                  <a:lnTo>
                    <a:pt x="3085386" y="5308056"/>
                  </a:lnTo>
                  <a:lnTo>
                    <a:pt x="3078877" y="5299579"/>
                  </a:lnTo>
                  <a:close/>
                </a:path>
                <a:path w="9542780" h="6570345">
                  <a:moveTo>
                    <a:pt x="3078877" y="5828912"/>
                  </a:moveTo>
                  <a:lnTo>
                    <a:pt x="3059915" y="5828912"/>
                  </a:lnTo>
                  <a:lnTo>
                    <a:pt x="3051425" y="5835270"/>
                  </a:lnTo>
                  <a:lnTo>
                    <a:pt x="3051425" y="5854316"/>
                  </a:lnTo>
                  <a:lnTo>
                    <a:pt x="3057933" y="5862793"/>
                  </a:lnTo>
                  <a:lnTo>
                    <a:pt x="3076896" y="5862793"/>
                  </a:lnTo>
                  <a:lnTo>
                    <a:pt x="3085386" y="5854316"/>
                  </a:lnTo>
                  <a:lnTo>
                    <a:pt x="3085386" y="5837389"/>
                  </a:lnTo>
                  <a:lnTo>
                    <a:pt x="3078877" y="5828912"/>
                  </a:lnTo>
                  <a:close/>
                </a:path>
                <a:path w="9542780" h="6570345">
                  <a:moveTo>
                    <a:pt x="3078877" y="5873362"/>
                  </a:moveTo>
                  <a:lnTo>
                    <a:pt x="3059915" y="5873362"/>
                  </a:lnTo>
                  <a:lnTo>
                    <a:pt x="3051425" y="5879720"/>
                  </a:lnTo>
                  <a:lnTo>
                    <a:pt x="3051425" y="5898794"/>
                  </a:lnTo>
                  <a:lnTo>
                    <a:pt x="3057933" y="5907243"/>
                  </a:lnTo>
                  <a:lnTo>
                    <a:pt x="3076896" y="5907243"/>
                  </a:lnTo>
                  <a:lnTo>
                    <a:pt x="3085386" y="5898794"/>
                  </a:lnTo>
                  <a:lnTo>
                    <a:pt x="3085386" y="5881839"/>
                  </a:lnTo>
                  <a:lnTo>
                    <a:pt x="3078877" y="5873362"/>
                  </a:lnTo>
                  <a:close/>
                </a:path>
                <a:path w="9542780" h="6570345">
                  <a:moveTo>
                    <a:pt x="3078877" y="5917840"/>
                  </a:moveTo>
                  <a:lnTo>
                    <a:pt x="3059915" y="5917840"/>
                  </a:lnTo>
                  <a:lnTo>
                    <a:pt x="3051425" y="5924198"/>
                  </a:lnTo>
                  <a:lnTo>
                    <a:pt x="3051425" y="5943244"/>
                  </a:lnTo>
                  <a:lnTo>
                    <a:pt x="3057933" y="5951722"/>
                  </a:lnTo>
                  <a:lnTo>
                    <a:pt x="3076896" y="5951722"/>
                  </a:lnTo>
                  <a:lnTo>
                    <a:pt x="3085386" y="5943244"/>
                  </a:lnTo>
                  <a:lnTo>
                    <a:pt x="3085386" y="5926317"/>
                  </a:lnTo>
                  <a:lnTo>
                    <a:pt x="3078877" y="5917840"/>
                  </a:lnTo>
                  <a:close/>
                </a:path>
                <a:path w="9542780" h="6570345">
                  <a:moveTo>
                    <a:pt x="3078877" y="5962290"/>
                  </a:moveTo>
                  <a:lnTo>
                    <a:pt x="3059915" y="5962290"/>
                  </a:lnTo>
                  <a:lnTo>
                    <a:pt x="3051425" y="5968649"/>
                  </a:lnTo>
                  <a:lnTo>
                    <a:pt x="3051425" y="5987723"/>
                  </a:lnTo>
                  <a:lnTo>
                    <a:pt x="3057933" y="5996172"/>
                  </a:lnTo>
                  <a:lnTo>
                    <a:pt x="3068405" y="5996172"/>
                  </a:lnTo>
                  <a:lnTo>
                    <a:pt x="3076896" y="5994053"/>
                  </a:lnTo>
                  <a:lnTo>
                    <a:pt x="3085386" y="5987723"/>
                  </a:lnTo>
                  <a:lnTo>
                    <a:pt x="3085386" y="5970767"/>
                  </a:lnTo>
                  <a:lnTo>
                    <a:pt x="3078877" y="5962290"/>
                  </a:lnTo>
                  <a:close/>
                </a:path>
                <a:path w="9542780" h="6570345">
                  <a:moveTo>
                    <a:pt x="3078877" y="6004650"/>
                  </a:moveTo>
                  <a:lnTo>
                    <a:pt x="3059915" y="6004650"/>
                  </a:lnTo>
                  <a:lnTo>
                    <a:pt x="3051425" y="6011007"/>
                  </a:lnTo>
                  <a:lnTo>
                    <a:pt x="3051425" y="6030053"/>
                  </a:lnTo>
                  <a:lnTo>
                    <a:pt x="3057933" y="6038531"/>
                  </a:lnTo>
                  <a:lnTo>
                    <a:pt x="3076896" y="6038531"/>
                  </a:lnTo>
                  <a:lnTo>
                    <a:pt x="3085386" y="6032173"/>
                  </a:lnTo>
                  <a:lnTo>
                    <a:pt x="3085386" y="6013127"/>
                  </a:lnTo>
                  <a:lnTo>
                    <a:pt x="3078877" y="6004650"/>
                  </a:lnTo>
                  <a:close/>
                </a:path>
                <a:path w="9542780" h="6570345">
                  <a:moveTo>
                    <a:pt x="3078877" y="6049100"/>
                  </a:moveTo>
                  <a:lnTo>
                    <a:pt x="3059915" y="6049100"/>
                  </a:lnTo>
                  <a:lnTo>
                    <a:pt x="3051425" y="6055457"/>
                  </a:lnTo>
                  <a:lnTo>
                    <a:pt x="3051425" y="6074533"/>
                  </a:lnTo>
                  <a:lnTo>
                    <a:pt x="3057933" y="6082981"/>
                  </a:lnTo>
                  <a:lnTo>
                    <a:pt x="3076896" y="6082981"/>
                  </a:lnTo>
                  <a:lnTo>
                    <a:pt x="3085386" y="6076623"/>
                  </a:lnTo>
                  <a:lnTo>
                    <a:pt x="3085386" y="6057577"/>
                  </a:lnTo>
                  <a:lnTo>
                    <a:pt x="3078877" y="6049100"/>
                  </a:lnTo>
                  <a:close/>
                </a:path>
                <a:path w="9542780" h="6570345">
                  <a:moveTo>
                    <a:pt x="3078877" y="6093578"/>
                  </a:moveTo>
                  <a:lnTo>
                    <a:pt x="3059915" y="6093578"/>
                  </a:lnTo>
                  <a:lnTo>
                    <a:pt x="3051425" y="6099936"/>
                  </a:lnTo>
                  <a:lnTo>
                    <a:pt x="3051425" y="6118983"/>
                  </a:lnTo>
                  <a:lnTo>
                    <a:pt x="3057933" y="6127460"/>
                  </a:lnTo>
                  <a:lnTo>
                    <a:pt x="3076896" y="6127460"/>
                  </a:lnTo>
                  <a:lnTo>
                    <a:pt x="3085386" y="6118983"/>
                  </a:lnTo>
                  <a:lnTo>
                    <a:pt x="3085386" y="6102056"/>
                  </a:lnTo>
                  <a:lnTo>
                    <a:pt x="3078877" y="6093578"/>
                  </a:lnTo>
                  <a:close/>
                </a:path>
                <a:path w="9542780" h="6570345">
                  <a:moveTo>
                    <a:pt x="3034444" y="4547937"/>
                  </a:moveTo>
                  <a:lnTo>
                    <a:pt x="3015482" y="4547937"/>
                  </a:lnTo>
                  <a:lnTo>
                    <a:pt x="3006991" y="4554296"/>
                  </a:lnTo>
                  <a:lnTo>
                    <a:pt x="3006991" y="4573342"/>
                  </a:lnTo>
                  <a:lnTo>
                    <a:pt x="3013218" y="4581819"/>
                  </a:lnTo>
                  <a:lnTo>
                    <a:pt x="3032462" y="4581819"/>
                  </a:lnTo>
                  <a:lnTo>
                    <a:pt x="3040954" y="4573342"/>
                  </a:lnTo>
                  <a:lnTo>
                    <a:pt x="3040954" y="4556415"/>
                  </a:lnTo>
                  <a:lnTo>
                    <a:pt x="3034444" y="4547937"/>
                  </a:lnTo>
                  <a:close/>
                </a:path>
                <a:path w="9542780" h="6570345">
                  <a:moveTo>
                    <a:pt x="3034444" y="4592388"/>
                  </a:moveTo>
                  <a:lnTo>
                    <a:pt x="3015482" y="4592388"/>
                  </a:lnTo>
                  <a:lnTo>
                    <a:pt x="3006991" y="4598746"/>
                  </a:lnTo>
                  <a:lnTo>
                    <a:pt x="3006991" y="4617792"/>
                  </a:lnTo>
                  <a:lnTo>
                    <a:pt x="3013218" y="4626269"/>
                  </a:lnTo>
                  <a:lnTo>
                    <a:pt x="3032462" y="4626269"/>
                  </a:lnTo>
                  <a:lnTo>
                    <a:pt x="3040954" y="4617792"/>
                  </a:lnTo>
                  <a:lnTo>
                    <a:pt x="3040954" y="4600865"/>
                  </a:lnTo>
                  <a:lnTo>
                    <a:pt x="3034444" y="4592388"/>
                  </a:lnTo>
                  <a:close/>
                </a:path>
                <a:path w="9542780" h="6570345">
                  <a:moveTo>
                    <a:pt x="3034444" y="4636866"/>
                  </a:moveTo>
                  <a:lnTo>
                    <a:pt x="3015482" y="4636866"/>
                  </a:lnTo>
                  <a:lnTo>
                    <a:pt x="3006991" y="4643224"/>
                  </a:lnTo>
                  <a:lnTo>
                    <a:pt x="3006991" y="4662270"/>
                  </a:lnTo>
                  <a:lnTo>
                    <a:pt x="3013218" y="4670747"/>
                  </a:lnTo>
                  <a:lnTo>
                    <a:pt x="3032462" y="4670747"/>
                  </a:lnTo>
                  <a:lnTo>
                    <a:pt x="3040954" y="4662270"/>
                  </a:lnTo>
                  <a:lnTo>
                    <a:pt x="3040954" y="4645343"/>
                  </a:lnTo>
                  <a:lnTo>
                    <a:pt x="3034444" y="4636866"/>
                  </a:lnTo>
                  <a:close/>
                </a:path>
                <a:path w="9542780" h="6570345">
                  <a:moveTo>
                    <a:pt x="3034444" y="4681316"/>
                  </a:moveTo>
                  <a:lnTo>
                    <a:pt x="3015482" y="4681316"/>
                  </a:lnTo>
                  <a:lnTo>
                    <a:pt x="3006991" y="4687675"/>
                  </a:lnTo>
                  <a:lnTo>
                    <a:pt x="3006991" y="4706720"/>
                  </a:lnTo>
                  <a:lnTo>
                    <a:pt x="3013218" y="4715198"/>
                  </a:lnTo>
                  <a:lnTo>
                    <a:pt x="3023972" y="4715198"/>
                  </a:lnTo>
                  <a:lnTo>
                    <a:pt x="3032462" y="4713079"/>
                  </a:lnTo>
                  <a:lnTo>
                    <a:pt x="3040954" y="4706720"/>
                  </a:lnTo>
                  <a:lnTo>
                    <a:pt x="3040954" y="4689793"/>
                  </a:lnTo>
                  <a:lnTo>
                    <a:pt x="3034444" y="4681316"/>
                  </a:lnTo>
                  <a:close/>
                </a:path>
                <a:path w="9542780" h="6570345">
                  <a:moveTo>
                    <a:pt x="3034444" y="4725795"/>
                  </a:moveTo>
                  <a:lnTo>
                    <a:pt x="3015482" y="4725795"/>
                  </a:lnTo>
                  <a:lnTo>
                    <a:pt x="3006991" y="4732153"/>
                  </a:lnTo>
                  <a:lnTo>
                    <a:pt x="3006991" y="4753319"/>
                  </a:lnTo>
                  <a:lnTo>
                    <a:pt x="3013218" y="4759676"/>
                  </a:lnTo>
                  <a:lnTo>
                    <a:pt x="3023972" y="4759676"/>
                  </a:lnTo>
                  <a:lnTo>
                    <a:pt x="3032462" y="4757557"/>
                  </a:lnTo>
                  <a:lnTo>
                    <a:pt x="3040954" y="4751199"/>
                  </a:lnTo>
                  <a:lnTo>
                    <a:pt x="3040954" y="4734245"/>
                  </a:lnTo>
                  <a:lnTo>
                    <a:pt x="3034444" y="4725795"/>
                  </a:lnTo>
                  <a:close/>
                </a:path>
                <a:path w="9542780" h="6570345">
                  <a:moveTo>
                    <a:pt x="3034444" y="4768126"/>
                  </a:moveTo>
                  <a:lnTo>
                    <a:pt x="3015482" y="4768126"/>
                  </a:lnTo>
                  <a:lnTo>
                    <a:pt x="3006991" y="4774483"/>
                  </a:lnTo>
                  <a:lnTo>
                    <a:pt x="3006991" y="4795649"/>
                  </a:lnTo>
                  <a:lnTo>
                    <a:pt x="3013218" y="4802007"/>
                  </a:lnTo>
                  <a:lnTo>
                    <a:pt x="3032462" y="4802007"/>
                  </a:lnTo>
                  <a:lnTo>
                    <a:pt x="3040954" y="4795649"/>
                  </a:lnTo>
                  <a:lnTo>
                    <a:pt x="3040954" y="4776603"/>
                  </a:lnTo>
                  <a:lnTo>
                    <a:pt x="3034444" y="4768126"/>
                  </a:lnTo>
                  <a:close/>
                </a:path>
                <a:path w="9542780" h="6570345">
                  <a:moveTo>
                    <a:pt x="3034444" y="4812604"/>
                  </a:moveTo>
                  <a:lnTo>
                    <a:pt x="3015482" y="4812604"/>
                  </a:lnTo>
                  <a:lnTo>
                    <a:pt x="3006991" y="4818962"/>
                  </a:lnTo>
                  <a:lnTo>
                    <a:pt x="3006991" y="4838009"/>
                  </a:lnTo>
                  <a:lnTo>
                    <a:pt x="3013218" y="4846486"/>
                  </a:lnTo>
                  <a:lnTo>
                    <a:pt x="3032462" y="4846486"/>
                  </a:lnTo>
                  <a:lnTo>
                    <a:pt x="3040954" y="4840127"/>
                  </a:lnTo>
                  <a:lnTo>
                    <a:pt x="3040954" y="4821053"/>
                  </a:lnTo>
                  <a:lnTo>
                    <a:pt x="3034444" y="4812604"/>
                  </a:lnTo>
                  <a:close/>
                </a:path>
                <a:path w="9542780" h="6570345">
                  <a:moveTo>
                    <a:pt x="3034444" y="4857055"/>
                  </a:moveTo>
                  <a:lnTo>
                    <a:pt x="3015482" y="4857055"/>
                  </a:lnTo>
                  <a:lnTo>
                    <a:pt x="3006991" y="4863412"/>
                  </a:lnTo>
                  <a:lnTo>
                    <a:pt x="3006991" y="4882459"/>
                  </a:lnTo>
                  <a:lnTo>
                    <a:pt x="3013218" y="4890936"/>
                  </a:lnTo>
                  <a:lnTo>
                    <a:pt x="3032462" y="4890936"/>
                  </a:lnTo>
                  <a:lnTo>
                    <a:pt x="3040954" y="4882459"/>
                  </a:lnTo>
                  <a:lnTo>
                    <a:pt x="3040954" y="4865532"/>
                  </a:lnTo>
                  <a:lnTo>
                    <a:pt x="3034444" y="4857055"/>
                  </a:lnTo>
                  <a:close/>
                </a:path>
                <a:path w="9542780" h="6570345">
                  <a:moveTo>
                    <a:pt x="3034444" y="4901533"/>
                  </a:moveTo>
                  <a:lnTo>
                    <a:pt x="3015482" y="4901533"/>
                  </a:lnTo>
                  <a:lnTo>
                    <a:pt x="3006991" y="4907890"/>
                  </a:lnTo>
                  <a:lnTo>
                    <a:pt x="3006991" y="4926937"/>
                  </a:lnTo>
                  <a:lnTo>
                    <a:pt x="3013218" y="4935414"/>
                  </a:lnTo>
                  <a:lnTo>
                    <a:pt x="3032462" y="4935414"/>
                  </a:lnTo>
                  <a:lnTo>
                    <a:pt x="3040954" y="4926937"/>
                  </a:lnTo>
                  <a:lnTo>
                    <a:pt x="3040954" y="4909982"/>
                  </a:lnTo>
                  <a:lnTo>
                    <a:pt x="3034444" y="4901533"/>
                  </a:lnTo>
                  <a:close/>
                </a:path>
                <a:path w="9542780" h="6570345">
                  <a:moveTo>
                    <a:pt x="3034444" y="4945983"/>
                  </a:moveTo>
                  <a:lnTo>
                    <a:pt x="3015482" y="4945983"/>
                  </a:lnTo>
                  <a:lnTo>
                    <a:pt x="3006991" y="4952342"/>
                  </a:lnTo>
                  <a:lnTo>
                    <a:pt x="3006991" y="4971387"/>
                  </a:lnTo>
                  <a:lnTo>
                    <a:pt x="3013218" y="4979865"/>
                  </a:lnTo>
                  <a:lnTo>
                    <a:pt x="3032462" y="4979865"/>
                  </a:lnTo>
                  <a:lnTo>
                    <a:pt x="3040954" y="4971387"/>
                  </a:lnTo>
                  <a:lnTo>
                    <a:pt x="3040954" y="4954460"/>
                  </a:lnTo>
                  <a:lnTo>
                    <a:pt x="3034444" y="4945983"/>
                  </a:lnTo>
                  <a:close/>
                </a:path>
                <a:path w="9542780" h="6570345">
                  <a:moveTo>
                    <a:pt x="3034444" y="4990462"/>
                  </a:moveTo>
                  <a:lnTo>
                    <a:pt x="3015482" y="4990462"/>
                  </a:lnTo>
                  <a:lnTo>
                    <a:pt x="3006991" y="4996792"/>
                  </a:lnTo>
                  <a:lnTo>
                    <a:pt x="3006991" y="5015866"/>
                  </a:lnTo>
                  <a:lnTo>
                    <a:pt x="3013218" y="5024343"/>
                  </a:lnTo>
                  <a:lnTo>
                    <a:pt x="3032462" y="5024343"/>
                  </a:lnTo>
                  <a:lnTo>
                    <a:pt x="3040954" y="5015866"/>
                  </a:lnTo>
                  <a:lnTo>
                    <a:pt x="3040954" y="4998910"/>
                  </a:lnTo>
                  <a:lnTo>
                    <a:pt x="3034444" y="4990462"/>
                  </a:lnTo>
                  <a:close/>
                </a:path>
                <a:path w="9542780" h="6570345">
                  <a:moveTo>
                    <a:pt x="3034444" y="5034912"/>
                  </a:moveTo>
                  <a:lnTo>
                    <a:pt x="3015482" y="5034912"/>
                  </a:lnTo>
                  <a:lnTo>
                    <a:pt x="3006991" y="5041270"/>
                  </a:lnTo>
                  <a:lnTo>
                    <a:pt x="3006991" y="5060316"/>
                  </a:lnTo>
                  <a:lnTo>
                    <a:pt x="3013218" y="5068793"/>
                  </a:lnTo>
                  <a:lnTo>
                    <a:pt x="3023972" y="5068793"/>
                  </a:lnTo>
                  <a:lnTo>
                    <a:pt x="3032462" y="5066673"/>
                  </a:lnTo>
                  <a:lnTo>
                    <a:pt x="3040954" y="5060316"/>
                  </a:lnTo>
                  <a:lnTo>
                    <a:pt x="3040954" y="5043389"/>
                  </a:lnTo>
                  <a:lnTo>
                    <a:pt x="3034444" y="5034912"/>
                  </a:lnTo>
                  <a:close/>
                </a:path>
                <a:path w="9542780" h="6570345">
                  <a:moveTo>
                    <a:pt x="3034444" y="5077270"/>
                  </a:moveTo>
                  <a:lnTo>
                    <a:pt x="3015482" y="5077270"/>
                  </a:lnTo>
                  <a:lnTo>
                    <a:pt x="3006991" y="5083629"/>
                  </a:lnTo>
                  <a:lnTo>
                    <a:pt x="3006991" y="5102675"/>
                  </a:lnTo>
                  <a:lnTo>
                    <a:pt x="3013218" y="5111153"/>
                  </a:lnTo>
                  <a:lnTo>
                    <a:pt x="3032462" y="5111153"/>
                  </a:lnTo>
                  <a:lnTo>
                    <a:pt x="3040954" y="5104794"/>
                  </a:lnTo>
                  <a:lnTo>
                    <a:pt x="3040954" y="5085720"/>
                  </a:lnTo>
                  <a:lnTo>
                    <a:pt x="3034444" y="5077270"/>
                  </a:lnTo>
                  <a:close/>
                </a:path>
                <a:path w="9542780" h="6570345">
                  <a:moveTo>
                    <a:pt x="3034444" y="5121720"/>
                  </a:moveTo>
                  <a:lnTo>
                    <a:pt x="3015482" y="5121720"/>
                  </a:lnTo>
                  <a:lnTo>
                    <a:pt x="3006991" y="5128079"/>
                  </a:lnTo>
                  <a:lnTo>
                    <a:pt x="3006991" y="5147125"/>
                  </a:lnTo>
                  <a:lnTo>
                    <a:pt x="3013218" y="5155603"/>
                  </a:lnTo>
                  <a:lnTo>
                    <a:pt x="3032462" y="5155603"/>
                  </a:lnTo>
                  <a:lnTo>
                    <a:pt x="3040954" y="5149245"/>
                  </a:lnTo>
                  <a:lnTo>
                    <a:pt x="3040954" y="5130199"/>
                  </a:lnTo>
                  <a:lnTo>
                    <a:pt x="3034444" y="5121720"/>
                  </a:lnTo>
                  <a:close/>
                </a:path>
                <a:path w="9542780" h="6570345">
                  <a:moveTo>
                    <a:pt x="3034444" y="5166199"/>
                  </a:moveTo>
                  <a:lnTo>
                    <a:pt x="3015482" y="5166199"/>
                  </a:lnTo>
                  <a:lnTo>
                    <a:pt x="3006991" y="5172529"/>
                  </a:lnTo>
                  <a:lnTo>
                    <a:pt x="3006991" y="5191603"/>
                  </a:lnTo>
                  <a:lnTo>
                    <a:pt x="3013218" y="5200081"/>
                  </a:lnTo>
                  <a:lnTo>
                    <a:pt x="3032462" y="5200081"/>
                  </a:lnTo>
                  <a:lnTo>
                    <a:pt x="3040954" y="5191603"/>
                  </a:lnTo>
                  <a:lnTo>
                    <a:pt x="3040954" y="5174649"/>
                  </a:lnTo>
                  <a:lnTo>
                    <a:pt x="3034444" y="5166199"/>
                  </a:lnTo>
                  <a:close/>
                </a:path>
                <a:path w="9542780" h="6570345">
                  <a:moveTo>
                    <a:pt x="3034444" y="5210649"/>
                  </a:moveTo>
                  <a:lnTo>
                    <a:pt x="3015482" y="5210649"/>
                  </a:lnTo>
                  <a:lnTo>
                    <a:pt x="3006991" y="5217007"/>
                  </a:lnTo>
                  <a:lnTo>
                    <a:pt x="3006991" y="5236053"/>
                  </a:lnTo>
                  <a:lnTo>
                    <a:pt x="3013218" y="5244532"/>
                  </a:lnTo>
                  <a:lnTo>
                    <a:pt x="3032462" y="5244532"/>
                  </a:lnTo>
                  <a:lnTo>
                    <a:pt x="3040954" y="5236053"/>
                  </a:lnTo>
                  <a:lnTo>
                    <a:pt x="3040954" y="5219127"/>
                  </a:lnTo>
                  <a:lnTo>
                    <a:pt x="3034444" y="5210649"/>
                  </a:lnTo>
                  <a:close/>
                </a:path>
                <a:path w="9542780" h="6570345">
                  <a:moveTo>
                    <a:pt x="3034444" y="5255127"/>
                  </a:moveTo>
                  <a:lnTo>
                    <a:pt x="3015482" y="5255127"/>
                  </a:lnTo>
                  <a:lnTo>
                    <a:pt x="3006991" y="5261458"/>
                  </a:lnTo>
                  <a:lnTo>
                    <a:pt x="3006991" y="5282652"/>
                  </a:lnTo>
                  <a:lnTo>
                    <a:pt x="3013218" y="5288982"/>
                  </a:lnTo>
                  <a:lnTo>
                    <a:pt x="3032462" y="5288982"/>
                  </a:lnTo>
                  <a:lnTo>
                    <a:pt x="3040954" y="5280533"/>
                  </a:lnTo>
                  <a:lnTo>
                    <a:pt x="3040954" y="5263577"/>
                  </a:lnTo>
                  <a:lnTo>
                    <a:pt x="3034444" y="5255127"/>
                  </a:lnTo>
                  <a:close/>
                </a:path>
                <a:path w="9542780" h="6570345">
                  <a:moveTo>
                    <a:pt x="3034444" y="5299579"/>
                  </a:moveTo>
                  <a:lnTo>
                    <a:pt x="3015482" y="5299579"/>
                  </a:lnTo>
                  <a:lnTo>
                    <a:pt x="3006991" y="5305936"/>
                  </a:lnTo>
                  <a:lnTo>
                    <a:pt x="3006991" y="5327102"/>
                  </a:lnTo>
                  <a:lnTo>
                    <a:pt x="3013218" y="5333460"/>
                  </a:lnTo>
                  <a:lnTo>
                    <a:pt x="3032462" y="5333460"/>
                  </a:lnTo>
                  <a:lnTo>
                    <a:pt x="3040954" y="5324983"/>
                  </a:lnTo>
                  <a:lnTo>
                    <a:pt x="3040954" y="5308056"/>
                  </a:lnTo>
                  <a:lnTo>
                    <a:pt x="3034444" y="5299579"/>
                  </a:lnTo>
                  <a:close/>
                </a:path>
                <a:path w="9542780" h="6570345">
                  <a:moveTo>
                    <a:pt x="3034444" y="5828912"/>
                  </a:moveTo>
                  <a:lnTo>
                    <a:pt x="3015482" y="5828912"/>
                  </a:lnTo>
                  <a:lnTo>
                    <a:pt x="3006991" y="5835270"/>
                  </a:lnTo>
                  <a:lnTo>
                    <a:pt x="3006991" y="5854316"/>
                  </a:lnTo>
                  <a:lnTo>
                    <a:pt x="3013218" y="5862793"/>
                  </a:lnTo>
                  <a:lnTo>
                    <a:pt x="3032462" y="5862793"/>
                  </a:lnTo>
                  <a:lnTo>
                    <a:pt x="3040954" y="5854316"/>
                  </a:lnTo>
                  <a:lnTo>
                    <a:pt x="3040954" y="5837389"/>
                  </a:lnTo>
                  <a:lnTo>
                    <a:pt x="3034444" y="5828912"/>
                  </a:lnTo>
                  <a:close/>
                </a:path>
                <a:path w="9542780" h="6570345">
                  <a:moveTo>
                    <a:pt x="3034444" y="5873362"/>
                  </a:moveTo>
                  <a:lnTo>
                    <a:pt x="3015482" y="5873362"/>
                  </a:lnTo>
                  <a:lnTo>
                    <a:pt x="3006991" y="5879720"/>
                  </a:lnTo>
                  <a:lnTo>
                    <a:pt x="3006991" y="5898794"/>
                  </a:lnTo>
                  <a:lnTo>
                    <a:pt x="3013218" y="5907243"/>
                  </a:lnTo>
                  <a:lnTo>
                    <a:pt x="3032462" y="5907243"/>
                  </a:lnTo>
                  <a:lnTo>
                    <a:pt x="3040954" y="5898794"/>
                  </a:lnTo>
                  <a:lnTo>
                    <a:pt x="3040954" y="5881839"/>
                  </a:lnTo>
                  <a:lnTo>
                    <a:pt x="3034444" y="5873362"/>
                  </a:lnTo>
                  <a:close/>
                </a:path>
                <a:path w="9542780" h="6570345">
                  <a:moveTo>
                    <a:pt x="3034444" y="5917840"/>
                  </a:moveTo>
                  <a:lnTo>
                    <a:pt x="3015482" y="5917840"/>
                  </a:lnTo>
                  <a:lnTo>
                    <a:pt x="3006991" y="5924198"/>
                  </a:lnTo>
                  <a:lnTo>
                    <a:pt x="3006991" y="5943244"/>
                  </a:lnTo>
                  <a:lnTo>
                    <a:pt x="3013218" y="5951722"/>
                  </a:lnTo>
                  <a:lnTo>
                    <a:pt x="3032462" y="5951722"/>
                  </a:lnTo>
                  <a:lnTo>
                    <a:pt x="3040954" y="5943244"/>
                  </a:lnTo>
                  <a:lnTo>
                    <a:pt x="3040954" y="5926317"/>
                  </a:lnTo>
                  <a:lnTo>
                    <a:pt x="3034444" y="5917840"/>
                  </a:lnTo>
                  <a:close/>
                </a:path>
                <a:path w="9542780" h="6570345">
                  <a:moveTo>
                    <a:pt x="3034444" y="5962290"/>
                  </a:moveTo>
                  <a:lnTo>
                    <a:pt x="3015482" y="5962290"/>
                  </a:lnTo>
                  <a:lnTo>
                    <a:pt x="3006991" y="5968649"/>
                  </a:lnTo>
                  <a:lnTo>
                    <a:pt x="3006991" y="5987723"/>
                  </a:lnTo>
                  <a:lnTo>
                    <a:pt x="3013218" y="5996172"/>
                  </a:lnTo>
                  <a:lnTo>
                    <a:pt x="3023972" y="5996172"/>
                  </a:lnTo>
                  <a:lnTo>
                    <a:pt x="3032462" y="5994053"/>
                  </a:lnTo>
                  <a:lnTo>
                    <a:pt x="3040954" y="5987723"/>
                  </a:lnTo>
                  <a:lnTo>
                    <a:pt x="3040954" y="5970767"/>
                  </a:lnTo>
                  <a:lnTo>
                    <a:pt x="3034444" y="5962290"/>
                  </a:lnTo>
                  <a:close/>
                </a:path>
                <a:path w="9542780" h="6570345">
                  <a:moveTo>
                    <a:pt x="3034444" y="6004650"/>
                  </a:moveTo>
                  <a:lnTo>
                    <a:pt x="3015482" y="6004650"/>
                  </a:lnTo>
                  <a:lnTo>
                    <a:pt x="3006991" y="6011007"/>
                  </a:lnTo>
                  <a:lnTo>
                    <a:pt x="3006991" y="6030053"/>
                  </a:lnTo>
                  <a:lnTo>
                    <a:pt x="3013218" y="6038531"/>
                  </a:lnTo>
                  <a:lnTo>
                    <a:pt x="3032462" y="6038531"/>
                  </a:lnTo>
                  <a:lnTo>
                    <a:pt x="3040954" y="6032173"/>
                  </a:lnTo>
                  <a:lnTo>
                    <a:pt x="3040954" y="6013127"/>
                  </a:lnTo>
                  <a:lnTo>
                    <a:pt x="3034444" y="6004650"/>
                  </a:lnTo>
                  <a:close/>
                </a:path>
                <a:path w="9542780" h="6570345">
                  <a:moveTo>
                    <a:pt x="3034444" y="6049100"/>
                  </a:moveTo>
                  <a:lnTo>
                    <a:pt x="3015482" y="6049100"/>
                  </a:lnTo>
                  <a:lnTo>
                    <a:pt x="3006991" y="6055457"/>
                  </a:lnTo>
                  <a:lnTo>
                    <a:pt x="3006991" y="6074533"/>
                  </a:lnTo>
                  <a:lnTo>
                    <a:pt x="3013218" y="6082981"/>
                  </a:lnTo>
                  <a:lnTo>
                    <a:pt x="3032462" y="6082981"/>
                  </a:lnTo>
                  <a:lnTo>
                    <a:pt x="3040954" y="6076623"/>
                  </a:lnTo>
                  <a:lnTo>
                    <a:pt x="3040954" y="6057577"/>
                  </a:lnTo>
                  <a:lnTo>
                    <a:pt x="3034444" y="6049100"/>
                  </a:lnTo>
                  <a:close/>
                </a:path>
                <a:path w="9542780" h="6570345">
                  <a:moveTo>
                    <a:pt x="3034444" y="6093578"/>
                  </a:moveTo>
                  <a:lnTo>
                    <a:pt x="3015482" y="6093578"/>
                  </a:lnTo>
                  <a:lnTo>
                    <a:pt x="3006991" y="6099936"/>
                  </a:lnTo>
                  <a:lnTo>
                    <a:pt x="3006991" y="6118983"/>
                  </a:lnTo>
                  <a:lnTo>
                    <a:pt x="3013218" y="6127460"/>
                  </a:lnTo>
                  <a:lnTo>
                    <a:pt x="3032462" y="6127460"/>
                  </a:lnTo>
                  <a:lnTo>
                    <a:pt x="3040954" y="6118983"/>
                  </a:lnTo>
                  <a:lnTo>
                    <a:pt x="3040954" y="6102056"/>
                  </a:lnTo>
                  <a:lnTo>
                    <a:pt x="3034444" y="6093578"/>
                  </a:lnTo>
                  <a:close/>
                </a:path>
                <a:path w="9542780" h="6570345">
                  <a:moveTo>
                    <a:pt x="2990011" y="4503459"/>
                  </a:moveTo>
                  <a:lnTo>
                    <a:pt x="2970767" y="4503459"/>
                  </a:lnTo>
                  <a:lnTo>
                    <a:pt x="2962276" y="4509816"/>
                  </a:lnTo>
                  <a:lnTo>
                    <a:pt x="2962276" y="4528863"/>
                  </a:lnTo>
                  <a:lnTo>
                    <a:pt x="2968786" y="4537340"/>
                  </a:lnTo>
                  <a:lnTo>
                    <a:pt x="2990011" y="4537340"/>
                  </a:lnTo>
                  <a:lnTo>
                    <a:pt x="2996237" y="4530982"/>
                  </a:lnTo>
                  <a:lnTo>
                    <a:pt x="2996237" y="4511936"/>
                  </a:lnTo>
                  <a:lnTo>
                    <a:pt x="2990011" y="4503459"/>
                  </a:lnTo>
                  <a:close/>
                </a:path>
                <a:path w="9542780" h="6570345">
                  <a:moveTo>
                    <a:pt x="2990011" y="4547937"/>
                  </a:moveTo>
                  <a:lnTo>
                    <a:pt x="2970767" y="4547937"/>
                  </a:lnTo>
                  <a:lnTo>
                    <a:pt x="2962276" y="4554296"/>
                  </a:lnTo>
                  <a:lnTo>
                    <a:pt x="2962276" y="4573342"/>
                  </a:lnTo>
                  <a:lnTo>
                    <a:pt x="2968786" y="4581819"/>
                  </a:lnTo>
                  <a:lnTo>
                    <a:pt x="2990011" y="4581819"/>
                  </a:lnTo>
                  <a:lnTo>
                    <a:pt x="2996237" y="4573342"/>
                  </a:lnTo>
                  <a:lnTo>
                    <a:pt x="2996237" y="4556415"/>
                  </a:lnTo>
                  <a:lnTo>
                    <a:pt x="2990011" y="4547937"/>
                  </a:lnTo>
                  <a:close/>
                </a:path>
                <a:path w="9542780" h="6570345">
                  <a:moveTo>
                    <a:pt x="2990011" y="4592388"/>
                  </a:moveTo>
                  <a:lnTo>
                    <a:pt x="2970767" y="4592388"/>
                  </a:lnTo>
                  <a:lnTo>
                    <a:pt x="2962276" y="4598746"/>
                  </a:lnTo>
                  <a:lnTo>
                    <a:pt x="2962276" y="4617792"/>
                  </a:lnTo>
                  <a:lnTo>
                    <a:pt x="2968786" y="4626269"/>
                  </a:lnTo>
                  <a:lnTo>
                    <a:pt x="2990011" y="4626269"/>
                  </a:lnTo>
                  <a:lnTo>
                    <a:pt x="2996237" y="4617792"/>
                  </a:lnTo>
                  <a:lnTo>
                    <a:pt x="2996237" y="4600865"/>
                  </a:lnTo>
                  <a:lnTo>
                    <a:pt x="2990011" y="4592388"/>
                  </a:lnTo>
                  <a:close/>
                </a:path>
                <a:path w="9542780" h="6570345">
                  <a:moveTo>
                    <a:pt x="2990011" y="4636866"/>
                  </a:moveTo>
                  <a:lnTo>
                    <a:pt x="2970767" y="4636866"/>
                  </a:lnTo>
                  <a:lnTo>
                    <a:pt x="2962276" y="4643224"/>
                  </a:lnTo>
                  <a:lnTo>
                    <a:pt x="2962276" y="4662270"/>
                  </a:lnTo>
                  <a:lnTo>
                    <a:pt x="2968786" y="4670747"/>
                  </a:lnTo>
                  <a:lnTo>
                    <a:pt x="2990011" y="4670747"/>
                  </a:lnTo>
                  <a:lnTo>
                    <a:pt x="2996237" y="4662270"/>
                  </a:lnTo>
                  <a:lnTo>
                    <a:pt x="2996237" y="4645343"/>
                  </a:lnTo>
                  <a:lnTo>
                    <a:pt x="2990011" y="4636866"/>
                  </a:lnTo>
                  <a:close/>
                </a:path>
                <a:path w="9542780" h="6570345">
                  <a:moveTo>
                    <a:pt x="2990011" y="4681316"/>
                  </a:moveTo>
                  <a:lnTo>
                    <a:pt x="2970767" y="4681316"/>
                  </a:lnTo>
                  <a:lnTo>
                    <a:pt x="2962276" y="4687675"/>
                  </a:lnTo>
                  <a:lnTo>
                    <a:pt x="2962276" y="4706720"/>
                  </a:lnTo>
                  <a:lnTo>
                    <a:pt x="2968786" y="4715198"/>
                  </a:lnTo>
                  <a:lnTo>
                    <a:pt x="2979257" y="4715198"/>
                  </a:lnTo>
                  <a:lnTo>
                    <a:pt x="2990011" y="4713079"/>
                  </a:lnTo>
                  <a:lnTo>
                    <a:pt x="2996237" y="4706720"/>
                  </a:lnTo>
                  <a:lnTo>
                    <a:pt x="2996237" y="4689793"/>
                  </a:lnTo>
                  <a:lnTo>
                    <a:pt x="2990011" y="4681316"/>
                  </a:lnTo>
                  <a:close/>
                </a:path>
                <a:path w="9542780" h="6570345">
                  <a:moveTo>
                    <a:pt x="2990011" y="4725795"/>
                  </a:moveTo>
                  <a:lnTo>
                    <a:pt x="2970767" y="4725795"/>
                  </a:lnTo>
                  <a:lnTo>
                    <a:pt x="2962276" y="4732153"/>
                  </a:lnTo>
                  <a:lnTo>
                    <a:pt x="2962276" y="4753319"/>
                  </a:lnTo>
                  <a:lnTo>
                    <a:pt x="2968786" y="4759676"/>
                  </a:lnTo>
                  <a:lnTo>
                    <a:pt x="2979257" y="4759676"/>
                  </a:lnTo>
                  <a:lnTo>
                    <a:pt x="2990011" y="4757557"/>
                  </a:lnTo>
                  <a:lnTo>
                    <a:pt x="2996237" y="4751199"/>
                  </a:lnTo>
                  <a:lnTo>
                    <a:pt x="2996237" y="4734245"/>
                  </a:lnTo>
                  <a:lnTo>
                    <a:pt x="2990011" y="4725795"/>
                  </a:lnTo>
                  <a:close/>
                </a:path>
                <a:path w="9542780" h="6570345">
                  <a:moveTo>
                    <a:pt x="2990011" y="4768126"/>
                  </a:moveTo>
                  <a:lnTo>
                    <a:pt x="2970767" y="4768126"/>
                  </a:lnTo>
                  <a:lnTo>
                    <a:pt x="2962276" y="4774483"/>
                  </a:lnTo>
                  <a:lnTo>
                    <a:pt x="2962276" y="4795649"/>
                  </a:lnTo>
                  <a:lnTo>
                    <a:pt x="2968786" y="4802007"/>
                  </a:lnTo>
                  <a:lnTo>
                    <a:pt x="2990011" y="4802007"/>
                  </a:lnTo>
                  <a:lnTo>
                    <a:pt x="2996237" y="4795649"/>
                  </a:lnTo>
                  <a:lnTo>
                    <a:pt x="2996237" y="4776603"/>
                  </a:lnTo>
                  <a:lnTo>
                    <a:pt x="2990011" y="4768126"/>
                  </a:lnTo>
                  <a:close/>
                </a:path>
                <a:path w="9542780" h="6570345">
                  <a:moveTo>
                    <a:pt x="2990011" y="4812604"/>
                  </a:moveTo>
                  <a:lnTo>
                    <a:pt x="2970767" y="4812604"/>
                  </a:lnTo>
                  <a:lnTo>
                    <a:pt x="2962276" y="4818962"/>
                  </a:lnTo>
                  <a:lnTo>
                    <a:pt x="2962276" y="4838009"/>
                  </a:lnTo>
                  <a:lnTo>
                    <a:pt x="2968786" y="4846486"/>
                  </a:lnTo>
                  <a:lnTo>
                    <a:pt x="2990011" y="4846486"/>
                  </a:lnTo>
                  <a:lnTo>
                    <a:pt x="2996237" y="4840127"/>
                  </a:lnTo>
                  <a:lnTo>
                    <a:pt x="2996237" y="4821053"/>
                  </a:lnTo>
                  <a:lnTo>
                    <a:pt x="2990011" y="4812604"/>
                  </a:lnTo>
                  <a:close/>
                </a:path>
                <a:path w="9542780" h="6570345">
                  <a:moveTo>
                    <a:pt x="2990011" y="4857055"/>
                  </a:moveTo>
                  <a:lnTo>
                    <a:pt x="2970767" y="4857055"/>
                  </a:lnTo>
                  <a:lnTo>
                    <a:pt x="2962276" y="4863412"/>
                  </a:lnTo>
                  <a:lnTo>
                    <a:pt x="2962276" y="4882459"/>
                  </a:lnTo>
                  <a:lnTo>
                    <a:pt x="2968786" y="4890936"/>
                  </a:lnTo>
                  <a:lnTo>
                    <a:pt x="2990011" y="4890936"/>
                  </a:lnTo>
                  <a:lnTo>
                    <a:pt x="2996237" y="4882459"/>
                  </a:lnTo>
                  <a:lnTo>
                    <a:pt x="2996237" y="4865532"/>
                  </a:lnTo>
                  <a:lnTo>
                    <a:pt x="2990011" y="4857055"/>
                  </a:lnTo>
                  <a:close/>
                </a:path>
                <a:path w="9542780" h="6570345">
                  <a:moveTo>
                    <a:pt x="2990011" y="4901533"/>
                  </a:moveTo>
                  <a:lnTo>
                    <a:pt x="2970767" y="4901533"/>
                  </a:lnTo>
                  <a:lnTo>
                    <a:pt x="2962276" y="4907890"/>
                  </a:lnTo>
                  <a:lnTo>
                    <a:pt x="2962276" y="4926937"/>
                  </a:lnTo>
                  <a:lnTo>
                    <a:pt x="2968786" y="4935414"/>
                  </a:lnTo>
                  <a:lnTo>
                    <a:pt x="2990011" y="4935414"/>
                  </a:lnTo>
                  <a:lnTo>
                    <a:pt x="2996237" y="4926937"/>
                  </a:lnTo>
                  <a:lnTo>
                    <a:pt x="2996237" y="4909982"/>
                  </a:lnTo>
                  <a:lnTo>
                    <a:pt x="2990011" y="4901533"/>
                  </a:lnTo>
                  <a:close/>
                </a:path>
                <a:path w="9542780" h="6570345">
                  <a:moveTo>
                    <a:pt x="2990011" y="4945983"/>
                  </a:moveTo>
                  <a:lnTo>
                    <a:pt x="2970767" y="4945983"/>
                  </a:lnTo>
                  <a:lnTo>
                    <a:pt x="2962276" y="4952342"/>
                  </a:lnTo>
                  <a:lnTo>
                    <a:pt x="2962276" y="4971387"/>
                  </a:lnTo>
                  <a:lnTo>
                    <a:pt x="2968786" y="4979865"/>
                  </a:lnTo>
                  <a:lnTo>
                    <a:pt x="2990011" y="4979865"/>
                  </a:lnTo>
                  <a:lnTo>
                    <a:pt x="2996237" y="4971387"/>
                  </a:lnTo>
                  <a:lnTo>
                    <a:pt x="2996237" y="4954460"/>
                  </a:lnTo>
                  <a:lnTo>
                    <a:pt x="2990011" y="4945983"/>
                  </a:lnTo>
                  <a:close/>
                </a:path>
                <a:path w="9542780" h="6570345">
                  <a:moveTo>
                    <a:pt x="2990011" y="4990462"/>
                  </a:moveTo>
                  <a:lnTo>
                    <a:pt x="2970767" y="4990462"/>
                  </a:lnTo>
                  <a:lnTo>
                    <a:pt x="2962276" y="4996792"/>
                  </a:lnTo>
                  <a:lnTo>
                    <a:pt x="2962276" y="5015866"/>
                  </a:lnTo>
                  <a:lnTo>
                    <a:pt x="2968786" y="5024343"/>
                  </a:lnTo>
                  <a:lnTo>
                    <a:pt x="2990011" y="5024343"/>
                  </a:lnTo>
                  <a:lnTo>
                    <a:pt x="2996237" y="5015866"/>
                  </a:lnTo>
                  <a:lnTo>
                    <a:pt x="2996237" y="4998910"/>
                  </a:lnTo>
                  <a:lnTo>
                    <a:pt x="2990011" y="4990462"/>
                  </a:lnTo>
                  <a:close/>
                </a:path>
                <a:path w="9542780" h="6570345">
                  <a:moveTo>
                    <a:pt x="2990011" y="5034912"/>
                  </a:moveTo>
                  <a:lnTo>
                    <a:pt x="2970767" y="5034912"/>
                  </a:lnTo>
                  <a:lnTo>
                    <a:pt x="2962276" y="5041270"/>
                  </a:lnTo>
                  <a:lnTo>
                    <a:pt x="2962276" y="5060316"/>
                  </a:lnTo>
                  <a:lnTo>
                    <a:pt x="2968786" y="5068793"/>
                  </a:lnTo>
                  <a:lnTo>
                    <a:pt x="2979257" y="5068793"/>
                  </a:lnTo>
                  <a:lnTo>
                    <a:pt x="2990011" y="5066673"/>
                  </a:lnTo>
                  <a:lnTo>
                    <a:pt x="2996237" y="5060316"/>
                  </a:lnTo>
                  <a:lnTo>
                    <a:pt x="2996237" y="5043389"/>
                  </a:lnTo>
                  <a:lnTo>
                    <a:pt x="2990011" y="5034912"/>
                  </a:lnTo>
                  <a:close/>
                </a:path>
                <a:path w="9542780" h="6570345">
                  <a:moveTo>
                    <a:pt x="2990011" y="5077270"/>
                  </a:moveTo>
                  <a:lnTo>
                    <a:pt x="2970767" y="5077270"/>
                  </a:lnTo>
                  <a:lnTo>
                    <a:pt x="2962276" y="5083629"/>
                  </a:lnTo>
                  <a:lnTo>
                    <a:pt x="2962276" y="5102675"/>
                  </a:lnTo>
                  <a:lnTo>
                    <a:pt x="2968786" y="5111153"/>
                  </a:lnTo>
                  <a:lnTo>
                    <a:pt x="2990011" y="5111153"/>
                  </a:lnTo>
                  <a:lnTo>
                    <a:pt x="2996237" y="5104794"/>
                  </a:lnTo>
                  <a:lnTo>
                    <a:pt x="2996237" y="5085720"/>
                  </a:lnTo>
                  <a:lnTo>
                    <a:pt x="2990011" y="5077270"/>
                  </a:lnTo>
                  <a:close/>
                </a:path>
                <a:path w="9542780" h="6570345">
                  <a:moveTo>
                    <a:pt x="2990011" y="5121720"/>
                  </a:moveTo>
                  <a:lnTo>
                    <a:pt x="2970767" y="5121720"/>
                  </a:lnTo>
                  <a:lnTo>
                    <a:pt x="2962276" y="5128079"/>
                  </a:lnTo>
                  <a:lnTo>
                    <a:pt x="2962276" y="5147125"/>
                  </a:lnTo>
                  <a:lnTo>
                    <a:pt x="2968786" y="5155603"/>
                  </a:lnTo>
                  <a:lnTo>
                    <a:pt x="2990011" y="5155603"/>
                  </a:lnTo>
                  <a:lnTo>
                    <a:pt x="2996237" y="5149245"/>
                  </a:lnTo>
                  <a:lnTo>
                    <a:pt x="2996237" y="5130199"/>
                  </a:lnTo>
                  <a:lnTo>
                    <a:pt x="2990011" y="5121720"/>
                  </a:lnTo>
                  <a:close/>
                </a:path>
                <a:path w="9542780" h="6570345">
                  <a:moveTo>
                    <a:pt x="2990011" y="5166199"/>
                  </a:moveTo>
                  <a:lnTo>
                    <a:pt x="2970767" y="5166199"/>
                  </a:lnTo>
                  <a:lnTo>
                    <a:pt x="2962276" y="5172529"/>
                  </a:lnTo>
                  <a:lnTo>
                    <a:pt x="2962276" y="5191603"/>
                  </a:lnTo>
                  <a:lnTo>
                    <a:pt x="2968786" y="5200081"/>
                  </a:lnTo>
                  <a:lnTo>
                    <a:pt x="2990011" y="5200081"/>
                  </a:lnTo>
                  <a:lnTo>
                    <a:pt x="2996237" y="5191603"/>
                  </a:lnTo>
                  <a:lnTo>
                    <a:pt x="2996237" y="5174649"/>
                  </a:lnTo>
                  <a:lnTo>
                    <a:pt x="2990011" y="5166199"/>
                  </a:lnTo>
                  <a:close/>
                </a:path>
                <a:path w="9542780" h="6570345">
                  <a:moveTo>
                    <a:pt x="2990011" y="5210649"/>
                  </a:moveTo>
                  <a:lnTo>
                    <a:pt x="2970767" y="5210649"/>
                  </a:lnTo>
                  <a:lnTo>
                    <a:pt x="2962276" y="5217007"/>
                  </a:lnTo>
                  <a:lnTo>
                    <a:pt x="2962276" y="5236053"/>
                  </a:lnTo>
                  <a:lnTo>
                    <a:pt x="2968786" y="5244532"/>
                  </a:lnTo>
                  <a:lnTo>
                    <a:pt x="2990011" y="5244532"/>
                  </a:lnTo>
                  <a:lnTo>
                    <a:pt x="2996237" y="5236053"/>
                  </a:lnTo>
                  <a:lnTo>
                    <a:pt x="2996237" y="5219127"/>
                  </a:lnTo>
                  <a:lnTo>
                    <a:pt x="2990011" y="5210649"/>
                  </a:lnTo>
                  <a:close/>
                </a:path>
                <a:path w="9542780" h="6570345">
                  <a:moveTo>
                    <a:pt x="2990011" y="5255127"/>
                  </a:moveTo>
                  <a:lnTo>
                    <a:pt x="2970767" y="5255127"/>
                  </a:lnTo>
                  <a:lnTo>
                    <a:pt x="2962276" y="5261458"/>
                  </a:lnTo>
                  <a:lnTo>
                    <a:pt x="2962276" y="5282652"/>
                  </a:lnTo>
                  <a:lnTo>
                    <a:pt x="2968786" y="5288982"/>
                  </a:lnTo>
                  <a:lnTo>
                    <a:pt x="2990011" y="5288982"/>
                  </a:lnTo>
                  <a:lnTo>
                    <a:pt x="2996237" y="5280533"/>
                  </a:lnTo>
                  <a:lnTo>
                    <a:pt x="2996237" y="5263577"/>
                  </a:lnTo>
                  <a:lnTo>
                    <a:pt x="2990011" y="5255127"/>
                  </a:lnTo>
                  <a:close/>
                </a:path>
                <a:path w="9542780" h="6570345">
                  <a:moveTo>
                    <a:pt x="2990011" y="5299579"/>
                  </a:moveTo>
                  <a:lnTo>
                    <a:pt x="2970767" y="5299579"/>
                  </a:lnTo>
                  <a:lnTo>
                    <a:pt x="2962276" y="5305936"/>
                  </a:lnTo>
                  <a:lnTo>
                    <a:pt x="2962276" y="5327102"/>
                  </a:lnTo>
                  <a:lnTo>
                    <a:pt x="2968786" y="5333460"/>
                  </a:lnTo>
                  <a:lnTo>
                    <a:pt x="2990011" y="5333460"/>
                  </a:lnTo>
                  <a:lnTo>
                    <a:pt x="2996237" y="5324983"/>
                  </a:lnTo>
                  <a:lnTo>
                    <a:pt x="2996237" y="5308056"/>
                  </a:lnTo>
                  <a:lnTo>
                    <a:pt x="2990011" y="5299579"/>
                  </a:lnTo>
                  <a:close/>
                </a:path>
                <a:path w="9542780" h="6570345">
                  <a:moveTo>
                    <a:pt x="2990011" y="5917840"/>
                  </a:moveTo>
                  <a:lnTo>
                    <a:pt x="2970767" y="5917840"/>
                  </a:lnTo>
                  <a:lnTo>
                    <a:pt x="2962276" y="5924198"/>
                  </a:lnTo>
                  <a:lnTo>
                    <a:pt x="2962276" y="5943244"/>
                  </a:lnTo>
                  <a:lnTo>
                    <a:pt x="2968786" y="5951722"/>
                  </a:lnTo>
                  <a:lnTo>
                    <a:pt x="2990011" y="5951722"/>
                  </a:lnTo>
                  <a:lnTo>
                    <a:pt x="2996237" y="5943244"/>
                  </a:lnTo>
                  <a:lnTo>
                    <a:pt x="2996237" y="5926317"/>
                  </a:lnTo>
                  <a:lnTo>
                    <a:pt x="2990011" y="5917840"/>
                  </a:lnTo>
                  <a:close/>
                </a:path>
                <a:path w="9542780" h="6570345">
                  <a:moveTo>
                    <a:pt x="2990011" y="5962290"/>
                  </a:moveTo>
                  <a:lnTo>
                    <a:pt x="2970767" y="5962290"/>
                  </a:lnTo>
                  <a:lnTo>
                    <a:pt x="2962276" y="5968649"/>
                  </a:lnTo>
                  <a:lnTo>
                    <a:pt x="2962276" y="5987723"/>
                  </a:lnTo>
                  <a:lnTo>
                    <a:pt x="2968786" y="5996172"/>
                  </a:lnTo>
                  <a:lnTo>
                    <a:pt x="2979257" y="5996172"/>
                  </a:lnTo>
                  <a:lnTo>
                    <a:pt x="2990011" y="5994053"/>
                  </a:lnTo>
                  <a:lnTo>
                    <a:pt x="2996237" y="5987723"/>
                  </a:lnTo>
                  <a:lnTo>
                    <a:pt x="2996237" y="5970767"/>
                  </a:lnTo>
                  <a:lnTo>
                    <a:pt x="2990011" y="5962290"/>
                  </a:lnTo>
                  <a:close/>
                </a:path>
                <a:path w="9542780" h="6570345">
                  <a:moveTo>
                    <a:pt x="2990011" y="6004650"/>
                  </a:moveTo>
                  <a:lnTo>
                    <a:pt x="2970767" y="6004650"/>
                  </a:lnTo>
                  <a:lnTo>
                    <a:pt x="2962276" y="6011007"/>
                  </a:lnTo>
                  <a:lnTo>
                    <a:pt x="2962276" y="6030053"/>
                  </a:lnTo>
                  <a:lnTo>
                    <a:pt x="2968786" y="6038531"/>
                  </a:lnTo>
                  <a:lnTo>
                    <a:pt x="2990011" y="6038531"/>
                  </a:lnTo>
                  <a:lnTo>
                    <a:pt x="2996237" y="6032173"/>
                  </a:lnTo>
                  <a:lnTo>
                    <a:pt x="2996237" y="6013127"/>
                  </a:lnTo>
                  <a:lnTo>
                    <a:pt x="2990011" y="6004650"/>
                  </a:lnTo>
                  <a:close/>
                </a:path>
                <a:path w="9542780" h="6570345">
                  <a:moveTo>
                    <a:pt x="2990011" y="6049100"/>
                  </a:moveTo>
                  <a:lnTo>
                    <a:pt x="2970767" y="6049100"/>
                  </a:lnTo>
                  <a:lnTo>
                    <a:pt x="2962276" y="6055457"/>
                  </a:lnTo>
                  <a:lnTo>
                    <a:pt x="2962276" y="6074533"/>
                  </a:lnTo>
                  <a:lnTo>
                    <a:pt x="2968786" y="6082981"/>
                  </a:lnTo>
                  <a:lnTo>
                    <a:pt x="2990011" y="6082981"/>
                  </a:lnTo>
                  <a:lnTo>
                    <a:pt x="2996237" y="6076623"/>
                  </a:lnTo>
                  <a:lnTo>
                    <a:pt x="2996237" y="6057577"/>
                  </a:lnTo>
                  <a:lnTo>
                    <a:pt x="2990011" y="6049100"/>
                  </a:lnTo>
                  <a:close/>
                </a:path>
                <a:path w="9542780" h="6570345">
                  <a:moveTo>
                    <a:pt x="2990011" y="6093578"/>
                  </a:moveTo>
                  <a:lnTo>
                    <a:pt x="2970767" y="6093578"/>
                  </a:lnTo>
                  <a:lnTo>
                    <a:pt x="2962276" y="6099936"/>
                  </a:lnTo>
                  <a:lnTo>
                    <a:pt x="2962276" y="6118983"/>
                  </a:lnTo>
                  <a:lnTo>
                    <a:pt x="2968786" y="6127460"/>
                  </a:lnTo>
                  <a:lnTo>
                    <a:pt x="2990011" y="6127460"/>
                  </a:lnTo>
                  <a:lnTo>
                    <a:pt x="2996237" y="6118983"/>
                  </a:lnTo>
                  <a:lnTo>
                    <a:pt x="2996237" y="6102056"/>
                  </a:lnTo>
                  <a:lnTo>
                    <a:pt x="2990011" y="6093578"/>
                  </a:lnTo>
                  <a:close/>
                </a:path>
                <a:path w="9542780" h="6570345">
                  <a:moveTo>
                    <a:pt x="2945296" y="4503459"/>
                  </a:moveTo>
                  <a:lnTo>
                    <a:pt x="2926334" y="4503459"/>
                  </a:lnTo>
                  <a:lnTo>
                    <a:pt x="2917844" y="4509816"/>
                  </a:lnTo>
                  <a:lnTo>
                    <a:pt x="2917844" y="4528863"/>
                  </a:lnTo>
                  <a:lnTo>
                    <a:pt x="2924069" y="4537340"/>
                  </a:lnTo>
                  <a:lnTo>
                    <a:pt x="2945296" y="4537340"/>
                  </a:lnTo>
                  <a:lnTo>
                    <a:pt x="2951805" y="4530982"/>
                  </a:lnTo>
                  <a:lnTo>
                    <a:pt x="2951805" y="4511936"/>
                  </a:lnTo>
                  <a:lnTo>
                    <a:pt x="2945296" y="4503459"/>
                  </a:lnTo>
                  <a:close/>
                </a:path>
                <a:path w="9542780" h="6570345">
                  <a:moveTo>
                    <a:pt x="2945296" y="4547937"/>
                  </a:moveTo>
                  <a:lnTo>
                    <a:pt x="2926334" y="4547937"/>
                  </a:lnTo>
                  <a:lnTo>
                    <a:pt x="2917844" y="4554296"/>
                  </a:lnTo>
                  <a:lnTo>
                    <a:pt x="2917844" y="4573342"/>
                  </a:lnTo>
                  <a:lnTo>
                    <a:pt x="2924069" y="4581819"/>
                  </a:lnTo>
                  <a:lnTo>
                    <a:pt x="2945296" y="4581819"/>
                  </a:lnTo>
                  <a:lnTo>
                    <a:pt x="2951805" y="4573342"/>
                  </a:lnTo>
                  <a:lnTo>
                    <a:pt x="2951805" y="4556415"/>
                  </a:lnTo>
                  <a:lnTo>
                    <a:pt x="2945296" y="4547937"/>
                  </a:lnTo>
                  <a:close/>
                </a:path>
                <a:path w="9542780" h="6570345">
                  <a:moveTo>
                    <a:pt x="2945296" y="4592388"/>
                  </a:moveTo>
                  <a:lnTo>
                    <a:pt x="2926334" y="4592388"/>
                  </a:lnTo>
                  <a:lnTo>
                    <a:pt x="2917844" y="4598746"/>
                  </a:lnTo>
                  <a:lnTo>
                    <a:pt x="2917844" y="4617792"/>
                  </a:lnTo>
                  <a:lnTo>
                    <a:pt x="2924069" y="4626269"/>
                  </a:lnTo>
                  <a:lnTo>
                    <a:pt x="2945296" y="4626269"/>
                  </a:lnTo>
                  <a:lnTo>
                    <a:pt x="2951805" y="4617792"/>
                  </a:lnTo>
                  <a:lnTo>
                    <a:pt x="2951805" y="4600865"/>
                  </a:lnTo>
                  <a:lnTo>
                    <a:pt x="2945296" y="4592388"/>
                  </a:lnTo>
                  <a:close/>
                </a:path>
                <a:path w="9542780" h="6570345">
                  <a:moveTo>
                    <a:pt x="2945296" y="4636866"/>
                  </a:moveTo>
                  <a:lnTo>
                    <a:pt x="2926334" y="4636866"/>
                  </a:lnTo>
                  <a:lnTo>
                    <a:pt x="2917844" y="4643224"/>
                  </a:lnTo>
                  <a:lnTo>
                    <a:pt x="2917844" y="4662270"/>
                  </a:lnTo>
                  <a:lnTo>
                    <a:pt x="2924069" y="4670747"/>
                  </a:lnTo>
                  <a:lnTo>
                    <a:pt x="2945296" y="4670747"/>
                  </a:lnTo>
                  <a:lnTo>
                    <a:pt x="2951805" y="4662270"/>
                  </a:lnTo>
                  <a:lnTo>
                    <a:pt x="2951805" y="4645343"/>
                  </a:lnTo>
                  <a:lnTo>
                    <a:pt x="2945296" y="4636866"/>
                  </a:lnTo>
                  <a:close/>
                </a:path>
                <a:path w="9542780" h="6570345">
                  <a:moveTo>
                    <a:pt x="2945296" y="4681316"/>
                  </a:moveTo>
                  <a:lnTo>
                    <a:pt x="2926334" y="4681316"/>
                  </a:lnTo>
                  <a:lnTo>
                    <a:pt x="2917844" y="4687675"/>
                  </a:lnTo>
                  <a:lnTo>
                    <a:pt x="2917844" y="4706720"/>
                  </a:lnTo>
                  <a:lnTo>
                    <a:pt x="2924069" y="4715198"/>
                  </a:lnTo>
                  <a:lnTo>
                    <a:pt x="2934823" y="4715198"/>
                  </a:lnTo>
                  <a:lnTo>
                    <a:pt x="2945296" y="4713079"/>
                  </a:lnTo>
                  <a:lnTo>
                    <a:pt x="2951805" y="4706720"/>
                  </a:lnTo>
                  <a:lnTo>
                    <a:pt x="2951805" y="4689793"/>
                  </a:lnTo>
                  <a:lnTo>
                    <a:pt x="2945296" y="4681316"/>
                  </a:lnTo>
                  <a:close/>
                </a:path>
                <a:path w="9542780" h="6570345">
                  <a:moveTo>
                    <a:pt x="2945296" y="4725795"/>
                  </a:moveTo>
                  <a:lnTo>
                    <a:pt x="2926334" y="4725795"/>
                  </a:lnTo>
                  <a:lnTo>
                    <a:pt x="2917844" y="4732153"/>
                  </a:lnTo>
                  <a:lnTo>
                    <a:pt x="2917844" y="4753319"/>
                  </a:lnTo>
                  <a:lnTo>
                    <a:pt x="2924069" y="4759676"/>
                  </a:lnTo>
                  <a:lnTo>
                    <a:pt x="2934823" y="4759676"/>
                  </a:lnTo>
                  <a:lnTo>
                    <a:pt x="2945296" y="4757557"/>
                  </a:lnTo>
                  <a:lnTo>
                    <a:pt x="2951805" y="4751199"/>
                  </a:lnTo>
                  <a:lnTo>
                    <a:pt x="2951805" y="4734245"/>
                  </a:lnTo>
                  <a:lnTo>
                    <a:pt x="2945296" y="4725795"/>
                  </a:lnTo>
                  <a:close/>
                </a:path>
                <a:path w="9542780" h="6570345">
                  <a:moveTo>
                    <a:pt x="2945296" y="4768126"/>
                  </a:moveTo>
                  <a:lnTo>
                    <a:pt x="2926334" y="4768126"/>
                  </a:lnTo>
                  <a:lnTo>
                    <a:pt x="2917844" y="4774483"/>
                  </a:lnTo>
                  <a:lnTo>
                    <a:pt x="2917844" y="4795649"/>
                  </a:lnTo>
                  <a:lnTo>
                    <a:pt x="2924069" y="4802007"/>
                  </a:lnTo>
                  <a:lnTo>
                    <a:pt x="2945296" y="4802007"/>
                  </a:lnTo>
                  <a:lnTo>
                    <a:pt x="2951805" y="4795649"/>
                  </a:lnTo>
                  <a:lnTo>
                    <a:pt x="2951805" y="4776603"/>
                  </a:lnTo>
                  <a:lnTo>
                    <a:pt x="2945296" y="4768126"/>
                  </a:lnTo>
                  <a:close/>
                </a:path>
                <a:path w="9542780" h="6570345">
                  <a:moveTo>
                    <a:pt x="2945296" y="4812604"/>
                  </a:moveTo>
                  <a:lnTo>
                    <a:pt x="2926334" y="4812604"/>
                  </a:lnTo>
                  <a:lnTo>
                    <a:pt x="2917844" y="4818962"/>
                  </a:lnTo>
                  <a:lnTo>
                    <a:pt x="2917844" y="4838009"/>
                  </a:lnTo>
                  <a:lnTo>
                    <a:pt x="2924069" y="4846486"/>
                  </a:lnTo>
                  <a:lnTo>
                    <a:pt x="2945296" y="4846486"/>
                  </a:lnTo>
                  <a:lnTo>
                    <a:pt x="2951805" y="4840127"/>
                  </a:lnTo>
                  <a:lnTo>
                    <a:pt x="2951805" y="4821053"/>
                  </a:lnTo>
                  <a:lnTo>
                    <a:pt x="2945296" y="4812604"/>
                  </a:lnTo>
                  <a:close/>
                </a:path>
                <a:path w="9542780" h="6570345">
                  <a:moveTo>
                    <a:pt x="2945296" y="4857055"/>
                  </a:moveTo>
                  <a:lnTo>
                    <a:pt x="2926334" y="4857055"/>
                  </a:lnTo>
                  <a:lnTo>
                    <a:pt x="2917844" y="4863412"/>
                  </a:lnTo>
                  <a:lnTo>
                    <a:pt x="2917844" y="4882459"/>
                  </a:lnTo>
                  <a:lnTo>
                    <a:pt x="2924069" y="4890936"/>
                  </a:lnTo>
                  <a:lnTo>
                    <a:pt x="2945296" y="4890936"/>
                  </a:lnTo>
                  <a:lnTo>
                    <a:pt x="2951805" y="4882459"/>
                  </a:lnTo>
                  <a:lnTo>
                    <a:pt x="2951805" y="4865532"/>
                  </a:lnTo>
                  <a:lnTo>
                    <a:pt x="2945296" y="4857055"/>
                  </a:lnTo>
                  <a:close/>
                </a:path>
                <a:path w="9542780" h="6570345">
                  <a:moveTo>
                    <a:pt x="2945296" y="4901533"/>
                  </a:moveTo>
                  <a:lnTo>
                    <a:pt x="2926334" y="4901533"/>
                  </a:lnTo>
                  <a:lnTo>
                    <a:pt x="2917844" y="4907890"/>
                  </a:lnTo>
                  <a:lnTo>
                    <a:pt x="2917844" y="4926937"/>
                  </a:lnTo>
                  <a:lnTo>
                    <a:pt x="2924069" y="4935414"/>
                  </a:lnTo>
                  <a:lnTo>
                    <a:pt x="2945296" y="4935414"/>
                  </a:lnTo>
                  <a:lnTo>
                    <a:pt x="2951805" y="4926937"/>
                  </a:lnTo>
                  <a:lnTo>
                    <a:pt x="2951805" y="4909982"/>
                  </a:lnTo>
                  <a:lnTo>
                    <a:pt x="2945296" y="4901533"/>
                  </a:lnTo>
                  <a:close/>
                </a:path>
                <a:path w="9542780" h="6570345">
                  <a:moveTo>
                    <a:pt x="2945296" y="4945983"/>
                  </a:moveTo>
                  <a:lnTo>
                    <a:pt x="2926334" y="4945983"/>
                  </a:lnTo>
                  <a:lnTo>
                    <a:pt x="2917844" y="4952342"/>
                  </a:lnTo>
                  <a:lnTo>
                    <a:pt x="2917844" y="4971387"/>
                  </a:lnTo>
                  <a:lnTo>
                    <a:pt x="2924069" y="4979865"/>
                  </a:lnTo>
                  <a:lnTo>
                    <a:pt x="2945296" y="4979865"/>
                  </a:lnTo>
                  <a:lnTo>
                    <a:pt x="2951805" y="4971387"/>
                  </a:lnTo>
                  <a:lnTo>
                    <a:pt x="2951805" y="4954460"/>
                  </a:lnTo>
                  <a:lnTo>
                    <a:pt x="2945296" y="4945983"/>
                  </a:lnTo>
                  <a:close/>
                </a:path>
                <a:path w="9542780" h="6570345">
                  <a:moveTo>
                    <a:pt x="2945296" y="4990462"/>
                  </a:moveTo>
                  <a:lnTo>
                    <a:pt x="2926334" y="4990462"/>
                  </a:lnTo>
                  <a:lnTo>
                    <a:pt x="2917844" y="4996792"/>
                  </a:lnTo>
                  <a:lnTo>
                    <a:pt x="2917844" y="5015866"/>
                  </a:lnTo>
                  <a:lnTo>
                    <a:pt x="2924069" y="5024343"/>
                  </a:lnTo>
                  <a:lnTo>
                    <a:pt x="2945296" y="5024343"/>
                  </a:lnTo>
                  <a:lnTo>
                    <a:pt x="2951805" y="5015866"/>
                  </a:lnTo>
                  <a:lnTo>
                    <a:pt x="2951805" y="4998910"/>
                  </a:lnTo>
                  <a:lnTo>
                    <a:pt x="2945296" y="4990462"/>
                  </a:lnTo>
                  <a:close/>
                </a:path>
                <a:path w="9542780" h="6570345">
                  <a:moveTo>
                    <a:pt x="2945296" y="5034912"/>
                  </a:moveTo>
                  <a:lnTo>
                    <a:pt x="2926334" y="5034912"/>
                  </a:lnTo>
                  <a:lnTo>
                    <a:pt x="2917844" y="5041270"/>
                  </a:lnTo>
                  <a:lnTo>
                    <a:pt x="2917844" y="5060316"/>
                  </a:lnTo>
                  <a:lnTo>
                    <a:pt x="2924069" y="5068793"/>
                  </a:lnTo>
                  <a:lnTo>
                    <a:pt x="2934823" y="5068793"/>
                  </a:lnTo>
                  <a:lnTo>
                    <a:pt x="2945296" y="5066673"/>
                  </a:lnTo>
                  <a:lnTo>
                    <a:pt x="2951805" y="5060316"/>
                  </a:lnTo>
                  <a:lnTo>
                    <a:pt x="2951805" y="5043389"/>
                  </a:lnTo>
                  <a:lnTo>
                    <a:pt x="2945296" y="5034912"/>
                  </a:lnTo>
                  <a:close/>
                </a:path>
                <a:path w="9542780" h="6570345">
                  <a:moveTo>
                    <a:pt x="2945296" y="5077270"/>
                  </a:moveTo>
                  <a:lnTo>
                    <a:pt x="2926334" y="5077270"/>
                  </a:lnTo>
                  <a:lnTo>
                    <a:pt x="2917844" y="5083629"/>
                  </a:lnTo>
                  <a:lnTo>
                    <a:pt x="2917844" y="5102675"/>
                  </a:lnTo>
                  <a:lnTo>
                    <a:pt x="2924069" y="5111153"/>
                  </a:lnTo>
                  <a:lnTo>
                    <a:pt x="2945296" y="5111153"/>
                  </a:lnTo>
                  <a:lnTo>
                    <a:pt x="2951805" y="5104794"/>
                  </a:lnTo>
                  <a:lnTo>
                    <a:pt x="2951805" y="5085720"/>
                  </a:lnTo>
                  <a:lnTo>
                    <a:pt x="2945296" y="5077270"/>
                  </a:lnTo>
                  <a:close/>
                </a:path>
                <a:path w="9542780" h="6570345">
                  <a:moveTo>
                    <a:pt x="2945296" y="5121720"/>
                  </a:moveTo>
                  <a:lnTo>
                    <a:pt x="2926334" y="5121720"/>
                  </a:lnTo>
                  <a:lnTo>
                    <a:pt x="2917844" y="5128079"/>
                  </a:lnTo>
                  <a:lnTo>
                    <a:pt x="2917844" y="5147125"/>
                  </a:lnTo>
                  <a:lnTo>
                    <a:pt x="2924069" y="5155603"/>
                  </a:lnTo>
                  <a:lnTo>
                    <a:pt x="2945296" y="5155603"/>
                  </a:lnTo>
                  <a:lnTo>
                    <a:pt x="2951805" y="5149245"/>
                  </a:lnTo>
                  <a:lnTo>
                    <a:pt x="2951805" y="5130199"/>
                  </a:lnTo>
                  <a:lnTo>
                    <a:pt x="2945296" y="5121720"/>
                  </a:lnTo>
                  <a:close/>
                </a:path>
                <a:path w="9542780" h="6570345">
                  <a:moveTo>
                    <a:pt x="2945296" y="5166199"/>
                  </a:moveTo>
                  <a:lnTo>
                    <a:pt x="2926334" y="5166199"/>
                  </a:lnTo>
                  <a:lnTo>
                    <a:pt x="2917844" y="5172529"/>
                  </a:lnTo>
                  <a:lnTo>
                    <a:pt x="2917844" y="5191603"/>
                  </a:lnTo>
                  <a:lnTo>
                    <a:pt x="2924069" y="5200081"/>
                  </a:lnTo>
                  <a:lnTo>
                    <a:pt x="2945296" y="5200081"/>
                  </a:lnTo>
                  <a:lnTo>
                    <a:pt x="2951805" y="5191603"/>
                  </a:lnTo>
                  <a:lnTo>
                    <a:pt x="2951805" y="5174649"/>
                  </a:lnTo>
                  <a:lnTo>
                    <a:pt x="2945296" y="5166199"/>
                  </a:lnTo>
                  <a:close/>
                </a:path>
                <a:path w="9542780" h="6570345">
                  <a:moveTo>
                    <a:pt x="2945296" y="5210649"/>
                  </a:moveTo>
                  <a:lnTo>
                    <a:pt x="2926334" y="5210649"/>
                  </a:lnTo>
                  <a:lnTo>
                    <a:pt x="2917844" y="5217007"/>
                  </a:lnTo>
                  <a:lnTo>
                    <a:pt x="2917844" y="5236053"/>
                  </a:lnTo>
                  <a:lnTo>
                    <a:pt x="2924069" y="5244532"/>
                  </a:lnTo>
                  <a:lnTo>
                    <a:pt x="2945296" y="5244532"/>
                  </a:lnTo>
                  <a:lnTo>
                    <a:pt x="2951805" y="5236053"/>
                  </a:lnTo>
                  <a:lnTo>
                    <a:pt x="2951805" y="5219127"/>
                  </a:lnTo>
                  <a:lnTo>
                    <a:pt x="2945296" y="5210649"/>
                  </a:lnTo>
                  <a:close/>
                </a:path>
                <a:path w="9542780" h="6570345">
                  <a:moveTo>
                    <a:pt x="2945296" y="5917840"/>
                  </a:moveTo>
                  <a:lnTo>
                    <a:pt x="2926334" y="5917840"/>
                  </a:lnTo>
                  <a:lnTo>
                    <a:pt x="2917844" y="5924198"/>
                  </a:lnTo>
                  <a:lnTo>
                    <a:pt x="2917844" y="5943244"/>
                  </a:lnTo>
                  <a:lnTo>
                    <a:pt x="2924069" y="5951722"/>
                  </a:lnTo>
                  <a:lnTo>
                    <a:pt x="2945296" y="5951722"/>
                  </a:lnTo>
                  <a:lnTo>
                    <a:pt x="2951805" y="5943244"/>
                  </a:lnTo>
                  <a:lnTo>
                    <a:pt x="2951805" y="5926317"/>
                  </a:lnTo>
                  <a:lnTo>
                    <a:pt x="2945296" y="5917840"/>
                  </a:lnTo>
                  <a:close/>
                </a:path>
                <a:path w="9542780" h="6570345">
                  <a:moveTo>
                    <a:pt x="2945296" y="5962290"/>
                  </a:moveTo>
                  <a:lnTo>
                    <a:pt x="2926334" y="5962290"/>
                  </a:lnTo>
                  <a:lnTo>
                    <a:pt x="2917844" y="5968649"/>
                  </a:lnTo>
                  <a:lnTo>
                    <a:pt x="2917844" y="5987723"/>
                  </a:lnTo>
                  <a:lnTo>
                    <a:pt x="2924069" y="5996172"/>
                  </a:lnTo>
                  <a:lnTo>
                    <a:pt x="2934823" y="5996172"/>
                  </a:lnTo>
                  <a:lnTo>
                    <a:pt x="2945296" y="5994053"/>
                  </a:lnTo>
                  <a:lnTo>
                    <a:pt x="2951805" y="5987723"/>
                  </a:lnTo>
                  <a:lnTo>
                    <a:pt x="2951805" y="5970767"/>
                  </a:lnTo>
                  <a:lnTo>
                    <a:pt x="2945296" y="5962290"/>
                  </a:lnTo>
                  <a:close/>
                </a:path>
                <a:path w="9542780" h="6570345">
                  <a:moveTo>
                    <a:pt x="2945296" y="6004650"/>
                  </a:moveTo>
                  <a:lnTo>
                    <a:pt x="2926334" y="6004650"/>
                  </a:lnTo>
                  <a:lnTo>
                    <a:pt x="2917844" y="6011007"/>
                  </a:lnTo>
                  <a:lnTo>
                    <a:pt x="2917844" y="6030053"/>
                  </a:lnTo>
                  <a:lnTo>
                    <a:pt x="2924069" y="6038531"/>
                  </a:lnTo>
                  <a:lnTo>
                    <a:pt x="2945296" y="6038531"/>
                  </a:lnTo>
                  <a:lnTo>
                    <a:pt x="2951805" y="6032173"/>
                  </a:lnTo>
                  <a:lnTo>
                    <a:pt x="2951805" y="6013127"/>
                  </a:lnTo>
                  <a:lnTo>
                    <a:pt x="2945296" y="6004650"/>
                  </a:lnTo>
                  <a:close/>
                </a:path>
                <a:path w="9542780" h="6570345">
                  <a:moveTo>
                    <a:pt x="2945296" y="6049100"/>
                  </a:moveTo>
                  <a:lnTo>
                    <a:pt x="2926334" y="6049100"/>
                  </a:lnTo>
                  <a:lnTo>
                    <a:pt x="2917844" y="6055457"/>
                  </a:lnTo>
                  <a:lnTo>
                    <a:pt x="2917844" y="6074533"/>
                  </a:lnTo>
                  <a:lnTo>
                    <a:pt x="2924069" y="6082981"/>
                  </a:lnTo>
                  <a:lnTo>
                    <a:pt x="2945296" y="6082981"/>
                  </a:lnTo>
                  <a:lnTo>
                    <a:pt x="2951805" y="6076623"/>
                  </a:lnTo>
                  <a:lnTo>
                    <a:pt x="2951805" y="6057577"/>
                  </a:lnTo>
                  <a:lnTo>
                    <a:pt x="2945296" y="6049100"/>
                  </a:lnTo>
                  <a:close/>
                </a:path>
                <a:path w="9542780" h="6570345">
                  <a:moveTo>
                    <a:pt x="2900862" y="4459009"/>
                  </a:moveTo>
                  <a:lnTo>
                    <a:pt x="2881901" y="4459009"/>
                  </a:lnTo>
                  <a:lnTo>
                    <a:pt x="2873410" y="4465366"/>
                  </a:lnTo>
                  <a:lnTo>
                    <a:pt x="2873410" y="4484413"/>
                  </a:lnTo>
                  <a:lnTo>
                    <a:pt x="2879637" y="4492890"/>
                  </a:lnTo>
                  <a:lnTo>
                    <a:pt x="2900862" y="4492890"/>
                  </a:lnTo>
                  <a:lnTo>
                    <a:pt x="2907372" y="4486532"/>
                  </a:lnTo>
                  <a:lnTo>
                    <a:pt x="2907372" y="4467486"/>
                  </a:lnTo>
                  <a:lnTo>
                    <a:pt x="2900862" y="4459009"/>
                  </a:lnTo>
                  <a:close/>
                </a:path>
                <a:path w="9542780" h="6570345">
                  <a:moveTo>
                    <a:pt x="2900862" y="4503459"/>
                  </a:moveTo>
                  <a:lnTo>
                    <a:pt x="2881901" y="4503459"/>
                  </a:lnTo>
                  <a:lnTo>
                    <a:pt x="2873410" y="4509816"/>
                  </a:lnTo>
                  <a:lnTo>
                    <a:pt x="2873410" y="4528863"/>
                  </a:lnTo>
                  <a:lnTo>
                    <a:pt x="2879637" y="4537340"/>
                  </a:lnTo>
                  <a:lnTo>
                    <a:pt x="2900862" y="4537340"/>
                  </a:lnTo>
                  <a:lnTo>
                    <a:pt x="2907372" y="4530982"/>
                  </a:lnTo>
                  <a:lnTo>
                    <a:pt x="2907372" y="4511936"/>
                  </a:lnTo>
                  <a:lnTo>
                    <a:pt x="2900862" y="4503459"/>
                  </a:lnTo>
                  <a:close/>
                </a:path>
                <a:path w="9542780" h="6570345">
                  <a:moveTo>
                    <a:pt x="2900862" y="4547937"/>
                  </a:moveTo>
                  <a:lnTo>
                    <a:pt x="2881901" y="4547937"/>
                  </a:lnTo>
                  <a:lnTo>
                    <a:pt x="2873410" y="4554296"/>
                  </a:lnTo>
                  <a:lnTo>
                    <a:pt x="2873410" y="4573342"/>
                  </a:lnTo>
                  <a:lnTo>
                    <a:pt x="2879637" y="4581819"/>
                  </a:lnTo>
                  <a:lnTo>
                    <a:pt x="2900862" y="4581819"/>
                  </a:lnTo>
                  <a:lnTo>
                    <a:pt x="2907372" y="4573342"/>
                  </a:lnTo>
                  <a:lnTo>
                    <a:pt x="2907372" y="4556415"/>
                  </a:lnTo>
                  <a:lnTo>
                    <a:pt x="2900862" y="4547937"/>
                  </a:lnTo>
                  <a:close/>
                </a:path>
                <a:path w="9542780" h="6570345">
                  <a:moveTo>
                    <a:pt x="2900862" y="4592388"/>
                  </a:moveTo>
                  <a:lnTo>
                    <a:pt x="2881901" y="4592388"/>
                  </a:lnTo>
                  <a:lnTo>
                    <a:pt x="2873410" y="4598746"/>
                  </a:lnTo>
                  <a:lnTo>
                    <a:pt x="2873410" y="4617792"/>
                  </a:lnTo>
                  <a:lnTo>
                    <a:pt x="2879637" y="4626269"/>
                  </a:lnTo>
                  <a:lnTo>
                    <a:pt x="2900862" y="4626269"/>
                  </a:lnTo>
                  <a:lnTo>
                    <a:pt x="2907372" y="4617792"/>
                  </a:lnTo>
                  <a:lnTo>
                    <a:pt x="2907372" y="4600865"/>
                  </a:lnTo>
                  <a:lnTo>
                    <a:pt x="2900862" y="4592388"/>
                  </a:lnTo>
                  <a:close/>
                </a:path>
                <a:path w="9542780" h="6570345">
                  <a:moveTo>
                    <a:pt x="2900862" y="4636866"/>
                  </a:moveTo>
                  <a:lnTo>
                    <a:pt x="2881901" y="4636866"/>
                  </a:lnTo>
                  <a:lnTo>
                    <a:pt x="2873410" y="4643224"/>
                  </a:lnTo>
                  <a:lnTo>
                    <a:pt x="2873410" y="4662270"/>
                  </a:lnTo>
                  <a:lnTo>
                    <a:pt x="2879637" y="4670747"/>
                  </a:lnTo>
                  <a:lnTo>
                    <a:pt x="2900862" y="4670747"/>
                  </a:lnTo>
                  <a:lnTo>
                    <a:pt x="2907372" y="4662270"/>
                  </a:lnTo>
                  <a:lnTo>
                    <a:pt x="2907372" y="4645343"/>
                  </a:lnTo>
                  <a:lnTo>
                    <a:pt x="2900862" y="4636866"/>
                  </a:lnTo>
                  <a:close/>
                </a:path>
                <a:path w="9542780" h="6570345">
                  <a:moveTo>
                    <a:pt x="2900862" y="4681316"/>
                  </a:moveTo>
                  <a:lnTo>
                    <a:pt x="2881901" y="4681316"/>
                  </a:lnTo>
                  <a:lnTo>
                    <a:pt x="2873410" y="4687675"/>
                  </a:lnTo>
                  <a:lnTo>
                    <a:pt x="2873410" y="4706720"/>
                  </a:lnTo>
                  <a:lnTo>
                    <a:pt x="2879637" y="4715198"/>
                  </a:lnTo>
                  <a:lnTo>
                    <a:pt x="2890391" y="4715198"/>
                  </a:lnTo>
                  <a:lnTo>
                    <a:pt x="2900862" y="4713079"/>
                  </a:lnTo>
                  <a:lnTo>
                    <a:pt x="2907372" y="4706720"/>
                  </a:lnTo>
                  <a:lnTo>
                    <a:pt x="2907372" y="4689793"/>
                  </a:lnTo>
                  <a:lnTo>
                    <a:pt x="2900862" y="4681316"/>
                  </a:lnTo>
                  <a:close/>
                </a:path>
                <a:path w="9542780" h="6570345">
                  <a:moveTo>
                    <a:pt x="2900862" y="4725795"/>
                  </a:moveTo>
                  <a:lnTo>
                    <a:pt x="2881901" y="4725795"/>
                  </a:lnTo>
                  <a:lnTo>
                    <a:pt x="2873410" y="4732153"/>
                  </a:lnTo>
                  <a:lnTo>
                    <a:pt x="2873410" y="4753319"/>
                  </a:lnTo>
                  <a:lnTo>
                    <a:pt x="2879637" y="4759676"/>
                  </a:lnTo>
                  <a:lnTo>
                    <a:pt x="2890391" y="4759676"/>
                  </a:lnTo>
                  <a:lnTo>
                    <a:pt x="2900862" y="4757557"/>
                  </a:lnTo>
                  <a:lnTo>
                    <a:pt x="2907372" y="4751199"/>
                  </a:lnTo>
                  <a:lnTo>
                    <a:pt x="2907372" y="4734245"/>
                  </a:lnTo>
                  <a:lnTo>
                    <a:pt x="2900862" y="4725795"/>
                  </a:lnTo>
                  <a:close/>
                </a:path>
                <a:path w="9542780" h="6570345">
                  <a:moveTo>
                    <a:pt x="2900862" y="4768126"/>
                  </a:moveTo>
                  <a:lnTo>
                    <a:pt x="2881901" y="4768126"/>
                  </a:lnTo>
                  <a:lnTo>
                    <a:pt x="2873410" y="4774483"/>
                  </a:lnTo>
                  <a:lnTo>
                    <a:pt x="2873410" y="4795649"/>
                  </a:lnTo>
                  <a:lnTo>
                    <a:pt x="2879637" y="4802007"/>
                  </a:lnTo>
                  <a:lnTo>
                    <a:pt x="2900862" y="4802007"/>
                  </a:lnTo>
                  <a:lnTo>
                    <a:pt x="2907372" y="4795649"/>
                  </a:lnTo>
                  <a:lnTo>
                    <a:pt x="2907372" y="4776603"/>
                  </a:lnTo>
                  <a:lnTo>
                    <a:pt x="2900862" y="4768126"/>
                  </a:lnTo>
                  <a:close/>
                </a:path>
                <a:path w="9542780" h="6570345">
                  <a:moveTo>
                    <a:pt x="2900862" y="4812604"/>
                  </a:moveTo>
                  <a:lnTo>
                    <a:pt x="2881901" y="4812604"/>
                  </a:lnTo>
                  <a:lnTo>
                    <a:pt x="2873410" y="4818962"/>
                  </a:lnTo>
                  <a:lnTo>
                    <a:pt x="2873410" y="4838009"/>
                  </a:lnTo>
                  <a:lnTo>
                    <a:pt x="2879637" y="4846486"/>
                  </a:lnTo>
                  <a:lnTo>
                    <a:pt x="2900862" y="4846486"/>
                  </a:lnTo>
                  <a:lnTo>
                    <a:pt x="2907372" y="4840127"/>
                  </a:lnTo>
                  <a:lnTo>
                    <a:pt x="2907372" y="4821053"/>
                  </a:lnTo>
                  <a:lnTo>
                    <a:pt x="2900862" y="4812604"/>
                  </a:lnTo>
                  <a:close/>
                </a:path>
                <a:path w="9542780" h="6570345">
                  <a:moveTo>
                    <a:pt x="2900862" y="4857055"/>
                  </a:moveTo>
                  <a:lnTo>
                    <a:pt x="2881901" y="4857055"/>
                  </a:lnTo>
                  <a:lnTo>
                    <a:pt x="2873410" y="4863412"/>
                  </a:lnTo>
                  <a:lnTo>
                    <a:pt x="2873410" y="4882459"/>
                  </a:lnTo>
                  <a:lnTo>
                    <a:pt x="2879637" y="4890936"/>
                  </a:lnTo>
                  <a:lnTo>
                    <a:pt x="2900862" y="4890936"/>
                  </a:lnTo>
                  <a:lnTo>
                    <a:pt x="2907372" y="4882459"/>
                  </a:lnTo>
                  <a:lnTo>
                    <a:pt x="2907372" y="4865532"/>
                  </a:lnTo>
                  <a:lnTo>
                    <a:pt x="2900862" y="4857055"/>
                  </a:lnTo>
                  <a:close/>
                </a:path>
                <a:path w="9542780" h="6570345">
                  <a:moveTo>
                    <a:pt x="2900862" y="4901533"/>
                  </a:moveTo>
                  <a:lnTo>
                    <a:pt x="2881901" y="4901533"/>
                  </a:lnTo>
                  <a:lnTo>
                    <a:pt x="2873410" y="4907890"/>
                  </a:lnTo>
                  <a:lnTo>
                    <a:pt x="2873410" y="4926937"/>
                  </a:lnTo>
                  <a:lnTo>
                    <a:pt x="2879637" y="4935414"/>
                  </a:lnTo>
                  <a:lnTo>
                    <a:pt x="2900862" y="4935414"/>
                  </a:lnTo>
                  <a:lnTo>
                    <a:pt x="2907372" y="4926937"/>
                  </a:lnTo>
                  <a:lnTo>
                    <a:pt x="2907372" y="4909982"/>
                  </a:lnTo>
                  <a:lnTo>
                    <a:pt x="2900862" y="4901533"/>
                  </a:lnTo>
                  <a:close/>
                </a:path>
                <a:path w="9542780" h="6570345">
                  <a:moveTo>
                    <a:pt x="2900862" y="4945983"/>
                  </a:moveTo>
                  <a:lnTo>
                    <a:pt x="2881901" y="4945983"/>
                  </a:lnTo>
                  <a:lnTo>
                    <a:pt x="2873410" y="4952342"/>
                  </a:lnTo>
                  <a:lnTo>
                    <a:pt x="2873410" y="4971387"/>
                  </a:lnTo>
                  <a:lnTo>
                    <a:pt x="2879637" y="4979865"/>
                  </a:lnTo>
                  <a:lnTo>
                    <a:pt x="2900862" y="4979865"/>
                  </a:lnTo>
                  <a:lnTo>
                    <a:pt x="2907372" y="4971387"/>
                  </a:lnTo>
                  <a:lnTo>
                    <a:pt x="2907372" y="4954460"/>
                  </a:lnTo>
                  <a:lnTo>
                    <a:pt x="2900862" y="4945983"/>
                  </a:lnTo>
                  <a:close/>
                </a:path>
                <a:path w="9542780" h="6570345">
                  <a:moveTo>
                    <a:pt x="2900862" y="5917840"/>
                  </a:moveTo>
                  <a:lnTo>
                    <a:pt x="2881901" y="5917840"/>
                  </a:lnTo>
                  <a:lnTo>
                    <a:pt x="2873411" y="5924198"/>
                  </a:lnTo>
                  <a:lnTo>
                    <a:pt x="2873411" y="5943244"/>
                  </a:lnTo>
                  <a:lnTo>
                    <a:pt x="2879637" y="5951722"/>
                  </a:lnTo>
                  <a:lnTo>
                    <a:pt x="2900862" y="5951722"/>
                  </a:lnTo>
                  <a:lnTo>
                    <a:pt x="2907372" y="5943244"/>
                  </a:lnTo>
                  <a:lnTo>
                    <a:pt x="2907372" y="5926317"/>
                  </a:lnTo>
                  <a:lnTo>
                    <a:pt x="2900862" y="5917840"/>
                  </a:lnTo>
                  <a:close/>
                </a:path>
                <a:path w="9542780" h="6570345">
                  <a:moveTo>
                    <a:pt x="2900862" y="5962290"/>
                  </a:moveTo>
                  <a:lnTo>
                    <a:pt x="2881901" y="5962290"/>
                  </a:lnTo>
                  <a:lnTo>
                    <a:pt x="2873411" y="5968649"/>
                  </a:lnTo>
                  <a:lnTo>
                    <a:pt x="2873411" y="5987723"/>
                  </a:lnTo>
                  <a:lnTo>
                    <a:pt x="2879637" y="5996172"/>
                  </a:lnTo>
                  <a:lnTo>
                    <a:pt x="2890391" y="5996172"/>
                  </a:lnTo>
                  <a:lnTo>
                    <a:pt x="2900862" y="5994053"/>
                  </a:lnTo>
                  <a:lnTo>
                    <a:pt x="2907372" y="5987723"/>
                  </a:lnTo>
                  <a:lnTo>
                    <a:pt x="2907372" y="5970767"/>
                  </a:lnTo>
                  <a:lnTo>
                    <a:pt x="2900862" y="5962290"/>
                  </a:lnTo>
                  <a:close/>
                </a:path>
                <a:path w="9542780" h="6570345">
                  <a:moveTo>
                    <a:pt x="2900862" y="6004650"/>
                  </a:moveTo>
                  <a:lnTo>
                    <a:pt x="2881901" y="6004650"/>
                  </a:lnTo>
                  <a:lnTo>
                    <a:pt x="2873411" y="6011007"/>
                  </a:lnTo>
                  <a:lnTo>
                    <a:pt x="2873411" y="6030053"/>
                  </a:lnTo>
                  <a:lnTo>
                    <a:pt x="2879637" y="6038531"/>
                  </a:lnTo>
                  <a:lnTo>
                    <a:pt x="2900862" y="6038531"/>
                  </a:lnTo>
                  <a:lnTo>
                    <a:pt x="2907372" y="6032173"/>
                  </a:lnTo>
                  <a:lnTo>
                    <a:pt x="2907372" y="6013127"/>
                  </a:lnTo>
                  <a:lnTo>
                    <a:pt x="2900862" y="6004650"/>
                  </a:lnTo>
                  <a:close/>
                </a:path>
                <a:path w="9542780" h="6570345">
                  <a:moveTo>
                    <a:pt x="2900862" y="6049100"/>
                  </a:moveTo>
                  <a:lnTo>
                    <a:pt x="2881901" y="6049100"/>
                  </a:lnTo>
                  <a:lnTo>
                    <a:pt x="2873411" y="6055457"/>
                  </a:lnTo>
                  <a:lnTo>
                    <a:pt x="2873411" y="6074533"/>
                  </a:lnTo>
                  <a:lnTo>
                    <a:pt x="2879637" y="6082981"/>
                  </a:lnTo>
                  <a:lnTo>
                    <a:pt x="2900862" y="6082981"/>
                  </a:lnTo>
                  <a:lnTo>
                    <a:pt x="2907372" y="6076623"/>
                  </a:lnTo>
                  <a:lnTo>
                    <a:pt x="2907372" y="6057577"/>
                  </a:lnTo>
                  <a:lnTo>
                    <a:pt x="2900862" y="6049100"/>
                  </a:lnTo>
                  <a:close/>
                </a:path>
                <a:path w="9542780" h="6570345">
                  <a:moveTo>
                    <a:pt x="2856430" y="2561892"/>
                  </a:moveTo>
                  <a:lnTo>
                    <a:pt x="2837185" y="2561892"/>
                  </a:lnTo>
                  <a:lnTo>
                    <a:pt x="2828695" y="2568108"/>
                  </a:lnTo>
                  <a:lnTo>
                    <a:pt x="2828695" y="2589302"/>
                  </a:lnTo>
                  <a:lnTo>
                    <a:pt x="2835205" y="2595802"/>
                  </a:lnTo>
                  <a:lnTo>
                    <a:pt x="2845676" y="2595802"/>
                  </a:lnTo>
                  <a:lnTo>
                    <a:pt x="2856430" y="2593541"/>
                  </a:lnTo>
                  <a:lnTo>
                    <a:pt x="2862656" y="2587325"/>
                  </a:lnTo>
                  <a:lnTo>
                    <a:pt x="2862656" y="2570369"/>
                  </a:lnTo>
                  <a:lnTo>
                    <a:pt x="2856430" y="2561892"/>
                  </a:lnTo>
                  <a:close/>
                </a:path>
                <a:path w="9542780" h="6570345">
                  <a:moveTo>
                    <a:pt x="2856430" y="2604279"/>
                  </a:moveTo>
                  <a:lnTo>
                    <a:pt x="2837185" y="2604279"/>
                  </a:lnTo>
                  <a:lnTo>
                    <a:pt x="2828695" y="2610496"/>
                  </a:lnTo>
                  <a:lnTo>
                    <a:pt x="2828695" y="2631690"/>
                  </a:lnTo>
                  <a:lnTo>
                    <a:pt x="2835205" y="2638190"/>
                  </a:lnTo>
                  <a:lnTo>
                    <a:pt x="2856430" y="2638190"/>
                  </a:lnTo>
                  <a:lnTo>
                    <a:pt x="2862656" y="2631690"/>
                  </a:lnTo>
                  <a:lnTo>
                    <a:pt x="2862656" y="2612757"/>
                  </a:lnTo>
                  <a:lnTo>
                    <a:pt x="2856430" y="2604279"/>
                  </a:lnTo>
                  <a:close/>
                </a:path>
                <a:path w="9542780" h="6570345">
                  <a:moveTo>
                    <a:pt x="2856430" y="2648644"/>
                  </a:moveTo>
                  <a:lnTo>
                    <a:pt x="2837185" y="2648644"/>
                  </a:lnTo>
                  <a:lnTo>
                    <a:pt x="2828695" y="2655144"/>
                  </a:lnTo>
                  <a:lnTo>
                    <a:pt x="2828695" y="2676338"/>
                  </a:lnTo>
                  <a:lnTo>
                    <a:pt x="2835205" y="2682554"/>
                  </a:lnTo>
                  <a:lnTo>
                    <a:pt x="2856430" y="2682554"/>
                  </a:lnTo>
                  <a:lnTo>
                    <a:pt x="2862656" y="2676338"/>
                  </a:lnTo>
                  <a:lnTo>
                    <a:pt x="2862656" y="2657123"/>
                  </a:lnTo>
                  <a:lnTo>
                    <a:pt x="2856430" y="2648644"/>
                  </a:lnTo>
                  <a:close/>
                </a:path>
                <a:path w="9542780" h="6570345">
                  <a:moveTo>
                    <a:pt x="2856430" y="2693292"/>
                  </a:moveTo>
                  <a:lnTo>
                    <a:pt x="2837185" y="2693292"/>
                  </a:lnTo>
                  <a:lnTo>
                    <a:pt x="2828695" y="2699509"/>
                  </a:lnTo>
                  <a:lnTo>
                    <a:pt x="2828695" y="2718442"/>
                  </a:lnTo>
                  <a:lnTo>
                    <a:pt x="2835205" y="2726921"/>
                  </a:lnTo>
                  <a:lnTo>
                    <a:pt x="2856430" y="2726921"/>
                  </a:lnTo>
                  <a:lnTo>
                    <a:pt x="2862656" y="2718442"/>
                  </a:lnTo>
                  <a:lnTo>
                    <a:pt x="2862656" y="2701771"/>
                  </a:lnTo>
                  <a:lnTo>
                    <a:pt x="2856430" y="2693292"/>
                  </a:lnTo>
                  <a:close/>
                </a:path>
                <a:path w="9542780" h="6570345">
                  <a:moveTo>
                    <a:pt x="2856430" y="4459009"/>
                  </a:moveTo>
                  <a:lnTo>
                    <a:pt x="2837186" y="4459009"/>
                  </a:lnTo>
                  <a:lnTo>
                    <a:pt x="2828695" y="4465366"/>
                  </a:lnTo>
                  <a:lnTo>
                    <a:pt x="2828695" y="4484413"/>
                  </a:lnTo>
                  <a:lnTo>
                    <a:pt x="2835205" y="4492890"/>
                  </a:lnTo>
                  <a:lnTo>
                    <a:pt x="2856430" y="4492890"/>
                  </a:lnTo>
                  <a:lnTo>
                    <a:pt x="2862656" y="4486532"/>
                  </a:lnTo>
                  <a:lnTo>
                    <a:pt x="2862656" y="4467486"/>
                  </a:lnTo>
                  <a:lnTo>
                    <a:pt x="2856430" y="4459009"/>
                  </a:lnTo>
                  <a:close/>
                </a:path>
                <a:path w="9542780" h="6570345">
                  <a:moveTo>
                    <a:pt x="2856430" y="4503459"/>
                  </a:moveTo>
                  <a:lnTo>
                    <a:pt x="2837186" y="4503459"/>
                  </a:lnTo>
                  <a:lnTo>
                    <a:pt x="2828695" y="4509816"/>
                  </a:lnTo>
                  <a:lnTo>
                    <a:pt x="2828695" y="4528863"/>
                  </a:lnTo>
                  <a:lnTo>
                    <a:pt x="2835205" y="4537340"/>
                  </a:lnTo>
                  <a:lnTo>
                    <a:pt x="2856430" y="4537340"/>
                  </a:lnTo>
                  <a:lnTo>
                    <a:pt x="2862656" y="4530982"/>
                  </a:lnTo>
                  <a:lnTo>
                    <a:pt x="2862656" y="4511936"/>
                  </a:lnTo>
                  <a:lnTo>
                    <a:pt x="2856430" y="4503459"/>
                  </a:lnTo>
                  <a:close/>
                </a:path>
                <a:path w="9542780" h="6570345">
                  <a:moveTo>
                    <a:pt x="2856430" y="4547937"/>
                  </a:moveTo>
                  <a:lnTo>
                    <a:pt x="2837186" y="4547937"/>
                  </a:lnTo>
                  <a:lnTo>
                    <a:pt x="2828695" y="4554296"/>
                  </a:lnTo>
                  <a:lnTo>
                    <a:pt x="2828695" y="4573342"/>
                  </a:lnTo>
                  <a:lnTo>
                    <a:pt x="2835205" y="4581819"/>
                  </a:lnTo>
                  <a:lnTo>
                    <a:pt x="2856430" y="4581819"/>
                  </a:lnTo>
                  <a:lnTo>
                    <a:pt x="2862656" y="4573342"/>
                  </a:lnTo>
                  <a:lnTo>
                    <a:pt x="2862656" y="4556415"/>
                  </a:lnTo>
                  <a:lnTo>
                    <a:pt x="2856430" y="4547937"/>
                  </a:lnTo>
                  <a:close/>
                </a:path>
                <a:path w="9542780" h="6570345">
                  <a:moveTo>
                    <a:pt x="2856430" y="4592388"/>
                  </a:moveTo>
                  <a:lnTo>
                    <a:pt x="2837186" y="4592388"/>
                  </a:lnTo>
                  <a:lnTo>
                    <a:pt x="2828695" y="4598746"/>
                  </a:lnTo>
                  <a:lnTo>
                    <a:pt x="2828695" y="4617792"/>
                  </a:lnTo>
                  <a:lnTo>
                    <a:pt x="2835205" y="4626269"/>
                  </a:lnTo>
                  <a:lnTo>
                    <a:pt x="2856430" y="4626269"/>
                  </a:lnTo>
                  <a:lnTo>
                    <a:pt x="2862656" y="4617792"/>
                  </a:lnTo>
                  <a:lnTo>
                    <a:pt x="2862656" y="4600865"/>
                  </a:lnTo>
                  <a:lnTo>
                    <a:pt x="2856430" y="4592388"/>
                  </a:lnTo>
                  <a:close/>
                </a:path>
                <a:path w="9542780" h="6570345">
                  <a:moveTo>
                    <a:pt x="2856430" y="4636866"/>
                  </a:moveTo>
                  <a:lnTo>
                    <a:pt x="2837186" y="4636866"/>
                  </a:lnTo>
                  <a:lnTo>
                    <a:pt x="2828695" y="4643224"/>
                  </a:lnTo>
                  <a:lnTo>
                    <a:pt x="2828695" y="4662270"/>
                  </a:lnTo>
                  <a:lnTo>
                    <a:pt x="2835205" y="4670747"/>
                  </a:lnTo>
                  <a:lnTo>
                    <a:pt x="2856430" y="4670747"/>
                  </a:lnTo>
                  <a:lnTo>
                    <a:pt x="2862656" y="4662270"/>
                  </a:lnTo>
                  <a:lnTo>
                    <a:pt x="2862656" y="4645343"/>
                  </a:lnTo>
                  <a:lnTo>
                    <a:pt x="2856430" y="4636866"/>
                  </a:lnTo>
                  <a:close/>
                </a:path>
                <a:path w="9542780" h="6570345">
                  <a:moveTo>
                    <a:pt x="2856430" y="4681316"/>
                  </a:moveTo>
                  <a:lnTo>
                    <a:pt x="2837186" y="4681316"/>
                  </a:lnTo>
                  <a:lnTo>
                    <a:pt x="2828695" y="4687675"/>
                  </a:lnTo>
                  <a:lnTo>
                    <a:pt x="2828695" y="4706720"/>
                  </a:lnTo>
                  <a:lnTo>
                    <a:pt x="2835205" y="4715198"/>
                  </a:lnTo>
                  <a:lnTo>
                    <a:pt x="2845676" y="4715198"/>
                  </a:lnTo>
                  <a:lnTo>
                    <a:pt x="2856430" y="4713079"/>
                  </a:lnTo>
                  <a:lnTo>
                    <a:pt x="2862656" y="4706720"/>
                  </a:lnTo>
                  <a:lnTo>
                    <a:pt x="2862656" y="4689793"/>
                  </a:lnTo>
                  <a:lnTo>
                    <a:pt x="2856430" y="4681316"/>
                  </a:lnTo>
                  <a:close/>
                </a:path>
                <a:path w="9542780" h="6570345">
                  <a:moveTo>
                    <a:pt x="2856430" y="4725795"/>
                  </a:moveTo>
                  <a:lnTo>
                    <a:pt x="2837186" y="4725795"/>
                  </a:lnTo>
                  <a:lnTo>
                    <a:pt x="2828695" y="4732153"/>
                  </a:lnTo>
                  <a:lnTo>
                    <a:pt x="2828695" y="4753319"/>
                  </a:lnTo>
                  <a:lnTo>
                    <a:pt x="2835205" y="4759676"/>
                  </a:lnTo>
                  <a:lnTo>
                    <a:pt x="2845676" y="4759676"/>
                  </a:lnTo>
                  <a:lnTo>
                    <a:pt x="2856430" y="4757557"/>
                  </a:lnTo>
                  <a:lnTo>
                    <a:pt x="2862656" y="4751199"/>
                  </a:lnTo>
                  <a:lnTo>
                    <a:pt x="2862656" y="4734245"/>
                  </a:lnTo>
                  <a:lnTo>
                    <a:pt x="2856430" y="4725795"/>
                  </a:lnTo>
                  <a:close/>
                </a:path>
                <a:path w="9542780" h="6570345">
                  <a:moveTo>
                    <a:pt x="2856430" y="4768126"/>
                  </a:moveTo>
                  <a:lnTo>
                    <a:pt x="2837186" y="4768126"/>
                  </a:lnTo>
                  <a:lnTo>
                    <a:pt x="2828695" y="4774483"/>
                  </a:lnTo>
                  <a:lnTo>
                    <a:pt x="2828695" y="4795649"/>
                  </a:lnTo>
                  <a:lnTo>
                    <a:pt x="2835205" y="4802007"/>
                  </a:lnTo>
                  <a:lnTo>
                    <a:pt x="2856430" y="4802007"/>
                  </a:lnTo>
                  <a:lnTo>
                    <a:pt x="2862656" y="4795649"/>
                  </a:lnTo>
                  <a:lnTo>
                    <a:pt x="2862656" y="4776603"/>
                  </a:lnTo>
                  <a:lnTo>
                    <a:pt x="2856430" y="4768126"/>
                  </a:lnTo>
                  <a:close/>
                </a:path>
                <a:path w="9542780" h="6570345">
                  <a:moveTo>
                    <a:pt x="2856430" y="4812604"/>
                  </a:moveTo>
                  <a:lnTo>
                    <a:pt x="2837186" y="4812604"/>
                  </a:lnTo>
                  <a:lnTo>
                    <a:pt x="2828695" y="4818962"/>
                  </a:lnTo>
                  <a:lnTo>
                    <a:pt x="2828695" y="4838009"/>
                  </a:lnTo>
                  <a:lnTo>
                    <a:pt x="2835205" y="4846486"/>
                  </a:lnTo>
                  <a:lnTo>
                    <a:pt x="2856430" y="4846486"/>
                  </a:lnTo>
                  <a:lnTo>
                    <a:pt x="2862656" y="4840127"/>
                  </a:lnTo>
                  <a:lnTo>
                    <a:pt x="2862656" y="4821053"/>
                  </a:lnTo>
                  <a:lnTo>
                    <a:pt x="2856430" y="4812604"/>
                  </a:lnTo>
                  <a:close/>
                </a:path>
                <a:path w="9542780" h="6570345">
                  <a:moveTo>
                    <a:pt x="2856430" y="4857055"/>
                  </a:moveTo>
                  <a:lnTo>
                    <a:pt x="2837186" y="4857055"/>
                  </a:lnTo>
                  <a:lnTo>
                    <a:pt x="2828695" y="4863412"/>
                  </a:lnTo>
                  <a:lnTo>
                    <a:pt x="2828695" y="4882459"/>
                  </a:lnTo>
                  <a:lnTo>
                    <a:pt x="2835205" y="4890936"/>
                  </a:lnTo>
                  <a:lnTo>
                    <a:pt x="2856430" y="4890936"/>
                  </a:lnTo>
                  <a:lnTo>
                    <a:pt x="2862656" y="4882459"/>
                  </a:lnTo>
                  <a:lnTo>
                    <a:pt x="2862656" y="4865532"/>
                  </a:lnTo>
                  <a:lnTo>
                    <a:pt x="2856430" y="4857055"/>
                  </a:lnTo>
                  <a:close/>
                </a:path>
                <a:path w="9542780" h="6570345">
                  <a:moveTo>
                    <a:pt x="2856430" y="4901533"/>
                  </a:moveTo>
                  <a:lnTo>
                    <a:pt x="2837186" y="4901533"/>
                  </a:lnTo>
                  <a:lnTo>
                    <a:pt x="2828695" y="4907890"/>
                  </a:lnTo>
                  <a:lnTo>
                    <a:pt x="2828695" y="4926937"/>
                  </a:lnTo>
                  <a:lnTo>
                    <a:pt x="2835205" y="4935414"/>
                  </a:lnTo>
                  <a:lnTo>
                    <a:pt x="2856430" y="4935414"/>
                  </a:lnTo>
                  <a:lnTo>
                    <a:pt x="2862656" y="4926937"/>
                  </a:lnTo>
                  <a:lnTo>
                    <a:pt x="2862656" y="4909982"/>
                  </a:lnTo>
                  <a:lnTo>
                    <a:pt x="2856430" y="4901533"/>
                  </a:lnTo>
                  <a:close/>
                </a:path>
                <a:path w="9542780" h="6570345">
                  <a:moveTo>
                    <a:pt x="2856430" y="4945983"/>
                  </a:moveTo>
                  <a:lnTo>
                    <a:pt x="2837186" y="4945983"/>
                  </a:lnTo>
                  <a:lnTo>
                    <a:pt x="2828695" y="4952340"/>
                  </a:lnTo>
                  <a:lnTo>
                    <a:pt x="2828695" y="4971387"/>
                  </a:lnTo>
                  <a:lnTo>
                    <a:pt x="2835205" y="4979865"/>
                  </a:lnTo>
                  <a:lnTo>
                    <a:pt x="2856430" y="4979865"/>
                  </a:lnTo>
                  <a:lnTo>
                    <a:pt x="2862656" y="4971387"/>
                  </a:lnTo>
                  <a:lnTo>
                    <a:pt x="2862656" y="4954460"/>
                  </a:lnTo>
                  <a:lnTo>
                    <a:pt x="2856430" y="4945983"/>
                  </a:lnTo>
                  <a:close/>
                </a:path>
                <a:path w="9542780" h="6570345">
                  <a:moveTo>
                    <a:pt x="2856430" y="5917840"/>
                  </a:moveTo>
                  <a:lnTo>
                    <a:pt x="2837186" y="5917840"/>
                  </a:lnTo>
                  <a:lnTo>
                    <a:pt x="2828695" y="5924198"/>
                  </a:lnTo>
                  <a:lnTo>
                    <a:pt x="2828695" y="5943244"/>
                  </a:lnTo>
                  <a:lnTo>
                    <a:pt x="2835205" y="5951722"/>
                  </a:lnTo>
                  <a:lnTo>
                    <a:pt x="2856430" y="5951722"/>
                  </a:lnTo>
                  <a:lnTo>
                    <a:pt x="2862656" y="5943244"/>
                  </a:lnTo>
                  <a:lnTo>
                    <a:pt x="2862656" y="5926317"/>
                  </a:lnTo>
                  <a:lnTo>
                    <a:pt x="2856430" y="5917840"/>
                  </a:lnTo>
                  <a:close/>
                </a:path>
                <a:path w="9542780" h="6570345">
                  <a:moveTo>
                    <a:pt x="2856430" y="5962290"/>
                  </a:moveTo>
                  <a:lnTo>
                    <a:pt x="2837186" y="5962290"/>
                  </a:lnTo>
                  <a:lnTo>
                    <a:pt x="2828695" y="5968649"/>
                  </a:lnTo>
                  <a:lnTo>
                    <a:pt x="2828695" y="5987723"/>
                  </a:lnTo>
                  <a:lnTo>
                    <a:pt x="2835205" y="5996172"/>
                  </a:lnTo>
                  <a:lnTo>
                    <a:pt x="2845676" y="5996172"/>
                  </a:lnTo>
                  <a:lnTo>
                    <a:pt x="2856430" y="5994053"/>
                  </a:lnTo>
                  <a:lnTo>
                    <a:pt x="2862656" y="5987723"/>
                  </a:lnTo>
                  <a:lnTo>
                    <a:pt x="2862656" y="5970767"/>
                  </a:lnTo>
                  <a:lnTo>
                    <a:pt x="2856430" y="5962290"/>
                  </a:lnTo>
                  <a:close/>
                </a:path>
                <a:path w="9542780" h="6570345">
                  <a:moveTo>
                    <a:pt x="2856430" y="6004650"/>
                  </a:moveTo>
                  <a:lnTo>
                    <a:pt x="2837186" y="6004650"/>
                  </a:lnTo>
                  <a:lnTo>
                    <a:pt x="2828695" y="6011007"/>
                  </a:lnTo>
                  <a:lnTo>
                    <a:pt x="2828695" y="6030053"/>
                  </a:lnTo>
                  <a:lnTo>
                    <a:pt x="2835205" y="6038531"/>
                  </a:lnTo>
                  <a:lnTo>
                    <a:pt x="2856430" y="6038531"/>
                  </a:lnTo>
                  <a:lnTo>
                    <a:pt x="2862656" y="6032173"/>
                  </a:lnTo>
                  <a:lnTo>
                    <a:pt x="2862656" y="6013127"/>
                  </a:lnTo>
                  <a:lnTo>
                    <a:pt x="2856430" y="6004650"/>
                  </a:lnTo>
                  <a:close/>
                </a:path>
                <a:path w="9542780" h="6570345">
                  <a:moveTo>
                    <a:pt x="2813950" y="2384148"/>
                  </a:moveTo>
                  <a:lnTo>
                    <a:pt x="2794847" y="2384148"/>
                  </a:lnTo>
                  <a:lnTo>
                    <a:pt x="2786385" y="2390364"/>
                  </a:lnTo>
                  <a:lnTo>
                    <a:pt x="2786385" y="2411558"/>
                  </a:lnTo>
                  <a:lnTo>
                    <a:pt x="2792724" y="2417775"/>
                  </a:lnTo>
                  <a:lnTo>
                    <a:pt x="2811828" y="2417775"/>
                  </a:lnTo>
                  <a:lnTo>
                    <a:pt x="2820205" y="2409581"/>
                  </a:lnTo>
                  <a:lnTo>
                    <a:pt x="2820205" y="2392625"/>
                  </a:lnTo>
                  <a:lnTo>
                    <a:pt x="2813950" y="2384148"/>
                  </a:lnTo>
                  <a:close/>
                </a:path>
                <a:path w="9542780" h="6570345">
                  <a:moveTo>
                    <a:pt x="2813950" y="2428513"/>
                  </a:moveTo>
                  <a:lnTo>
                    <a:pt x="2794847" y="2428513"/>
                  </a:lnTo>
                  <a:lnTo>
                    <a:pt x="2786385" y="2434730"/>
                  </a:lnTo>
                  <a:lnTo>
                    <a:pt x="2786385" y="2453946"/>
                  </a:lnTo>
                  <a:lnTo>
                    <a:pt x="2792724" y="2462423"/>
                  </a:lnTo>
                  <a:lnTo>
                    <a:pt x="2811828" y="2462423"/>
                  </a:lnTo>
                  <a:lnTo>
                    <a:pt x="2820205" y="2453946"/>
                  </a:lnTo>
                  <a:lnTo>
                    <a:pt x="2820205" y="2436991"/>
                  </a:lnTo>
                  <a:lnTo>
                    <a:pt x="2813950" y="2428513"/>
                  </a:lnTo>
                  <a:close/>
                </a:path>
                <a:path w="9542780" h="6570345">
                  <a:moveTo>
                    <a:pt x="2813950" y="2472879"/>
                  </a:moveTo>
                  <a:lnTo>
                    <a:pt x="2794847" y="2472879"/>
                  </a:lnTo>
                  <a:lnTo>
                    <a:pt x="2786385" y="2479377"/>
                  </a:lnTo>
                  <a:lnTo>
                    <a:pt x="2786385" y="2498310"/>
                  </a:lnTo>
                  <a:lnTo>
                    <a:pt x="2792724" y="2506789"/>
                  </a:lnTo>
                  <a:lnTo>
                    <a:pt x="2811828" y="2506789"/>
                  </a:lnTo>
                  <a:lnTo>
                    <a:pt x="2820205" y="2498310"/>
                  </a:lnTo>
                  <a:lnTo>
                    <a:pt x="2820205" y="2481356"/>
                  </a:lnTo>
                  <a:lnTo>
                    <a:pt x="2813950" y="2472879"/>
                  </a:lnTo>
                  <a:close/>
                </a:path>
                <a:path w="9542780" h="6570345">
                  <a:moveTo>
                    <a:pt x="2813950" y="2517527"/>
                  </a:moveTo>
                  <a:lnTo>
                    <a:pt x="2794847" y="2517527"/>
                  </a:lnTo>
                  <a:lnTo>
                    <a:pt x="2786385" y="2523743"/>
                  </a:lnTo>
                  <a:lnTo>
                    <a:pt x="2786385" y="2544937"/>
                  </a:lnTo>
                  <a:lnTo>
                    <a:pt x="2792724" y="2551436"/>
                  </a:lnTo>
                  <a:lnTo>
                    <a:pt x="2803337" y="2551436"/>
                  </a:lnTo>
                  <a:lnTo>
                    <a:pt x="2811828" y="2549175"/>
                  </a:lnTo>
                  <a:lnTo>
                    <a:pt x="2820205" y="2542959"/>
                  </a:lnTo>
                  <a:lnTo>
                    <a:pt x="2820205" y="2526004"/>
                  </a:lnTo>
                  <a:lnTo>
                    <a:pt x="2813950" y="2517527"/>
                  </a:lnTo>
                  <a:close/>
                </a:path>
                <a:path w="9542780" h="6570345">
                  <a:moveTo>
                    <a:pt x="2813950" y="2561892"/>
                  </a:moveTo>
                  <a:lnTo>
                    <a:pt x="2794847" y="2561892"/>
                  </a:lnTo>
                  <a:lnTo>
                    <a:pt x="2786385" y="2568108"/>
                  </a:lnTo>
                  <a:lnTo>
                    <a:pt x="2786385" y="2589302"/>
                  </a:lnTo>
                  <a:lnTo>
                    <a:pt x="2792724" y="2595802"/>
                  </a:lnTo>
                  <a:lnTo>
                    <a:pt x="2803337" y="2595802"/>
                  </a:lnTo>
                  <a:lnTo>
                    <a:pt x="2811828" y="2593541"/>
                  </a:lnTo>
                  <a:lnTo>
                    <a:pt x="2820205" y="2587325"/>
                  </a:lnTo>
                  <a:lnTo>
                    <a:pt x="2820205" y="2570369"/>
                  </a:lnTo>
                  <a:lnTo>
                    <a:pt x="2813950" y="2561892"/>
                  </a:lnTo>
                  <a:close/>
                </a:path>
                <a:path w="9542780" h="6570345">
                  <a:moveTo>
                    <a:pt x="2813950" y="2604279"/>
                  </a:moveTo>
                  <a:lnTo>
                    <a:pt x="2794847" y="2604279"/>
                  </a:lnTo>
                  <a:lnTo>
                    <a:pt x="2786385" y="2610496"/>
                  </a:lnTo>
                  <a:lnTo>
                    <a:pt x="2786385" y="2631690"/>
                  </a:lnTo>
                  <a:lnTo>
                    <a:pt x="2792724" y="2638190"/>
                  </a:lnTo>
                  <a:lnTo>
                    <a:pt x="2811828" y="2638190"/>
                  </a:lnTo>
                  <a:lnTo>
                    <a:pt x="2820205" y="2631690"/>
                  </a:lnTo>
                  <a:lnTo>
                    <a:pt x="2820205" y="2612757"/>
                  </a:lnTo>
                  <a:lnTo>
                    <a:pt x="2813950" y="2604279"/>
                  </a:lnTo>
                  <a:close/>
                </a:path>
                <a:path w="9542780" h="6570345">
                  <a:moveTo>
                    <a:pt x="2813950" y="2648644"/>
                  </a:moveTo>
                  <a:lnTo>
                    <a:pt x="2794847" y="2648644"/>
                  </a:lnTo>
                  <a:lnTo>
                    <a:pt x="2786385" y="2655144"/>
                  </a:lnTo>
                  <a:lnTo>
                    <a:pt x="2786385" y="2676338"/>
                  </a:lnTo>
                  <a:lnTo>
                    <a:pt x="2792724" y="2682554"/>
                  </a:lnTo>
                  <a:lnTo>
                    <a:pt x="2811828" y="2682554"/>
                  </a:lnTo>
                  <a:lnTo>
                    <a:pt x="2820205" y="2676338"/>
                  </a:lnTo>
                  <a:lnTo>
                    <a:pt x="2820205" y="2657123"/>
                  </a:lnTo>
                  <a:lnTo>
                    <a:pt x="2813950" y="2648644"/>
                  </a:lnTo>
                  <a:close/>
                </a:path>
                <a:path w="9542780" h="6570345">
                  <a:moveTo>
                    <a:pt x="2813950" y="2693292"/>
                  </a:moveTo>
                  <a:lnTo>
                    <a:pt x="2794847" y="2693292"/>
                  </a:lnTo>
                  <a:lnTo>
                    <a:pt x="2786385" y="2699509"/>
                  </a:lnTo>
                  <a:lnTo>
                    <a:pt x="2786385" y="2718442"/>
                  </a:lnTo>
                  <a:lnTo>
                    <a:pt x="2792724" y="2726921"/>
                  </a:lnTo>
                  <a:lnTo>
                    <a:pt x="2811828" y="2726921"/>
                  </a:lnTo>
                  <a:lnTo>
                    <a:pt x="2820205" y="2718442"/>
                  </a:lnTo>
                  <a:lnTo>
                    <a:pt x="2820205" y="2701771"/>
                  </a:lnTo>
                  <a:lnTo>
                    <a:pt x="2813950" y="2693292"/>
                  </a:lnTo>
                  <a:close/>
                </a:path>
                <a:path w="9542780" h="6570345">
                  <a:moveTo>
                    <a:pt x="2813950" y="2737658"/>
                  </a:moveTo>
                  <a:lnTo>
                    <a:pt x="2794847" y="2737658"/>
                  </a:lnTo>
                  <a:lnTo>
                    <a:pt x="2786385" y="2743875"/>
                  </a:lnTo>
                  <a:lnTo>
                    <a:pt x="2786385" y="2763090"/>
                  </a:lnTo>
                  <a:lnTo>
                    <a:pt x="2792724" y="2771567"/>
                  </a:lnTo>
                  <a:lnTo>
                    <a:pt x="2811828" y="2771567"/>
                  </a:lnTo>
                  <a:lnTo>
                    <a:pt x="2820205" y="2763090"/>
                  </a:lnTo>
                  <a:lnTo>
                    <a:pt x="2820205" y="2746136"/>
                  </a:lnTo>
                  <a:lnTo>
                    <a:pt x="2813950" y="2737658"/>
                  </a:lnTo>
                  <a:close/>
                </a:path>
                <a:path w="9542780" h="6570345">
                  <a:moveTo>
                    <a:pt x="2813950" y="2782023"/>
                  </a:moveTo>
                  <a:lnTo>
                    <a:pt x="2794847" y="2782023"/>
                  </a:lnTo>
                  <a:lnTo>
                    <a:pt x="2786385" y="2788523"/>
                  </a:lnTo>
                  <a:lnTo>
                    <a:pt x="2786385" y="2807456"/>
                  </a:lnTo>
                  <a:lnTo>
                    <a:pt x="2792724" y="2815934"/>
                  </a:lnTo>
                  <a:lnTo>
                    <a:pt x="2811828" y="2815934"/>
                  </a:lnTo>
                  <a:lnTo>
                    <a:pt x="2820205" y="2807456"/>
                  </a:lnTo>
                  <a:lnTo>
                    <a:pt x="2820205" y="2790501"/>
                  </a:lnTo>
                  <a:lnTo>
                    <a:pt x="2813950" y="2782023"/>
                  </a:lnTo>
                  <a:close/>
                </a:path>
                <a:path w="9542780" h="6570345">
                  <a:moveTo>
                    <a:pt x="2813950" y="2826672"/>
                  </a:moveTo>
                  <a:lnTo>
                    <a:pt x="2794847" y="2826672"/>
                  </a:lnTo>
                  <a:lnTo>
                    <a:pt x="2786385" y="2832888"/>
                  </a:lnTo>
                  <a:lnTo>
                    <a:pt x="2786385" y="2851821"/>
                  </a:lnTo>
                  <a:lnTo>
                    <a:pt x="2792724" y="2860299"/>
                  </a:lnTo>
                  <a:lnTo>
                    <a:pt x="2803337" y="2860299"/>
                  </a:lnTo>
                  <a:lnTo>
                    <a:pt x="2811828" y="2858321"/>
                  </a:lnTo>
                  <a:lnTo>
                    <a:pt x="2820205" y="2851821"/>
                  </a:lnTo>
                  <a:lnTo>
                    <a:pt x="2820205" y="2835149"/>
                  </a:lnTo>
                  <a:lnTo>
                    <a:pt x="2813950" y="2826672"/>
                  </a:lnTo>
                  <a:close/>
                </a:path>
                <a:path w="9542780" h="6570345">
                  <a:moveTo>
                    <a:pt x="2813950" y="2871036"/>
                  </a:moveTo>
                  <a:lnTo>
                    <a:pt x="2794847" y="2871036"/>
                  </a:lnTo>
                  <a:lnTo>
                    <a:pt x="2786385" y="2877254"/>
                  </a:lnTo>
                  <a:lnTo>
                    <a:pt x="2786385" y="2896469"/>
                  </a:lnTo>
                  <a:lnTo>
                    <a:pt x="2792724" y="2904947"/>
                  </a:lnTo>
                  <a:lnTo>
                    <a:pt x="2803337" y="2904947"/>
                  </a:lnTo>
                  <a:lnTo>
                    <a:pt x="2811828" y="2902686"/>
                  </a:lnTo>
                  <a:lnTo>
                    <a:pt x="2820205" y="2896469"/>
                  </a:lnTo>
                  <a:lnTo>
                    <a:pt x="2820205" y="2879515"/>
                  </a:lnTo>
                  <a:lnTo>
                    <a:pt x="2813950" y="2871036"/>
                  </a:lnTo>
                  <a:close/>
                </a:path>
                <a:path w="9542780" h="6570345">
                  <a:moveTo>
                    <a:pt x="2813950" y="4503459"/>
                  </a:moveTo>
                  <a:lnTo>
                    <a:pt x="2794847" y="4503459"/>
                  </a:lnTo>
                  <a:lnTo>
                    <a:pt x="2786385" y="4509816"/>
                  </a:lnTo>
                  <a:lnTo>
                    <a:pt x="2786385" y="4528863"/>
                  </a:lnTo>
                  <a:lnTo>
                    <a:pt x="2792724" y="4537340"/>
                  </a:lnTo>
                  <a:lnTo>
                    <a:pt x="2811828" y="4537340"/>
                  </a:lnTo>
                  <a:lnTo>
                    <a:pt x="2820205" y="4530982"/>
                  </a:lnTo>
                  <a:lnTo>
                    <a:pt x="2820205" y="4511936"/>
                  </a:lnTo>
                  <a:lnTo>
                    <a:pt x="2813950" y="4503459"/>
                  </a:lnTo>
                  <a:close/>
                </a:path>
                <a:path w="9542780" h="6570345">
                  <a:moveTo>
                    <a:pt x="2813950" y="4547937"/>
                  </a:moveTo>
                  <a:lnTo>
                    <a:pt x="2794847" y="4547937"/>
                  </a:lnTo>
                  <a:lnTo>
                    <a:pt x="2786385" y="4554296"/>
                  </a:lnTo>
                  <a:lnTo>
                    <a:pt x="2786385" y="4573342"/>
                  </a:lnTo>
                  <a:lnTo>
                    <a:pt x="2792724" y="4581819"/>
                  </a:lnTo>
                  <a:lnTo>
                    <a:pt x="2811828" y="4581819"/>
                  </a:lnTo>
                  <a:lnTo>
                    <a:pt x="2820205" y="4573342"/>
                  </a:lnTo>
                  <a:lnTo>
                    <a:pt x="2820205" y="4556415"/>
                  </a:lnTo>
                  <a:lnTo>
                    <a:pt x="2813950" y="4547937"/>
                  </a:lnTo>
                  <a:close/>
                </a:path>
                <a:path w="9542780" h="6570345">
                  <a:moveTo>
                    <a:pt x="2813950" y="4592388"/>
                  </a:moveTo>
                  <a:lnTo>
                    <a:pt x="2794847" y="4592388"/>
                  </a:lnTo>
                  <a:lnTo>
                    <a:pt x="2786385" y="4598746"/>
                  </a:lnTo>
                  <a:lnTo>
                    <a:pt x="2786385" y="4617792"/>
                  </a:lnTo>
                  <a:lnTo>
                    <a:pt x="2792724" y="4626269"/>
                  </a:lnTo>
                  <a:lnTo>
                    <a:pt x="2811828" y="4626269"/>
                  </a:lnTo>
                  <a:lnTo>
                    <a:pt x="2820205" y="4617792"/>
                  </a:lnTo>
                  <a:lnTo>
                    <a:pt x="2820205" y="4600865"/>
                  </a:lnTo>
                  <a:lnTo>
                    <a:pt x="2813950" y="4592388"/>
                  </a:lnTo>
                  <a:close/>
                </a:path>
                <a:path w="9542780" h="6570345">
                  <a:moveTo>
                    <a:pt x="2813950" y="4636866"/>
                  </a:moveTo>
                  <a:lnTo>
                    <a:pt x="2794847" y="4636866"/>
                  </a:lnTo>
                  <a:lnTo>
                    <a:pt x="2786385" y="4643224"/>
                  </a:lnTo>
                  <a:lnTo>
                    <a:pt x="2786385" y="4662270"/>
                  </a:lnTo>
                  <a:lnTo>
                    <a:pt x="2792724" y="4670747"/>
                  </a:lnTo>
                  <a:lnTo>
                    <a:pt x="2811828" y="4670747"/>
                  </a:lnTo>
                  <a:lnTo>
                    <a:pt x="2820205" y="4662270"/>
                  </a:lnTo>
                  <a:lnTo>
                    <a:pt x="2820205" y="4645343"/>
                  </a:lnTo>
                  <a:lnTo>
                    <a:pt x="2813950" y="4636866"/>
                  </a:lnTo>
                  <a:close/>
                </a:path>
                <a:path w="9542780" h="6570345">
                  <a:moveTo>
                    <a:pt x="2813950" y="4681316"/>
                  </a:moveTo>
                  <a:lnTo>
                    <a:pt x="2794847" y="4681316"/>
                  </a:lnTo>
                  <a:lnTo>
                    <a:pt x="2786385" y="4687675"/>
                  </a:lnTo>
                  <a:lnTo>
                    <a:pt x="2786385" y="4706720"/>
                  </a:lnTo>
                  <a:lnTo>
                    <a:pt x="2792724" y="4715198"/>
                  </a:lnTo>
                  <a:lnTo>
                    <a:pt x="2803338" y="4715198"/>
                  </a:lnTo>
                  <a:lnTo>
                    <a:pt x="2811828" y="4713079"/>
                  </a:lnTo>
                  <a:lnTo>
                    <a:pt x="2820205" y="4706720"/>
                  </a:lnTo>
                  <a:lnTo>
                    <a:pt x="2820205" y="4689793"/>
                  </a:lnTo>
                  <a:lnTo>
                    <a:pt x="2813950" y="4681316"/>
                  </a:lnTo>
                  <a:close/>
                </a:path>
                <a:path w="9542780" h="6570345">
                  <a:moveTo>
                    <a:pt x="2813950" y="4725795"/>
                  </a:moveTo>
                  <a:lnTo>
                    <a:pt x="2794847" y="4725795"/>
                  </a:lnTo>
                  <a:lnTo>
                    <a:pt x="2786385" y="4732153"/>
                  </a:lnTo>
                  <a:lnTo>
                    <a:pt x="2786385" y="4753319"/>
                  </a:lnTo>
                  <a:lnTo>
                    <a:pt x="2792724" y="4759676"/>
                  </a:lnTo>
                  <a:lnTo>
                    <a:pt x="2803338" y="4759676"/>
                  </a:lnTo>
                  <a:lnTo>
                    <a:pt x="2811828" y="4757557"/>
                  </a:lnTo>
                  <a:lnTo>
                    <a:pt x="2820205" y="4751199"/>
                  </a:lnTo>
                  <a:lnTo>
                    <a:pt x="2820205" y="4734245"/>
                  </a:lnTo>
                  <a:lnTo>
                    <a:pt x="2813950" y="4725795"/>
                  </a:lnTo>
                  <a:close/>
                </a:path>
                <a:path w="9542780" h="6570345">
                  <a:moveTo>
                    <a:pt x="2813950" y="4768126"/>
                  </a:moveTo>
                  <a:lnTo>
                    <a:pt x="2794847" y="4768126"/>
                  </a:lnTo>
                  <a:lnTo>
                    <a:pt x="2786385" y="4774483"/>
                  </a:lnTo>
                  <a:lnTo>
                    <a:pt x="2786385" y="4795649"/>
                  </a:lnTo>
                  <a:lnTo>
                    <a:pt x="2792724" y="4802007"/>
                  </a:lnTo>
                  <a:lnTo>
                    <a:pt x="2811828" y="4802007"/>
                  </a:lnTo>
                  <a:lnTo>
                    <a:pt x="2820205" y="4795649"/>
                  </a:lnTo>
                  <a:lnTo>
                    <a:pt x="2820205" y="4776603"/>
                  </a:lnTo>
                  <a:lnTo>
                    <a:pt x="2813950" y="4768126"/>
                  </a:lnTo>
                  <a:close/>
                </a:path>
                <a:path w="9542780" h="6570345">
                  <a:moveTo>
                    <a:pt x="2813950" y="4812604"/>
                  </a:moveTo>
                  <a:lnTo>
                    <a:pt x="2794847" y="4812604"/>
                  </a:lnTo>
                  <a:lnTo>
                    <a:pt x="2786385" y="4818962"/>
                  </a:lnTo>
                  <a:lnTo>
                    <a:pt x="2786385" y="4838009"/>
                  </a:lnTo>
                  <a:lnTo>
                    <a:pt x="2792724" y="4846486"/>
                  </a:lnTo>
                  <a:lnTo>
                    <a:pt x="2811828" y="4846486"/>
                  </a:lnTo>
                  <a:lnTo>
                    <a:pt x="2820205" y="4840127"/>
                  </a:lnTo>
                  <a:lnTo>
                    <a:pt x="2820205" y="4821053"/>
                  </a:lnTo>
                  <a:lnTo>
                    <a:pt x="2813950" y="4812604"/>
                  </a:lnTo>
                  <a:close/>
                </a:path>
                <a:path w="9542780" h="6570345">
                  <a:moveTo>
                    <a:pt x="2813950" y="4857055"/>
                  </a:moveTo>
                  <a:lnTo>
                    <a:pt x="2794847" y="4857055"/>
                  </a:lnTo>
                  <a:lnTo>
                    <a:pt x="2786385" y="4863412"/>
                  </a:lnTo>
                  <a:lnTo>
                    <a:pt x="2786385" y="4882459"/>
                  </a:lnTo>
                  <a:lnTo>
                    <a:pt x="2792724" y="4890936"/>
                  </a:lnTo>
                  <a:lnTo>
                    <a:pt x="2811828" y="4890936"/>
                  </a:lnTo>
                  <a:lnTo>
                    <a:pt x="2820205" y="4882459"/>
                  </a:lnTo>
                  <a:lnTo>
                    <a:pt x="2820205" y="4865532"/>
                  </a:lnTo>
                  <a:lnTo>
                    <a:pt x="2813950" y="4857055"/>
                  </a:lnTo>
                  <a:close/>
                </a:path>
                <a:path w="9542780" h="6570345">
                  <a:moveTo>
                    <a:pt x="2813950" y="5917840"/>
                  </a:moveTo>
                  <a:lnTo>
                    <a:pt x="2794847" y="5917840"/>
                  </a:lnTo>
                  <a:lnTo>
                    <a:pt x="2786385" y="5924198"/>
                  </a:lnTo>
                  <a:lnTo>
                    <a:pt x="2786385" y="5943244"/>
                  </a:lnTo>
                  <a:lnTo>
                    <a:pt x="2792724" y="5951722"/>
                  </a:lnTo>
                  <a:lnTo>
                    <a:pt x="2811828" y="5951722"/>
                  </a:lnTo>
                  <a:lnTo>
                    <a:pt x="2820205" y="5943244"/>
                  </a:lnTo>
                  <a:lnTo>
                    <a:pt x="2820205" y="5926317"/>
                  </a:lnTo>
                  <a:lnTo>
                    <a:pt x="2813950" y="5917840"/>
                  </a:lnTo>
                  <a:close/>
                </a:path>
                <a:path w="9542780" h="6570345">
                  <a:moveTo>
                    <a:pt x="2813950" y="5962290"/>
                  </a:moveTo>
                  <a:lnTo>
                    <a:pt x="2794847" y="5962290"/>
                  </a:lnTo>
                  <a:lnTo>
                    <a:pt x="2786385" y="5968649"/>
                  </a:lnTo>
                  <a:lnTo>
                    <a:pt x="2786385" y="5987723"/>
                  </a:lnTo>
                  <a:lnTo>
                    <a:pt x="2792724" y="5996172"/>
                  </a:lnTo>
                  <a:lnTo>
                    <a:pt x="2803338" y="5996172"/>
                  </a:lnTo>
                  <a:lnTo>
                    <a:pt x="2811828" y="5994053"/>
                  </a:lnTo>
                  <a:lnTo>
                    <a:pt x="2820205" y="5987723"/>
                  </a:lnTo>
                  <a:lnTo>
                    <a:pt x="2820205" y="5970767"/>
                  </a:lnTo>
                  <a:lnTo>
                    <a:pt x="2813950" y="5962290"/>
                  </a:lnTo>
                  <a:close/>
                </a:path>
                <a:path w="9542780" h="6570345">
                  <a:moveTo>
                    <a:pt x="2813950" y="6004650"/>
                  </a:moveTo>
                  <a:lnTo>
                    <a:pt x="2794847" y="6004650"/>
                  </a:lnTo>
                  <a:lnTo>
                    <a:pt x="2786385" y="6011007"/>
                  </a:lnTo>
                  <a:lnTo>
                    <a:pt x="2786385" y="6030053"/>
                  </a:lnTo>
                  <a:lnTo>
                    <a:pt x="2792724" y="6038531"/>
                  </a:lnTo>
                  <a:lnTo>
                    <a:pt x="2811828" y="6038531"/>
                  </a:lnTo>
                  <a:lnTo>
                    <a:pt x="2820205" y="6032173"/>
                  </a:lnTo>
                  <a:lnTo>
                    <a:pt x="2820205" y="6013127"/>
                  </a:lnTo>
                  <a:lnTo>
                    <a:pt x="2813950" y="6004650"/>
                  </a:lnTo>
                  <a:close/>
                </a:path>
                <a:path w="9542780" h="6570345">
                  <a:moveTo>
                    <a:pt x="2769405" y="2295135"/>
                  </a:moveTo>
                  <a:lnTo>
                    <a:pt x="2750329" y="2295135"/>
                  </a:lnTo>
                  <a:lnTo>
                    <a:pt x="2741839" y="2301351"/>
                  </a:lnTo>
                  <a:lnTo>
                    <a:pt x="2741839" y="2322545"/>
                  </a:lnTo>
                  <a:lnTo>
                    <a:pt x="2748207" y="2329044"/>
                  </a:lnTo>
                  <a:lnTo>
                    <a:pt x="2767281" y="2329044"/>
                  </a:lnTo>
                  <a:lnTo>
                    <a:pt x="2775771" y="2322545"/>
                  </a:lnTo>
                  <a:lnTo>
                    <a:pt x="2775771" y="2303612"/>
                  </a:lnTo>
                  <a:lnTo>
                    <a:pt x="2769405" y="2295135"/>
                  </a:lnTo>
                  <a:close/>
                </a:path>
                <a:path w="9542780" h="6570345">
                  <a:moveTo>
                    <a:pt x="2769405" y="2339500"/>
                  </a:moveTo>
                  <a:lnTo>
                    <a:pt x="2750329" y="2339500"/>
                  </a:lnTo>
                  <a:lnTo>
                    <a:pt x="2741839" y="2345999"/>
                  </a:lnTo>
                  <a:lnTo>
                    <a:pt x="2741839" y="2367193"/>
                  </a:lnTo>
                  <a:lnTo>
                    <a:pt x="2748207" y="2373410"/>
                  </a:lnTo>
                  <a:lnTo>
                    <a:pt x="2767281" y="2373410"/>
                  </a:lnTo>
                  <a:lnTo>
                    <a:pt x="2775772" y="2367193"/>
                  </a:lnTo>
                  <a:lnTo>
                    <a:pt x="2775771" y="2347977"/>
                  </a:lnTo>
                  <a:lnTo>
                    <a:pt x="2769405" y="2339500"/>
                  </a:lnTo>
                  <a:close/>
                </a:path>
                <a:path w="9542780" h="6570345">
                  <a:moveTo>
                    <a:pt x="2769405" y="2384148"/>
                  </a:moveTo>
                  <a:lnTo>
                    <a:pt x="2750329" y="2384148"/>
                  </a:lnTo>
                  <a:lnTo>
                    <a:pt x="2741839" y="2390364"/>
                  </a:lnTo>
                  <a:lnTo>
                    <a:pt x="2741839" y="2411558"/>
                  </a:lnTo>
                  <a:lnTo>
                    <a:pt x="2748207" y="2417775"/>
                  </a:lnTo>
                  <a:lnTo>
                    <a:pt x="2767281" y="2417775"/>
                  </a:lnTo>
                  <a:lnTo>
                    <a:pt x="2775772" y="2409581"/>
                  </a:lnTo>
                  <a:lnTo>
                    <a:pt x="2775772" y="2392625"/>
                  </a:lnTo>
                  <a:lnTo>
                    <a:pt x="2769405" y="2384148"/>
                  </a:lnTo>
                  <a:close/>
                </a:path>
                <a:path w="9542780" h="6570345">
                  <a:moveTo>
                    <a:pt x="2769405" y="2428513"/>
                  </a:moveTo>
                  <a:lnTo>
                    <a:pt x="2750329" y="2428513"/>
                  </a:lnTo>
                  <a:lnTo>
                    <a:pt x="2741839" y="2434730"/>
                  </a:lnTo>
                  <a:lnTo>
                    <a:pt x="2741839" y="2453946"/>
                  </a:lnTo>
                  <a:lnTo>
                    <a:pt x="2748207" y="2462423"/>
                  </a:lnTo>
                  <a:lnTo>
                    <a:pt x="2767281" y="2462423"/>
                  </a:lnTo>
                  <a:lnTo>
                    <a:pt x="2775772" y="2453946"/>
                  </a:lnTo>
                  <a:lnTo>
                    <a:pt x="2775772" y="2436991"/>
                  </a:lnTo>
                  <a:lnTo>
                    <a:pt x="2769405" y="2428513"/>
                  </a:lnTo>
                  <a:close/>
                </a:path>
                <a:path w="9542780" h="6570345">
                  <a:moveTo>
                    <a:pt x="2769405" y="2472879"/>
                  </a:moveTo>
                  <a:lnTo>
                    <a:pt x="2750329" y="2472879"/>
                  </a:lnTo>
                  <a:lnTo>
                    <a:pt x="2741839" y="2479377"/>
                  </a:lnTo>
                  <a:lnTo>
                    <a:pt x="2741839" y="2498310"/>
                  </a:lnTo>
                  <a:lnTo>
                    <a:pt x="2748207" y="2506789"/>
                  </a:lnTo>
                  <a:lnTo>
                    <a:pt x="2767281" y="2506789"/>
                  </a:lnTo>
                  <a:lnTo>
                    <a:pt x="2775772" y="2498310"/>
                  </a:lnTo>
                  <a:lnTo>
                    <a:pt x="2775772" y="2481356"/>
                  </a:lnTo>
                  <a:lnTo>
                    <a:pt x="2769405" y="2472879"/>
                  </a:lnTo>
                  <a:close/>
                </a:path>
                <a:path w="9542780" h="6570345">
                  <a:moveTo>
                    <a:pt x="2769405" y="2517527"/>
                  </a:moveTo>
                  <a:lnTo>
                    <a:pt x="2750329" y="2517527"/>
                  </a:lnTo>
                  <a:lnTo>
                    <a:pt x="2741839" y="2523743"/>
                  </a:lnTo>
                  <a:lnTo>
                    <a:pt x="2741839" y="2544937"/>
                  </a:lnTo>
                  <a:lnTo>
                    <a:pt x="2748207" y="2551436"/>
                  </a:lnTo>
                  <a:lnTo>
                    <a:pt x="2758819" y="2551436"/>
                  </a:lnTo>
                  <a:lnTo>
                    <a:pt x="2767281" y="2549175"/>
                  </a:lnTo>
                  <a:lnTo>
                    <a:pt x="2775772" y="2542959"/>
                  </a:lnTo>
                  <a:lnTo>
                    <a:pt x="2775772" y="2526004"/>
                  </a:lnTo>
                  <a:lnTo>
                    <a:pt x="2769405" y="2517527"/>
                  </a:lnTo>
                  <a:close/>
                </a:path>
                <a:path w="9542780" h="6570345">
                  <a:moveTo>
                    <a:pt x="2769405" y="2561892"/>
                  </a:moveTo>
                  <a:lnTo>
                    <a:pt x="2750329" y="2561892"/>
                  </a:lnTo>
                  <a:lnTo>
                    <a:pt x="2741839" y="2568108"/>
                  </a:lnTo>
                  <a:lnTo>
                    <a:pt x="2741839" y="2589302"/>
                  </a:lnTo>
                  <a:lnTo>
                    <a:pt x="2748207" y="2595802"/>
                  </a:lnTo>
                  <a:lnTo>
                    <a:pt x="2758819" y="2595802"/>
                  </a:lnTo>
                  <a:lnTo>
                    <a:pt x="2767281" y="2593541"/>
                  </a:lnTo>
                  <a:lnTo>
                    <a:pt x="2775772" y="2587325"/>
                  </a:lnTo>
                  <a:lnTo>
                    <a:pt x="2775772" y="2570369"/>
                  </a:lnTo>
                  <a:lnTo>
                    <a:pt x="2769405" y="2561892"/>
                  </a:lnTo>
                  <a:close/>
                </a:path>
                <a:path w="9542780" h="6570345">
                  <a:moveTo>
                    <a:pt x="2769405" y="2604279"/>
                  </a:moveTo>
                  <a:lnTo>
                    <a:pt x="2750329" y="2604279"/>
                  </a:lnTo>
                  <a:lnTo>
                    <a:pt x="2741839" y="2610496"/>
                  </a:lnTo>
                  <a:lnTo>
                    <a:pt x="2741839" y="2631690"/>
                  </a:lnTo>
                  <a:lnTo>
                    <a:pt x="2748207" y="2638190"/>
                  </a:lnTo>
                  <a:lnTo>
                    <a:pt x="2767281" y="2638190"/>
                  </a:lnTo>
                  <a:lnTo>
                    <a:pt x="2775772" y="2631690"/>
                  </a:lnTo>
                  <a:lnTo>
                    <a:pt x="2775772" y="2612757"/>
                  </a:lnTo>
                  <a:lnTo>
                    <a:pt x="2769405" y="2604279"/>
                  </a:lnTo>
                  <a:close/>
                </a:path>
                <a:path w="9542780" h="6570345">
                  <a:moveTo>
                    <a:pt x="2769405" y="2648644"/>
                  </a:moveTo>
                  <a:lnTo>
                    <a:pt x="2750329" y="2648644"/>
                  </a:lnTo>
                  <a:lnTo>
                    <a:pt x="2741839" y="2655144"/>
                  </a:lnTo>
                  <a:lnTo>
                    <a:pt x="2741839" y="2676338"/>
                  </a:lnTo>
                  <a:lnTo>
                    <a:pt x="2748207" y="2682554"/>
                  </a:lnTo>
                  <a:lnTo>
                    <a:pt x="2767281" y="2682554"/>
                  </a:lnTo>
                  <a:lnTo>
                    <a:pt x="2775772" y="2676338"/>
                  </a:lnTo>
                  <a:lnTo>
                    <a:pt x="2775772" y="2657123"/>
                  </a:lnTo>
                  <a:lnTo>
                    <a:pt x="2769405" y="2648644"/>
                  </a:lnTo>
                  <a:close/>
                </a:path>
                <a:path w="9542780" h="6570345">
                  <a:moveTo>
                    <a:pt x="2769405" y="2693292"/>
                  </a:moveTo>
                  <a:lnTo>
                    <a:pt x="2750329" y="2693292"/>
                  </a:lnTo>
                  <a:lnTo>
                    <a:pt x="2741839" y="2699509"/>
                  </a:lnTo>
                  <a:lnTo>
                    <a:pt x="2741839" y="2718442"/>
                  </a:lnTo>
                  <a:lnTo>
                    <a:pt x="2748207" y="2726921"/>
                  </a:lnTo>
                  <a:lnTo>
                    <a:pt x="2767281" y="2726921"/>
                  </a:lnTo>
                  <a:lnTo>
                    <a:pt x="2775772" y="2718442"/>
                  </a:lnTo>
                  <a:lnTo>
                    <a:pt x="2775772" y="2701771"/>
                  </a:lnTo>
                  <a:lnTo>
                    <a:pt x="2769405" y="2693292"/>
                  </a:lnTo>
                  <a:close/>
                </a:path>
                <a:path w="9542780" h="6570345">
                  <a:moveTo>
                    <a:pt x="2769405" y="2737658"/>
                  </a:moveTo>
                  <a:lnTo>
                    <a:pt x="2750329" y="2737658"/>
                  </a:lnTo>
                  <a:lnTo>
                    <a:pt x="2741839" y="2743875"/>
                  </a:lnTo>
                  <a:lnTo>
                    <a:pt x="2741839" y="2763090"/>
                  </a:lnTo>
                  <a:lnTo>
                    <a:pt x="2748207" y="2771567"/>
                  </a:lnTo>
                  <a:lnTo>
                    <a:pt x="2767281" y="2771567"/>
                  </a:lnTo>
                  <a:lnTo>
                    <a:pt x="2775772" y="2763090"/>
                  </a:lnTo>
                  <a:lnTo>
                    <a:pt x="2775772" y="2746136"/>
                  </a:lnTo>
                  <a:lnTo>
                    <a:pt x="2769405" y="2737658"/>
                  </a:lnTo>
                  <a:close/>
                </a:path>
                <a:path w="9542780" h="6570345">
                  <a:moveTo>
                    <a:pt x="2769405" y="2782023"/>
                  </a:moveTo>
                  <a:lnTo>
                    <a:pt x="2750329" y="2782023"/>
                  </a:lnTo>
                  <a:lnTo>
                    <a:pt x="2741839" y="2788523"/>
                  </a:lnTo>
                  <a:lnTo>
                    <a:pt x="2741839" y="2807456"/>
                  </a:lnTo>
                  <a:lnTo>
                    <a:pt x="2748207" y="2815934"/>
                  </a:lnTo>
                  <a:lnTo>
                    <a:pt x="2767281" y="2815934"/>
                  </a:lnTo>
                  <a:lnTo>
                    <a:pt x="2775772" y="2807456"/>
                  </a:lnTo>
                  <a:lnTo>
                    <a:pt x="2775772" y="2790501"/>
                  </a:lnTo>
                  <a:lnTo>
                    <a:pt x="2769405" y="2782023"/>
                  </a:lnTo>
                  <a:close/>
                </a:path>
                <a:path w="9542780" h="6570345">
                  <a:moveTo>
                    <a:pt x="2769405" y="2826672"/>
                  </a:moveTo>
                  <a:lnTo>
                    <a:pt x="2750329" y="2826672"/>
                  </a:lnTo>
                  <a:lnTo>
                    <a:pt x="2741839" y="2832888"/>
                  </a:lnTo>
                  <a:lnTo>
                    <a:pt x="2741839" y="2851821"/>
                  </a:lnTo>
                  <a:lnTo>
                    <a:pt x="2748207" y="2860299"/>
                  </a:lnTo>
                  <a:lnTo>
                    <a:pt x="2758819" y="2860299"/>
                  </a:lnTo>
                  <a:lnTo>
                    <a:pt x="2767281" y="2858321"/>
                  </a:lnTo>
                  <a:lnTo>
                    <a:pt x="2775772" y="2851821"/>
                  </a:lnTo>
                  <a:lnTo>
                    <a:pt x="2775772" y="2835149"/>
                  </a:lnTo>
                  <a:lnTo>
                    <a:pt x="2769405" y="2826672"/>
                  </a:lnTo>
                  <a:close/>
                </a:path>
                <a:path w="9542780" h="6570345">
                  <a:moveTo>
                    <a:pt x="2769405" y="2871036"/>
                  </a:moveTo>
                  <a:lnTo>
                    <a:pt x="2750329" y="2871036"/>
                  </a:lnTo>
                  <a:lnTo>
                    <a:pt x="2741839" y="2877254"/>
                  </a:lnTo>
                  <a:lnTo>
                    <a:pt x="2741839" y="2896469"/>
                  </a:lnTo>
                  <a:lnTo>
                    <a:pt x="2748207" y="2904947"/>
                  </a:lnTo>
                  <a:lnTo>
                    <a:pt x="2758819" y="2904947"/>
                  </a:lnTo>
                  <a:lnTo>
                    <a:pt x="2767281" y="2902686"/>
                  </a:lnTo>
                  <a:lnTo>
                    <a:pt x="2775772" y="2896469"/>
                  </a:lnTo>
                  <a:lnTo>
                    <a:pt x="2775772" y="2879515"/>
                  </a:lnTo>
                  <a:lnTo>
                    <a:pt x="2769405" y="2871036"/>
                  </a:lnTo>
                  <a:close/>
                </a:path>
                <a:path w="9542780" h="6570345">
                  <a:moveTo>
                    <a:pt x="2769405" y="4592388"/>
                  </a:moveTo>
                  <a:lnTo>
                    <a:pt x="2750329" y="4592388"/>
                  </a:lnTo>
                  <a:lnTo>
                    <a:pt x="2741839" y="4598746"/>
                  </a:lnTo>
                  <a:lnTo>
                    <a:pt x="2741839" y="4617792"/>
                  </a:lnTo>
                  <a:lnTo>
                    <a:pt x="2748207" y="4626269"/>
                  </a:lnTo>
                  <a:lnTo>
                    <a:pt x="2767281" y="4626269"/>
                  </a:lnTo>
                  <a:lnTo>
                    <a:pt x="2775772" y="4617792"/>
                  </a:lnTo>
                  <a:lnTo>
                    <a:pt x="2775772" y="4600865"/>
                  </a:lnTo>
                  <a:lnTo>
                    <a:pt x="2769405" y="4592388"/>
                  </a:lnTo>
                  <a:close/>
                </a:path>
                <a:path w="9542780" h="6570345">
                  <a:moveTo>
                    <a:pt x="2769405" y="4636866"/>
                  </a:moveTo>
                  <a:lnTo>
                    <a:pt x="2750329" y="4636866"/>
                  </a:lnTo>
                  <a:lnTo>
                    <a:pt x="2741839" y="4643224"/>
                  </a:lnTo>
                  <a:lnTo>
                    <a:pt x="2741839" y="4662270"/>
                  </a:lnTo>
                  <a:lnTo>
                    <a:pt x="2748207" y="4670747"/>
                  </a:lnTo>
                  <a:lnTo>
                    <a:pt x="2767281" y="4670747"/>
                  </a:lnTo>
                  <a:lnTo>
                    <a:pt x="2775772" y="4662270"/>
                  </a:lnTo>
                  <a:lnTo>
                    <a:pt x="2775772" y="4645343"/>
                  </a:lnTo>
                  <a:lnTo>
                    <a:pt x="2769405" y="4636866"/>
                  </a:lnTo>
                  <a:close/>
                </a:path>
                <a:path w="9542780" h="6570345">
                  <a:moveTo>
                    <a:pt x="2769405" y="4681316"/>
                  </a:moveTo>
                  <a:lnTo>
                    <a:pt x="2750329" y="4681316"/>
                  </a:lnTo>
                  <a:lnTo>
                    <a:pt x="2741839" y="4687675"/>
                  </a:lnTo>
                  <a:lnTo>
                    <a:pt x="2741839" y="4706720"/>
                  </a:lnTo>
                  <a:lnTo>
                    <a:pt x="2748207" y="4715198"/>
                  </a:lnTo>
                  <a:lnTo>
                    <a:pt x="2758819" y="4715198"/>
                  </a:lnTo>
                  <a:lnTo>
                    <a:pt x="2767281" y="4713079"/>
                  </a:lnTo>
                  <a:lnTo>
                    <a:pt x="2775772" y="4706720"/>
                  </a:lnTo>
                  <a:lnTo>
                    <a:pt x="2775772" y="4689793"/>
                  </a:lnTo>
                  <a:lnTo>
                    <a:pt x="2769405" y="4681316"/>
                  </a:lnTo>
                  <a:close/>
                </a:path>
                <a:path w="9542780" h="6570345">
                  <a:moveTo>
                    <a:pt x="2769405" y="4812604"/>
                  </a:moveTo>
                  <a:lnTo>
                    <a:pt x="2750329" y="4812604"/>
                  </a:lnTo>
                  <a:lnTo>
                    <a:pt x="2741839" y="4818962"/>
                  </a:lnTo>
                  <a:lnTo>
                    <a:pt x="2741839" y="4838009"/>
                  </a:lnTo>
                  <a:lnTo>
                    <a:pt x="2748207" y="4846486"/>
                  </a:lnTo>
                  <a:lnTo>
                    <a:pt x="2767281" y="4846486"/>
                  </a:lnTo>
                  <a:lnTo>
                    <a:pt x="2775772" y="4840127"/>
                  </a:lnTo>
                  <a:lnTo>
                    <a:pt x="2775772" y="4821053"/>
                  </a:lnTo>
                  <a:lnTo>
                    <a:pt x="2769405" y="4812604"/>
                  </a:lnTo>
                  <a:close/>
                </a:path>
                <a:path w="9542780" h="6570345">
                  <a:moveTo>
                    <a:pt x="2769405" y="5917840"/>
                  </a:moveTo>
                  <a:lnTo>
                    <a:pt x="2750329" y="5917840"/>
                  </a:lnTo>
                  <a:lnTo>
                    <a:pt x="2741839" y="5924198"/>
                  </a:lnTo>
                  <a:lnTo>
                    <a:pt x="2741839" y="5943244"/>
                  </a:lnTo>
                  <a:lnTo>
                    <a:pt x="2748207" y="5951722"/>
                  </a:lnTo>
                  <a:lnTo>
                    <a:pt x="2767281" y="5951722"/>
                  </a:lnTo>
                  <a:lnTo>
                    <a:pt x="2775772" y="5943244"/>
                  </a:lnTo>
                  <a:lnTo>
                    <a:pt x="2775772" y="5926317"/>
                  </a:lnTo>
                  <a:lnTo>
                    <a:pt x="2769405" y="5917840"/>
                  </a:lnTo>
                  <a:close/>
                </a:path>
                <a:path w="9542780" h="6570345">
                  <a:moveTo>
                    <a:pt x="2769405" y="5962290"/>
                  </a:moveTo>
                  <a:lnTo>
                    <a:pt x="2750329" y="5962290"/>
                  </a:lnTo>
                  <a:lnTo>
                    <a:pt x="2741839" y="5968649"/>
                  </a:lnTo>
                  <a:lnTo>
                    <a:pt x="2741839" y="5987723"/>
                  </a:lnTo>
                  <a:lnTo>
                    <a:pt x="2748207" y="5996172"/>
                  </a:lnTo>
                  <a:lnTo>
                    <a:pt x="2758819" y="5996172"/>
                  </a:lnTo>
                  <a:lnTo>
                    <a:pt x="2767281" y="5994053"/>
                  </a:lnTo>
                  <a:lnTo>
                    <a:pt x="2775772" y="5987723"/>
                  </a:lnTo>
                  <a:lnTo>
                    <a:pt x="2775772" y="5970767"/>
                  </a:lnTo>
                  <a:lnTo>
                    <a:pt x="2769405" y="5962290"/>
                  </a:lnTo>
                  <a:close/>
                </a:path>
                <a:path w="9542780" h="6570345">
                  <a:moveTo>
                    <a:pt x="2769405" y="6004650"/>
                  </a:moveTo>
                  <a:lnTo>
                    <a:pt x="2750329" y="6004650"/>
                  </a:lnTo>
                  <a:lnTo>
                    <a:pt x="2741839" y="6011007"/>
                  </a:lnTo>
                  <a:lnTo>
                    <a:pt x="2741839" y="6030053"/>
                  </a:lnTo>
                  <a:lnTo>
                    <a:pt x="2748207" y="6038531"/>
                  </a:lnTo>
                  <a:lnTo>
                    <a:pt x="2767281" y="6038531"/>
                  </a:lnTo>
                  <a:lnTo>
                    <a:pt x="2775772" y="6032173"/>
                  </a:lnTo>
                  <a:lnTo>
                    <a:pt x="2775772" y="6013127"/>
                  </a:lnTo>
                  <a:lnTo>
                    <a:pt x="2769405" y="6004650"/>
                  </a:lnTo>
                  <a:close/>
                </a:path>
                <a:path w="9542780" h="6570345">
                  <a:moveTo>
                    <a:pt x="2724886" y="2252747"/>
                  </a:moveTo>
                  <a:lnTo>
                    <a:pt x="2705783" y="2252747"/>
                  </a:lnTo>
                  <a:lnTo>
                    <a:pt x="2697321" y="2259246"/>
                  </a:lnTo>
                  <a:lnTo>
                    <a:pt x="2697321" y="2280157"/>
                  </a:lnTo>
                  <a:lnTo>
                    <a:pt x="2703661" y="2286656"/>
                  </a:lnTo>
                  <a:lnTo>
                    <a:pt x="2714274" y="2286656"/>
                  </a:lnTo>
                  <a:lnTo>
                    <a:pt x="2722764" y="2284395"/>
                  </a:lnTo>
                  <a:lnTo>
                    <a:pt x="2731254" y="2278179"/>
                  </a:lnTo>
                  <a:lnTo>
                    <a:pt x="2731254" y="2261224"/>
                  </a:lnTo>
                  <a:lnTo>
                    <a:pt x="2724886" y="2252747"/>
                  </a:lnTo>
                  <a:close/>
                </a:path>
                <a:path w="9542780" h="6570345">
                  <a:moveTo>
                    <a:pt x="2724886" y="2295135"/>
                  </a:moveTo>
                  <a:lnTo>
                    <a:pt x="2705783" y="2295135"/>
                  </a:lnTo>
                  <a:lnTo>
                    <a:pt x="2697321" y="2301351"/>
                  </a:lnTo>
                  <a:lnTo>
                    <a:pt x="2697321" y="2322545"/>
                  </a:lnTo>
                  <a:lnTo>
                    <a:pt x="2703661" y="2329044"/>
                  </a:lnTo>
                  <a:lnTo>
                    <a:pt x="2722764" y="2329044"/>
                  </a:lnTo>
                  <a:lnTo>
                    <a:pt x="2731254" y="2322545"/>
                  </a:lnTo>
                  <a:lnTo>
                    <a:pt x="2731254" y="2303612"/>
                  </a:lnTo>
                  <a:lnTo>
                    <a:pt x="2724886" y="2295135"/>
                  </a:lnTo>
                  <a:close/>
                </a:path>
                <a:path w="9542780" h="6570345">
                  <a:moveTo>
                    <a:pt x="2724886" y="2339500"/>
                  </a:moveTo>
                  <a:lnTo>
                    <a:pt x="2705783" y="2339500"/>
                  </a:lnTo>
                  <a:lnTo>
                    <a:pt x="2697321" y="2345999"/>
                  </a:lnTo>
                  <a:lnTo>
                    <a:pt x="2697321" y="2367193"/>
                  </a:lnTo>
                  <a:lnTo>
                    <a:pt x="2703661" y="2373410"/>
                  </a:lnTo>
                  <a:lnTo>
                    <a:pt x="2722764" y="2373410"/>
                  </a:lnTo>
                  <a:lnTo>
                    <a:pt x="2731254" y="2367193"/>
                  </a:lnTo>
                  <a:lnTo>
                    <a:pt x="2731254" y="2347977"/>
                  </a:lnTo>
                  <a:lnTo>
                    <a:pt x="2724886" y="2339500"/>
                  </a:lnTo>
                  <a:close/>
                </a:path>
                <a:path w="9542780" h="6570345">
                  <a:moveTo>
                    <a:pt x="2724886" y="2384148"/>
                  </a:moveTo>
                  <a:lnTo>
                    <a:pt x="2705783" y="2384148"/>
                  </a:lnTo>
                  <a:lnTo>
                    <a:pt x="2697321" y="2390364"/>
                  </a:lnTo>
                  <a:lnTo>
                    <a:pt x="2697321" y="2411558"/>
                  </a:lnTo>
                  <a:lnTo>
                    <a:pt x="2703661" y="2417775"/>
                  </a:lnTo>
                  <a:lnTo>
                    <a:pt x="2722764" y="2417775"/>
                  </a:lnTo>
                  <a:lnTo>
                    <a:pt x="2731254" y="2409581"/>
                  </a:lnTo>
                  <a:lnTo>
                    <a:pt x="2731254" y="2392625"/>
                  </a:lnTo>
                  <a:lnTo>
                    <a:pt x="2724886" y="2384148"/>
                  </a:lnTo>
                  <a:close/>
                </a:path>
                <a:path w="9542780" h="6570345">
                  <a:moveTo>
                    <a:pt x="2724886" y="2428513"/>
                  </a:moveTo>
                  <a:lnTo>
                    <a:pt x="2705783" y="2428513"/>
                  </a:lnTo>
                  <a:lnTo>
                    <a:pt x="2697321" y="2434730"/>
                  </a:lnTo>
                  <a:lnTo>
                    <a:pt x="2697321" y="2453946"/>
                  </a:lnTo>
                  <a:lnTo>
                    <a:pt x="2703661" y="2462423"/>
                  </a:lnTo>
                  <a:lnTo>
                    <a:pt x="2722764" y="2462423"/>
                  </a:lnTo>
                  <a:lnTo>
                    <a:pt x="2731254" y="2453946"/>
                  </a:lnTo>
                  <a:lnTo>
                    <a:pt x="2731254" y="2436991"/>
                  </a:lnTo>
                  <a:lnTo>
                    <a:pt x="2724886" y="2428513"/>
                  </a:lnTo>
                  <a:close/>
                </a:path>
                <a:path w="9542780" h="6570345">
                  <a:moveTo>
                    <a:pt x="2724886" y="2472879"/>
                  </a:moveTo>
                  <a:lnTo>
                    <a:pt x="2705783" y="2472879"/>
                  </a:lnTo>
                  <a:lnTo>
                    <a:pt x="2697321" y="2479377"/>
                  </a:lnTo>
                  <a:lnTo>
                    <a:pt x="2697321" y="2498310"/>
                  </a:lnTo>
                  <a:lnTo>
                    <a:pt x="2703661" y="2506789"/>
                  </a:lnTo>
                  <a:lnTo>
                    <a:pt x="2722764" y="2506789"/>
                  </a:lnTo>
                  <a:lnTo>
                    <a:pt x="2731254" y="2498310"/>
                  </a:lnTo>
                  <a:lnTo>
                    <a:pt x="2731254" y="2481356"/>
                  </a:lnTo>
                  <a:lnTo>
                    <a:pt x="2724886" y="2472879"/>
                  </a:lnTo>
                  <a:close/>
                </a:path>
                <a:path w="9542780" h="6570345">
                  <a:moveTo>
                    <a:pt x="2724886" y="2517527"/>
                  </a:moveTo>
                  <a:lnTo>
                    <a:pt x="2705783" y="2517527"/>
                  </a:lnTo>
                  <a:lnTo>
                    <a:pt x="2697321" y="2523743"/>
                  </a:lnTo>
                  <a:lnTo>
                    <a:pt x="2697321" y="2544937"/>
                  </a:lnTo>
                  <a:lnTo>
                    <a:pt x="2703661" y="2551436"/>
                  </a:lnTo>
                  <a:lnTo>
                    <a:pt x="2714274" y="2551436"/>
                  </a:lnTo>
                  <a:lnTo>
                    <a:pt x="2722764" y="2549175"/>
                  </a:lnTo>
                  <a:lnTo>
                    <a:pt x="2731254" y="2542959"/>
                  </a:lnTo>
                  <a:lnTo>
                    <a:pt x="2731254" y="2526004"/>
                  </a:lnTo>
                  <a:lnTo>
                    <a:pt x="2724886" y="2517527"/>
                  </a:lnTo>
                  <a:close/>
                </a:path>
                <a:path w="9542780" h="6570345">
                  <a:moveTo>
                    <a:pt x="2724886" y="2561892"/>
                  </a:moveTo>
                  <a:lnTo>
                    <a:pt x="2705783" y="2561892"/>
                  </a:lnTo>
                  <a:lnTo>
                    <a:pt x="2697321" y="2568108"/>
                  </a:lnTo>
                  <a:lnTo>
                    <a:pt x="2697321" y="2589302"/>
                  </a:lnTo>
                  <a:lnTo>
                    <a:pt x="2703661" y="2595802"/>
                  </a:lnTo>
                  <a:lnTo>
                    <a:pt x="2714274" y="2595802"/>
                  </a:lnTo>
                  <a:lnTo>
                    <a:pt x="2722764" y="2593541"/>
                  </a:lnTo>
                  <a:lnTo>
                    <a:pt x="2731254" y="2587325"/>
                  </a:lnTo>
                  <a:lnTo>
                    <a:pt x="2731254" y="2570369"/>
                  </a:lnTo>
                  <a:lnTo>
                    <a:pt x="2724886" y="2561892"/>
                  </a:lnTo>
                  <a:close/>
                </a:path>
                <a:path w="9542780" h="6570345">
                  <a:moveTo>
                    <a:pt x="2724886" y="2604279"/>
                  </a:moveTo>
                  <a:lnTo>
                    <a:pt x="2705783" y="2604279"/>
                  </a:lnTo>
                  <a:lnTo>
                    <a:pt x="2697321" y="2610496"/>
                  </a:lnTo>
                  <a:lnTo>
                    <a:pt x="2697321" y="2631690"/>
                  </a:lnTo>
                  <a:lnTo>
                    <a:pt x="2703661" y="2638190"/>
                  </a:lnTo>
                  <a:lnTo>
                    <a:pt x="2722764" y="2638190"/>
                  </a:lnTo>
                  <a:lnTo>
                    <a:pt x="2731254" y="2631690"/>
                  </a:lnTo>
                  <a:lnTo>
                    <a:pt x="2731254" y="2612757"/>
                  </a:lnTo>
                  <a:lnTo>
                    <a:pt x="2724886" y="2604279"/>
                  </a:lnTo>
                  <a:close/>
                </a:path>
                <a:path w="9542780" h="6570345">
                  <a:moveTo>
                    <a:pt x="2724886" y="2648644"/>
                  </a:moveTo>
                  <a:lnTo>
                    <a:pt x="2705783" y="2648644"/>
                  </a:lnTo>
                  <a:lnTo>
                    <a:pt x="2697321" y="2655144"/>
                  </a:lnTo>
                  <a:lnTo>
                    <a:pt x="2697321" y="2676338"/>
                  </a:lnTo>
                  <a:lnTo>
                    <a:pt x="2703661" y="2682554"/>
                  </a:lnTo>
                  <a:lnTo>
                    <a:pt x="2722764" y="2682554"/>
                  </a:lnTo>
                  <a:lnTo>
                    <a:pt x="2731254" y="2676338"/>
                  </a:lnTo>
                  <a:lnTo>
                    <a:pt x="2731254" y="2657123"/>
                  </a:lnTo>
                  <a:lnTo>
                    <a:pt x="2724886" y="2648644"/>
                  </a:lnTo>
                  <a:close/>
                </a:path>
                <a:path w="9542780" h="6570345">
                  <a:moveTo>
                    <a:pt x="2724886" y="2693292"/>
                  </a:moveTo>
                  <a:lnTo>
                    <a:pt x="2705783" y="2693292"/>
                  </a:lnTo>
                  <a:lnTo>
                    <a:pt x="2697321" y="2699509"/>
                  </a:lnTo>
                  <a:lnTo>
                    <a:pt x="2697321" y="2718442"/>
                  </a:lnTo>
                  <a:lnTo>
                    <a:pt x="2703661" y="2726921"/>
                  </a:lnTo>
                  <a:lnTo>
                    <a:pt x="2722764" y="2726921"/>
                  </a:lnTo>
                  <a:lnTo>
                    <a:pt x="2731254" y="2718442"/>
                  </a:lnTo>
                  <a:lnTo>
                    <a:pt x="2731254" y="2701771"/>
                  </a:lnTo>
                  <a:lnTo>
                    <a:pt x="2724886" y="2693292"/>
                  </a:lnTo>
                  <a:close/>
                </a:path>
                <a:path w="9542780" h="6570345">
                  <a:moveTo>
                    <a:pt x="2724886" y="2737658"/>
                  </a:moveTo>
                  <a:lnTo>
                    <a:pt x="2705783" y="2737658"/>
                  </a:lnTo>
                  <a:lnTo>
                    <a:pt x="2697321" y="2743875"/>
                  </a:lnTo>
                  <a:lnTo>
                    <a:pt x="2697321" y="2763090"/>
                  </a:lnTo>
                  <a:lnTo>
                    <a:pt x="2703661" y="2771567"/>
                  </a:lnTo>
                  <a:lnTo>
                    <a:pt x="2722764" y="2771567"/>
                  </a:lnTo>
                  <a:lnTo>
                    <a:pt x="2731254" y="2763090"/>
                  </a:lnTo>
                  <a:lnTo>
                    <a:pt x="2731254" y="2746136"/>
                  </a:lnTo>
                  <a:lnTo>
                    <a:pt x="2724886" y="2737658"/>
                  </a:lnTo>
                  <a:close/>
                </a:path>
                <a:path w="9542780" h="6570345">
                  <a:moveTo>
                    <a:pt x="2724886" y="2782023"/>
                  </a:moveTo>
                  <a:lnTo>
                    <a:pt x="2705783" y="2782023"/>
                  </a:lnTo>
                  <a:lnTo>
                    <a:pt x="2697321" y="2788523"/>
                  </a:lnTo>
                  <a:lnTo>
                    <a:pt x="2697321" y="2807456"/>
                  </a:lnTo>
                  <a:lnTo>
                    <a:pt x="2703661" y="2815934"/>
                  </a:lnTo>
                  <a:lnTo>
                    <a:pt x="2722764" y="2815934"/>
                  </a:lnTo>
                  <a:lnTo>
                    <a:pt x="2731254" y="2807456"/>
                  </a:lnTo>
                  <a:lnTo>
                    <a:pt x="2731254" y="2790501"/>
                  </a:lnTo>
                  <a:lnTo>
                    <a:pt x="2724886" y="2782023"/>
                  </a:lnTo>
                  <a:close/>
                </a:path>
                <a:path w="9542780" h="6570345">
                  <a:moveTo>
                    <a:pt x="2724886" y="2826672"/>
                  </a:moveTo>
                  <a:lnTo>
                    <a:pt x="2705783" y="2826672"/>
                  </a:lnTo>
                  <a:lnTo>
                    <a:pt x="2697321" y="2832888"/>
                  </a:lnTo>
                  <a:lnTo>
                    <a:pt x="2697321" y="2851821"/>
                  </a:lnTo>
                  <a:lnTo>
                    <a:pt x="2703661" y="2860299"/>
                  </a:lnTo>
                  <a:lnTo>
                    <a:pt x="2714274" y="2860299"/>
                  </a:lnTo>
                  <a:lnTo>
                    <a:pt x="2722764" y="2858321"/>
                  </a:lnTo>
                  <a:lnTo>
                    <a:pt x="2731254" y="2851821"/>
                  </a:lnTo>
                  <a:lnTo>
                    <a:pt x="2731254" y="2835149"/>
                  </a:lnTo>
                  <a:lnTo>
                    <a:pt x="2724886" y="2826672"/>
                  </a:lnTo>
                  <a:close/>
                </a:path>
                <a:path w="9542780" h="6570345">
                  <a:moveTo>
                    <a:pt x="2724886" y="2871036"/>
                  </a:moveTo>
                  <a:lnTo>
                    <a:pt x="2705783" y="2871036"/>
                  </a:lnTo>
                  <a:lnTo>
                    <a:pt x="2697321" y="2877254"/>
                  </a:lnTo>
                  <a:lnTo>
                    <a:pt x="2697321" y="2896469"/>
                  </a:lnTo>
                  <a:lnTo>
                    <a:pt x="2703661" y="2904947"/>
                  </a:lnTo>
                  <a:lnTo>
                    <a:pt x="2714274" y="2904947"/>
                  </a:lnTo>
                  <a:lnTo>
                    <a:pt x="2722764" y="2902686"/>
                  </a:lnTo>
                  <a:lnTo>
                    <a:pt x="2731254" y="2896469"/>
                  </a:lnTo>
                  <a:lnTo>
                    <a:pt x="2731254" y="2879515"/>
                  </a:lnTo>
                  <a:lnTo>
                    <a:pt x="2724886" y="2871036"/>
                  </a:lnTo>
                  <a:close/>
                </a:path>
                <a:path w="9542780" h="6570345">
                  <a:moveTo>
                    <a:pt x="2724886" y="2913424"/>
                  </a:moveTo>
                  <a:lnTo>
                    <a:pt x="2705783" y="2913424"/>
                  </a:lnTo>
                  <a:lnTo>
                    <a:pt x="2697321" y="2919641"/>
                  </a:lnTo>
                  <a:lnTo>
                    <a:pt x="2697321" y="2938857"/>
                  </a:lnTo>
                  <a:lnTo>
                    <a:pt x="2703661" y="2947334"/>
                  </a:lnTo>
                  <a:lnTo>
                    <a:pt x="2722764" y="2947334"/>
                  </a:lnTo>
                  <a:lnTo>
                    <a:pt x="2731254" y="2940834"/>
                  </a:lnTo>
                  <a:lnTo>
                    <a:pt x="2731254" y="2921902"/>
                  </a:lnTo>
                  <a:lnTo>
                    <a:pt x="2724886" y="2913424"/>
                  </a:lnTo>
                  <a:close/>
                </a:path>
                <a:path w="9542780" h="6570345">
                  <a:moveTo>
                    <a:pt x="2724886" y="2957790"/>
                  </a:moveTo>
                  <a:lnTo>
                    <a:pt x="2705783" y="2957790"/>
                  </a:lnTo>
                  <a:lnTo>
                    <a:pt x="2697321" y="2964289"/>
                  </a:lnTo>
                  <a:lnTo>
                    <a:pt x="2697321" y="2983222"/>
                  </a:lnTo>
                  <a:lnTo>
                    <a:pt x="2703661" y="2991699"/>
                  </a:lnTo>
                  <a:lnTo>
                    <a:pt x="2722764" y="2991699"/>
                  </a:lnTo>
                  <a:lnTo>
                    <a:pt x="2731254" y="2985482"/>
                  </a:lnTo>
                  <a:lnTo>
                    <a:pt x="2731254" y="2966267"/>
                  </a:lnTo>
                  <a:lnTo>
                    <a:pt x="2724886" y="2957790"/>
                  </a:lnTo>
                  <a:close/>
                </a:path>
                <a:path w="9542780" h="6570345">
                  <a:moveTo>
                    <a:pt x="2724886" y="5873362"/>
                  </a:moveTo>
                  <a:lnTo>
                    <a:pt x="2705784" y="5873362"/>
                  </a:lnTo>
                  <a:lnTo>
                    <a:pt x="2697322" y="5879720"/>
                  </a:lnTo>
                  <a:lnTo>
                    <a:pt x="2697322" y="5898794"/>
                  </a:lnTo>
                  <a:lnTo>
                    <a:pt x="2703661" y="5907243"/>
                  </a:lnTo>
                  <a:lnTo>
                    <a:pt x="2722764" y="5907243"/>
                  </a:lnTo>
                  <a:lnTo>
                    <a:pt x="2731254" y="5898794"/>
                  </a:lnTo>
                  <a:lnTo>
                    <a:pt x="2731254" y="5881839"/>
                  </a:lnTo>
                  <a:lnTo>
                    <a:pt x="2724886" y="5873362"/>
                  </a:lnTo>
                  <a:close/>
                </a:path>
                <a:path w="9542780" h="6570345">
                  <a:moveTo>
                    <a:pt x="2724886" y="5917840"/>
                  </a:moveTo>
                  <a:lnTo>
                    <a:pt x="2705784" y="5917840"/>
                  </a:lnTo>
                  <a:lnTo>
                    <a:pt x="2697322" y="5924198"/>
                  </a:lnTo>
                  <a:lnTo>
                    <a:pt x="2697322" y="5943244"/>
                  </a:lnTo>
                  <a:lnTo>
                    <a:pt x="2703661" y="5951722"/>
                  </a:lnTo>
                  <a:lnTo>
                    <a:pt x="2722764" y="5951722"/>
                  </a:lnTo>
                  <a:lnTo>
                    <a:pt x="2731254" y="5943244"/>
                  </a:lnTo>
                  <a:lnTo>
                    <a:pt x="2731254" y="5926317"/>
                  </a:lnTo>
                  <a:lnTo>
                    <a:pt x="2724886" y="5917840"/>
                  </a:lnTo>
                  <a:close/>
                </a:path>
                <a:path w="9542780" h="6570345">
                  <a:moveTo>
                    <a:pt x="2724886" y="5962290"/>
                  </a:moveTo>
                  <a:lnTo>
                    <a:pt x="2705784" y="5962290"/>
                  </a:lnTo>
                  <a:lnTo>
                    <a:pt x="2697322" y="5968649"/>
                  </a:lnTo>
                  <a:lnTo>
                    <a:pt x="2697322" y="5987723"/>
                  </a:lnTo>
                  <a:lnTo>
                    <a:pt x="2703661" y="5996172"/>
                  </a:lnTo>
                  <a:lnTo>
                    <a:pt x="2714274" y="5996172"/>
                  </a:lnTo>
                  <a:lnTo>
                    <a:pt x="2722764" y="5994053"/>
                  </a:lnTo>
                  <a:lnTo>
                    <a:pt x="2731254" y="5987723"/>
                  </a:lnTo>
                  <a:lnTo>
                    <a:pt x="2731254" y="5970767"/>
                  </a:lnTo>
                  <a:lnTo>
                    <a:pt x="2724886" y="5962290"/>
                  </a:lnTo>
                  <a:close/>
                </a:path>
                <a:path w="9542780" h="6570345">
                  <a:moveTo>
                    <a:pt x="2724886" y="6004650"/>
                  </a:moveTo>
                  <a:lnTo>
                    <a:pt x="2705784" y="6004650"/>
                  </a:lnTo>
                  <a:lnTo>
                    <a:pt x="2697322" y="6011007"/>
                  </a:lnTo>
                  <a:lnTo>
                    <a:pt x="2697322" y="6030053"/>
                  </a:lnTo>
                  <a:lnTo>
                    <a:pt x="2703661" y="6038531"/>
                  </a:lnTo>
                  <a:lnTo>
                    <a:pt x="2722764" y="6038531"/>
                  </a:lnTo>
                  <a:lnTo>
                    <a:pt x="2731254" y="6032173"/>
                  </a:lnTo>
                  <a:lnTo>
                    <a:pt x="2731254" y="6013127"/>
                  </a:lnTo>
                  <a:lnTo>
                    <a:pt x="2724886" y="6004650"/>
                  </a:lnTo>
                  <a:close/>
                </a:path>
                <a:path w="9542780" h="6570345">
                  <a:moveTo>
                    <a:pt x="2724886" y="6049100"/>
                  </a:moveTo>
                  <a:lnTo>
                    <a:pt x="2705784" y="6049100"/>
                  </a:lnTo>
                  <a:lnTo>
                    <a:pt x="2697322" y="6055457"/>
                  </a:lnTo>
                  <a:lnTo>
                    <a:pt x="2697322" y="6074533"/>
                  </a:lnTo>
                  <a:lnTo>
                    <a:pt x="2703661" y="6082981"/>
                  </a:lnTo>
                  <a:lnTo>
                    <a:pt x="2722764" y="6082981"/>
                  </a:lnTo>
                  <a:lnTo>
                    <a:pt x="2731254" y="6076623"/>
                  </a:lnTo>
                  <a:lnTo>
                    <a:pt x="2731254" y="6057577"/>
                  </a:lnTo>
                  <a:lnTo>
                    <a:pt x="2724886" y="6049100"/>
                  </a:lnTo>
                  <a:close/>
                </a:path>
                <a:path w="9542780" h="6570345">
                  <a:moveTo>
                    <a:pt x="2680341" y="2163733"/>
                  </a:moveTo>
                  <a:lnTo>
                    <a:pt x="2659143" y="2163733"/>
                  </a:lnTo>
                  <a:lnTo>
                    <a:pt x="2652776" y="2170233"/>
                  </a:lnTo>
                  <a:lnTo>
                    <a:pt x="2652776" y="2189166"/>
                  </a:lnTo>
                  <a:lnTo>
                    <a:pt x="2659143" y="2197643"/>
                  </a:lnTo>
                  <a:lnTo>
                    <a:pt x="2680341" y="2197643"/>
                  </a:lnTo>
                  <a:lnTo>
                    <a:pt x="2686709" y="2189166"/>
                  </a:lnTo>
                  <a:lnTo>
                    <a:pt x="2686709" y="2172211"/>
                  </a:lnTo>
                  <a:lnTo>
                    <a:pt x="2680341" y="2163733"/>
                  </a:lnTo>
                  <a:close/>
                </a:path>
                <a:path w="9542780" h="6570345">
                  <a:moveTo>
                    <a:pt x="2680341" y="2208381"/>
                  </a:moveTo>
                  <a:lnTo>
                    <a:pt x="2659143" y="2208381"/>
                  </a:lnTo>
                  <a:lnTo>
                    <a:pt x="2652776" y="2214599"/>
                  </a:lnTo>
                  <a:lnTo>
                    <a:pt x="2652776" y="2233814"/>
                  </a:lnTo>
                  <a:lnTo>
                    <a:pt x="2659143" y="2242291"/>
                  </a:lnTo>
                  <a:lnTo>
                    <a:pt x="2680341" y="2242291"/>
                  </a:lnTo>
                  <a:lnTo>
                    <a:pt x="2686709" y="2233814"/>
                  </a:lnTo>
                  <a:lnTo>
                    <a:pt x="2686709" y="2216859"/>
                  </a:lnTo>
                  <a:lnTo>
                    <a:pt x="2680341" y="2208381"/>
                  </a:lnTo>
                  <a:close/>
                </a:path>
                <a:path w="9542780" h="6570345">
                  <a:moveTo>
                    <a:pt x="2680341" y="2252747"/>
                  </a:moveTo>
                  <a:lnTo>
                    <a:pt x="2659143" y="2252747"/>
                  </a:lnTo>
                  <a:lnTo>
                    <a:pt x="2652776" y="2259246"/>
                  </a:lnTo>
                  <a:lnTo>
                    <a:pt x="2652776" y="2280157"/>
                  </a:lnTo>
                  <a:lnTo>
                    <a:pt x="2659143" y="2286656"/>
                  </a:lnTo>
                  <a:lnTo>
                    <a:pt x="2680341" y="2286656"/>
                  </a:lnTo>
                  <a:lnTo>
                    <a:pt x="2686709" y="2278179"/>
                  </a:lnTo>
                  <a:lnTo>
                    <a:pt x="2686709" y="2261224"/>
                  </a:lnTo>
                  <a:lnTo>
                    <a:pt x="2680341" y="2252747"/>
                  </a:lnTo>
                  <a:close/>
                </a:path>
                <a:path w="9542780" h="6570345">
                  <a:moveTo>
                    <a:pt x="2680341" y="2295135"/>
                  </a:moveTo>
                  <a:lnTo>
                    <a:pt x="2659143" y="2295135"/>
                  </a:lnTo>
                  <a:lnTo>
                    <a:pt x="2652776" y="2301351"/>
                  </a:lnTo>
                  <a:lnTo>
                    <a:pt x="2652776" y="2322545"/>
                  </a:lnTo>
                  <a:lnTo>
                    <a:pt x="2659143" y="2329044"/>
                  </a:lnTo>
                  <a:lnTo>
                    <a:pt x="2680341" y="2329044"/>
                  </a:lnTo>
                  <a:lnTo>
                    <a:pt x="2686709" y="2322545"/>
                  </a:lnTo>
                  <a:lnTo>
                    <a:pt x="2686709" y="2303612"/>
                  </a:lnTo>
                  <a:lnTo>
                    <a:pt x="2680341" y="2295135"/>
                  </a:lnTo>
                  <a:close/>
                </a:path>
                <a:path w="9542780" h="6570345">
                  <a:moveTo>
                    <a:pt x="2680341" y="2339500"/>
                  </a:moveTo>
                  <a:lnTo>
                    <a:pt x="2659143" y="2339500"/>
                  </a:lnTo>
                  <a:lnTo>
                    <a:pt x="2652776" y="2345999"/>
                  </a:lnTo>
                  <a:lnTo>
                    <a:pt x="2652776" y="2367193"/>
                  </a:lnTo>
                  <a:lnTo>
                    <a:pt x="2659143" y="2373410"/>
                  </a:lnTo>
                  <a:lnTo>
                    <a:pt x="2680341" y="2373410"/>
                  </a:lnTo>
                  <a:lnTo>
                    <a:pt x="2686709" y="2367193"/>
                  </a:lnTo>
                  <a:lnTo>
                    <a:pt x="2686709" y="2347977"/>
                  </a:lnTo>
                  <a:lnTo>
                    <a:pt x="2680341" y="2339500"/>
                  </a:lnTo>
                  <a:close/>
                </a:path>
                <a:path w="9542780" h="6570345">
                  <a:moveTo>
                    <a:pt x="2680341" y="2384148"/>
                  </a:moveTo>
                  <a:lnTo>
                    <a:pt x="2659143" y="2384148"/>
                  </a:lnTo>
                  <a:lnTo>
                    <a:pt x="2652776" y="2390364"/>
                  </a:lnTo>
                  <a:lnTo>
                    <a:pt x="2652776" y="2411558"/>
                  </a:lnTo>
                  <a:lnTo>
                    <a:pt x="2659143" y="2417775"/>
                  </a:lnTo>
                  <a:lnTo>
                    <a:pt x="2680341" y="2417775"/>
                  </a:lnTo>
                  <a:lnTo>
                    <a:pt x="2686709" y="2409581"/>
                  </a:lnTo>
                  <a:lnTo>
                    <a:pt x="2686709" y="2392625"/>
                  </a:lnTo>
                  <a:lnTo>
                    <a:pt x="2680341" y="2384148"/>
                  </a:lnTo>
                  <a:close/>
                </a:path>
                <a:path w="9542780" h="6570345">
                  <a:moveTo>
                    <a:pt x="2680341" y="2428513"/>
                  </a:moveTo>
                  <a:lnTo>
                    <a:pt x="2659143" y="2428513"/>
                  </a:lnTo>
                  <a:lnTo>
                    <a:pt x="2652776" y="2434730"/>
                  </a:lnTo>
                  <a:lnTo>
                    <a:pt x="2652776" y="2453946"/>
                  </a:lnTo>
                  <a:lnTo>
                    <a:pt x="2659143" y="2462423"/>
                  </a:lnTo>
                  <a:lnTo>
                    <a:pt x="2680341" y="2462423"/>
                  </a:lnTo>
                  <a:lnTo>
                    <a:pt x="2686709" y="2453946"/>
                  </a:lnTo>
                  <a:lnTo>
                    <a:pt x="2686709" y="2436991"/>
                  </a:lnTo>
                  <a:lnTo>
                    <a:pt x="2680341" y="2428513"/>
                  </a:lnTo>
                  <a:close/>
                </a:path>
                <a:path w="9542780" h="6570345">
                  <a:moveTo>
                    <a:pt x="2680341" y="2472879"/>
                  </a:moveTo>
                  <a:lnTo>
                    <a:pt x="2659143" y="2472879"/>
                  </a:lnTo>
                  <a:lnTo>
                    <a:pt x="2652776" y="2479377"/>
                  </a:lnTo>
                  <a:lnTo>
                    <a:pt x="2652776" y="2498310"/>
                  </a:lnTo>
                  <a:lnTo>
                    <a:pt x="2659143" y="2506789"/>
                  </a:lnTo>
                  <a:lnTo>
                    <a:pt x="2680341" y="2506789"/>
                  </a:lnTo>
                  <a:lnTo>
                    <a:pt x="2686709" y="2498310"/>
                  </a:lnTo>
                  <a:lnTo>
                    <a:pt x="2686709" y="2481356"/>
                  </a:lnTo>
                  <a:lnTo>
                    <a:pt x="2680341" y="2472879"/>
                  </a:lnTo>
                  <a:close/>
                </a:path>
                <a:path w="9542780" h="6570345">
                  <a:moveTo>
                    <a:pt x="2680341" y="2517527"/>
                  </a:moveTo>
                  <a:lnTo>
                    <a:pt x="2659143" y="2517527"/>
                  </a:lnTo>
                  <a:lnTo>
                    <a:pt x="2652776" y="2523743"/>
                  </a:lnTo>
                  <a:lnTo>
                    <a:pt x="2652776" y="2544937"/>
                  </a:lnTo>
                  <a:lnTo>
                    <a:pt x="2659143" y="2551436"/>
                  </a:lnTo>
                  <a:lnTo>
                    <a:pt x="2680341" y="2551436"/>
                  </a:lnTo>
                  <a:lnTo>
                    <a:pt x="2686709" y="2542959"/>
                  </a:lnTo>
                  <a:lnTo>
                    <a:pt x="2686709" y="2526004"/>
                  </a:lnTo>
                  <a:lnTo>
                    <a:pt x="2680341" y="2517527"/>
                  </a:lnTo>
                  <a:close/>
                </a:path>
                <a:path w="9542780" h="6570345">
                  <a:moveTo>
                    <a:pt x="2680341" y="2561892"/>
                  </a:moveTo>
                  <a:lnTo>
                    <a:pt x="2659143" y="2561892"/>
                  </a:lnTo>
                  <a:lnTo>
                    <a:pt x="2652776" y="2568108"/>
                  </a:lnTo>
                  <a:lnTo>
                    <a:pt x="2652776" y="2589302"/>
                  </a:lnTo>
                  <a:lnTo>
                    <a:pt x="2659143" y="2595802"/>
                  </a:lnTo>
                  <a:lnTo>
                    <a:pt x="2680341" y="2595802"/>
                  </a:lnTo>
                  <a:lnTo>
                    <a:pt x="2686709" y="2587325"/>
                  </a:lnTo>
                  <a:lnTo>
                    <a:pt x="2686709" y="2570369"/>
                  </a:lnTo>
                  <a:lnTo>
                    <a:pt x="2680341" y="2561892"/>
                  </a:lnTo>
                  <a:close/>
                </a:path>
                <a:path w="9542780" h="6570345">
                  <a:moveTo>
                    <a:pt x="2680341" y="2604279"/>
                  </a:moveTo>
                  <a:lnTo>
                    <a:pt x="2659143" y="2604279"/>
                  </a:lnTo>
                  <a:lnTo>
                    <a:pt x="2652776" y="2610496"/>
                  </a:lnTo>
                  <a:lnTo>
                    <a:pt x="2652776" y="2631690"/>
                  </a:lnTo>
                  <a:lnTo>
                    <a:pt x="2659143" y="2638190"/>
                  </a:lnTo>
                  <a:lnTo>
                    <a:pt x="2680341" y="2638190"/>
                  </a:lnTo>
                  <a:lnTo>
                    <a:pt x="2686709" y="2631690"/>
                  </a:lnTo>
                  <a:lnTo>
                    <a:pt x="2686709" y="2612757"/>
                  </a:lnTo>
                  <a:lnTo>
                    <a:pt x="2680341" y="2604279"/>
                  </a:lnTo>
                  <a:close/>
                </a:path>
                <a:path w="9542780" h="6570345">
                  <a:moveTo>
                    <a:pt x="2680341" y="2648644"/>
                  </a:moveTo>
                  <a:lnTo>
                    <a:pt x="2659143" y="2648644"/>
                  </a:lnTo>
                  <a:lnTo>
                    <a:pt x="2652776" y="2655144"/>
                  </a:lnTo>
                  <a:lnTo>
                    <a:pt x="2652776" y="2676338"/>
                  </a:lnTo>
                  <a:lnTo>
                    <a:pt x="2659143" y="2682554"/>
                  </a:lnTo>
                  <a:lnTo>
                    <a:pt x="2680341" y="2682554"/>
                  </a:lnTo>
                  <a:lnTo>
                    <a:pt x="2686709" y="2676338"/>
                  </a:lnTo>
                  <a:lnTo>
                    <a:pt x="2686709" y="2657123"/>
                  </a:lnTo>
                  <a:lnTo>
                    <a:pt x="2680341" y="2648644"/>
                  </a:lnTo>
                  <a:close/>
                </a:path>
                <a:path w="9542780" h="6570345">
                  <a:moveTo>
                    <a:pt x="2680341" y="2693292"/>
                  </a:moveTo>
                  <a:lnTo>
                    <a:pt x="2659143" y="2693292"/>
                  </a:lnTo>
                  <a:lnTo>
                    <a:pt x="2652776" y="2699509"/>
                  </a:lnTo>
                  <a:lnTo>
                    <a:pt x="2652776" y="2718442"/>
                  </a:lnTo>
                  <a:lnTo>
                    <a:pt x="2659143" y="2726921"/>
                  </a:lnTo>
                  <a:lnTo>
                    <a:pt x="2680341" y="2726921"/>
                  </a:lnTo>
                  <a:lnTo>
                    <a:pt x="2686709" y="2718442"/>
                  </a:lnTo>
                  <a:lnTo>
                    <a:pt x="2686709" y="2701771"/>
                  </a:lnTo>
                  <a:lnTo>
                    <a:pt x="2680341" y="2693292"/>
                  </a:lnTo>
                  <a:close/>
                </a:path>
                <a:path w="9542780" h="6570345">
                  <a:moveTo>
                    <a:pt x="2680341" y="2737658"/>
                  </a:moveTo>
                  <a:lnTo>
                    <a:pt x="2659143" y="2737658"/>
                  </a:lnTo>
                  <a:lnTo>
                    <a:pt x="2652776" y="2743875"/>
                  </a:lnTo>
                  <a:lnTo>
                    <a:pt x="2652776" y="2763090"/>
                  </a:lnTo>
                  <a:lnTo>
                    <a:pt x="2659143" y="2771567"/>
                  </a:lnTo>
                  <a:lnTo>
                    <a:pt x="2680341" y="2771567"/>
                  </a:lnTo>
                  <a:lnTo>
                    <a:pt x="2686709" y="2763090"/>
                  </a:lnTo>
                  <a:lnTo>
                    <a:pt x="2686709" y="2746136"/>
                  </a:lnTo>
                  <a:lnTo>
                    <a:pt x="2680341" y="2737658"/>
                  </a:lnTo>
                  <a:close/>
                </a:path>
                <a:path w="9542780" h="6570345">
                  <a:moveTo>
                    <a:pt x="2680341" y="2782023"/>
                  </a:moveTo>
                  <a:lnTo>
                    <a:pt x="2659143" y="2782023"/>
                  </a:lnTo>
                  <a:lnTo>
                    <a:pt x="2652776" y="2788523"/>
                  </a:lnTo>
                  <a:lnTo>
                    <a:pt x="2652776" y="2807456"/>
                  </a:lnTo>
                  <a:lnTo>
                    <a:pt x="2659143" y="2815934"/>
                  </a:lnTo>
                  <a:lnTo>
                    <a:pt x="2680341" y="2815934"/>
                  </a:lnTo>
                  <a:lnTo>
                    <a:pt x="2686709" y="2807456"/>
                  </a:lnTo>
                  <a:lnTo>
                    <a:pt x="2686709" y="2790501"/>
                  </a:lnTo>
                  <a:lnTo>
                    <a:pt x="2680341" y="2782023"/>
                  </a:lnTo>
                  <a:close/>
                </a:path>
                <a:path w="9542780" h="6570345">
                  <a:moveTo>
                    <a:pt x="2680341" y="2826672"/>
                  </a:moveTo>
                  <a:lnTo>
                    <a:pt x="2659143" y="2826672"/>
                  </a:lnTo>
                  <a:lnTo>
                    <a:pt x="2652776" y="2832888"/>
                  </a:lnTo>
                  <a:lnTo>
                    <a:pt x="2652776" y="2851821"/>
                  </a:lnTo>
                  <a:lnTo>
                    <a:pt x="2659143" y="2860299"/>
                  </a:lnTo>
                  <a:lnTo>
                    <a:pt x="2680341" y="2860299"/>
                  </a:lnTo>
                  <a:lnTo>
                    <a:pt x="2686709" y="2851821"/>
                  </a:lnTo>
                  <a:lnTo>
                    <a:pt x="2686709" y="2835149"/>
                  </a:lnTo>
                  <a:lnTo>
                    <a:pt x="2680341" y="2826672"/>
                  </a:lnTo>
                  <a:close/>
                </a:path>
                <a:path w="9542780" h="6570345">
                  <a:moveTo>
                    <a:pt x="2680341" y="2871036"/>
                  </a:moveTo>
                  <a:lnTo>
                    <a:pt x="2659143" y="2871036"/>
                  </a:lnTo>
                  <a:lnTo>
                    <a:pt x="2652776" y="2877254"/>
                  </a:lnTo>
                  <a:lnTo>
                    <a:pt x="2652776" y="2896469"/>
                  </a:lnTo>
                  <a:lnTo>
                    <a:pt x="2659143" y="2904947"/>
                  </a:lnTo>
                  <a:lnTo>
                    <a:pt x="2680341" y="2904947"/>
                  </a:lnTo>
                  <a:lnTo>
                    <a:pt x="2686709" y="2896469"/>
                  </a:lnTo>
                  <a:lnTo>
                    <a:pt x="2686709" y="2879515"/>
                  </a:lnTo>
                  <a:lnTo>
                    <a:pt x="2680341" y="2871036"/>
                  </a:lnTo>
                  <a:close/>
                </a:path>
                <a:path w="9542780" h="6570345">
                  <a:moveTo>
                    <a:pt x="2680341" y="2913424"/>
                  </a:moveTo>
                  <a:lnTo>
                    <a:pt x="2659143" y="2913424"/>
                  </a:lnTo>
                  <a:lnTo>
                    <a:pt x="2652776" y="2919641"/>
                  </a:lnTo>
                  <a:lnTo>
                    <a:pt x="2652776" y="2938857"/>
                  </a:lnTo>
                  <a:lnTo>
                    <a:pt x="2659143" y="2947334"/>
                  </a:lnTo>
                  <a:lnTo>
                    <a:pt x="2680341" y="2947334"/>
                  </a:lnTo>
                  <a:lnTo>
                    <a:pt x="2686709" y="2940834"/>
                  </a:lnTo>
                  <a:lnTo>
                    <a:pt x="2686709" y="2921902"/>
                  </a:lnTo>
                  <a:lnTo>
                    <a:pt x="2680341" y="2913424"/>
                  </a:lnTo>
                  <a:close/>
                </a:path>
                <a:path w="9542780" h="6570345">
                  <a:moveTo>
                    <a:pt x="2680341" y="2957790"/>
                  </a:moveTo>
                  <a:lnTo>
                    <a:pt x="2659143" y="2957790"/>
                  </a:lnTo>
                  <a:lnTo>
                    <a:pt x="2652776" y="2964289"/>
                  </a:lnTo>
                  <a:lnTo>
                    <a:pt x="2652776" y="2983222"/>
                  </a:lnTo>
                  <a:lnTo>
                    <a:pt x="2659143" y="2991699"/>
                  </a:lnTo>
                  <a:lnTo>
                    <a:pt x="2680341" y="2991699"/>
                  </a:lnTo>
                  <a:lnTo>
                    <a:pt x="2686709" y="2985482"/>
                  </a:lnTo>
                  <a:lnTo>
                    <a:pt x="2686709" y="2966267"/>
                  </a:lnTo>
                  <a:lnTo>
                    <a:pt x="2680341" y="2957790"/>
                  </a:lnTo>
                  <a:close/>
                </a:path>
                <a:path w="9542780" h="6570345">
                  <a:moveTo>
                    <a:pt x="2680341" y="5828911"/>
                  </a:moveTo>
                  <a:lnTo>
                    <a:pt x="2659143" y="5828911"/>
                  </a:lnTo>
                  <a:lnTo>
                    <a:pt x="2652776" y="5835270"/>
                  </a:lnTo>
                  <a:lnTo>
                    <a:pt x="2652776" y="5854316"/>
                  </a:lnTo>
                  <a:lnTo>
                    <a:pt x="2659143" y="5862793"/>
                  </a:lnTo>
                  <a:lnTo>
                    <a:pt x="2680341" y="5862793"/>
                  </a:lnTo>
                  <a:lnTo>
                    <a:pt x="2686709" y="5854316"/>
                  </a:lnTo>
                  <a:lnTo>
                    <a:pt x="2686709" y="5837389"/>
                  </a:lnTo>
                  <a:lnTo>
                    <a:pt x="2680341" y="5828911"/>
                  </a:lnTo>
                  <a:close/>
                </a:path>
                <a:path w="9542780" h="6570345">
                  <a:moveTo>
                    <a:pt x="2680341" y="5873362"/>
                  </a:moveTo>
                  <a:lnTo>
                    <a:pt x="2659143" y="5873362"/>
                  </a:lnTo>
                  <a:lnTo>
                    <a:pt x="2652776" y="5879720"/>
                  </a:lnTo>
                  <a:lnTo>
                    <a:pt x="2652776" y="5898794"/>
                  </a:lnTo>
                  <a:lnTo>
                    <a:pt x="2659143" y="5907243"/>
                  </a:lnTo>
                  <a:lnTo>
                    <a:pt x="2680341" y="5907243"/>
                  </a:lnTo>
                  <a:lnTo>
                    <a:pt x="2686709" y="5898794"/>
                  </a:lnTo>
                  <a:lnTo>
                    <a:pt x="2686709" y="5881839"/>
                  </a:lnTo>
                  <a:lnTo>
                    <a:pt x="2680341" y="5873362"/>
                  </a:lnTo>
                  <a:close/>
                </a:path>
                <a:path w="9542780" h="6570345">
                  <a:moveTo>
                    <a:pt x="2680341" y="5917840"/>
                  </a:moveTo>
                  <a:lnTo>
                    <a:pt x="2659143" y="5917840"/>
                  </a:lnTo>
                  <a:lnTo>
                    <a:pt x="2652776" y="5924198"/>
                  </a:lnTo>
                  <a:lnTo>
                    <a:pt x="2652776" y="5943244"/>
                  </a:lnTo>
                  <a:lnTo>
                    <a:pt x="2659143" y="5951722"/>
                  </a:lnTo>
                  <a:lnTo>
                    <a:pt x="2680341" y="5951722"/>
                  </a:lnTo>
                  <a:lnTo>
                    <a:pt x="2686709" y="5943244"/>
                  </a:lnTo>
                  <a:lnTo>
                    <a:pt x="2686709" y="5926317"/>
                  </a:lnTo>
                  <a:lnTo>
                    <a:pt x="2680341" y="5917840"/>
                  </a:lnTo>
                  <a:close/>
                </a:path>
                <a:path w="9542780" h="6570345">
                  <a:moveTo>
                    <a:pt x="2680341" y="5962290"/>
                  </a:moveTo>
                  <a:lnTo>
                    <a:pt x="2659143" y="5962290"/>
                  </a:lnTo>
                  <a:lnTo>
                    <a:pt x="2652776" y="5968649"/>
                  </a:lnTo>
                  <a:lnTo>
                    <a:pt x="2652776" y="5987723"/>
                  </a:lnTo>
                  <a:lnTo>
                    <a:pt x="2659143" y="5996172"/>
                  </a:lnTo>
                  <a:lnTo>
                    <a:pt x="2680341" y="5996172"/>
                  </a:lnTo>
                  <a:lnTo>
                    <a:pt x="2686709" y="5987723"/>
                  </a:lnTo>
                  <a:lnTo>
                    <a:pt x="2686709" y="5970767"/>
                  </a:lnTo>
                  <a:lnTo>
                    <a:pt x="2680341" y="5962290"/>
                  </a:lnTo>
                  <a:close/>
                </a:path>
                <a:path w="9542780" h="6570345">
                  <a:moveTo>
                    <a:pt x="2680341" y="6004650"/>
                  </a:moveTo>
                  <a:lnTo>
                    <a:pt x="2659143" y="6004650"/>
                  </a:lnTo>
                  <a:lnTo>
                    <a:pt x="2652776" y="6011007"/>
                  </a:lnTo>
                  <a:lnTo>
                    <a:pt x="2652776" y="6030053"/>
                  </a:lnTo>
                  <a:lnTo>
                    <a:pt x="2659143" y="6038531"/>
                  </a:lnTo>
                  <a:lnTo>
                    <a:pt x="2680341" y="6038531"/>
                  </a:lnTo>
                  <a:lnTo>
                    <a:pt x="2686709" y="6032173"/>
                  </a:lnTo>
                  <a:lnTo>
                    <a:pt x="2686709" y="6013127"/>
                  </a:lnTo>
                  <a:lnTo>
                    <a:pt x="2680341" y="6004650"/>
                  </a:lnTo>
                  <a:close/>
                </a:path>
                <a:path w="9542780" h="6570345">
                  <a:moveTo>
                    <a:pt x="2680341" y="6049100"/>
                  </a:moveTo>
                  <a:lnTo>
                    <a:pt x="2659143" y="6049100"/>
                  </a:lnTo>
                  <a:lnTo>
                    <a:pt x="2652776" y="6055457"/>
                  </a:lnTo>
                  <a:lnTo>
                    <a:pt x="2652776" y="6074533"/>
                  </a:lnTo>
                  <a:lnTo>
                    <a:pt x="2659143" y="6082981"/>
                  </a:lnTo>
                  <a:lnTo>
                    <a:pt x="2680341" y="6082981"/>
                  </a:lnTo>
                  <a:lnTo>
                    <a:pt x="2686709" y="6076623"/>
                  </a:lnTo>
                  <a:lnTo>
                    <a:pt x="2686709" y="6057577"/>
                  </a:lnTo>
                  <a:lnTo>
                    <a:pt x="2680341" y="6049100"/>
                  </a:lnTo>
                  <a:close/>
                </a:path>
                <a:path w="9542780" h="6570345">
                  <a:moveTo>
                    <a:pt x="2635824" y="2119368"/>
                  </a:moveTo>
                  <a:lnTo>
                    <a:pt x="2614597" y="2119368"/>
                  </a:lnTo>
                  <a:lnTo>
                    <a:pt x="2608258" y="2125585"/>
                  </a:lnTo>
                  <a:lnTo>
                    <a:pt x="2608258" y="2144801"/>
                  </a:lnTo>
                  <a:lnTo>
                    <a:pt x="2614597" y="2153278"/>
                  </a:lnTo>
                  <a:lnTo>
                    <a:pt x="2635824" y="2153278"/>
                  </a:lnTo>
                  <a:lnTo>
                    <a:pt x="2642191" y="2144801"/>
                  </a:lnTo>
                  <a:lnTo>
                    <a:pt x="2642191" y="2127845"/>
                  </a:lnTo>
                  <a:lnTo>
                    <a:pt x="2635824" y="2119368"/>
                  </a:lnTo>
                  <a:close/>
                </a:path>
                <a:path w="9542780" h="6570345">
                  <a:moveTo>
                    <a:pt x="2635824" y="2163733"/>
                  </a:moveTo>
                  <a:lnTo>
                    <a:pt x="2614597" y="2163733"/>
                  </a:lnTo>
                  <a:lnTo>
                    <a:pt x="2608258" y="2170233"/>
                  </a:lnTo>
                  <a:lnTo>
                    <a:pt x="2608258" y="2189166"/>
                  </a:lnTo>
                  <a:lnTo>
                    <a:pt x="2614597" y="2197643"/>
                  </a:lnTo>
                  <a:lnTo>
                    <a:pt x="2635824" y="2197643"/>
                  </a:lnTo>
                  <a:lnTo>
                    <a:pt x="2642191" y="2189166"/>
                  </a:lnTo>
                  <a:lnTo>
                    <a:pt x="2642191" y="2172211"/>
                  </a:lnTo>
                  <a:lnTo>
                    <a:pt x="2635824" y="2163733"/>
                  </a:lnTo>
                  <a:close/>
                </a:path>
                <a:path w="9542780" h="6570345">
                  <a:moveTo>
                    <a:pt x="2635824" y="2208381"/>
                  </a:moveTo>
                  <a:lnTo>
                    <a:pt x="2614597" y="2208381"/>
                  </a:lnTo>
                  <a:lnTo>
                    <a:pt x="2608258" y="2214599"/>
                  </a:lnTo>
                  <a:lnTo>
                    <a:pt x="2608258" y="2233814"/>
                  </a:lnTo>
                  <a:lnTo>
                    <a:pt x="2614597" y="2242291"/>
                  </a:lnTo>
                  <a:lnTo>
                    <a:pt x="2635824" y="2242291"/>
                  </a:lnTo>
                  <a:lnTo>
                    <a:pt x="2642191" y="2233814"/>
                  </a:lnTo>
                  <a:lnTo>
                    <a:pt x="2642191" y="2216859"/>
                  </a:lnTo>
                  <a:lnTo>
                    <a:pt x="2635824" y="2208381"/>
                  </a:lnTo>
                  <a:close/>
                </a:path>
                <a:path w="9542780" h="6570345">
                  <a:moveTo>
                    <a:pt x="2635824" y="2252747"/>
                  </a:moveTo>
                  <a:lnTo>
                    <a:pt x="2614597" y="2252747"/>
                  </a:lnTo>
                  <a:lnTo>
                    <a:pt x="2608258" y="2259246"/>
                  </a:lnTo>
                  <a:lnTo>
                    <a:pt x="2608258" y="2280157"/>
                  </a:lnTo>
                  <a:lnTo>
                    <a:pt x="2614597" y="2286656"/>
                  </a:lnTo>
                  <a:lnTo>
                    <a:pt x="2635824" y="2286656"/>
                  </a:lnTo>
                  <a:lnTo>
                    <a:pt x="2642191" y="2278179"/>
                  </a:lnTo>
                  <a:lnTo>
                    <a:pt x="2642191" y="2261224"/>
                  </a:lnTo>
                  <a:lnTo>
                    <a:pt x="2635824" y="2252747"/>
                  </a:lnTo>
                  <a:close/>
                </a:path>
                <a:path w="9542780" h="6570345">
                  <a:moveTo>
                    <a:pt x="2635824" y="2295135"/>
                  </a:moveTo>
                  <a:lnTo>
                    <a:pt x="2614597" y="2295135"/>
                  </a:lnTo>
                  <a:lnTo>
                    <a:pt x="2608258" y="2301351"/>
                  </a:lnTo>
                  <a:lnTo>
                    <a:pt x="2608258" y="2322545"/>
                  </a:lnTo>
                  <a:lnTo>
                    <a:pt x="2614597" y="2329044"/>
                  </a:lnTo>
                  <a:lnTo>
                    <a:pt x="2635824" y="2329044"/>
                  </a:lnTo>
                  <a:lnTo>
                    <a:pt x="2642191" y="2322545"/>
                  </a:lnTo>
                  <a:lnTo>
                    <a:pt x="2642191" y="2303612"/>
                  </a:lnTo>
                  <a:lnTo>
                    <a:pt x="2635824" y="2295135"/>
                  </a:lnTo>
                  <a:close/>
                </a:path>
                <a:path w="9542780" h="6570345">
                  <a:moveTo>
                    <a:pt x="2635824" y="2339500"/>
                  </a:moveTo>
                  <a:lnTo>
                    <a:pt x="2614597" y="2339500"/>
                  </a:lnTo>
                  <a:lnTo>
                    <a:pt x="2608258" y="2345999"/>
                  </a:lnTo>
                  <a:lnTo>
                    <a:pt x="2608258" y="2367193"/>
                  </a:lnTo>
                  <a:lnTo>
                    <a:pt x="2614597" y="2373410"/>
                  </a:lnTo>
                  <a:lnTo>
                    <a:pt x="2635824" y="2373410"/>
                  </a:lnTo>
                  <a:lnTo>
                    <a:pt x="2642191" y="2367193"/>
                  </a:lnTo>
                  <a:lnTo>
                    <a:pt x="2642191" y="2347977"/>
                  </a:lnTo>
                  <a:lnTo>
                    <a:pt x="2635824" y="2339500"/>
                  </a:lnTo>
                  <a:close/>
                </a:path>
                <a:path w="9542780" h="6570345">
                  <a:moveTo>
                    <a:pt x="2635824" y="2384148"/>
                  </a:moveTo>
                  <a:lnTo>
                    <a:pt x="2614597" y="2384148"/>
                  </a:lnTo>
                  <a:lnTo>
                    <a:pt x="2608258" y="2390364"/>
                  </a:lnTo>
                  <a:lnTo>
                    <a:pt x="2608258" y="2411558"/>
                  </a:lnTo>
                  <a:lnTo>
                    <a:pt x="2614597" y="2417775"/>
                  </a:lnTo>
                  <a:lnTo>
                    <a:pt x="2635824" y="2417775"/>
                  </a:lnTo>
                  <a:lnTo>
                    <a:pt x="2642191" y="2409581"/>
                  </a:lnTo>
                  <a:lnTo>
                    <a:pt x="2642191" y="2392625"/>
                  </a:lnTo>
                  <a:lnTo>
                    <a:pt x="2635824" y="2384148"/>
                  </a:lnTo>
                  <a:close/>
                </a:path>
                <a:path w="9542780" h="6570345">
                  <a:moveTo>
                    <a:pt x="2635824" y="2428513"/>
                  </a:moveTo>
                  <a:lnTo>
                    <a:pt x="2614597" y="2428513"/>
                  </a:lnTo>
                  <a:lnTo>
                    <a:pt x="2608258" y="2434730"/>
                  </a:lnTo>
                  <a:lnTo>
                    <a:pt x="2608258" y="2453946"/>
                  </a:lnTo>
                  <a:lnTo>
                    <a:pt x="2614597" y="2462423"/>
                  </a:lnTo>
                  <a:lnTo>
                    <a:pt x="2635824" y="2462423"/>
                  </a:lnTo>
                  <a:lnTo>
                    <a:pt x="2642191" y="2453946"/>
                  </a:lnTo>
                  <a:lnTo>
                    <a:pt x="2642191" y="2436991"/>
                  </a:lnTo>
                  <a:lnTo>
                    <a:pt x="2635824" y="2428513"/>
                  </a:lnTo>
                  <a:close/>
                </a:path>
                <a:path w="9542780" h="6570345">
                  <a:moveTo>
                    <a:pt x="2635824" y="2472879"/>
                  </a:moveTo>
                  <a:lnTo>
                    <a:pt x="2614597" y="2472879"/>
                  </a:lnTo>
                  <a:lnTo>
                    <a:pt x="2608258" y="2479377"/>
                  </a:lnTo>
                  <a:lnTo>
                    <a:pt x="2608258" y="2498310"/>
                  </a:lnTo>
                  <a:lnTo>
                    <a:pt x="2614597" y="2506789"/>
                  </a:lnTo>
                  <a:lnTo>
                    <a:pt x="2635824" y="2506789"/>
                  </a:lnTo>
                  <a:lnTo>
                    <a:pt x="2642191" y="2498310"/>
                  </a:lnTo>
                  <a:lnTo>
                    <a:pt x="2642191" y="2481356"/>
                  </a:lnTo>
                  <a:lnTo>
                    <a:pt x="2635824" y="2472879"/>
                  </a:lnTo>
                  <a:close/>
                </a:path>
                <a:path w="9542780" h="6570345">
                  <a:moveTo>
                    <a:pt x="2635824" y="2517527"/>
                  </a:moveTo>
                  <a:lnTo>
                    <a:pt x="2614597" y="2517527"/>
                  </a:lnTo>
                  <a:lnTo>
                    <a:pt x="2608258" y="2523743"/>
                  </a:lnTo>
                  <a:lnTo>
                    <a:pt x="2608258" y="2544937"/>
                  </a:lnTo>
                  <a:lnTo>
                    <a:pt x="2614597" y="2551436"/>
                  </a:lnTo>
                  <a:lnTo>
                    <a:pt x="2635824" y="2551436"/>
                  </a:lnTo>
                  <a:lnTo>
                    <a:pt x="2642191" y="2542959"/>
                  </a:lnTo>
                  <a:lnTo>
                    <a:pt x="2642191" y="2526004"/>
                  </a:lnTo>
                  <a:lnTo>
                    <a:pt x="2635824" y="2517527"/>
                  </a:lnTo>
                  <a:close/>
                </a:path>
                <a:path w="9542780" h="6570345">
                  <a:moveTo>
                    <a:pt x="2635824" y="2561892"/>
                  </a:moveTo>
                  <a:lnTo>
                    <a:pt x="2614597" y="2561892"/>
                  </a:lnTo>
                  <a:lnTo>
                    <a:pt x="2608258" y="2568108"/>
                  </a:lnTo>
                  <a:lnTo>
                    <a:pt x="2608258" y="2589302"/>
                  </a:lnTo>
                  <a:lnTo>
                    <a:pt x="2614597" y="2595802"/>
                  </a:lnTo>
                  <a:lnTo>
                    <a:pt x="2635824" y="2595802"/>
                  </a:lnTo>
                  <a:lnTo>
                    <a:pt x="2642191" y="2587325"/>
                  </a:lnTo>
                  <a:lnTo>
                    <a:pt x="2642191" y="2570369"/>
                  </a:lnTo>
                  <a:lnTo>
                    <a:pt x="2635824" y="2561892"/>
                  </a:lnTo>
                  <a:close/>
                </a:path>
                <a:path w="9542780" h="6570345">
                  <a:moveTo>
                    <a:pt x="2635824" y="2604279"/>
                  </a:moveTo>
                  <a:lnTo>
                    <a:pt x="2614597" y="2604279"/>
                  </a:lnTo>
                  <a:lnTo>
                    <a:pt x="2608258" y="2610496"/>
                  </a:lnTo>
                  <a:lnTo>
                    <a:pt x="2608258" y="2631690"/>
                  </a:lnTo>
                  <a:lnTo>
                    <a:pt x="2614597" y="2638190"/>
                  </a:lnTo>
                  <a:lnTo>
                    <a:pt x="2635824" y="2638190"/>
                  </a:lnTo>
                  <a:lnTo>
                    <a:pt x="2642191" y="2631690"/>
                  </a:lnTo>
                  <a:lnTo>
                    <a:pt x="2642191" y="2612757"/>
                  </a:lnTo>
                  <a:lnTo>
                    <a:pt x="2635824" y="2604279"/>
                  </a:lnTo>
                  <a:close/>
                </a:path>
                <a:path w="9542780" h="6570345">
                  <a:moveTo>
                    <a:pt x="2635824" y="2648644"/>
                  </a:moveTo>
                  <a:lnTo>
                    <a:pt x="2614597" y="2648644"/>
                  </a:lnTo>
                  <a:lnTo>
                    <a:pt x="2608258" y="2655144"/>
                  </a:lnTo>
                  <a:lnTo>
                    <a:pt x="2608258" y="2676338"/>
                  </a:lnTo>
                  <a:lnTo>
                    <a:pt x="2614597" y="2682554"/>
                  </a:lnTo>
                  <a:lnTo>
                    <a:pt x="2635824" y="2682554"/>
                  </a:lnTo>
                  <a:lnTo>
                    <a:pt x="2642191" y="2676338"/>
                  </a:lnTo>
                  <a:lnTo>
                    <a:pt x="2642191" y="2657123"/>
                  </a:lnTo>
                  <a:lnTo>
                    <a:pt x="2635824" y="2648644"/>
                  </a:lnTo>
                  <a:close/>
                </a:path>
                <a:path w="9542780" h="6570345">
                  <a:moveTo>
                    <a:pt x="2635824" y="2693292"/>
                  </a:moveTo>
                  <a:lnTo>
                    <a:pt x="2614597" y="2693292"/>
                  </a:lnTo>
                  <a:lnTo>
                    <a:pt x="2608258" y="2699509"/>
                  </a:lnTo>
                  <a:lnTo>
                    <a:pt x="2608258" y="2718442"/>
                  </a:lnTo>
                  <a:lnTo>
                    <a:pt x="2614597" y="2726921"/>
                  </a:lnTo>
                  <a:lnTo>
                    <a:pt x="2635824" y="2726921"/>
                  </a:lnTo>
                  <a:lnTo>
                    <a:pt x="2642191" y="2718442"/>
                  </a:lnTo>
                  <a:lnTo>
                    <a:pt x="2642191" y="2701771"/>
                  </a:lnTo>
                  <a:lnTo>
                    <a:pt x="2635824" y="2693292"/>
                  </a:lnTo>
                  <a:close/>
                </a:path>
                <a:path w="9542780" h="6570345">
                  <a:moveTo>
                    <a:pt x="2635824" y="2737658"/>
                  </a:moveTo>
                  <a:lnTo>
                    <a:pt x="2614597" y="2737658"/>
                  </a:lnTo>
                  <a:lnTo>
                    <a:pt x="2608258" y="2743875"/>
                  </a:lnTo>
                  <a:lnTo>
                    <a:pt x="2608258" y="2763090"/>
                  </a:lnTo>
                  <a:lnTo>
                    <a:pt x="2614597" y="2771567"/>
                  </a:lnTo>
                  <a:lnTo>
                    <a:pt x="2635824" y="2771567"/>
                  </a:lnTo>
                  <a:lnTo>
                    <a:pt x="2642191" y="2763090"/>
                  </a:lnTo>
                  <a:lnTo>
                    <a:pt x="2642191" y="2746136"/>
                  </a:lnTo>
                  <a:lnTo>
                    <a:pt x="2635824" y="2737658"/>
                  </a:lnTo>
                  <a:close/>
                </a:path>
                <a:path w="9542780" h="6570345">
                  <a:moveTo>
                    <a:pt x="2635824" y="2782023"/>
                  </a:moveTo>
                  <a:lnTo>
                    <a:pt x="2614597" y="2782023"/>
                  </a:lnTo>
                  <a:lnTo>
                    <a:pt x="2608258" y="2788523"/>
                  </a:lnTo>
                  <a:lnTo>
                    <a:pt x="2608258" y="2807456"/>
                  </a:lnTo>
                  <a:lnTo>
                    <a:pt x="2614597" y="2815934"/>
                  </a:lnTo>
                  <a:lnTo>
                    <a:pt x="2635824" y="2815934"/>
                  </a:lnTo>
                  <a:lnTo>
                    <a:pt x="2642191" y="2807456"/>
                  </a:lnTo>
                  <a:lnTo>
                    <a:pt x="2642191" y="2790501"/>
                  </a:lnTo>
                  <a:lnTo>
                    <a:pt x="2635824" y="2782023"/>
                  </a:lnTo>
                  <a:close/>
                </a:path>
                <a:path w="9542780" h="6570345">
                  <a:moveTo>
                    <a:pt x="2635824" y="2826672"/>
                  </a:moveTo>
                  <a:lnTo>
                    <a:pt x="2614597" y="2826672"/>
                  </a:lnTo>
                  <a:lnTo>
                    <a:pt x="2608258" y="2832888"/>
                  </a:lnTo>
                  <a:lnTo>
                    <a:pt x="2608258" y="2851821"/>
                  </a:lnTo>
                  <a:lnTo>
                    <a:pt x="2614597" y="2860299"/>
                  </a:lnTo>
                  <a:lnTo>
                    <a:pt x="2635824" y="2860299"/>
                  </a:lnTo>
                  <a:lnTo>
                    <a:pt x="2642191" y="2851821"/>
                  </a:lnTo>
                  <a:lnTo>
                    <a:pt x="2642191" y="2835149"/>
                  </a:lnTo>
                  <a:lnTo>
                    <a:pt x="2635824" y="2826672"/>
                  </a:lnTo>
                  <a:close/>
                </a:path>
                <a:path w="9542780" h="6570345">
                  <a:moveTo>
                    <a:pt x="2635824" y="2871036"/>
                  </a:moveTo>
                  <a:lnTo>
                    <a:pt x="2614597" y="2871036"/>
                  </a:lnTo>
                  <a:lnTo>
                    <a:pt x="2608258" y="2877254"/>
                  </a:lnTo>
                  <a:lnTo>
                    <a:pt x="2608258" y="2896469"/>
                  </a:lnTo>
                  <a:lnTo>
                    <a:pt x="2614597" y="2904947"/>
                  </a:lnTo>
                  <a:lnTo>
                    <a:pt x="2635824" y="2904947"/>
                  </a:lnTo>
                  <a:lnTo>
                    <a:pt x="2642191" y="2896469"/>
                  </a:lnTo>
                  <a:lnTo>
                    <a:pt x="2642191" y="2879515"/>
                  </a:lnTo>
                  <a:lnTo>
                    <a:pt x="2635824" y="2871036"/>
                  </a:lnTo>
                  <a:close/>
                </a:path>
                <a:path w="9542780" h="6570345">
                  <a:moveTo>
                    <a:pt x="2635824" y="2913424"/>
                  </a:moveTo>
                  <a:lnTo>
                    <a:pt x="2614597" y="2913424"/>
                  </a:lnTo>
                  <a:lnTo>
                    <a:pt x="2608258" y="2919641"/>
                  </a:lnTo>
                  <a:lnTo>
                    <a:pt x="2608258" y="2938857"/>
                  </a:lnTo>
                  <a:lnTo>
                    <a:pt x="2614597" y="2947334"/>
                  </a:lnTo>
                  <a:lnTo>
                    <a:pt x="2635824" y="2947334"/>
                  </a:lnTo>
                  <a:lnTo>
                    <a:pt x="2642191" y="2940834"/>
                  </a:lnTo>
                  <a:lnTo>
                    <a:pt x="2642191" y="2921902"/>
                  </a:lnTo>
                  <a:lnTo>
                    <a:pt x="2635824" y="2913424"/>
                  </a:lnTo>
                  <a:close/>
                </a:path>
                <a:path w="9542780" h="6570345">
                  <a:moveTo>
                    <a:pt x="2635824" y="2957790"/>
                  </a:moveTo>
                  <a:lnTo>
                    <a:pt x="2614597" y="2957790"/>
                  </a:lnTo>
                  <a:lnTo>
                    <a:pt x="2608258" y="2964289"/>
                  </a:lnTo>
                  <a:lnTo>
                    <a:pt x="2608258" y="2983222"/>
                  </a:lnTo>
                  <a:lnTo>
                    <a:pt x="2614597" y="2991699"/>
                  </a:lnTo>
                  <a:lnTo>
                    <a:pt x="2635824" y="2991699"/>
                  </a:lnTo>
                  <a:lnTo>
                    <a:pt x="2642191" y="2985482"/>
                  </a:lnTo>
                  <a:lnTo>
                    <a:pt x="2642191" y="2966267"/>
                  </a:lnTo>
                  <a:lnTo>
                    <a:pt x="2635824" y="2957790"/>
                  </a:lnTo>
                  <a:close/>
                </a:path>
                <a:path w="9542780" h="6570345">
                  <a:moveTo>
                    <a:pt x="2635824" y="3002155"/>
                  </a:moveTo>
                  <a:lnTo>
                    <a:pt x="2614597" y="3002155"/>
                  </a:lnTo>
                  <a:lnTo>
                    <a:pt x="2608258" y="3008655"/>
                  </a:lnTo>
                  <a:lnTo>
                    <a:pt x="2608258" y="3027588"/>
                  </a:lnTo>
                  <a:lnTo>
                    <a:pt x="2614597" y="3036065"/>
                  </a:lnTo>
                  <a:lnTo>
                    <a:pt x="2635824" y="3036065"/>
                  </a:lnTo>
                  <a:lnTo>
                    <a:pt x="2642191" y="3027588"/>
                  </a:lnTo>
                  <a:lnTo>
                    <a:pt x="2642191" y="3010632"/>
                  </a:lnTo>
                  <a:lnTo>
                    <a:pt x="2635824" y="3002155"/>
                  </a:lnTo>
                  <a:close/>
                </a:path>
                <a:path w="9542780" h="6570345">
                  <a:moveTo>
                    <a:pt x="2635824" y="5784461"/>
                  </a:moveTo>
                  <a:lnTo>
                    <a:pt x="2614597" y="5784461"/>
                  </a:lnTo>
                  <a:lnTo>
                    <a:pt x="2608258" y="5790791"/>
                  </a:lnTo>
                  <a:lnTo>
                    <a:pt x="2608258" y="5809866"/>
                  </a:lnTo>
                  <a:lnTo>
                    <a:pt x="2614597" y="5818315"/>
                  </a:lnTo>
                  <a:lnTo>
                    <a:pt x="2635824" y="5818315"/>
                  </a:lnTo>
                  <a:lnTo>
                    <a:pt x="2642191" y="5809866"/>
                  </a:lnTo>
                  <a:lnTo>
                    <a:pt x="2642191" y="5792910"/>
                  </a:lnTo>
                  <a:lnTo>
                    <a:pt x="2635824" y="5784461"/>
                  </a:lnTo>
                  <a:close/>
                </a:path>
                <a:path w="9542780" h="6570345">
                  <a:moveTo>
                    <a:pt x="2635824" y="5828911"/>
                  </a:moveTo>
                  <a:lnTo>
                    <a:pt x="2614597" y="5828911"/>
                  </a:lnTo>
                  <a:lnTo>
                    <a:pt x="2608258" y="5835270"/>
                  </a:lnTo>
                  <a:lnTo>
                    <a:pt x="2608258" y="5854316"/>
                  </a:lnTo>
                  <a:lnTo>
                    <a:pt x="2614597" y="5862793"/>
                  </a:lnTo>
                  <a:lnTo>
                    <a:pt x="2635824" y="5862793"/>
                  </a:lnTo>
                  <a:lnTo>
                    <a:pt x="2642191" y="5854316"/>
                  </a:lnTo>
                  <a:lnTo>
                    <a:pt x="2642191" y="5837389"/>
                  </a:lnTo>
                  <a:lnTo>
                    <a:pt x="2635824" y="5828911"/>
                  </a:lnTo>
                  <a:close/>
                </a:path>
                <a:path w="9542780" h="6570345">
                  <a:moveTo>
                    <a:pt x="2635824" y="5873362"/>
                  </a:moveTo>
                  <a:lnTo>
                    <a:pt x="2614597" y="5873362"/>
                  </a:lnTo>
                  <a:lnTo>
                    <a:pt x="2608258" y="5879720"/>
                  </a:lnTo>
                  <a:lnTo>
                    <a:pt x="2608258" y="5898794"/>
                  </a:lnTo>
                  <a:lnTo>
                    <a:pt x="2614597" y="5907243"/>
                  </a:lnTo>
                  <a:lnTo>
                    <a:pt x="2635824" y="5907243"/>
                  </a:lnTo>
                  <a:lnTo>
                    <a:pt x="2642191" y="5898794"/>
                  </a:lnTo>
                  <a:lnTo>
                    <a:pt x="2642191" y="5881839"/>
                  </a:lnTo>
                  <a:lnTo>
                    <a:pt x="2635824" y="5873362"/>
                  </a:lnTo>
                  <a:close/>
                </a:path>
                <a:path w="9542780" h="6570345">
                  <a:moveTo>
                    <a:pt x="2635824" y="5917840"/>
                  </a:moveTo>
                  <a:lnTo>
                    <a:pt x="2614597" y="5917840"/>
                  </a:lnTo>
                  <a:lnTo>
                    <a:pt x="2608258" y="5924198"/>
                  </a:lnTo>
                  <a:lnTo>
                    <a:pt x="2608258" y="5943244"/>
                  </a:lnTo>
                  <a:lnTo>
                    <a:pt x="2614597" y="5951722"/>
                  </a:lnTo>
                  <a:lnTo>
                    <a:pt x="2635824" y="5951722"/>
                  </a:lnTo>
                  <a:lnTo>
                    <a:pt x="2642191" y="5943244"/>
                  </a:lnTo>
                  <a:lnTo>
                    <a:pt x="2642191" y="5926317"/>
                  </a:lnTo>
                  <a:lnTo>
                    <a:pt x="2635824" y="5917840"/>
                  </a:lnTo>
                  <a:close/>
                </a:path>
                <a:path w="9542780" h="6570345">
                  <a:moveTo>
                    <a:pt x="2635824" y="5962290"/>
                  </a:moveTo>
                  <a:lnTo>
                    <a:pt x="2614597" y="5962290"/>
                  </a:lnTo>
                  <a:lnTo>
                    <a:pt x="2608258" y="5968649"/>
                  </a:lnTo>
                  <a:lnTo>
                    <a:pt x="2608258" y="5987723"/>
                  </a:lnTo>
                  <a:lnTo>
                    <a:pt x="2614597" y="5996172"/>
                  </a:lnTo>
                  <a:lnTo>
                    <a:pt x="2635824" y="5996172"/>
                  </a:lnTo>
                  <a:lnTo>
                    <a:pt x="2642191" y="5987723"/>
                  </a:lnTo>
                  <a:lnTo>
                    <a:pt x="2642191" y="5970767"/>
                  </a:lnTo>
                  <a:lnTo>
                    <a:pt x="2635824" y="5962290"/>
                  </a:lnTo>
                  <a:close/>
                </a:path>
                <a:path w="9542780" h="6570345">
                  <a:moveTo>
                    <a:pt x="2635824" y="6004650"/>
                  </a:moveTo>
                  <a:lnTo>
                    <a:pt x="2614597" y="6004650"/>
                  </a:lnTo>
                  <a:lnTo>
                    <a:pt x="2608258" y="6011007"/>
                  </a:lnTo>
                  <a:lnTo>
                    <a:pt x="2608258" y="6030053"/>
                  </a:lnTo>
                  <a:lnTo>
                    <a:pt x="2614597" y="6038531"/>
                  </a:lnTo>
                  <a:lnTo>
                    <a:pt x="2635824" y="6038531"/>
                  </a:lnTo>
                  <a:lnTo>
                    <a:pt x="2642191" y="6032173"/>
                  </a:lnTo>
                  <a:lnTo>
                    <a:pt x="2642191" y="6013127"/>
                  </a:lnTo>
                  <a:lnTo>
                    <a:pt x="2635824" y="6004650"/>
                  </a:lnTo>
                  <a:close/>
                </a:path>
                <a:path w="9542780" h="6570345">
                  <a:moveTo>
                    <a:pt x="2635824" y="6049100"/>
                  </a:moveTo>
                  <a:lnTo>
                    <a:pt x="2614597" y="6049100"/>
                  </a:lnTo>
                  <a:lnTo>
                    <a:pt x="2608258" y="6055457"/>
                  </a:lnTo>
                  <a:lnTo>
                    <a:pt x="2608258" y="6074533"/>
                  </a:lnTo>
                  <a:lnTo>
                    <a:pt x="2614597" y="6082981"/>
                  </a:lnTo>
                  <a:lnTo>
                    <a:pt x="2635824" y="6082981"/>
                  </a:lnTo>
                  <a:lnTo>
                    <a:pt x="2642191" y="6076623"/>
                  </a:lnTo>
                  <a:lnTo>
                    <a:pt x="2642191" y="6057577"/>
                  </a:lnTo>
                  <a:lnTo>
                    <a:pt x="2635824" y="6049100"/>
                  </a:lnTo>
                  <a:close/>
                </a:path>
                <a:path w="9542780" h="6570345">
                  <a:moveTo>
                    <a:pt x="2591277" y="1191933"/>
                  </a:moveTo>
                  <a:lnTo>
                    <a:pt x="2570079" y="1191933"/>
                  </a:lnTo>
                  <a:lnTo>
                    <a:pt x="2563712" y="1198432"/>
                  </a:lnTo>
                  <a:lnTo>
                    <a:pt x="2563712" y="1217366"/>
                  </a:lnTo>
                  <a:lnTo>
                    <a:pt x="2570079" y="1225843"/>
                  </a:lnTo>
                  <a:lnTo>
                    <a:pt x="2591277" y="1225843"/>
                  </a:lnTo>
                  <a:lnTo>
                    <a:pt x="2597645" y="1217366"/>
                  </a:lnTo>
                  <a:lnTo>
                    <a:pt x="2597645" y="1200410"/>
                  </a:lnTo>
                  <a:lnTo>
                    <a:pt x="2591277" y="1191933"/>
                  </a:lnTo>
                  <a:close/>
                </a:path>
                <a:path w="9542780" h="6570345">
                  <a:moveTo>
                    <a:pt x="2591277" y="2075003"/>
                  </a:moveTo>
                  <a:lnTo>
                    <a:pt x="2570079" y="2075003"/>
                  </a:lnTo>
                  <a:lnTo>
                    <a:pt x="2563712" y="2081220"/>
                  </a:lnTo>
                  <a:lnTo>
                    <a:pt x="2563712" y="2102413"/>
                  </a:lnTo>
                  <a:lnTo>
                    <a:pt x="2570079" y="2108912"/>
                  </a:lnTo>
                  <a:lnTo>
                    <a:pt x="2591277" y="2108912"/>
                  </a:lnTo>
                  <a:lnTo>
                    <a:pt x="2597645" y="2100435"/>
                  </a:lnTo>
                  <a:lnTo>
                    <a:pt x="2597645" y="2083480"/>
                  </a:lnTo>
                  <a:lnTo>
                    <a:pt x="2591277" y="2075003"/>
                  </a:lnTo>
                  <a:close/>
                </a:path>
                <a:path w="9542780" h="6570345">
                  <a:moveTo>
                    <a:pt x="2591277" y="2119368"/>
                  </a:moveTo>
                  <a:lnTo>
                    <a:pt x="2570079" y="2119368"/>
                  </a:lnTo>
                  <a:lnTo>
                    <a:pt x="2563712" y="2125585"/>
                  </a:lnTo>
                  <a:lnTo>
                    <a:pt x="2563712" y="2144801"/>
                  </a:lnTo>
                  <a:lnTo>
                    <a:pt x="2570079" y="2153278"/>
                  </a:lnTo>
                  <a:lnTo>
                    <a:pt x="2591277" y="2153278"/>
                  </a:lnTo>
                  <a:lnTo>
                    <a:pt x="2597645" y="2144801"/>
                  </a:lnTo>
                  <a:lnTo>
                    <a:pt x="2597645" y="2127845"/>
                  </a:lnTo>
                  <a:lnTo>
                    <a:pt x="2591277" y="2119368"/>
                  </a:lnTo>
                  <a:close/>
                </a:path>
                <a:path w="9542780" h="6570345">
                  <a:moveTo>
                    <a:pt x="2591277" y="2163733"/>
                  </a:moveTo>
                  <a:lnTo>
                    <a:pt x="2570079" y="2163733"/>
                  </a:lnTo>
                  <a:lnTo>
                    <a:pt x="2563712" y="2170233"/>
                  </a:lnTo>
                  <a:lnTo>
                    <a:pt x="2563712" y="2189166"/>
                  </a:lnTo>
                  <a:lnTo>
                    <a:pt x="2570079" y="2197643"/>
                  </a:lnTo>
                  <a:lnTo>
                    <a:pt x="2591277" y="2197643"/>
                  </a:lnTo>
                  <a:lnTo>
                    <a:pt x="2597645" y="2189166"/>
                  </a:lnTo>
                  <a:lnTo>
                    <a:pt x="2597645" y="2172211"/>
                  </a:lnTo>
                  <a:lnTo>
                    <a:pt x="2591277" y="2163733"/>
                  </a:lnTo>
                  <a:close/>
                </a:path>
                <a:path w="9542780" h="6570345">
                  <a:moveTo>
                    <a:pt x="2591277" y="2208381"/>
                  </a:moveTo>
                  <a:lnTo>
                    <a:pt x="2570079" y="2208381"/>
                  </a:lnTo>
                  <a:lnTo>
                    <a:pt x="2563712" y="2214598"/>
                  </a:lnTo>
                  <a:lnTo>
                    <a:pt x="2563712" y="2233814"/>
                  </a:lnTo>
                  <a:lnTo>
                    <a:pt x="2570079" y="2242291"/>
                  </a:lnTo>
                  <a:lnTo>
                    <a:pt x="2591277" y="2242291"/>
                  </a:lnTo>
                  <a:lnTo>
                    <a:pt x="2597645" y="2233814"/>
                  </a:lnTo>
                  <a:lnTo>
                    <a:pt x="2597645" y="2216859"/>
                  </a:lnTo>
                  <a:lnTo>
                    <a:pt x="2591277" y="2208381"/>
                  </a:lnTo>
                  <a:close/>
                </a:path>
                <a:path w="9542780" h="6570345">
                  <a:moveTo>
                    <a:pt x="2591277" y="2252747"/>
                  </a:moveTo>
                  <a:lnTo>
                    <a:pt x="2570079" y="2252747"/>
                  </a:lnTo>
                  <a:lnTo>
                    <a:pt x="2563712" y="2259246"/>
                  </a:lnTo>
                  <a:lnTo>
                    <a:pt x="2563712" y="2280157"/>
                  </a:lnTo>
                  <a:lnTo>
                    <a:pt x="2570079" y="2286656"/>
                  </a:lnTo>
                  <a:lnTo>
                    <a:pt x="2591277" y="2286656"/>
                  </a:lnTo>
                  <a:lnTo>
                    <a:pt x="2597645" y="2278179"/>
                  </a:lnTo>
                  <a:lnTo>
                    <a:pt x="2597645" y="2261224"/>
                  </a:lnTo>
                  <a:lnTo>
                    <a:pt x="2591277" y="2252747"/>
                  </a:lnTo>
                  <a:close/>
                </a:path>
                <a:path w="9542780" h="6570345">
                  <a:moveTo>
                    <a:pt x="2591277" y="2295135"/>
                  </a:moveTo>
                  <a:lnTo>
                    <a:pt x="2570079" y="2295135"/>
                  </a:lnTo>
                  <a:lnTo>
                    <a:pt x="2563712" y="2301351"/>
                  </a:lnTo>
                  <a:lnTo>
                    <a:pt x="2563712" y="2322545"/>
                  </a:lnTo>
                  <a:lnTo>
                    <a:pt x="2570079" y="2329044"/>
                  </a:lnTo>
                  <a:lnTo>
                    <a:pt x="2591277" y="2329044"/>
                  </a:lnTo>
                  <a:lnTo>
                    <a:pt x="2597645" y="2322545"/>
                  </a:lnTo>
                  <a:lnTo>
                    <a:pt x="2597645" y="2303612"/>
                  </a:lnTo>
                  <a:lnTo>
                    <a:pt x="2591277" y="2295135"/>
                  </a:lnTo>
                  <a:close/>
                </a:path>
                <a:path w="9542780" h="6570345">
                  <a:moveTo>
                    <a:pt x="2591277" y="2339500"/>
                  </a:moveTo>
                  <a:lnTo>
                    <a:pt x="2570079" y="2339500"/>
                  </a:lnTo>
                  <a:lnTo>
                    <a:pt x="2563712" y="2345999"/>
                  </a:lnTo>
                  <a:lnTo>
                    <a:pt x="2563712" y="2367193"/>
                  </a:lnTo>
                  <a:lnTo>
                    <a:pt x="2570079" y="2373410"/>
                  </a:lnTo>
                  <a:lnTo>
                    <a:pt x="2591277" y="2373410"/>
                  </a:lnTo>
                  <a:lnTo>
                    <a:pt x="2597645" y="2367193"/>
                  </a:lnTo>
                  <a:lnTo>
                    <a:pt x="2597645" y="2347977"/>
                  </a:lnTo>
                  <a:lnTo>
                    <a:pt x="2591277" y="2339500"/>
                  </a:lnTo>
                  <a:close/>
                </a:path>
                <a:path w="9542780" h="6570345">
                  <a:moveTo>
                    <a:pt x="2591277" y="2384148"/>
                  </a:moveTo>
                  <a:lnTo>
                    <a:pt x="2570079" y="2384148"/>
                  </a:lnTo>
                  <a:lnTo>
                    <a:pt x="2563712" y="2390364"/>
                  </a:lnTo>
                  <a:lnTo>
                    <a:pt x="2563712" y="2411558"/>
                  </a:lnTo>
                  <a:lnTo>
                    <a:pt x="2570079" y="2417775"/>
                  </a:lnTo>
                  <a:lnTo>
                    <a:pt x="2591277" y="2417775"/>
                  </a:lnTo>
                  <a:lnTo>
                    <a:pt x="2597645" y="2409581"/>
                  </a:lnTo>
                  <a:lnTo>
                    <a:pt x="2597645" y="2392625"/>
                  </a:lnTo>
                  <a:lnTo>
                    <a:pt x="2591277" y="2384148"/>
                  </a:lnTo>
                  <a:close/>
                </a:path>
                <a:path w="9542780" h="6570345">
                  <a:moveTo>
                    <a:pt x="2591277" y="2428513"/>
                  </a:moveTo>
                  <a:lnTo>
                    <a:pt x="2570079" y="2428513"/>
                  </a:lnTo>
                  <a:lnTo>
                    <a:pt x="2563712" y="2434730"/>
                  </a:lnTo>
                  <a:lnTo>
                    <a:pt x="2563712" y="2453946"/>
                  </a:lnTo>
                  <a:lnTo>
                    <a:pt x="2570079" y="2462423"/>
                  </a:lnTo>
                  <a:lnTo>
                    <a:pt x="2591277" y="2462423"/>
                  </a:lnTo>
                  <a:lnTo>
                    <a:pt x="2597645" y="2453946"/>
                  </a:lnTo>
                  <a:lnTo>
                    <a:pt x="2597645" y="2436991"/>
                  </a:lnTo>
                  <a:lnTo>
                    <a:pt x="2591277" y="2428513"/>
                  </a:lnTo>
                  <a:close/>
                </a:path>
                <a:path w="9542780" h="6570345">
                  <a:moveTo>
                    <a:pt x="2591277" y="2472879"/>
                  </a:moveTo>
                  <a:lnTo>
                    <a:pt x="2570079" y="2472879"/>
                  </a:lnTo>
                  <a:lnTo>
                    <a:pt x="2563712" y="2479377"/>
                  </a:lnTo>
                  <a:lnTo>
                    <a:pt x="2563712" y="2498310"/>
                  </a:lnTo>
                  <a:lnTo>
                    <a:pt x="2570079" y="2506789"/>
                  </a:lnTo>
                  <a:lnTo>
                    <a:pt x="2591277" y="2506789"/>
                  </a:lnTo>
                  <a:lnTo>
                    <a:pt x="2597645" y="2498310"/>
                  </a:lnTo>
                  <a:lnTo>
                    <a:pt x="2597645" y="2481356"/>
                  </a:lnTo>
                  <a:lnTo>
                    <a:pt x="2591277" y="2472879"/>
                  </a:lnTo>
                  <a:close/>
                </a:path>
                <a:path w="9542780" h="6570345">
                  <a:moveTo>
                    <a:pt x="2591277" y="2517527"/>
                  </a:moveTo>
                  <a:lnTo>
                    <a:pt x="2570079" y="2517527"/>
                  </a:lnTo>
                  <a:lnTo>
                    <a:pt x="2563712" y="2523743"/>
                  </a:lnTo>
                  <a:lnTo>
                    <a:pt x="2563712" y="2544937"/>
                  </a:lnTo>
                  <a:lnTo>
                    <a:pt x="2570079" y="2551436"/>
                  </a:lnTo>
                  <a:lnTo>
                    <a:pt x="2591277" y="2551436"/>
                  </a:lnTo>
                  <a:lnTo>
                    <a:pt x="2597645" y="2542959"/>
                  </a:lnTo>
                  <a:lnTo>
                    <a:pt x="2597645" y="2526004"/>
                  </a:lnTo>
                  <a:lnTo>
                    <a:pt x="2591277" y="2517527"/>
                  </a:lnTo>
                  <a:close/>
                </a:path>
                <a:path w="9542780" h="6570345">
                  <a:moveTo>
                    <a:pt x="2591277" y="2561892"/>
                  </a:moveTo>
                  <a:lnTo>
                    <a:pt x="2570079" y="2561892"/>
                  </a:lnTo>
                  <a:lnTo>
                    <a:pt x="2563712" y="2568108"/>
                  </a:lnTo>
                  <a:lnTo>
                    <a:pt x="2563712" y="2589302"/>
                  </a:lnTo>
                  <a:lnTo>
                    <a:pt x="2570079" y="2595802"/>
                  </a:lnTo>
                  <a:lnTo>
                    <a:pt x="2591277" y="2595802"/>
                  </a:lnTo>
                  <a:lnTo>
                    <a:pt x="2597645" y="2587325"/>
                  </a:lnTo>
                  <a:lnTo>
                    <a:pt x="2597645" y="2570369"/>
                  </a:lnTo>
                  <a:lnTo>
                    <a:pt x="2591277" y="2561892"/>
                  </a:lnTo>
                  <a:close/>
                </a:path>
                <a:path w="9542780" h="6570345">
                  <a:moveTo>
                    <a:pt x="2591277" y="2604279"/>
                  </a:moveTo>
                  <a:lnTo>
                    <a:pt x="2570079" y="2604279"/>
                  </a:lnTo>
                  <a:lnTo>
                    <a:pt x="2563712" y="2610496"/>
                  </a:lnTo>
                  <a:lnTo>
                    <a:pt x="2563712" y="2631690"/>
                  </a:lnTo>
                  <a:lnTo>
                    <a:pt x="2570079" y="2638190"/>
                  </a:lnTo>
                  <a:lnTo>
                    <a:pt x="2591277" y="2638190"/>
                  </a:lnTo>
                  <a:lnTo>
                    <a:pt x="2597645" y="2631690"/>
                  </a:lnTo>
                  <a:lnTo>
                    <a:pt x="2597645" y="2612757"/>
                  </a:lnTo>
                  <a:lnTo>
                    <a:pt x="2591277" y="2604279"/>
                  </a:lnTo>
                  <a:close/>
                </a:path>
                <a:path w="9542780" h="6570345">
                  <a:moveTo>
                    <a:pt x="2591277" y="2648644"/>
                  </a:moveTo>
                  <a:lnTo>
                    <a:pt x="2570079" y="2648644"/>
                  </a:lnTo>
                  <a:lnTo>
                    <a:pt x="2563712" y="2655144"/>
                  </a:lnTo>
                  <a:lnTo>
                    <a:pt x="2563712" y="2676338"/>
                  </a:lnTo>
                  <a:lnTo>
                    <a:pt x="2570079" y="2682554"/>
                  </a:lnTo>
                  <a:lnTo>
                    <a:pt x="2591277" y="2682554"/>
                  </a:lnTo>
                  <a:lnTo>
                    <a:pt x="2597645" y="2676338"/>
                  </a:lnTo>
                  <a:lnTo>
                    <a:pt x="2597645" y="2657123"/>
                  </a:lnTo>
                  <a:lnTo>
                    <a:pt x="2591277" y="2648644"/>
                  </a:lnTo>
                  <a:close/>
                </a:path>
                <a:path w="9542780" h="6570345">
                  <a:moveTo>
                    <a:pt x="2591277" y="2693292"/>
                  </a:moveTo>
                  <a:lnTo>
                    <a:pt x="2570079" y="2693292"/>
                  </a:lnTo>
                  <a:lnTo>
                    <a:pt x="2563712" y="2699509"/>
                  </a:lnTo>
                  <a:lnTo>
                    <a:pt x="2563712" y="2718442"/>
                  </a:lnTo>
                  <a:lnTo>
                    <a:pt x="2570079" y="2726921"/>
                  </a:lnTo>
                  <a:lnTo>
                    <a:pt x="2591277" y="2726921"/>
                  </a:lnTo>
                  <a:lnTo>
                    <a:pt x="2597645" y="2718442"/>
                  </a:lnTo>
                  <a:lnTo>
                    <a:pt x="2597645" y="2701771"/>
                  </a:lnTo>
                  <a:lnTo>
                    <a:pt x="2591277" y="2693292"/>
                  </a:lnTo>
                  <a:close/>
                </a:path>
                <a:path w="9542780" h="6570345">
                  <a:moveTo>
                    <a:pt x="2591277" y="2737658"/>
                  </a:moveTo>
                  <a:lnTo>
                    <a:pt x="2570079" y="2737658"/>
                  </a:lnTo>
                  <a:lnTo>
                    <a:pt x="2563712" y="2743875"/>
                  </a:lnTo>
                  <a:lnTo>
                    <a:pt x="2563712" y="2763090"/>
                  </a:lnTo>
                  <a:lnTo>
                    <a:pt x="2570079" y="2771567"/>
                  </a:lnTo>
                  <a:lnTo>
                    <a:pt x="2591277" y="2771567"/>
                  </a:lnTo>
                  <a:lnTo>
                    <a:pt x="2597645" y="2763090"/>
                  </a:lnTo>
                  <a:lnTo>
                    <a:pt x="2597645" y="2746136"/>
                  </a:lnTo>
                  <a:lnTo>
                    <a:pt x="2591277" y="2737658"/>
                  </a:lnTo>
                  <a:close/>
                </a:path>
                <a:path w="9542780" h="6570345">
                  <a:moveTo>
                    <a:pt x="2591277" y="2782023"/>
                  </a:moveTo>
                  <a:lnTo>
                    <a:pt x="2570079" y="2782023"/>
                  </a:lnTo>
                  <a:lnTo>
                    <a:pt x="2563712" y="2788523"/>
                  </a:lnTo>
                  <a:lnTo>
                    <a:pt x="2563712" y="2807456"/>
                  </a:lnTo>
                  <a:lnTo>
                    <a:pt x="2570079" y="2815934"/>
                  </a:lnTo>
                  <a:lnTo>
                    <a:pt x="2591277" y="2815934"/>
                  </a:lnTo>
                  <a:lnTo>
                    <a:pt x="2597645" y="2807456"/>
                  </a:lnTo>
                  <a:lnTo>
                    <a:pt x="2597645" y="2790501"/>
                  </a:lnTo>
                  <a:lnTo>
                    <a:pt x="2591277" y="2782023"/>
                  </a:lnTo>
                  <a:close/>
                </a:path>
                <a:path w="9542780" h="6570345">
                  <a:moveTo>
                    <a:pt x="2591277" y="2826672"/>
                  </a:moveTo>
                  <a:lnTo>
                    <a:pt x="2570079" y="2826672"/>
                  </a:lnTo>
                  <a:lnTo>
                    <a:pt x="2563712" y="2832888"/>
                  </a:lnTo>
                  <a:lnTo>
                    <a:pt x="2563712" y="2851821"/>
                  </a:lnTo>
                  <a:lnTo>
                    <a:pt x="2570079" y="2860299"/>
                  </a:lnTo>
                  <a:lnTo>
                    <a:pt x="2591277" y="2860299"/>
                  </a:lnTo>
                  <a:lnTo>
                    <a:pt x="2597645" y="2851821"/>
                  </a:lnTo>
                  <a:lnTo>
                    <a:pt x="2597645" y="2835149"/>
                  </a:lnTo>
                  <a:lnTo>
                    <a:pt x="2591277" y="2826672"/>
                  </a:lnTo>
                  <a:close/>
                </a:path>
                <a:path w="9542780" h="6570345">
                  <a:moveTo>
                    <a:pt x="2591277" y="2871036"/>
                  </a:moveTo>
                  <a:lnTo>
                    <a:pt x="2570079" y="2871036"/>
                  </a:lnTo>
                  <a:lnTo>
                    <a:pt x="2563712" y="2877254"/>
                  </a:lnTo>
                  <a:lnTo>
                    <a:pt x="2563712" y="2896469"/>
                  </a:lnTo>
                  <a:lnTo>
                    <a:pt x="2570079" y="2904947"/>
                  </a:lnTo>
                  <a:lnTo>
                    <a:pt x="2591277" y="2904947"/>
                  </a:lnTo>
                  <a:lnTo>
                    <a:pt x="2597645" y="2896469"/>
                  </a:lnTo>
                  <a:lnTo>
                    <a:pt x="2597645" y="2879515"/>
                  </a:lnTo>
                  <a:lnTo>
                    <a:pt x="2591277" y="2871036"/>
                  </a:lnTo>
                  <a:close/>
                </a:path>
                <a:path w="9542780" h="6570345">
                  <a:moveTo>
                    <a:pt x="2591277" y="2913424"/>
                  </a:moveTo>
                  <a:lnTo>
                    <a:pt x="2570079" y="2913424"/>
                  </a:lnTo>
                  <a:lnTo>
                    <a:pt x="2563712" y="2919641"/>
                  </a:lnTo>
                  <a:lnTo>
                    <a:pt x="2563712" y="2938857"/>
                  </a:lnTo>
                  <a:lnTo>
                    <a:pt x="2570079" y="2947334"/>
                  </a:lnTo>
                  <a:lnTo>
                    <a:pt x="2591277" y="2947334"/>
                  </a:lnTo>
                  <a:lnTo>
                    <a:pt x="2597645" y="2940834"/>
                  </a:lnTo>
                  <a:lnTo>
                    <a:pt x="2597645" y="2921902"/>
                  </a:lnTo>
                  <a:lnTo>
                    <a:pt x="2591277" y="2913424"/>
                  </a:lnTo>
                  <a:close/>
                </a:path>
                <a:path w="9542780" h="6570345">
                  <a:moveTo>
                    <a:pt x="2591277" y="2957790"/>
                  </a:moveTo>
                  <a:lnTo>
                    <a:pt x="2570079" y="2957790"/>
                  </a:lnTo>
                  <a:lnTo>
                    <a:pt x="2563712" y="2964289"/>
                  </a:lnTo>
                  <a:lnTo>
                    <a:pt x="2563712" y="2983222"/>
                  </a:lnTo>
                  <a:lnTo>
                    <a:pt x="2570079" y="2991699"/>
                  </a:lnTo>
                  <a:lnTo>
                    <a:pt x="2591277" y="2991699"/>
                  </a:lnTo>
                  <a:lnTo>
                    <a:pt x="2597645" y="2985482"/>
                  </a:lnTo>
                  <a:lnTo>
                    <a:pt x="2597645" y="2966267"/>
                  </a:lnTo>
                  <a:lnTo>
                    <a:pt x="2591277" y="2957790"/>
                  </a:lnTo>
                  <a:close/>
                </a:path>
                <a:path w="9542780" h="6570345">
                  <a:moveTo>
                    <a:pt x="2591277" y="3002155"/>
                  </a:moveTo>
                  <a:lnTo>
                    <a:pt x="2570079" y="3002155"/>
                  </a:lnTo>
                  <a:lnTo>
                    <a:pt x="2563712" y="3008655"/>
                  </a:lnTo>
                  <a:lnTo>
                    <a:pt x="2563712" y="3027588"/>
                  </a:lnTo>
                  <a:lnTo>
                    <a:pt x="2570079" y="3036065"/>
                  </a:lnTo>
                  <a:lnTo>
                    <a:pt x="2591277" y="3036065"/>
                  </a:lnTo>
                  <a:lnTo>
                    <a:pt x="2597645" y="3027588"/>
                  </a:lnTo>
                  <a:lnTo>
                    <a:pt x="2597645" y="3010632"/>
                  </a:lnTo>
                  <a:lnTo>
                    <a:pt x="2591277" y="3002155"/>
                  </a:lnTo>
                  <a:close/>
                </a:path>
                <a:path w="9542780" h="6570345">
                  <a:moveTo>
                    <a:pt x="2591277" y="5210649"/>
                  </a:moveTo>
                  <a:lnTo>
                    <a:pt x="2570079" y="5210649"/>
                  </a:lnTo>
                  <a:lnTo>
                    <a:pt x="2563712" y="5217007"/>
                  </a:lnTo>
                  <a:lnTo>
                    <a:pt x="2563712" y="5236053"/>
                  </a:lnTo>
                  <a:lnTo>
                    <a:pt x="2570079" y="5244531"/>
                  </a:lnTo>
                  <a:lnTo>
                    <a:pt x="2591277" y="5244531"/>
                  </a:lnTo>
                  <a:lnTo>
                    <a:pt x="2597645" y="5236053"/>
                  </a:lnTo>
                  <a:lnTo>
                    <a:pt x="2597645" y="5219127"/>
                  </a:lnTo>
                  <a:lnTo>
                    <a:pt x="2591277" y="5210649"/>
                  </a:lnTo>
                  <a:close/>
                </a:path>
                <a:path w="9542780" h="6570345">
                  <a:moveTo>
                    <a:pt x="2591277" y="5255127"/>
                  </a:moveTo>
                  <a:lnTo>
                    <a:pt x="2570079" y="5255127"/>
                  </a:lnTo>
                  <a:lnTo>
                    <a:pt x="2563712" y="5261458"/>
                  </a:lnTo>
                  <a:lnTo>
                    <a:pt x="2563712" y="5282652"/>
                  </a:lnTo>
                  <a:lnTo>
                    <a:pt x="2570079" y="5288982"/>
                  </a:lnTo>
                  <a:lnTo>
                    <a:pt x="2591277" y="5288982"/>
                  </a:lnTo>
                  <a:lnTo>
                    <a:pt x="2597645" y="5280533"/>
                  </a:lnTo>
                  <a:lnTo>
                    <a:pt x="2597645" y="5263577"/>
                  </a:lnTo>
                  <a:lnTo>
                    <a:pt x="2591277" y="5255127"/>
                  </a:lnTo>
                  <a:close/>
                </a:path>
                <a:path w="9542780" h="6570345">
                  <a:moveTo>
                    <a:pt x="2591277" y="5299579"/>
                  </a:moveTo>
                  <a:lnTo>
                    <a:pt x="2570079" y="5299579"/>
                  </a:lnTo>
                  <a:lnTo>
                    <a:pt x="2563712" y="5305936"/>
                  </a:lnTo>
                  <a:lnTo>
                    <a:pt x="2563712" y="5327102"/>
                  </a:lnTo>
                  <a:lnTo>
                    <a:pt x="2570079" y="5333460"/>
                  </a:lnTo>
                  <a:lnTo>
                    <a:pt x="2591277" y="5333460"/>
                  </a:lnTo>
                  <a:lnTo>
                    <a:pt x="2597645" y="5324983"/>
                  </a:lnTo>
                  <a:lnTo>
                    <a:pt x="2597645" y="5308056"/>
                  </a:lnTo>
                  <a:lnTo>
                    <a:pt x="2591277" y="5299579"/>
                  </a:lnTo>
                  <a:close/>
                </a:path>
                <a:path w="9542780" h="6570345">
                  <a:moveTo>
                    <a:pt x="2591277" y="5784461"/>
                  </a:moveTo>
                  <a:lnTo>
                    <a:pt x="2570079" y="5784461"/>
                  </a:lnTo>
                  <a:lnTo>
                    <a:pt x="2563712" y="5790791"/>
                  </a:lnTo>
                  <a:lnTo>
                    <a:pt x="2563712" y="5809866"/>
                  </a:lnTo>
                  <a:lnTo>
                    <a:pt x="2570079" y="5818315"/>
                  </a:lnTo>
                  <a:lnTo>
                    <a:pt x="2591277" y="5818315"/>
                  </a:lnTo>
                  <a:lnTo>
                    <a:pt x="2597645" y="5809866"/>
                  </a:lnTo>
                  <a:lnTo>
                    <a:pt x="2597645" y="5792910"/>
                  </a:lnTo>
                  <a:lnTo>
                    <a:pt x="2591277" y="5784461"/>
                  </a:lnTo>
                  <a:close/>
                </a:path>
                <a:path w="9542780" h="6570345">
                  <a:moveTo>
                    <a:pt x="2591277" y="5828911"/>
                  </a:moveTo>
                  <a:lnTo>
                    <a:pt x="2570079" y="5828911"/>
                  </a:lnTo>
                  <a:lnTo>
                    <a:pt x="2563712" y="5835270"/>
                  </a:lnTo>
                  <a:lnTo>
                    <a:pt x="2563712" y="5854316"/>
                  </a:lnTo>
                  <a:lnTo>
                    <a:pt x="2570079" y="5862793"/>
                  </a:lnTo>
                  <a:lnTo>
                    <a:pt x="2591277" y="5862793"/>
                  </a:lnTo>
                  <a:lnTo>
                    <a:pt x="2597645" y="5854316"/>
                  </a:lnTo>
                  <a:lnTo>
                    <a:pt x="2597645" y="5837389"/>
                  </a:lnTo>
                  <a:lnTo>
                    <a:pt x="2591277" y="5828911"/>
                  </a:lnTo>
                  <a:close/>
                </a:path>
                <a:path w="9542780" h="6570345">
                  <a:moveTo>
                    <a:pt x="2591277" y="5873362"/>
                  </a:moveTo>
                  <a:lnTo>
                    <a:pt x="2570079" y="5873362"/>
                  </a:lnTo>
                  <a:lnTo>
                    <a:pt x="2563712" y="5879720"/>
                  </a:lnTo>
                  <a:lnTo>
                    <a:pt x="2563712" y="5898794"/>
                  </a:lnTo>
                  <a:lnTo>
                    <a:pt x="2570079" y="5907243"/>
                  </a:lnTo>
                  <a:lnTo>
                    <a:pt x="2591277" y="5907243"/>
                  </a:lnTo>
                  <a:lnTo>
                    <a:pt x="2597645" y="5898794"/>
                  </a:lnTo>
                  <a:lnTo>
                    <a:pt x="2597645" y="5881839"/>
                  </a:lnTo>
                  <a:lnTo>
                    <a:pt x="2591277" y="5873362"/>
                  </a:lnTo>
                  <a:close/>
                </a:path>
                <a:path w="9542780" h="6570345">
                  <a:moveTo>
                    <a:pt x="2591277" y="5917840"/>
                  </a:moveTo>
                  <a:lnTo>
                    <a:pt x="2570079" y="5917840"/>
                  </a:lnTo>
                  <a:lnTo>
                    <a:pt x="2563712" y="5924198"/>
                  </a:lnTo>
                  <a:lnTo>
                    <a:pt x="2563712" y="5943244"/>
                  </a:lnTo>
                  <a:lnTo>
                    <a:pt x="2570079" y="5951722"/>
                  </a:lnTo>
                  <a:lnTo>
                    <a:pt x="2591277" y="5951722"/>
                  </a:lnTo>
                  <a:lnTo>
                    <a:pt x="2597645" y="5943244"/>
                  </a:lnTo>
                  <a:lnTo>
                    <a:pt x="2597645" y="5926317"/>
                  </a:lnTo>
                  <a:lnTo>
                    <a:pt x="2591277" y="5917840"/>
                  </a:lnTo>
                  <a:close/>
                </a:path>
                <a:path w="9542780" h="6570345">
                  <a:moveTo>
                    <a:pt x="2591277" y="5962290"/>
                  </a:moveTo>
                  <a:lnTo>
                    <a:pt x="2570079" y="5962290"/>
                  </a:lnTo>
                  <a:lnTo>
                    <a:pt x="2563712" y="5968649"/>
                  </a:lnTo>
                  <a:lnTo>
                    <a:pt x="2563712" y="5987723"/>
                  </a:lnTo>
                  <a:lnTo>
                    <a:pt x="2570079" y="5996172"/>
                  </a:lnTo>
                  <a:lnTo>
                    <a:pt x="2591277" y="5996172"/>
                  </a:lnTo>
                  <a:lnTo>
                    <a:pt x="2597645" y="5987723"/>
                  </a:lnTo>
                  <a:lnTo>
                    <a:pt x="2597645" y="5970767"/>
                  </a:lnTo>
                  <a:lnTo>
                    <a:pt x="2591277" y="5962290"/>
                  </a:lnTo>
                  <a:close/>
                </a:path>
                <a:path w="9542780" h="6570345">
                  <a:moveTo>
                    <a:pt x="2591277" y="6004650"/>
                  </a:moveTo>
                  <a:lnTo>
                    <a:pt x="2570079" y="6004650"/>
                  </a:lnTo>
                  <a:lnTo>
                    <a:pt x="2563712" y="6011007"/>
                  </a:lnTo>
                  <a:lnTo>
                    <a:pt x="2563712" y="6030053"/>
                  </a:lnTo>
                  <a:lnTo>
                    <a:pt x="2570079" y="6038531"/>
                  </a:lnTo>
                  <a:lnTo>
                    <a:pt x="2591277" y="6038531"/>
                  </a:lnTo>
                  <a:lnTo>
                    <a:pt x="2597645" y="6032173"/>
                  </a:lnTo>
                  <a:lnTo>
                    <a:pt x="2597645" y="6013127"/>
                  </a:lnTo>
                  <a:lnTo>
                    <a:pt x="2591277" y="6004650"/>
                  </a:lnTo>
                  <a:close/>
                </a:path>
                <a:path w="9542780" h="6570345">
                  <a:moveTo>
                    <a:pt x="2591277" y="6049100"/>
                  </a:moveTo>
                  <a:lnTo>
                    <a:pt x="2570079" y="6049100"/>
                  </a:lnTo>
                  <a:lnTo>
                    <a:pt x="2563712" y="6055457"/>
                  </a:lnTo>
                  <a:lnTo>
                    <a:pt x="2563712" y="6074533"/>
                  </a:lnTo>
                  <a:lnTo>
                    <a:pt x="2570079" y="6082981"/>
                  </a:lnTo>
                  <a:lnTo>
                    <a:pt x="2591277" y="6082981"/>
                  </a:lnTo>
                  <a:lnTo>
                    <a:pt x="2597645" y="6076623"/>
                  </a:lnTo>
                  <a:lnTo>
                    <a:pt x="2597645" y="6057577"/>
                  </a:lnTo>
                  <a:lnTo>
                    <a:pt x="2591277" y="6049100"/>
                  </a:lnTo>
                  <a:close/>
                </a:path>
                <a:path w="9542780" h="6570345">
                  <a:moveTo>
                    <a:pt x="2546760" y="1191933"/>
                  </a:moveTo>
                  <a:lnTo>
                    <a:pt x="2525562" y="1191933"/>
                  </a:lnTo>
                  <a:lnTo>
                    <a:pt x="2519194" y="1198432"/>
                  </a:lnTo>
                  <a:lnTo>
                    <a:pt x="2519194" y="1217366"/>
                  </a:lnTo>
                  <a:lnTo>
                    <a:pt x="2525562" y="1225843"/>
                  </a:lnTo>
                  <a:lnTo>
                    <a:pt x="2546760" y="1225843"/>
                  </a:lnTo>
                  <a:lnTo>
                    <a:pt x="2553127" y="1217366"/>
                  </a:lnTo>
                  <a:lnTo>
                    <a:pt x="2553127" y="1200410"/>
                  </a:lnTo>
                  <a:lnTo>
                    <a:pt x="2546760" y="1191933"/>
                  </a:lnTo>
                  <a:close/>
                </a:path>
                <a:path w="9542780" h="6570345">
                  <a:moveTo>
                    <a:pt x="2546760" y="1236581"/>
                  </a:moveTo>
                  <a:lnTo>
                    <a:pt x="2525562" y="1236581"/>
                  </a:lnTo>
                  <a:lnTo>
                    <a:pt x="2519194" y="1242797"/>
                  </a:lnTo>
                  <a:lnTo>
                    <a:pt x="2519194" y="1261731"/>
                  </a:lnTo>
                  <a:lnTo>
                    <a:pt x="2525562" y="1270208"/>
                  </a:lnTo>
                  <a:lnTo>
                    <a:pt x="2546760" y="1270208"/>
                  </a:lnTo>
                  <a:lnTo>
                    <a:pt x="2553127" y="1261731"/>
                  </a:lnTo>
                  <a:lnTo>
                    <a:pt x="2553127" y="1244776"/>
                  </a:lnTo>
                  <a:lnTo>
                    <a:pt x="2546760" y="1236581"/>
                  </a:lnTo>
                  <a:close/>
                </a:path>
                <a:path w="9542780" h="6570345">
                  <a:moveTo>
                    <a:pt x="2546760" y="2030355"/>
                  </a:moveTo>
                  <a:lnTo>
                    <a:pt x="2525562" y="2030355"/>
                  </a:lnTo>
                  <a:lnTo>
                    <a:pt x="2519194" y="2036853"/>
                  </a:lnTo>
                  <a:lnTo>
                    <a:pt x="2519194" y="2058047"/>
                  </a:lnTo>
                  <a:lnTo>
                    <a:pt x="2525562" y="2064264"/>
                  </a:lnTo>
                  <a:lnTo>
                    <a:pt x="2546760" y="2064264"/>
                  </a:lnTo>
                  <a:lnTo>
                    <a:pt x="2553127" y="2058047"/>
                  </a:lnTo>
                  <a:lnTo>
                    <a:pt x="2553127" y="2038832"/>
                  </a:lnTo>
                  <a:lnTo>
                    <a:pt x="2546760" y="2030355"/>
                  </a:lnTo>
                  <a:close/>
                </a:path>
                <a:path w="9542780" h="6570345">
                  <a:moveTo>
                    <a:pt x="2546760" y="2075003"/>
                  </a:moveTo>
                  <a:lnTo>
                    <a:pt x="2525562" y="2075003"/>
                  </a:lnTo>
                  <a:lnTo>
                    <a:pt x="2519194" y="2081220"/>
                  </a:lnTo>
                  <a:lnTo>
                    <a:pt x="2519194" y="2102413"/>
                  </a:lnTo>
                  <a:lnTo>
                    <a:pt x="2525562" y="2108912"/>
                  </a:lnTo>
                  <a:lnTo>
                    <a:pt x="2546760" y="2108912"/>
                  </a:lnTo>
                  <a:lnTo>
                    <a:pt x="2553127" y="2100435"/>
                  </a:lnTo>
                  <a:lnTo>
                    <a:pt x="2553127" y="2083480"/>
                  </a:lnTo>
                  <a:lnTo>
                    <a:pt x="2546760" y="2075003"/>
                  </a:lnTo>
                  <a:close/>
                </a:path>
                <a:path w="9542780" h="6570345">
                  <a:moveTo>
                    <a:pt x="2546760" y="2119368"/>
                  </a:moveTo>
                  <a:lnTo>
                    <a:pt x="2525562" y="2119368"/>
                  </a:lnTo>
                  <a:lnTo>
                    <a:pt x="2519194" y="2125585"/>
                  </a:lnTo>
                  <a:lnTo>
                    <a:pt x="2519194" y="2144801"/>
                  </a:lnTo>
                  <a:lnTo>
                    <a:pt x="2525562" y="2153278"/>
                  </a:lnTo>
                  <a:lnTo>
                    <a:pt x="2546760" y="2153278"/>
                  </a:lnTo>
                  <a:lnTo>
                    <a:pt x="2553127" y="2144801"/>
                  </a:lnTo>
                  <a:lnTo>
                    <a:pt x="2553127" y="2127845"/>
                  </a:lnTo>
                  <a:lnTo>
                    <a:pt x="2546760" y="2119368"/>
                  </a:lnTo>
                  <a:close/>
                </a:path>
                <a:path w="9542780" h="6570345">
                  <a:moveTo>
                    <a:pt x="2546760" y="2163733"/>
                  </a:moveTo>
                  <a:lnTo>
                    <a:pt x="2525562" y="2163733"/>
                  </a:lnTo>
                  <a:lnTo>
                    <a:pt x="2519194" y="2170233"/>
                  </a:lnTo>
                  <a:lnTo>
                    <a:pt x="2519194" y="2189166"/>
                  </a:lnTo>
                  <a:lnTo>
                    <a:pt x="2525562" y="2197643"/>
                  </a:lnTo>
                  <a:lnTo>
                    <a:pt x="2546760" y="2197643"/>
                  </a:lnTo>
                  <a:lnTo>
                    <a:pt x="2553127" y="2189166"/>
                  </a:lnTo>
                  <a:lnTo>
                    <a:pt x="2553127" y="2172211"/>
                  </a:lnTo>
                  <a:lnTo>
                    <a:pt x="2546760" y="2163733"/>
                  </a:lnTo>
                  <a:close/>
                </a:path>
                <a:path w="9542780" h="6570345">
                  <a:moveTo>
                    <a:pt x="2546760" y="2208381"/>
                  </a:moveTo>
                  <a:lnTo>
                    <a:pt x="2525562" y="2208381"/>
                  </a:lnTo>
                  <a:lnTo>
                    <a:pt x="2519194" y="2214598"/>
                  </a:lnTo>
                  <a:lnTo>
                    <a:pt x="2519194" y="2233814"/>
                  </a:lnTo>
                  <a:lnTo>
                    <a:pt x="2525562" y="2242291"/>
                  </a:lnTo>
                  <a:lnTo>
                    <a:pt x="2546760" y="2242291"/>
                  </a:lnTo>
                  <a:lnTo>
                    <a:pt x="2553127" y="2233814"/>
                  </a:lnTo>
                  <a:lnTo>
                    <a:pt x="2553127" y="2216859"/>
                  </a:lnTo>
                  <a:lnTo>
                    <a:pt x="2546760" y="2208381"/>
                  </a:lnTo>
                  <a:close/>
                </a:path>
                <a:path w="9542780" h="6570345">
                  <a:moveTo>
                    <a:pt x="2546760" y="2252747"/>
                  </a:moveTo>
                  <a:lnTo>
                    <a:pt x="2525562" y="2252747"/>
                  </a:lnTo>
                  <a:lnTo>
                    <a:pt x="2519194" y="2259246"/>
                  </a:lnTo>
                  <a:lnTo>
                    <a:pt x="2519194" y="2280157"/>
                  </a:lnTo>
                  <a:lnTo>
                    <a:pt x="2525562" y="2286656"/>
                  </a:lnTo>
                  <a:lnTo>
                    <a:pt x="2546760" y="2286656"/>
                  </a:lnTo>
                  <a:lnTo>
                    <a:pt x="2553127" y="2278179"/>
                  </a:lnTo>
                  <a:lnTo>
                    <a:pt x="2553127" y="2261224"/>
                  </a:lnTo>
                  <a:lnTo>
                    <a:pt x="2546760" y="2252747"/>
                  </a:lnTo>
                  <a:close/>
                </a:path>
                <a:path w="9542780" h="6570345">
                  <a:moveTo>
                    <a:pt x="2546760" y="2295135"/>
                  </a:moveTo>
                  <a:lnTo>
                    <a:pt x="2525562" y="2295135"/>
                  </a:lnTo>
                  <a:lnTo>
                    <a:pt x="2519194" y="2301351"/>
                  </a:lnTo>
                  <a:lnTo>
                    <a:pt x="2519194" y="2322545"/>
                  </a:lnTo>
                  <a:lnTo>
                    <a:pt x="2525562" y="2329044"/>
                  </a:lnTo>
                  <a:lnTo>
                    <a:pt x="2546760" y="2329044"/>
                  </a:lnTo>
                  <a:lnTo>
                    <a:pt x="2553127" y="2322545"/>
                  </a:lnTo>
                  <a:lnTo>
                    <a:pt x="2553127" y="2303612"/>
                  </a:lnTo>
                  <a:lnTo>
                    <a:pt x="2546760" y="2295135"/>
                  </a:lnTo>
                  <a:close/>
                </a:path>
                <a:path w="9542780" h="6570345">
                  <a:moveTo>
                    <a:pt x="2546760" y="2339500"/>
                  </a:moveTo>
                  <a:lnTo>
                    <a:pt x="2525562" y="2339500"/>
                  </a:lnTo>
                  <a:lnTo>
                    <a:pt x="2519194" y="2345999"/>
                  </a:lnTo>
                  <a:lnTo>
                    <a:pt x="2519194" y="2367193"/>
                  </a:lnTo>
                  <a:lnTo>
                    <a:pt x="2525562" y="2373410"/>
                  </a:lnTo>
                  <a:lnTo>
                    <a:pt x="2546760" y="2373410"/>
                  </a:lnTo>
                  <a:lnTo>
                    <a:pt x="2553127" y="2367193"/>
                  </a:lnTo>
                  <a:lnTo>
                    <a:pt x="2553127" y="2347977"/>
                  </a:lnTo>
                  <a:lnTo>
                    <a:pt x="2546760" y="2339500"/>
                  </a:lnTo>
                  <a:close/>
                </a:path>
                <a:path w="9542780" h="6570345">
                  <a:moveTo>
                    <a:pt x="2546760" y="2384148"/>
                  </a:moveTo>
                  <a:lnTo>
                    <a:pt x="2525562" y="2384148"/>
                  </a:lnTo>
                  <a:lnTo>
                    <a:pt x="2519194" y="2390364"/>
                  </a:lnTo>
                  <a:lnTo>
                    <a:pt x="2519194" y="2411558"/>
                  </a:lnTo>
                  <a:lnTo>
                    <a:pt x="2525562" y="2417775"/>
                  </a:lnTo>
                  <a:lnTo>
                    <a:pt x="2546760" y="2417775"/>
                  </a:lnTo>
                  <a:lnTo>
                    <a:pt x="2553127" y="2409581"/>
                  </a:lnTo>
                  <a:lnTo>
                    <a:pt x="2553127" y="2392625"/>
                  </a:lnTo>
                  <a:lnTo>
                    <a:pt x="2546760" y="2384148"/>
                  </a:lnTo>
                  <a:close/>
                </a:path>
                <a:path w="9542780" h="6570345">
                  <a:moveTo>
                    <a:pt x="2546760" y="2428513"/>
                  </a:moveTo>
                  <a:lnTo>
                    <a:pt x="2525562" y="2428513"/>
                  </a:lnTo>
                  <a:lnTo>
                    <a:pt x="2519194" y="2434730"/>
                  </a:lnTo>
                  <a:lnTo>
                    <a:pt x="2519194" y="2453946"/>
                  </a:lnTo>
                  <a:lnTo>
                    <a:pt x="2525562" y="2462423"/>
                  </a:lnTo>
                  <a:lnTo>
                    <a:pt x="2546760" y="2462423"/>
                  </a:lnTo>
                  <a:lnTo>
                    <a:pt x="2553127" y="2453946"/>
                  </a:lnTo>
                  <a:lnTo>
                    <a:pt x="2553127" y="2436991"/>
                  </a:lnTo>
                  <a:lnTo>
                    <a:pt x="2546760" y="2428513"/>
                  </a:lnTo>
                  <a:close/>
                </a:path>
                <a:path w="9542780" h="6570345">
                  <a:moveTo>
                    <a:pt x="2546760" y="2472879"/>
                  </a:moveTo>
                  <a:lnTo>
                    <a:pt x="2525562" y="2472879"/>
                  </a:lnTo>
                  <a:lnTo>
                    <a:pt x="2519194" y="2479377"/>
                  </a:lnTo>
                  <a:lnTo>
                    <a:pt x="2519194" y="2498310"/>
                  </a:lnTo>
                  <a:lnTo>
                    <a:pt x="2525562" y="2506788"/>
                  </a:lnTo>
                  <a:lnTo>
                    <a:pt x="2546760" y="2506788"/>
                  </a:lnTo>
                  <a:lnTo>
                    <a:pt x="2553127" y="2498310"/>
                  </a:lnTo>
                  <a:lnTo>
                    <a:pt x="2553127" y="2481356"/>
                  </a:lnTo>
                  <a:lnTo>
                    <a:pt x="2546760" y="2472879"/>
                  </a:lnTo>
                  <a:close/>
                </a:path>
                <a:path w="9542780" h="6570345">
                  <a:moveTo>
                    <a:pt x="2546760" y="2517527"/>
                  </a:moveTo>
                  <a:lnTo>
                    <a:pt x="2525562" y="2517527"/>
                  </a:lnTo>
                  <a:lnTo>
                    <a:pt x="2519194" y="2523743"/>
                  </a:lnTo>
                  <a:lnTo>
                    <a:pt x="2519194" y="2544937"/>
                  </a:lnTo>
                  <a:lnTo>
                    <a:pt x="2525562" y="2551436"/>
                  </a:lnTo>
                  <a:lnTo>
                    <a:pt x="2546760" y="2551436"/>
                  </a:lnTo>
                  <a:lnTo>
                    <a:pt x="2553127" y="2542959"/>
                  </a:lnTo>
                  <a:lnTo>
                    <a:pt x="2553127" y="2526004"/>
                  </a:lnTo>
                  <a:lnTo>
                    <a:pt x="2546760" y="2517527"/>
                  </a:lnTo>
                  <a:close/>
                </a:path>
                <a:path w="9542780" h="6570345">
                  <a:moveTo>
                    <a:pt x="2546760" y="2561892"/>
                  </a:moveTo>
                  <a:lnTo>
                    <a:pt x="2525562" y="2561892"/>
                  </a:lnTo>
                  <a:lnTo>
                    <a:pt x="2519194" y="2568108"/>
                  </a:lnTo>
                  <a:lnTo>
                    <a:pt x="2519194" y="2589302"/>
                  </a:lnTo>
                  <a:lnTo>
                    <a:pt x="2525562" y="2595802"/>
                  </a:lnTo>
                  <a:lnTo>
                    <a:pt x="2546760" y="2595802"/>
                  </a:lnTo>
                  <a:lnTo>
                    <a:pt x="2553127" y="2587325"/>
                  </a:lnTo>
                  <a:lnTo>
                    <a:pt x="2553127" y="2570369"/>
                  </a:lnTo>
                  <a:lnTo>
                    <a:pt x="2546760" y="2561892"/>
                  </a:lnTo>
                  <a:close/>
                </a:path>
                <a:path w="9542780" h="6570345">
                  <a:moveTo>
                    <a:pt x="2546760" y="2604279"/>
                  </a:moveTo>
                  <a:lnTo>
                    <a:pt x="2525562" y="2604279"/>
                  </a:lnTo>
                  <a:lnTo>
                    <a:pt x="2519194" y="2610496"/>
                  </a:lnTo>
                  <a:lnTo>
                    <a:pt x="2519194" y="2631690"/>
                  </a:lnTo>
                  <a:lnTo>
                    <a:pt x="2525562" y="2638190"/>
                  </a:lnTo>
                  <a:lnTo>
                    <a:pt x="2546760" y="2638190"/>
                  </a:lnTo>
                  <a:lnTo>
                    <a:pt x="2553127" y="2631690"/>
                  </a:lnTo>
                  <a:lnTo>
                    <a:pt x="2553127" y="2612757"/>
                  </a:lnTo>
                  <a:lnTo>
                    <a:pt x="2546760" y="2604279"/>
                  </a:lnTo>
                  <a:close/>
                </a:path>
                <a:path w="9542780" h="6570345">
                  <a:moveTo>
                    <a:pt x="2546760" y="2648644"/>
                  </a:moveTo>
                  <a:lnTo>
                    <a:pt x="2525562" y="2648644"/>
                  </a:lnTo>
                  <a:lnTo>
                    <a:pt x="2519194" y="2655144"/>
                  </a:lnTo>
                  <a:lnTo>
                    <a:pt x="2519194" y="2676338"/>
                  </a:lnTo>
                  <a:lnTo>
                    <a:pt x="2525562" y="2682554"/>
                  </a:lnTo>
                  <a:lnTo>
                    <a:pt x="2546760" y="2682554"/>
                  </a:lnTo>
                  <a:lnTo>
                    <a:pt x="2553127" y="2676338"/>
                  </a:lnTo>
                  <a:lnTo>
                    <a:pt x="2553127" y="2657123"/>
                  </a:lnTo>
                  <a:lnTo>
                    <a:pt x="2546760" y="2648644"/>
                  </a:lnTo>
                  <a:close/>
                </a:path>
                <a:path w="9542780" h="6570345">
                  <a:moveTo>
                    <a:pt x="2546760" y="2693292"/>
                  </a:moveTo>
                  <a:lnTo>
                    <a:pt x="2525562" y="2693292"/>
                  </a:lnTo>
                  <a:lnTo>
                    <a:pt x="2519194" y="2699509"/>
                  </a:lnTo>
                  <a:lnTo>
                    <a:pt x="2519194" y="2718442"/>
                  </a:lnTo>
                  <a:lnTo>
                    <a:pt x="2525562" y="2726921"/>
                  </a:lnTo>
                  <a:lnTo>
                    <a:pt x="2546760" y="2726921"/>
                  </a:lnTo>
                  <a:lnTo>
                    <a:pt x="2553127" y="2718442"/>
                  </a:lnTo>
                  <a:lnTo>
                    <a:pt x="2553127" y="2701771"/>
                  </a:lnTo>
                  <a:lnTo>
                    <a:pt x="2546760" y="2693292"/>
                  </a:lnTo>
                  <a:close/>
                </a:path>
                <a:path w="9542780" h="6570345">
                  <a:moveTo>
                    <a:pt x="2546760" y="2737658"/>
                  </a:moveTo>
                  <a:lnTo>
                    <a:pt x="2525562" y="2737658"/>
                  </a:lnTo>
                  <a:lnTo>
                    <a:pt x="2519194" y="2743875"/>
                  </a:lnTo>
                  <a:lnTo>
                    <a:pt x="2519194" y="2763090"/>
                  </a:lnTo>
                  <a:lnTo>
                    <a:pt x="2525562" y="2771567"/>
                  </a:lnTo>
                  <a:lnTo>
                    <a:pt x="2546760" y="2771567"/>
                  </a:lnTo>
                  <a:lnTo>
                    <a:pt x="2553127" y="2763090"/>
                  </a:lnTo>
                  <a:lnTo>
                    <a:pt x="2553127" y="2746136"/>
                  </a:lnTo>
                  <a:lnTo>
                    <a:pt x="2546760" y="2737658"/>
                  </a:lnTo>
                  <a:close/>
                </a:path>
                <a:path w="9542780" h="6570345">
                  <a:moveTo>
                    <a:pt x="2546760" y="2782023"/>
                  </a:moveTo>
                  <a:lnTo>
                    <a:pt x="2525562" y="2782023"/>
                  </a:lnTo>
                  <a:lnTo>
                    <a:pt x="2519194" y="2788523"/>
                  </a:lnTo>
                  <a:lnTo>
                    <a:pt x="2519194" y="2807456"/>
                  </a:lnTo>
                  <a:lnTo>
                    <a:pt x="2525562" y="2815934"/>
                  </a:lnTo>
                  <a:lnTo>
                    <a:pt x="2546760" y="2815934"/>
                  </a:lnTo>
                  <a:lnTo>
                    <a:pt x="2553127" y="2807456"/>
                  </a:lnTo>
                  <a:lnTo>
                    <a:pt x="2553127" y="2790501"/>
                  </a:lnTo>
                  <a:lnTo>
                    <a:pt x="2546760" y="2782023"/>
                  </a:lnTo>
                  <a:close/>
                </a:path>
                <a:path w="9542780" h="6570345">
                  <a:moveTo>
                    <a:pt x="2546760" y="2826672"/>
                  </a:moveTo>
                  <a:lnTo>
                    <a:pt x="2525562" y="2826672"/>
                  </a:lnTo>
                  <a:lnTo>
                    <a:pt x="2519194" y="2832888"/>
                  </a:lnTo>
                  <a:lnTo>
                    <a:pt x="2519194" y="2851821"/>
                  </a:lnTo>
                  <a:lnTo>
                    <a:pt x="2525562" y="2860299"/>
                  </a:lnTo>
                  <a:lnTo>
                    <a:pt x="2546760" y="2860299"/>
                  </a:lnTo>
                  <a:lnTo>
                    <a:pt x="2553127" y="2851821"/>
                  </a:lnTo>
                  <a:lnTo>
                    <a:pt x="2553127" y="2835149"/>
                  </a:lnTo>
                  <a:lnTo>
                    <a:pt x="2546760" y="2826672"/>
                  </a:lnTo>
                  <a:close/>
                </a:path>
                <a:path w="9542780" h="6570345">
                  <a:moveTo>
                    <a:pt x="2546760" y="2871036"/>
                  </a:moveTo>
                  <a:lnTo>
                    <a:pt x="2525562" y="2871036"/>
                  </a:lnTo>
                  <a:lnTo>
                    <a:pt x="2519194" y="2877254"/>
                  </a:lnTo>
                  <a:lnTo>
                    <a:pt x="2519194" y="2896469"/>
                  </a:lnTo>
                  <a:lnTo>
                    <a:pt x="2525562" y="2904947"/>
                  </a:lnTo>
                  <a:lnTo>
                    <a:pt x="2546760" y="2904947"/>
                  </a:lnTo>
                  <a:lnTo>
                    <a:pt x="2553127" y="2896469"/>
                  </a:lnTo>
                  <a:lnTo>
                    <a:pt x="2553127" y="2879515"/>
                  </a:lnTo>
                  <a:lnTo>
                    <a:pt x="2546760" y="2871036"/>
                  </a:lnTo>
                  <a:close/>
                </a:path>
                <a:path w="9542780" h="6570345">
                  <a:moveTo>
                    <a:pt x="2546760" y="2913424"/>
                  </a:moveTo>
                  <a:lnTo>
                    <a:pt x="2525562" y="2913424"/>
                  </a:lnTo>
                  <a:lnTo>
                    <a:pt x="2519194" y="2919641"/>
                  </a:lnTo>
                  <a:lnTo>
                    <a:pt x="2519194" y="2938857"/>
                  </a:lnTo>
                  <a:lnTo>
                    <a:pt x="2525562" y="2947334"/>
                  </a:lnTo>
                  <a:lnTo>
                    <a:pt x="2546760" y="2947334"/>
                  </a:lnTo>
                  <a:lnTo>
                    <a:pt x="2553127" y="2940834"/>
                  </a:lnTo>
                  <a:lnTo>
                    <a:pt x="2553127" y="2921902"/>
                  </a:lnTo>
                  <a:lnTo>
                    <a:pt x="2546760" y="2913424"/>
                  </a:lnTo>
                  <a:close/>
                </a:path>
                <a:path w="9542780" h="6570345">
                  <a:moveTo>
                    <a:pt x="2546760" y="2957790"/>
                  </a:moveTo>
                  <a:lnTo>
                    <a:pt x="2525562" y="2957790"/>
                  </a:lnTo>
                  <a:lnTo>
                    <a:pt x="2519194" y="2964289"/>
                  </a:lnTo>
                  <a:lnTo>
                    <a:pt x="2519194" y="2983222"/>
                  </a:lnTo>
                  <a:lnTo>
                    <a:pt x="2525562" y="2991699"/>
                  </a:lnTo>
                  <a:lnTo>
                    <a:pt x="2546760" y="2991699"/>
                  </a:lnTo>
                  <a:lnTo>
                    <a:pt x="2553127" y="2985482"/>
                  </a:lnTo>
                  <a:lnTo>
                    <a:pt x="2553127" y="2966267"/>
                  </a:lnTo>
                  <a:lnTo>
                    <a:pt x="2546760" y="2957790"/>
                  </a:lnTo>
                  <a:close/>
                </a:path>
                <a:path w="9542780" h="6570345">
                  <a:moveTo>
                    <a:pt x="2546760" y="3002155"/>
                  </a:moveTo>
                  <a:lnTo>
                    <a:pt x="2525562" y="3002155"/>
                  </a:lnTo>
                  <a:lnTo>
                    <a:pt x="2519194" y="3008655"/>
                  </a:lnTo>
                  <a:lnTo>
                    <a:pt x="2519194" y="3027588"/>
                  </a:lnTo>
                  <a:lnTo>
                    <a:pt x="2525562" y="3036065"/>
                  </a:lnTo>
                  <a:lnTo>
                    <a:pt x="2546760" y="3036065"/>
                  </a:lnTo>
                  <a:lnTo>
                    <a:pt x="2553127" y="3027588"/>
                  </a:lnTo>
                  <a:lnTo>
                    <a:pt x="2553127" y="3010632"/>
                  </a:lnTo>
                  <a:lnTo>
                    <a:pt x="2546760" y="3002155"/>
                  </a:lnTo>
                  <a:close/>
                </a:path>
                <a:path w="9542780" h="6570345">
                  <a:moveTo>
                    <a:pt x="2546760" y="3046803"/>
                  </a:moveTo>
                  <a:lnTo>
                    <a:pt x="2525562" y="3046803"/>
                  </a:lnTo>
                  <a:lnTo>
                    <a:pt x="2519194" y="3053020"/>
                  </a:lnTo>
                  <a:lnTo>
                    <a:pt x="2519194" y="3072236"/>
                  </a:lnTo>
                  <a:lnTo>
                    <a:pt x="2525562" y="3080713"/>
                  </a:lnTo>
                  <a:lnTo>
                    <a:pt x="2546760" y="3080713"/>
                  </a:lnTo>
                  <a:lnTo>
                    <a:pt x="2553127" y="3072236"/>
                  </a:lnTo>
                  <a:lnTo>
                    <a:pt x="2553127" y="3055280"/>
                  </a:lnTo>
                  <a:lnTo>
                    <a:pt x="2546760" y="3046803"/>
                  </a:lnTo>
                  <a:close/>
                </a:path>
                <a:path w="9542780" h="6570345">
                  <a:moveTo>
                    <a:pt x="2546760" y="5255127"/>
                  </a:moveTo>
                  <a:lnTo>
                    <a:pt x="2525562" y="5255127"/>
                  </a:lnTo>
                  <a:lnTo>
                    <a:pt x="2519194" y="5261458"/>
                  </a:lnTo>
                  <a:lnTo>
                    <a:pt x="2519194" y="5282652"/>
                  </a:lnTo>
                  <a:lnTo>
                    <a:pt x="2525562" y="5288982"/>
                  </a:lnTo>
                  <a:lnTo>
                    <a:pt x="2546760" y="5288982"/>
                  </a:lnTo>
                  <a:lnTo>
                    <a:pt x="2553127" y="5280533"/>
                  </a:lnTo>
                  <a:lnTo>
                    <a:pt x="2553127" y="5263577"/>
                  </a:lnTo>
                  <a:lnTo>
                    <a:pt x="2546760" y="5255127"/>
                  </a:lnTo>
                  <a:close/>
                </a:path>
                <a:path w="9542780" h="6570345">
                  <a:moveTo>
                    <a:pt x="2546760" y="5299579"/>
                  </a:moveTo>
                  <a:lnTo>
                    <a:pt x="2525562" y="5299579"/>
                  </a:lnTo>
                  <a:lnTo>
                    <a:pt x="2519194" y="5305936"/>
                  </a:lnTo>
                  <a:lnTo>
                    <a:pt x="2519194" y="5327102"/>
                  </a:lnTo>
                  <a:lnTo>
                    <a:pt x="2525562" y="5333460"/>
                  </a:lnTo>
                  <a:lnTo>
                    <a:pt x="2546760" y="5333460"/>
                  </a:lnTo>
                  <a:lnTo>
                    <a:pt x="2553127" y="5324983"/>
                  </a:lnTo>
                  <a:lnTo>
                    <a:pt x="2553127" y="5308056"/>
                  </a:lnTo>
                  <a:lnTo>
                    <a:pt x="2546760" y="5299579"/>
                  </a:lnTo>
                  <a:close/>
                </a:path>
                <a:path w="9542780" h="6570345">
                  <a:moveTo>
                    <a:pt x="2546760" y="5344057"/>
                  </a:moveTo>
                  <a:lnTo>
                    <a:pt x="2525562" y="5344057"/>
                  </a:lnTo>
                  <a:lnTo>
                    <a:pt x="2519194" y="5350386"/>
                  </a:lnTo>
                  <a:lnTo>
                    <a:pt x="2519194" y="5369460"/>
                  </a:lnTo>
                  <a:lnTo>
                    <a:pt x="2525562" y="5377910"/>
                  </a:lnTo>
                  <a:lnTo>
                    <a:pt x="2546760" y="5377910"/>
                  </a:lnTo>
                  <a:lnTo>
                    <a:pt x="2553127" y="5369460"/>
                  </a:lnTo>
                  <a:lnTo>
                    <a:pt x="2553127" y="5352506"/>
                  </a:lnTo>
                  <a:lnTo>
                    <a:pt x="2546760" y="5344057"/>
                  </a:lnTo>
                  <a:close/>
                </a:path>
                <a:path w="9542780" h="6570345">
                  <a:moveTo>
                    <a:pt x="2546760" y="5784461"/>
                  </a:moveTo>
                  <a:lnTo>
                    <a:pt x="2525562" y="5784461"/>
                  </a:lnTo>
                  <a:lnTo>
                    <a:pt x="2519194" y="5790791"/>
                  </a:lnTo>
                  <a:lnTo>
                    <a:pt x="2519194" y="5809866"/>
                  </a:lnTo>
                  <a:lnTo>
                    <a:pt x="2525562" y="5818315"/>
                  </a:lnTo>
                  <a:lnTo>
                    <a:pt x="2546760" y="5818315"/>
                  </a:lnTo>
                  <a:lnTo>
                    <a:pt x="2553127" y="5809866"/>
                  </a:lnTo>
                  <a:lnTo>
                    <a:pt x="2553127" y="5792910"/>
                  </a:lnTo>
                  <a:lnTo>
                    <a:pt x="2546760" y="5784461"/>
                  </a:lnTo>
                  <a:close/>
                </a:path>
                <a:path w="9542780" h="6570345">
                  <a:moveTo>
                    <a:pt x="2546760" y="5828911"/>
                  </a:moveTo>
                  <a:lnTo>
                    <a:pt x="2525562" y="5828911"/>
                  </a:lnTo>
                  <a:lnTo>
                    <a:pt x="2519194" y="5835270"/>
                  </a:lnTo>
                  <a:lnTo>
                    <a:pt x="2519194" y="5854316"/>
                  </a:lnTo>
                  <a:lnTo>
                    <a:pt x="2525562" y="5862793"/>
                  </a:lnTo>
                  <a:lnTo>
                    <a:pt x="2546760" y="5862793"/>
                  </a:lnTo>
                  <a:lnTo>
                    <a:pt x="2553127" y="5854316"/>
                  </a:lnTo>
                  <a:lnTo>
                    <a:pt x="2553127" y="5837389"/>
                  </a:lnTo>
                  <a:lnTo>
                    <a:pt x="2546760" y="5828911"/>
                  </a:lnTo>
                  <a:close/>
                </a:path>
                <a:path w="9542780" h="6570345">
                  <a:moveTo>
                    <a:pt x="2546760" y="5873362"/>
                  </a:moveTo>
                  <a:lnTo>
                    <a:pt x="2525562" y="5873362"/>
                  </a:lnTo>
                  <a:lnTo>
                    <a:pt x="2519194" y="5879720"/>
                  </a:lnTo>
                  <a:lnTo>
                    <a:pt x="2519194" y="5898794"/>
                  </a:lnTo>
                  <a:lnTo>
                    <a:pt x="2525562" y="5907243"/>
                  </a:lnTo>
                  <a:lnTo>
                    <a:pt x="2546760" y="5907243"/>
                  </a:lnTo>
                  <a:lnTo>
                    <a:pt x="2553127" y="5898794"/>
                  </a:lnTo>
                  <a:lnTo>
                    <a:pt x="2553127" y="5881839"/>
                  </a:lnTo>
                  <a:lnTo>
                    <a:pt x="2546760" y="5873362"/>
                  </a:lnTo>
                  <a:close/>
                </a:path>
                <a:path w="9542780" h="6570345">
                  <a:moveTo>
                    <a:pt x="2546760" y="5917840"/>
                  </a:moveTo>
                  <a:lnTo>
                    <a:pt x="2525562" y="5917840"/>
                  </a:lnTo>
                  <a:lnTo>
                    <a:pt x="2519194" y="5924198"/>
                  </a:lnTo>
                  <a:lnTo>
                    <a:pt x="2519194" y="5943244"/>
                  </a:lnTo>
                  <a:lnTo>
                    <a:pt x="2525562" y="5951722"/>
                  </a:lnTo>
                  <a:lnTo>
                    <a:pt x="2546760" y="5951722"/>
                  </a:lnTo>
                  <a:lnTo>
                    <a:pt x="2553127" y="5943244"/>
                  </a:lnTo>
                  <a:lnTo>
                    <a:pt x="2553127" y="5926317"/>
                  </a:lnTo>
                  <a:lnTo>
                    <a:pt x="2546760" y="5917840"/>
                  </a:lnTo>
                  <a:close/>
                </a:path>
                <a:path w="9542780" h="6570345">
                  <a:moveTo>
                    <a:pt x="2546760" y="5962290"/>
                  </a:moveTo>
                  <a:lnTo>
                    <a:pt x="2525562" y="5962290"/>
                  </a:lnTo>
                  <a:lnTo>
                    <a:pt x="2519194" y="5968649"/>
                  </a:lnTo>
                  <a:lnTo>
                    <a:pt x="2519194" y="5987723"/>
                  </a:lnTo>
                  <a:lnTo>
                    <a:pt x="2525562" y="5996172"/>
                  </a:lnTo>
                  <a:lnTo>
                    <a:pt x="2546760" y="5996172"/>
                  </a:lnTo>
                  <a:lnTo>
                    <a:pt x="2553127" y="5987723"/>
                  </a:lnTo>
                  <a:lnTo>
                    <a:pt x="2553127" y="5970767"/>
                  </a:lnTo>
                  <a:lnTo>
                    <a:pt x="2546760" y="5962290"/>
                  </a:lnTo>
                  <a:close/>
                </a:path>
                <a:path w="9542780" h="6570345">
                  <a:moveTo>
                    <a:pt x="2546760" y="6004650"/>
                  </a:moveTo>
                  <a:lnTo>
                    <a:pt x="2525562" y="6004650"/>
                  </a:lnTo>
                  <a:lnTo>
                    <a:pt x="2519194" y="6011007"/>
                  </a:lnTo>
                  <a:lnTo>
                    <a:pt x="2519194" y="6030053"/>
                  </a:lnTo>
                  <a:lnTo>
                    <a:pt x="2525562" y="6038531"/>
                  </a:lnTo>
                  <a:lnTo>
                    <a:pt x="2546760" y="6038531"/>
                  </a:lnTo>
                  <a:lnTo>
                    <a:pt x="2553127" y="6032173"/>
                  </a:lnTo>
                  <a:lnTo>
                    <a:pt x="2553127" y="6013127"/>
                  </a:lnTo>
                  <a:lnTo>
                    <a:pt x="2546760" y="6004650"/>
                  </a:lnTo>
                  <a:close/>
                </a:path>
                <a:path w="9542780" h="6570345">
                  <a:moveTo>
                    <a:pt x="2504337" y="1191933"/>
                  </a:moveTo>
                  <a:lnTo>
                    <a:pt x="2485261" y="1191933"/>
                  </a:lnTo>
                  <a:lnTo>
                    <a:pt x="2476771" y="1198432"/>
                  </a:lnTo>
                  <a:lnTo>
                    <a:pt x="2476771" y="1217366"/>
                  </a:lnTo>
                  <a:lnTo>
                    <a:pt x="2483139" y="1225843"/>
                  </a:lnTo>
                  <a:lnTo>
                    <a:pt x="2502213" y="1225843"/>
                  </a:lnTo>
                  <a:lnTo>
                    <a:pt x="2510704" y="1217366"/>
                  </a:lnTo>
                  <a:lnTo>
                    <a:pt x="2510704" y="1200410"/>
                  </a:lnTo>
                  <a:lnTo>
                    <a:pt x="2504337" y="1191933"/>
                  </a:lnTo>
                  <a:close/>
                </a:path>
                <a:path w="9542780" h="6570345">
                  <a:moveTo>
                    <a:pt x="2504337" y="1236581"/>
                  </a:moveTo>
                  <a:lnTo>
                    <a:pt x="2485261" y="1236581"/>
                  </a:lnTo>
                  <a:lnTo>
                    <a:pt x="2476771" y="1242797"/>
                  </a:lnTo>
                  <a:lnTo>
                    <a:pt x="2476771" y="1261731"/>
                  </a:lnTo>
                  <a:lnTo>
                    <a:pt x="2483139" y="1270208"/>
                  </a:lnTo>
                  <a:lnTo>
                    <a:pt x="2502213" y="1270208"/>
                  </a:lnTo>
                  <a:lnTo>
                    <a:pt x="2510704" y="1261731"/>
                  </a:lnTo>
                  <a:lnTo>
                    <a:pt x="2510704" y="1244776"/>
                  </a:lnTo>
                  <a:lnTo>
                    <a:pt x="2504337" y="1236581"/>
                  </a:lnTo>
                  <a:close/>
                </a:path>
                <a:path w="9542780" h="6570345">
                  <a:moveTo>
                    <a:pt x="2504337" y="1280946"/>
                  </a:moveTo>
                  <a:lnTo>
                    <a:pt x="2485261" y="1280946"/>
                  </a:lnTo>
                  <a:lnTo>
                    <a:pt x="2476771" y="1287162"/>
                  </a:lnTo>
                  <a:lnTo>
                    <a:pt x="2476771" y="1306379"/>
                  </a:lnTo>
                  <a:lnTo>
                    <a:pt x="2483139" y="1314856"/>
                  </a:lnTo>
                  <a:lnTo>
                    <a:pt x="2493751" y="1314856"/>
                  </a:lnTo>
                  <a:lnTo>
                    <a:pt x="2502213" y="1312595"/>
                  </a:lnTo>
                  <a:lnTo>
                    <a:pt x="2510704" y="1306379"/>
                  </a:lnTo>
                  <a:lnTo>
                    <a:pt x="2510704" y="1289423"/>
                  </a:lnTo>
                  <a:lnTo>
                    <a:pt x="2504337" y="1280946"/>
                  </a:lnTo>
                  <a:close/>
                </a:path>
                <a:path w="9542780" h="6570345">
                  <a:moveTo>
                    <a:pt x="2504337" y="2030355"/>
                  </a:moveTo>
                  <a:lnTo>
                    <a:pt x="2485261" y="2030355"/>
                  </a:lnTo>
                  <a:lnTo>
                    <a:pt x="2476771" y="2036853"/>
                  </a:lnTo>
                  <a:lnTo>
                    <a:pt x="2476771" y="2058047"/>
                  </a:lnTo>
                  <a:lnTo>
                    <a:pt x="2483139" y="2064264"/>
                  </a:lnTo>
                  <a:lnTo>
                    <a:pt x="2502213" y="2064264"/>
                  </a:lnTo>
                  <a:lnTo>
                    <a:pt x="2510704" y="2058047"/>
                  </a:lnTo>
                  <a:lnTo>
                    <a:pt x="2510704" y="2038832"/>
                  </a:lnTo>
                  <a:lnTo>
                    <a:pt x="2504337" y="2030355"/>
                  </a:lnTo>
                  <a:close/>
                </a:path>
                <a:path w="9542780" h="6570345">
                  <a:moveTo>
                    <a:pt x="2504337" y="2075003"/>
                  </a:moveTo>
                  <a:lnTo>
                    <a:pt x="2485261" y="2075003"/>
                  </a:lnTo>
                  <a:lnTo>
                    <a:pt x="2476771" y="2081220"/>
                  </a:lnTo>
                  <a:lnTo>
                    <a:pt x="2476771" y="2102413"/>
                  </a:lnTo>
                  <a:lnTo>
                    <a:pt x="2483139" y="2108912"/>
                  </a:lnTo>
                  <a:lnTo>
                    <a:pt x="2502213" y="2108912"/>
                  </a:lnTo>
                  <a:lnTo>
                    <a:pt x="2510704" y="2100435"/>
                  </a:lnTo>
                  <a:lnTo>
                    <a:pt x="2510704" y="2083480"/>
                  </a:lnTo>
                  <a:lnTo>
                    <a:pt x="2504337" y="2075003"/>
                  </a:lnTo>
                  <a:close/>
                </a:path>
                <a:path w="9542780" h="6570345">
                  <a:moveTo>
                    <a:pt x="2504337" y="2119368"/>
                  </a:moveTo>
                  <a:lnTo>
                    <a:pt x="2485261" y="2119368"/>
                  </a:lnTo>
                  <a:lnTo>
                    <a:pt x="2476771" y="2125585"/>
                  </a:lnTo>
                  <a:lnTo>
                    <a:pt x="2476771" y="2144801"/>
                  </a:lnTo>
                  <a:lnTo>
                    <a:pt x="2483139" y="2153278"/>
                  </a:lnTo>
                  <a:lnTo>
                    <a:pt x="2502213" y="2153278"/>
                  </a:lnTo>
                  <a:lnTo>
                    <a:pt x="2510704" y="2144801"/>
                  </a:lnTo>
                  <a:lnTo>
                    <a:pt x="2510704" y="2127845"/>
                  </a:lnTo>
                  <a:lnTo>
                    <a:pt x="2504337" y="2119368"/>
                  </a:lnTo>
                  <a:close/>
                </a:path>
                <a:path w="9542780" h="6570345">
                  <a:moveTo>
                    <a:pt x="2504337" y="2163733"/>
                  </a:moveTo>
                  <a:lnTo>
                    <a:pt x="2485261" y="2163733"/>
                  </a:lnTo>
                  <a:lnTo>
                    <a:pt x="2476771" y="2170233"/>
                  </a:lnTo>
                  <a:lnTo>
                    <a:pt x="2476771" y="2189166"/>
                  </a:lnTo>
                  <a:lnTo>
                    <a:pt x="2483139" y="2197643"/>
                  </a:lnTo>
                  <a:lnTo>
                    <a:pt x="2502213" y="2197643"/>
                  </a:lnTo>
                  <a:lnTo>
                    <a:pt x="2510704" y="2189166"/>
                  </a:lnTo>
                  <a:lnTo>
                    <a:pt x="2510704" y="2172211"/>
                  </a:lnTo>
                  <a:lnTo>
                    <a:pt x="2504337" y="2163733"/>
                  </a:lnTo>
                  <a:close/>
                </a:path>
                <a:path w="9542780" h="6570345">
                  <a:moveTo>
                    <a:pt x="2504337" y="2208381"/>
                  </a:moveTo>
                  <a:lnTo>
                    <a:pt x="2485261" y="2208381"/>
                  </a:lnTo>
                  <a:lnTo>
                    <a:pt x="2476771" y="2214598"/>
                  </a:lnTo>
                  <a:lnTo>
                    <a:pt x="2476771" y="2233814"/>
                  </a:lnTo>
                  <a:lnTo>
                    <a:pt x="2483139" y="2242291"/>
                  </a:lnTo>
                  <a:lnTo>
                    <a:pt x="2493751" y="2242291"/>
                  </a:lnTo>
                  <a:lnTo>
                    <a:pt x="2502213" y="2240031"/>
                  </a:lnTo>
                  <a:lnTo>
                    <a:pt x="2510704" y="2233814"/>
                  </a:lnTo>
                  <a:lnTo>
                    <a:pt x="2510704" y="2216859"/>
                  </a:lnTo>
                  <a:lnTo>
                    <a:pt x="2504337" y="2208381"/>
                  </a:lnTo>
                  <a:close/>
                </a:path>
                <a:path w="9542780" h="6570345">
                  <a:moveTo>
                    <a:pt x="2504337" y="2252747"/>
                  </a:moveTo>
                  <a:lnTo>
                    <a:pt x="2485261" y="2252747"/>
                  </a:lnTo>
                  <a:lnTo>
                    <a:pt x="2476771" y="2259246"/>
                  </a:lnTo>
                  <a:lnTo>
                    <a:pt x="2476771" y="2280157"/>
                  </a:lnTo>
                  <a:lnTo>
                    <a:pt x="2483139" y="2286656"/>
                  </a:lnTo>
                  <a:lnTo>
                    <a:pt x="2493751" y="2286656"/>
                  </a:lnTo>
                  <a:lnTo>
                    <a:pt x="2502213" y="2284395"/>
                  </a:lnTo>
                  <a:lnTo>
                    <a:pt x="2510704" y="2278179"/>
                  </a:lnTo>
                  <a:lnTo>
                    <a:pt x="2510704" y="2261224"/>
                  </a:lnTo>
                  <a:lnTo>
                    <a:pt x="2504337" y="2252747"/>
                  </a:lnTo>
                  <a:close/>
                </a:path>
                <a:path w="9542780" h="6570345">
                  <a:moveTo>
                    <a:pt x="2504337" y="2295135"/>
                  </a:moveTo>
                  <a:lnTo>
                    <a:pt x="2485261" y="2295135"/>
                  </a:lnTo>
                  <a:lnTo>
                    <a:pt x="2476771" y="2301351"/>
                  </a:lnTo>
                  <a:lnTo>
                    <a:pt x="2476771" y="2322545"/>
                  </a:lnTo>
                  <a:lnTo>
                    <a:pt x="2483139" y="2329044"/>
                  </a:lnTo>
                  <a:lnTo>
                    <a:pt x="2502213" y="2329044"/>
                  </a:lnTo>
                  <a:lnTo>
                    <a:pt x="2510704" y="2322545"/>
                  </a:lnTo>
                  <a:lnTo>
                    <a:pt x="2510704" y="2303612"/>
                  </a:lnTo>
                  <a:lnTo>
                    <a:pt x="2504337" y="2295135"/>
                  </a:lnTo>
                  <a:close/>
                </a:path>
                <a:path w="9542780" h="6570345">
                  <a:moveTo>
                    <a:pt x="2504337" y="2339500"/>
                  </a:moveTo>
                  <a:lnTo>
                    <a:pt x="2485261" y="2339500"/>
                  </a:lnTo>
                  <a:lnTo>
                    <a:pt x="2476771" y="2345999"/>
                  </a:lnTo>
                  <a:lnTo>
                    <a:pt x="2476771" y="2367193"/>
                  </a:lnTo>
                  <a:lnTo>
                    <a:pt x="2483139" y="2373410"/>
                  </a:lnTo>
                  <a:lnTo>
                    <a:pt x="2502213" y="2373410"/>
                  </a:lnTo>
                  <a:lnTo>
                    <a:pt x="2510704" y="2367193"/>
                  </a:lnTo>
                  <a:lnTo>
                    <a:pt x="2510704" y="2347977"/>
                  </a:lnTo>
                  <a:lnTo>
                    <a:pt x="2504337" y="2339500"/>
                  </a:lnTo>
                  <a:close/>
                </a:path>
                <a:path w="9542780" h="6570345">
                  <a:moveTo>
                    <a:pt x="2504337" y="2384148"/>
                  </a:moveTo>
                  <a:lnTo>
                    <a:pt x="2485261" y="2384148"/>
                  </a:lnTo>
                  <a:lnTo>
                    <a:pt x="2476771" y="2390364"/>
                  </a:lnTo>
                  <a:lnTo>
                    <a:pt x="2476771" y="2411558"/>
                  </a:lnTo>
                  <a:lnTo>
                    <a:pt x="2483139" y="2417775"/>
                  </a:lnTo>
                  <a:lnTo>
                    <a:pt x="2502213" y="2417775"/>
                  </a:lnTo>
                  <a:lnTo>
                    <a:pt x="2510704" y="2409579"/>
                  </a:lnTo>
                  <a:lnTo>
                    <a:pt x="2510704" y="2392625"/>
                  </a:lnTo>
                  <a:lnTo>
                    <a:pt x="2504337" y="2384148"/>
                  </a:lnTo>
                  <a:close/>
                </a:path>
                <a:path w="9542780" h="6570345">
                  <a:moveTo>
                    <a:pt x="2504337" y="2428513"/>
                  </a:moveTo>
                  <a:lnTo>
                    <a:pt x="2485261" y="2428513"/>
                  </a:lnTo>
                  <a:lnTo>
                    <a:pt x="2476771" y="2434730"/>
                  </a:lnTo>
                  <a:lnTo>
                    <a:pt x="2476771" y="2453946"/>
                  </a:lnTo>
                  <a:lnTo>
                    <a:pt x="2483139" y="2462423"/>
                  </a:lnTo>
                  <a:lnTo>
                    <a:pt x="2502213" y="2462423"/>
                  </a:lnTo>
                  <a:lnTo>
                    <a:pt x="2510704" y="2453946"/>
                  </a:lnTo>
                  <a:lnTo>
                    <a:pt x="2510704" y="2436991"/>
                  </a:lnTo>
                  <a:lnTo>
                    <a:pt x="2504337" y="2428513"/>
                  </a:lnTo>
                  <a:close/>
                </a:path>
                <a:path w="9542780" h="6570345">
                  <a:moveTo>
                    <a:pt x="2504337" y="2472879"/>
                  </a:moveTo>
                  <a:lnTo>
                    <a:pt x="2485261" y="2472879"/>
                  </a:lnTo>
                  <a:lnTo>
                    <a:pt x="2476771" y="2479377"/>
                  </a:lnTo>
                  <a:lnTo>
                    <a:pt x="2476771" y="2498310"/>
                  </a:lnTo>
                  <a:lnTo>
                    <a:pt x="2483139" y="2506788"/>
                  </a:lnTo>
                  <a:lnTo>
                    <a:pt x="2502213" y="2506788"/>
                  </a:lnTo>
                  <a:lnTo>
                    <a:pt x="2510704" y="2498310"/>
                  </a:lnTo>
                  <a:lnTo>
                    <a:pt x="2510704" y="2481356"/>
                  </a:lnTo>
                  <a:lnTo>
                    <a:pt x="2504337" y="2472879"/>
                  </a:lnTo>
                  <a:close/>
                </a:path>
                <a:path w="9542780" h="6570345">
                  <a:moveTo>
                    <a:pt x="2504337" y="2517527"/>
                  </a:moveTo>
                  <a:lnTo>
                    <a:pt x="2485261" y="2517527"/>
                  </a:lnTo>
                  <a:lnTo>
                    <a:pt x="2476771" y="2523743"/>
                  </a:lnTo>
                  <a:lnTo>
                    <a:pt x="2476771" y="2544937"/>
                  </a:lnTo>
                  <a:lnTo>
                    <a:pt x="2483139" y="2551436"/>
                  </a:lnTo>
                  <a:lnTo>
                    <a:pt x="2493751" y="2551436"/>
                  </a:lnTo>
                  <a:lnTo>
                    <a:pt x="2502213" y="2549175"/>
                  </a:lnTo>
                  <a:lnTo>
                    <a:pt x="2510704" y="2542959"/>
                  </a:lnTo>
                  <a:lnTo>
                    <a:pt x="2510704" y="2526004"/>
                  </a:lnTo>
                  <a:lnTo>
                    <a:pt x="2504337" y="2517527"/>
                  </a:lnTo>
                  <a:close/>
                </a:path>
                <a:path w="9542780" h="6570345">
                  <a:moveTo>
                    <a:pt x="2504337" y="2561892"/>
                  </a:moveTo>
                  <a:lnTo>
                    <a:pt x="2485261" y="2561892"/>
                  </a:lnTo>
                  <a:lnTo>
                    <a:pt x="2476771" y="2568108"/>
                  </a:lnTo>
                  <a:lnTo>
                    <a:pt x="2476771" y="2589302"/>
                  </a:lnTo>
                  <a:lnTo>
                    <a:pt x="2483139" y="2595802"/>
                  </a:lnTo>
                  <a:lnTo>
                    <a:pt x="2493751" y="2595802"/>
                  </a:lnTo>
                  <a:lnTo>
                    <a:pt x="2502213" y="2593541"/>
                  </a:lnTo>
                  <a:lnTo>
                    <a:pt x="2510704" y="2587325"/>
                  </a:lnTo>
                  <a:lnTo>
                    <a:pt x="2510704" y="2570369"/>
                  </a:lnTo>
                  <a:lnTo>
                    <a:pt x="2504337" y="2561892"/>
                  </a:lnTo>
                  <a:close/>
                </a:path>
                <a:path w="9542780" h="6570345">
                  <a:moveTo>
                    <a:pt x="2504337" y="2604279"/>
                  </a:moveTo>
                  <a:lnTo>
                    <a:pt x="2485261" y="2604279"/>
                  </a:lnTo>
                  <a:lnTo>
                    <a:pt x="2476771" y="2610496"/>
                  </a:lnTo>
                  <a:lnTo>
                    <a:pt x="2476771" y="2631690"/>
                  </a:lnTo>
                  <a:lnTo>
                    <a:pt x="2483139" y="2638190"/>
                  </a:lnTo>
                  <a:lnTo>
                    <a:pt x="2502213" y="2638190"/>
                  </a:lnTo>
                  <a:lnTo>
                    <a:pt x="2510704" y="2631690"/>
                  </a:lnTo>
                  <a:lnTo>
                    <a:pt x="2510704" y="2612757"/>
                  </a:lnTo>
                  <a:lnTo>
                    <a:pt x="2504337" y="2604279"/>
                  </a:lnTo>
                  <a:close/>
                </a:path>
                <a:path w="9542780" h="6570345">
                  <a:moveTo>
                    <a:pt x="2504337" y="2648644"/>
                  </a:moveTo>
                  <a:lnTo>
                    <a:pt x="2485261" y="2648644"/>
                  </a:lnTo>
                  <a:lnTo>
                    <a:pt x="2476771" y="2655144"/>
                  </a:lnTo>
                  <a:lnTo>
                    <a:pt x="2476771" y="2676338"/>
                  </a:lnTo>
                  <a:lnTo>
                    <a:pt x="2483139" y="2682554"/>
                  </a:lnTo>
                  <a:lnTo>
                    <a:pt x="2502213" y="2682554"/>
                  </a:lnTo>
                  <a:lnTo>
                    <a:pt x="2510704" y="2676338"/>
                  </a:lnTo>
                  <a:lnTo>
                    <a:pt x="2510704" y="2657123"/>
                  </a:lnTo>
                  <a:lnTo>
                    <a:pt x="2504337" y="2648644"/>
                  </a:lnTo>
                  <a:close/>
                </a:path>
                <a:path w="9542780" h="6570345">
                  <a:moveTo>
                    <a:pt x="2504337" y="2693292"/>
                  </a:moveTo>
                  <a:lnTo>
                    <a:pt x="2485261" y="2693292"/>
                  </a:lnTo>
                  <a:lnTo>
                    <a:pt x="2476771" y="2699509"/>
                  </a:lnTo>
                  <a:lnTo>
                    <a:pt x="2476771" y="2718442"/>
                  </a:lnTo>
                  <a:lnTo>
                    <a:pt x="2483139" y="2726921"/>
                  </a:lnTo>
                  <a:lnTo>
                    <a:pt x="2502213" y="2726921"/>
                  </a:lnTo>
                  <a:lnTo>
                    <a:pt x="2510704" y="2718442"/>
                  </a:lnTo>
                  <a:lnTo>
                    <a:pt x="2510704" y="2701771"/>
                  </a:lnTo>
                  <a:lnTo>
                    <a:pt x="2504337" y="2693292"/>
                  </a:lnTo>
                  <a:close/>
                </a:path>
                <a:path w="9542780" h="6570345">
                  <a:moveTo>
                    <a:pt x="2504337" y="2737658"/>
                  </a:moveTo>
                  <a:lnTo>
                    <a:pt x="2485261" y="2737658"/>
                  </a:lnTo>
                  <a:lnTo>
                    <a:pt x="2476771" y="2743875"/>
                  </a:lnTo>
                  <a:lnTo>
                    <a:pt x="2476771" y="2763090"/>
                  </a:lnTo>
                  <a:lnTo>
                    <a:pt x="2483139" y="2771567"/>
                  </a:lnTo>
                  <a:lnTo>
                    <a:pt x="2502213" y="2771567"/>
                  </a:lnTo>
                  <a:lnTo>
                    <a:pt x="2510704" y="2763090"/>
                  </a:lnTo>
                  <a:lnTo>
                    <a:pt x="2510704" y="2746136"/>
                  </a:lnTo>
                  <a:lnTo>
                    <a:pt x="2504337" y="2737658"/>
                  </a:lnTo>
                  <a:close/>
                </a:path>
                <a:path w="9542780" h="6570345">
                  <a:moveTo>
                    <a:pt x="2504337" y="2782023"/>
                  </a:moveTo>
                  <a:lnTo>
                    <a:pt x="2485261" y="2782023"/>
                  </a:lnTo>
                  <a:lnTo>
                    <a:pt x="2476771" y="2788523"/>
                  </a:lnTo>
                  <a:lnTo>
                    <a:pt x="2476771" y="2807456"/>
                  </a:lnTo>
                  <a:lnTo>
                    <a:pt x="2483139" y="2815934"/>
                  </a:lnTo>
                  <a:lnTo>
                    <a:pt x="2502213" y="2815934"/>
                  </a:lnTo>
                  <a:lnTo>
                    <a:pt x="2510704" y="2807456"/>
                  </a:lnTo>
                  <a:lnTo>
                    <a:pt x="2510704" y="2790501"/>
                  </a:lnTo>
                  <a:lnTo>
                    <a:pt x="2504337" y="2782023"/>
                  </a:lnTo>
                  <a:close/>
                </a:path>
                <a:path w="9542780" h="6570345">
                  <a:moveTo>
                    <a:pt x="2504337" y="2826672"/>
                  </a:moveTo>
                  <a:lnTo>
                    <a:pt x="2485261" y="2826672"/>
                  </a:lnTo>
                  <a:lnTo>
                    <a:pt x="2476771" y="2832888"/>
                  </a:lnTo>
                  <a:lnTo>
                    <a:pt x="2476771" y="2851821"/>
                  </a:lnTo>
                  <a:lnTo>
                    <a:pt x="2483139" y="2860299"/>
                  </a:lnTo>
                  <a:lnTo>
                    <a:pt x="2493751" y="2860299"/>
                  </a:lnTo>
                  <a:lnTo>
                    <a:pt x="2502213" y="2858321"/>
                  </a:lnTo>
                  <a:lnTo>
                    <a:pt x="2510704" y="2851821"/>
                  </a:lnTo>
                  <a:lnTo>
                    <a:pt x="2510704" y="2835149"/>
                  </a:lnTo>
                  <a:lnTo>
                    <a:pt x="2504337" y="2826672"/>
                  </a:lnTo>
                  <a:close/>
                </a:path>
                <a:path w="9542780" h="6570345">
                  <a:moveTo>
                    <a:pt x="2504337" y="2871036"/>
                  </a:moveTo>
                  <a:lnTo>
                    <a:pt x="2485261" y="2871036"/>
                  </a:lnTo>
                  <a:lnTo>
                    <a:pt x="2476771" y="2877254"/>
                  </a:lnTo>
                  <a:lnTo>
                    <a:pt x="2476771" y="2896469"/>
                  </a:lnTo>
                  <a:lnTo>
                    <a:pt x="2483139" y="2904947"/>
                  </a:lnTo>
                  <a:lnTo>
                    <a:pt x="2493751" y="2904947"/>
                  </a:lnTo>
                  <a:lnTo>
                    <a:pt x="2502213" y="2902686"/>
                  </a:lnTo>
                  <a:lnTo>
                    <a:pt x="2510704" y="2896469"/>
                  </a:lnTo>
                  <a:lnTo>
                    <a:pt x="2510704" y="2879515"/>
                  </a:lnTo>
                  <a:lnTo>
                    <a:pt x="2504337" y="2871036"/>
                  </a:lnTo>
                  <a:close/>
                </a:path>
                <a:path w="9542780" h="6570345">
                  <a:moveTo>
                    <a:pt x="2504337" y="2913424"/>
                  </a:moveTo>
                  <a:lnTo>
                    <a:pt x="2485261" y="2913424"/>
                  </a:lnTo>
                  <a:lnTo>
                    <a:pt x="2476771" y="2919641"/>
                  </a:lnTo>
                  <a:lnTo>
                    <a:pt x="2476771" y="2938857"/>
                  </a:lnTo>
                  <a:lnTo>
                    <a:pt x="2483139" y="2947334"/>
                  </a:lnTo>
                  <a:lnTo>
                    <a:pt x="2502213" y="2947334"/>
                  </a:lnTo>
                  <a:lnTo>
                    <a:pt x="2510704" y="2940834"/>
                  </a:lnTo>
                  <a:lnTo>
                    <a:pt x="2510704" y="2921902"/>
                  </a:lnTo>
                  <a:lnTo>
                    <a:pt x="2504337" y="2913424"/>
                  </a:lnTo>
                  <a:close/>
                </a:path>
                <a:path w="9542780" h="6570345">
                  <a:moveTo>
                    <a:pt x="2504337" y="2957790"/>
                  </a:moveTo>
                  <a:lnTo>
                    <a:pt x="2485261" y="2957790"/>
                  </a:lnTo>
                  <a:lnTo>
                    <a:pt x="2476771" y="2964289"/>
                  </a:lnTo>
                  <a:lnTo>
                    <a:pt x="2476771" y="2983222"/>
                  </a:lnTo>
                  <a:lnTo>
                    <a:pt x="2483139" y="2991699"/>
                  </a:lnTo>
                  <a:lnTo>
                    <a:pt x="2502213" y="2991699"/>
                  </a:lnTo>
                  <a:lnTo>
                    <a:pt x="2510704" y="2985482"/>
                  </a:lnTo>
                  <a:lnTo>
                    <a:pt x="2510704" y="2966267"/>
                  </a:lnTo>
                  <a:lnTo>
                    <a:pt x="2504337" y="2957790"/>
                  </a:lnTo>
                  <a:close/>
                </a:path>
                <a:path w="9542780" h="6570345">
                  <a:moveTo>
                    <a:pt x="2504337" y="3002155"/>
                  </a:moveTo>
                  <a:lnTo>
                    <a:pt x="2485261" y="3002155"/>
                  </a:lnTo>
                  <a:lnTo>
                    <a:pt x="2476771" y="3008655"/>
                  </a:lnTo>
                  <a:lnTo>
                    <a:pt x="2476771" y="3027588"/>
                  </a:lnTo>
                  <a:lnTo>
                    <a:pt x="2483139" y="3036065"/>
                  </a:lnTo>
                  <a:lnTo>
                    <a:pt x="2502213" y="3036065"/>
                  </a:lnTo>
                  <a:lnTo>
                    <a:pt x="2510704" y="3027588"/>
                  </a:lnTo>
                  <a:lnTo>
                    <a:pt x="2510704" y="3010632"/>
                  </a:lnTo>
                  <a:lnTo>
                    <a:pt x="2504337" y="3002155"/>
                  </a:lnTo>
                  <a:close/>
                </a:path>
                <a:path w="9542780" h="6570345">
                  <a:moveTo>
                    <a:pt x="2504337" y="3046803"/>
                  </a:moveTo>
                  <a:lnTo>
                    <a:pt x="2485261" y="3046803"/>
                  </a:lnTo>
                  <a:lnTo>
                    <a:pt x="2476771" y="3053020"/>
                  </a:lnTo>
                  <a:lnTo>
                    <a:pt x="2476771" y="3072236"/>
                  </a:lnTo>
                  <a:lnTo>
                    <a:pt x="2483139" y="3080713"/>
                  </a:lnTo>
                  <a:lnTo>
                    <a:pt x="2502213" y="3080713"/>
                  </a:lnTo>
                  <a:lnTo>
                    <a:pt x="2510704" y="3072236"/>
                  </a:lnTo>
                  <a:lnTo>
                    <a:pt x="2510704" y="3055280"/>
                  </a:lnTo>
                  <a:lnTo>
                    <a:pt x="2504337" y="3046803"/>
                  </a:lnTo>
                  <a:close/>
                </a:path>
                <a:path w="9542780" h="6570345">
                  <a:moveTo>
                    <a:pt x="2504337" y="5873362"/>
                  </a:moveTo>
                  <a:lnTo>
                    <a:pt x="2485261" y="5873362"/>
                  </a:lnTo>
                  <a:lnTo>
                    <a:pt x="2476771" y="5879720"/>
                  </a:lnTo>
                  <a:lnTo>
                    <a:pt x="2476771" y="5898794"/>
                  </a:lnTo>
                  <a:lnTo>
                    <a:pt x="2483139" y="5907243"/>
                  </a:lnTo>
                  <a:lnTo>
                    <a:pt x="2502213" y="5907243"/>
                  </a:lnTo>
                  <a:lnTo>
                    <a:pt x="2510704" y="5898794"/>
                  </a:lnTo>
                  <a:lnTo>
                    <a:pt x="2510704" y="5881839"/>
                  </a:lnTo>
                  <a:lnTo>
                    <a:pt x="2504337" y="5873362"/>
                  </a:lnTo>
                  <a:close/>
                </a:path>
                <a:path w="9542780" h="6570345">
                  <a:moveTo>
                    <a:pt x="2504337" y="5917840"/>
                  </a:moveTo>
                  <a:lnTo>
                    <a:pt x="2485261" y="5917840"/>
                  </a:lnTo>
                  <a:lnTo>
                    <a:pt x="2476771" y="5924198"/>
                  </a:lnTo>
                  <a:lnTo>
                    <a:pt x="2476771" y="5943244"/>
                  </a:lnTo>
                  <a:lnTo>
                    <a:pt x="2483139" y="5951722"/>
                  </a:lnTo>
                  <a:lnTo>
                    <a:pt x="2502213" y="5951722"/>
                  </a:lnTo>
                  <a:lnTo>
                    <a:pt x="2510704" y="5943244"/>
                  </a:lnTo>
                  <a:lnTo>
                    <a:pt x="2510704" y="5926317"/>
                  </a:lnTo>
                  <a:lnTo>
                    <a:pt x="2504337" y="5917840"/>
                  </a:lnTo>
                  <a:close/>
                </a:path>
                <a:path w="9542780" h="6570345">
                  <a:moveTo>
                    <a:pt x="2504337" y="5962290"/>
                  </a:moveTo>
                  <a:lnTo>
                    <a:pt x="2485261" y="5962290"/>
                  </a:lnTo>
                  <a:lnTo>
                    <a:pt x="2476771" y="5968649"/>
                  </a:lnTo>
                  <a:lnTo>
                    <a:pt x="2476771" y="5987723"/>
                  </a:lnTo>
                  <a:lnTo>
                    <a:pt x="2483139" y="5996172"/>
                  </a:lnTo>
                  <a:lnTo>
                    <a:pt x="2493751" y="5996172"/>
                  </a:lnTo>
                  <a:lnTo>
                    <a:pt x="2502213" y="5994053"/>
                  </a:lnTo>
                  <a:lnTo>
                    <a:pt x="2510704" y="5987723"/>
                  </a:lnTo>
                  <a:lnTo>
                    <a:pt x="2510704" y="5970767"/>
                  </a:lnTo>
                  <a:lnTo>
                    <a:pt x="2504337" y="5962290"/>
                  </a:lnTo>
                  <a:close/>
                </a:path>
                <a:path w="9542780" h="6570345">
                  <a:moveTo>
                    <a:pt x="2504337" y="6004650"/>
                  </a:moveTo>
                  <a:lnTo>
                    <a:pt x="2485261" y="6004650"/>
                  </a:lnTo>
                  <a:lnTo>
                    <a:pt x="2476771" y="6011007"/>
                  </a:lnTo>
                  <a:lnTo>
                    <a:pt x="2476771" y="6030053"/>
                  </a:lnTo>
                  <a:lnTo>
                    <a:pt x="2483139" y="6038531"/>
                  </a:lnTo>
                  <a:lnTo>
                    <a:pt x="2502213" y="6038531"/>
                  </a:lnTo>
                  <a:lnTo>
                    <a:pt x="2510704" y="6032173"/>
                  </a:lnTo>
                  <a:lnTo>
                    <a:pt x="2510704" y="6013127"/>
                  </a:lnTo>
                  <a:lnTo>
                    <a:pt x="2504337" y="6004650"/>
                  </a:lnTo>
                  <a:close/>
                </a:path>
                <a:path w="9542780" h="6570345">
                  <a:moveTo>
                    <a:pt x="2459818" y="1147568"/>
                  </a:moveTo>
                  <a:lnTo>
                    <a:pt x="2440715" y="1147568"/>
                  </a:lnTo>
                  <a:lnTo>
                    <a:pt x="2432253" y="1153784"/>
                  </a:lnTo>
                  <a:lnTo>
                    <a:pt x="2432253" y="1172999"/>
                  </a:lnTo>
                  <a:lnTo>
                    <a:pt x="2438620" y="1181477"/>
                  </a:lnTo>
                  <a:lnTo>
                    <a:pt x="2457696" y="1181477"/>
                  </a:lnTo>
                  <a:lnTo>
                    <a:pt x="2466186" y="1172999"/>
                  </a:lnTo>
                  <a:lnTo>
                    <a:pt x="2466186" y="1156045"/>
                  </a:lnTo>
                  <a:lnTo>
                    <a:pt x="2459818" y="1147568"/>
                  </a:lnTo>
                  <a:close/>
                </a:path>
                <a:path w="9542780" h="6570345">
                  <a:moveTo>
                    <a:pt x="2459818" y="1191933"/>
                  </a:moveTo>
                  <a:lnTo>
                    <a:pt x="2440715" y="1191933"/>
                  </a:lnTo>
                  <a:lnTo>
                    <a:pt x="2432253" y="1198432"/>
                  </a:lnTo>
                  <a:lnTo>
                    <a:pt x="2432253" y="1217366"/>
                  </a:lnTo>
                  <a:lnTo>
                    <a:pt x="2438620" y="1225843"/>
                  </a:lnTo>
                  <a:lnTo>
                    <a:pt x="2457696" y="1225843"/>
                  </a:lnTo>
                  <a:lnTo>
                    <a:pt x="2466186" y="1217366"/>
                  </a:lnTo>
                  <a:lnTo>
                    <a:pt x="2466186" y="1200410"/>
                  </a:lnTo>
                  <a:lnTo>
                    <a:pt x="2459818" y="1191933"/>
                  </a:lnTo>
                  <a:close/>
                </a:path>
                <a:path w="9542780" h="6570345">
                  <a:moveTo>
                    <a:pt x="2459818" y="1236581"/>
                  </a:moveTo>
                  <a:lnTo>
                    <a:pt x="2440715" y="1236581"/>
                  </a:lnTo>
                  <a:lnTo>
                    <a:pt x="2432253" y="1242797"/>
                  </a:lnTo>
                  <a:lnTo>
                    <a:pt x="2432253" y="1261731"/>
                  </a:lnTo>
                  <a:lnTo>
                    <a:pt x="2438620" y="1270208"/>
                  </a:lnTo>
                  <a:lnTo>
                    <a:pt x="2457696" y="1270208"/>
                  </a:lnTo>
                  <a:lnTo>
                    <a:pt x="2466186" y="1261731"/>
                  </a:lnTo>
                  <a:lnTo>
                    <a:pt x="2466186" y="1244776"/>
                  </a:lnTo>
                  <a:lnTo>
                    <a:pt x="2459818" y="1236581"/>
                  </a:lnTo>
                  <a:close/>
                </a:path>
                <a:path w="9542780" h="6570345">
                  <a:moveTo>
                    <a:pt x="2459818" y="1280946"/>
                  </a:moveTo>
                  <a:lnTo>
                    <a:pt x="2440715" y="1280946"/>
                  </a:lnTo>
                  <a:lnTo>
                    <a:pt x="2432253" y="1287162"/>
                  </a:lnTo>
                  <a:lnTo>
                    <a:pt x="2432253" y="1306379"/>
                  </a:lnTo>
                  <a:lnTo>
                    <a:pt x="2438620" y="1314856"/>
                  </a:lnTo>
                  <a:lnTo>
                    <a:pt x="2449206" y="1314856"/>
                  </a:lnTo>
                  <a:lnTo>
                    <a:pt x="2457696" y="1312595"/>
                  </a:lnTo>
                  <a:lnTo>
                    <a:pt x="2466186" y="1306379"/>
                  </a:lnTo>
                  <a:lnTo>
                    <a:pt x="2466186" y="1289423"/>
                  </a:lnTo>
                  <a:lnTo>
                    <a:pt x="2459818" y="1280946"/>
                  </a:lnTo>
                  <a:close/>
                </a:path>
                <a:path w="9542780" h="6570345">
                  <a:moveTo>
                    <a:pt x="2459818" y="1943601"/>
                  </a:moveTo>
                  <a:lnTo>
                    <a:pt x="2440715" y="1943601"/>
                  </a:lnTo>
                  <a:lnTo>
                    <a:pt x="2432253" y="1950101"/>
                  </a:lnTo>
                  <a:lnTo>
                    <a:pt x="2432253" y="1971295"/>
                  </a:lnTo>
                  <a:lnTo>
                    <a:pt x="2438620" y="1977511"/>
                  </a:lnTo>
                  <a:lnTo>
                    <a:pt x="2449206" y="1977511"/>
                  </a:lnTo>
                  <a:lnTo>
                    <a:pt x="2457696" y="1975251"/>
                  </a:lnTo>
                  <a:lnTo>
                    <a:pt x="2466186" y="1969034"/>
                  </a:lnTo>
                  <a:lnTo>
                    <a:pt x="2466186" y="1952080"/>
                  </a:lnTo>
                  <a:lnTo>
                    <a:pt x="2459818" y="1943601"/>
                  </a:lnTo>
                  <a:close/>
                </a:path>
                <a:path w="9542780" h="6570345">
                  <a:moveTo>
                    <a:pt x="2459818" y="1985989"/>
                  </a:moveTo>
                  <a:lnTo>
                    <a:pt x="2440715" y="1985989"/>
                  </a:lnTo>
                  <a:lnTo>
                    <a:pt x="2432253" y="1992205"/>
                  </a:lnTo>
                  <a:lnTo>
                    <a:pt x="2432253" y="2013399"/>
                  </a:lnTo>
                  <a:lnTo>
                    <a:pt x="2438620" y="2019899"/>
                  </a:lnTo>
                  <a:lnTo>
                    <a:pt x="2457696" y="2019899"/>
                  </a:lnTo>
                  <a:lnTo>
                    <a:pt x="2466186" y="2013399"/>
                  </a:lnTo>
                  <a:lnTo>
                    <a:pt x="2466186" y="1994466"/>
                  </a:lnTo>
                  <a:lnTo>
                    <a:pt x="2459818" y="1985989"/>
                  </a:lnTo>
                  <a:close/>
                </a:path>
                <a:path w="9542780" h="6570345">
                  <a:moveTo>
                    <a:pt x="2459818" y="2030355"/>
                  </a:moveTo>
                  <a:lnTo>
                    <a:pt x="2440716" y="2030355"/>
                  </a:lnTo>
                  <a:lnTo>
                    <a:pt x="2432253" y="2036853"/>
                  </a:lnTo>
                  <a:lnTo>
                    <a:pt x="2432253" y="2058047"/>
                  </a:lnTo>
                  <a:lnTo>
                    <a:pt x="2438620" y="2064264"/>
                  </a:lnTo>
                  <a:lnTo>
                    <a:pt x="2457696" y="2064264"/>
                  </a:lnTo>
                  <a:lnTo>
                    <a:pt x="2466186" y="2058047"/>
                  </a:lnTo>
                  <a:lnTo>
                    <a:pt x="2466186" y="2038832"/>
                  </a:lnTo>
                  <a:lnTo>
                    <a:pt x="2459818" y="2030355"/>
                  </a:lnTo>
                  <a:close/>
                </a:path>
                <a:path w="9542780" h="6570345">
                  <a:moveTo>
                    <a:pt x="2459818" y="2075003"/>
                  </a:moveTo>
                  <a:lnTo>
                    <a:pt x="2440716" y="2075003"/>
                  </a:lnTo>
                  <a:lnTo>
                    <a:pt x="2432253" y="2081220"/>
                  </a:lnTo>
                  <a:lnTo>
                    <a:pt x="2432253" y="2102413"/>
                  </a:lnTo>
                  <a:lnTo>
                    <a:pt x="2438620" y="2108912"/>
                  </a:lnTo>
                  <a:lnTo>
                    <a:pt x="2457696" y="2108912"/>
                  </a:lnTo>
                  <a:lnTo>
                    <a:pt x="2466186" y="2100435"/>
                  </a:lnTo>
                  <a:lnTo>
                    <a:pt x="2466186" y="2083480"/>
                  </a:lnTo>
                  <a:lnTo>
                    <a:pt x="2459818" y="2075003"/>
                  </a:lnTo>
                  <a:close/>
                </a:path>
                <a:path w="9542780" h="6570345">
                  <a:moveTo>
                    <a:pt x="2459818" y="2119368"/>
                  </a:moveTo>
                  <a:lnTo>
                    <a:pt x="2440716" y="2119368"/>
                  </a:lnTo>
                  <a:lnTo>
                    <a:pt x="2432253" y="2125585"/>
                  </a:lnTo>
                  <a:lnTo>
                    <a:pt x="2432253" y="2144801"/>
                  </a:lnTo>
                  <a:lnTo>
                    <a:pt x="2438620" y="2153278"/>
                  </a:lnTo>
                  <a:lnTo>
                    <a:pt x="2457696" y="2153278"/>
                  </a:lnTo>
                  <a:lnTo>
                    <a:pt x="2466186" y="2144801"/>
                  </a:lnTo>
                  <a:lnTo>
                    <a:pt x="2466186" y="2127845"/>
                  </a:lnTo>
                  <a:lnTo>
                    <a:pt x="2459818" y="2119368"/>
                  </a:lnTo>
                  <a:close/>
                </a:path>
                <a:path w="9542780" h="6570345">
                  <a:moveTo>
                    <a:pt x="2459818" y="2163733"/>
                  </a:moveTo>
                  <a:lnTo>
                    <a:pt x="2440716" y="2163733"/>
                  </a:lnTo>
                  <a:lnTo>
                    <a:pt x="2432253" y="2170233"/>
                  </a:lnTo>
                  <a:lnTo>
                    <a:pt x="2432253" y="2189166"/>
                  </a:lnTo>
                  <a:lnTo>
                    <a:pt x="2438620" y="2197643"/>
                  </a:lnTo>
                  <a:lnTo>
                    <a:pt x="2457696" y="2197643"/>
                  </a:lnTo>
                  <a:lnTo>
                    <a:pt x="2466186" y="2189166"/>
                  </a:lnTo>
                  <a:lnTo>
                    <a:pt x="2466186" y="2172211"/>
                  </a:lnTo>
                  <a:lnTo>
                    <a:pt x="2459818" y="2163733"/>
                  </a:lnTo>
                  <a:close/>
                </a:path>
                <a:path w="9542780" h="6570345">
                  <a:moveTo>
                    <a:pt x="2459818" y="2208381"/>
                  </a:moveTo>
                  <a:lnTo>
                    <a:pt x="2440716" y="2208381"/>
                  </a:lnTo>
                  <a:lnTo>
                    <a:pt x="2432253" y="2214598"/>
                  </a:lnTo>
                  <a:lnTo>
                    <a:pt x="2432253" y="2233814"/>
                  </a:lnTo>
                  <a:lnTo>
                    <a:pt x="2438620" y="2242291"/>
                  </a:lnTo>
                  <a:lnTo>
                    <a:pt x="2449206" y="2242291"/>
                  </a:lnTo>
                  <a:lnTo>
                    <a:pt x="2457696" y="2240031"/>
                  </a:lnTo>
                  <a:lnTo>
                    <a:pt x="2466186" y="2233814"/>
                  </a:lnTo>
                  <a:lnTo>
                    <a:pt x="2466186" y="2216859"/>
                  </a:lnTo>
                  <a:lnTo>
                    <a:pt x="2459818" y="2208381"/>
                  </a:lnTo>
                  <a:close/>
                </a:path>
                <a:path w="9542780" h="6570345">
                  <a:moveTo>
                    <a:pt x="2459818" y="2252747"/>
                  </a:moveTo>
                  <a:lnTo>
                    <a:pt x="2440716" y="2252747"/>
                  </a:lnTo>
                  <a:lnTo>
                    <a:pt x="2432253" y="2259246"/>
                  </a:lnTo>
                  <a:lnTo>
                    <a:pt x="2432254" y="2280157"/>
                  </a:lnTo>
                  <a:lnTo>
                    <a:pt x="2438620" y="2286656"/>
                  </a:lnTo>
                  <a:lnTo>
                    <a:pt x="2449206" y="2286656"/>
                  </a:lnTo>
                  <a:lnTo>
                    <a:pt x="2457696" y="2284395"/>
                  </a:lnTo>
                  <a:lnTo>
                    <a:pt x="2466186" y="2278179"/>
                  </a:lnTo>
                  <a:lnTo>
                    <a:pt x="2466186" y="2261224"/>
                  </a:lnTo>
                  <a:lnTo>
                    <a:pt x="2459818" y="2252747"/>
                  </a:lnTo>
                  <a:close/>
                </a:path>
                <a:path w="9542780" h="6570345">
                  <a:moveTo>
                    <a:pt x="2459818" y="2295135"/>
                  </a:moveTo>
                  <a:lnTo>
                    <a:pt x="2440716" y="2295135"/>
                  </a:lnTo>
                  <a:lnTo>
                    <a:pt x="2432254" y="2301351"/>
                  </a:lnTo>
                  <a:lnTo>
                    <a:pt x="2432254" y="2322545"/>
                  </a:lnTo>
                  <a:lnTo>
                    <a:pt x="2438620" y="2329044"/>
                  </a:lnTo>
                  <a:lnTo>
                    <a:pt x="2457696" y="2329044"/>
                  </a:lnTo>
                  <a:lnTo>
                    <a:pt x="2466186" y="2322545"/>
                  </a:lnTo>
                  <a:lnTo>
                    <a:pt x="2466186" y="2303612"/>
                  </a:lnTo>
                  <a:lnTo>
                    <a:pt x="2459818" y="2295135"/>
                  </a:lnTo>
                  <a:close/>
                </a:path>
                <a:path w="9542780" h="6570345">
                  <a:moveTo>
                    <a:pt x="2459818" y="2339500"/>
                  </a:moveTo>
                  <a:lnTo>
                    <a:pt x="2440716" y="2339500"/>
                  </a:lnTo>
                  <a:lnTo>
                    <a:pt x="2432254" y="2345999"/>
                  </a:lnTo>
                  <a:lnTo>
                    <a:pt x="2432254" y="2367193"/>
                  </a:lnTo>
                  <a:lnTo>
                    <a:pt x="2438620" y="2373410"/>
                  </a:lnTo>
                  <a:lnTo>
                    <a:pt x="2457696" y="2373410"/>
                  </a:lnTo>
                  <a:lnTo>
                    <a:pt x="2466186" y="2367193"/>
                  </a:lnTo>
                  <a:lnTo>
                    <a:pt x="2466186" y="2347977"/>
                  </a:lnTo>
                  <a:lnTo>
                    <a:pt x="2459818" y="2339500"/>
                  </a:lnTo>
                  <a:close/>
                </a:path>
                <a:path w="9542780" h="6570345">
                  <a:moveTo>
                    <a:pt x="2459818" y="2384148"/>
                  </a:moveTo>
                  <a:lnTo>
                    <a:pt x="2440716" y="2384148"/>
                  </a:lnTo>
                  <a:lnTo>
                    <a:pt x="2432254" y="2390364"/>
                  </a:lnTo>
                  <a:lnTo>
                    <a:pt x="2432254" y="2411558"/>
                  </a:lnTo>
                  <a:lnTo>
                    <a:pt x="2438620" y="2417775"/>
                  </a:lnTo>
                  <a:lnTo>
                    <a:pt x="2457696" y="2417775"/>
                  </a:lnTo>
                  <a:lnTo>
                    <a:pt x="2466186" y="2409579"/>
                  </a:lnTo>
                  <a:lnTo>
                    <a:pt x="2466186" y="2392625"/>
                  </a:lnTo>
                  <a:lnTo>
                    <a:pt x="2459818" y="2384148"/>
                  </a:lnTo>
                  <a:close/>
                </a:path>
                <a:path w="9542780" h="6570345">
                  <a:moveTo>
                    <a:pt x="2459818" y="2428513"/>
                  </a:moveTo>
                  <a:lnTo>
                    <a:pt x="2440716" y="2428513"/>
                  </a:lnTo>
                  <a:lnTo>
                    <a:pt x="2432254" y="2434730"/>
                  </a:lnTo>
                  <a:lnTo>
                    <a:pt x="2432254" y="2453946"/>
                  </a:lnTo>
                  <a:lnTo>
                    <a:pt x="2438620" y="2462423"/>
                  </a:lnTo>
                  <a:lnTo>
                    <a:pt x="2457696" y="2462423"/>
                  </a:lnTo>
                  <a:lnTo>
                    <a:pt x="2466186" y="2453946"/>
                  </a:lnTo>
                  <a:lnTo>
                    <a:pt x="2466186" y="2436991"/>
                  </a:lnTo>
                  <a:lnTo>
                    <a:pt x="2459818" y="2428513"/>
                  </a:lnTo>
                  <a:close/>
                </a:path>
                <a:path w="9542780" h="6570345">
                  <a:moveTo>
                    <a:pt x="2459818" y="2472879"/>
                  </a:moveTo>
                  <a:lnTo>
                    <a:pt x="2440716" y="2472879"/>
                  </a:lnTo>
                  <a:lnTo>
                    <a:pt x="2432254" y="2479377"/>
                  </a:lnTo>
                  <a:lnTo>
                    <a:pt x="2432254" y="2498310"/>
                  </a:lnTo>
                  <a:lnTo>
                    <a:pt x="2438620" y="2506788"/>
                  </a:lnTo>
                  <a:lnTo>
                    <a:pt x="2457696" y="2506788"/>
                  </a:lnTo>
                  <a:lnTo>
                    <a:pt x="2466186" y="2498310"/>
                  </a:lnTo>
                  <a:lnTo>
                    <a:pt x="2466186" y="2481356"/>
                  </a:lnTo>
                  <a:lnTo>
                    <a:pt x="2459818" y="2472879"/>
                  </a:lnTo>
                  <a:close/>
                </a:path>
                <a:path w="9542780" h="6570345">
                  <a:moveTo>
                    <a:pt x="2459818" y="2517527"/>
                  </a:moveTo>
                  <a:lnTo>
                    <a:pt x="2440716" y="2517527"/>
                  </a:lnTo>
                  <a:lnTo>
                    <a:pt x="2432254" y="2523743"/>
                  </a:lnTo>
                  <a:lnTo>
                    <a:pt x="2432254" y="2544937"/>
                  </a:lnTo>
                  <a:lnTo>
                    <a:pt x="2438620" y="2551436"/>
                  </a:lnTo>
                  <a:lnTo>
                    <a:pt x="2449206" y="2551436"/>
                  </a:lnTo>
                  <a:lnTo>
                    <a:pt x="2457696" y="2549175"/>
                  </a:lnTo>
                  <a:lnTo>
                    <a:pt x="2466186" y="2542959"/>
                  </a:lnTo>
                  <a:lnTo>
                    <a:pt x="2466186" y="2526004"/>
                  </a:lnTo>
                  <a:lnTo>
                    <a:pt x="2459818" y="2517527"/>
                  </a:lnTo>
                  <a:close/>
                </a:path>
                <a:path w="9542780" h="6570345">
                  <a:moveTo>
                    <a:pt x="2459818" y="2561892"/>
                  </a:moveTo>
                  <a:lnTo>
                    <a:pt x="2440716" y="2561892"/>
                  </a:lnTo>
                  <a:lnTo>
                    <a:pt x="2432254" y="2568108"/>
                  </a:lnTo>
                  <a:lnTo>
                    <a:pt x="2432254" y="2589302"/>
                  </a:lnTo>
                  <a:lnTo>
                    <a:pt x="2438620" y="2595802"/>
                  </a:lnTo>
                  <a:lnTo>
                    <a:pt x="2449206" y="2595802"/>
                  </a:lnTo>
                  <a:lnTo>
                    <a:pt x="2457696" y="2593541"/>
                  </a:lnTo>
                  <a:lnTo>
                    <a:pt x="2466186" y="2587325"/>
                  </a:lnTo>
                  <a:lnTo>
                    <a:pt x="2466186" y="2570369"/>
                  </a:lnTo>
                  <a:lnTo>
                    <a:pt x="2459818" y="2561892"/>
                  </a:lnTo>
                  <a:close/>
                </a:path>
                <a:path w="9542780" h="6570345">
                  <a:moveTo>
                    <a:pt x="2459818" y="2604279"/>
                  </a:moveTo>
                  <a:lnTo>
                    <a:pt x="2440716" y="2604279"/>
                  </a:lnTo>
                  <a:lnTo>
                    <a:pt x="2432254" y="2610496"/>
                  </a:lnTo>
                  <a:lnTo>
                    <a:pt x="2432254" y="2631690"/>
                  </a:lnTo>
                  <a:lnTo>
                    <a:pt x="2438620" y="2638190"/>
                  </a:lnTo>
                  <a:lnTo>
                    <a:pt x="2457696" y="2638190"/>
                  </a:lnTo>
                  <a:lnTo>
                    <a:pt x="2466186" y="2631690"/>
                  </a:lnTo>
                  <a:lnTo>
                    <a:pt x="2466186" y="2612757"/>
                  </a:lnTo>
                  <a:lnTo>
                    <a:pt x="2459818" y="2604279"/>
                  </a:lnTo>
                  <a:close/>
                </a:path>
                <a:path w="9542780" h="6570345">
                  <a:moveTo>
                    <a:pt x="2459818" y="2648644"/>
                  </a:moveTo>
                  <a:lnTo>
                    <a:pt x="2440716" y="2648644"/>
                  </a:lnTo>
                  <a:lnTo>
                    <a:pt x="2432254" y="2655144"/>
                  </a:lnTo>
                  <a:lnTo>
                    <a:pt x="2432254" y="2676338"/>
                  </a:lnTo>
                  <a:lnTo>
                    <a:pt x="2438620" y="2682554"/>
                  </a:lnTo>
                  <a:lnTo>
                    <a:pt x="2457696" y="2682554"/>
                  </a:lnTo>
                  <a:lnTo>
                    <a:pt x="2466186" y="2676338"/>
                  </a:lnTo>
                  <a:lnTo>
                    <a:pt x="2466186" y="2657123"/>
                  </a:lnTo>
                  <a:lnTo>
                    <a:pt x="2459818" y="2648644"/>
                  </a:lnTo>
                  <a:close/>
                </a:path>
                <a:path w="9542780" h="6570345">
                  <a:moveTo>
                    <a:pt x="2459818" y="2693292"/>
                  </a:moveTo>
                  <a:lnTo>
                    <a:pt x="2440716" y="2693292"/>
                  </a:lnTo>
                  <a:lnTo>
                    <a:pt x="2432254" y="2699509"/>
                  </a:lnTo>
                  <a:lnTo>
                    <a:pt x="2432254" y="2718442"/>
                  </a:lnTo>
                  <a:lnTo>
                    <a:pt x="2438620" y="2726921"/>
                  </a:lnTo>
                  <a:lnTo>
                    <a:pt x="2457696" y="2726921"/>
                  </a:lnTo>
                  <a:lnTo>
                    <a:pt x="2466186" y="2718442"/>
                  </a:lnTo>
                  <a:lnTo>
                    <a:pt x="2466186" y="2701770"/>
                  </a:lnTo>
                  <a:lnTo>
                    <a:pt x="2459818" y="2693292"/>
                  </a:lnTo>
                  <a:close/>
                </a:path>
                <a:path w="9542780" h="6570345">
                  <a:moveTo>
                    <a:pt x="2459818" y="2737658"/>
                  </a:moveTo>
                  <a:lnTo>
                    <a:pt x="2440716" y="2737658"/>
                  </a:lnTo>
                  <a:lnTo>
                    <a:pt x="2432254" y="2743875"/>
                  </a:lnTo>
                  <a:lnTo>
                    <a:pt x="2432254" y="2763090"/>
                  </a:lnTo>
                  <a:lnTo>
                    <a:pt x="2438620" y="2771567"/>
                  </a:lnTo>
                  <a:lnTo>
                    <a:pt x="2457696" y="2771567"/>
                  </a:lnTo>
                  <a:lnTo>
                    <a:pt x="2466186" y="2763090"/>
                  </a:lnTo>
                  <a:lnTo>
                    <a:pt x="2466186" y="2746136"/>
                  </a:lnTo>
                  <a:lnTo>
                    <a:pt x="2459818" y="2737658"/>
                  </a:lnTo>
                  <a:close/>
                </a:path>
                <a:path w="9542780" h="6570345">
                  <a:moveTo>
                    <a:pt x="2459818" y="2782023"/>
                  </a:moveTo>
                  <a:lnTo>
                    <a:pt x="2440716" y="2782023"/>
                  </a:lnTo>
                  <a:lnTo>
                    <a:pt x="2432254" y="2788523"/>
                  </a:lnTo>
                  <a:lnTo>
                    <a:pt x="2432254" y="2807456"/>
                  </a:lnTo>
                  <a:lnTo>
                    <a:pt x="2438620" y="2815934"/>
                  </a:lnTo>
                  <a:lnTo>
                    <a:pt x="2457696" y="2815934"/>
                  </a:lnTo>
                  <a:lnTo>
                    <a:pt x="2466186" y="2807456"/>
                  </a:lnTo>
                  <a:lnTo>
                    <a:pt x="2466186" y="2790501"/>
                  </a:lnTo>
                  <a:lnTo>
                    <a:pt x="2459818" y="2782023"/>
                  </a:lnTo>
                  <a:close/>
                </a:path>
                <a:path w="9542780" h="6570345">
                  <a:moveTo>
                    <a:pt x="2459818" y="2826672"/>
                  </a:moveTo>
                  <a:lnTo>
                    <a:pt x="2440716" y="2826672"/>
                  </a:lnTo>
                  <a:lnTo>
                    <a:pt x="2432254" y="2832888"/>
                  </a:lnTo>
                  <a:lnTo>
                    <a:pt x="2432254" y="2851821"/>
                  </a:lnTo>
                  <a:lnTo>
                    <a:pt x="2438620" y="2860299"/>
                  </a:lnTo>
                  <a:lnTo>
                    <a:pt x="2449206" y="2860299"/>
                  </a:lnTo>
                  <a:lnTo>
                    <a:pt x="2457696" y="2858321"/>
                  </a:lnTo>
                  <a:lnTo>
                    <a:pt x="2466186" y="2851821"/>
                  </a:lnTo>
                  <a:lnTo>
                    <a:pt x="2466186" y="2835149"/>
                  </a:lnTo>
                  <a:lnTo>
                    <a:pt x="2459818" y="2826672"/>
                  </a:lnTo>
                  <a:close/>
                </a:path>
                <a:path w="9542780" h="6570345">
                  <a:moveTo>
                    <a:pt x="2459818" y="2871036"/>
                  </a:moveTo>
                  <a:lnTo>
                    <a:pt x="2440716" y="2871036"/>
                  </a:lnTo>
                  <a:lnTo>
                    <a:pt x="2432254" y="2877254"/>
                  </a:lnTo>
                  <a:lnTo>
                    <a:pt x="2432254" y="2896469"/>
                  </a:lnTo>
                  <a:lnTo>
                    <a:pt x="2438620" y="2904947"/>
                  </a:lnTo>
                  <a:lnTo>
                    <a:pt x="2449206" y="2904947"/>
                  </a:lnTo>
                  <a:lnTo>
                    <a:pt x="2457696" y="2902686"/>
                  </a:lnTo>
                  <a:lnTo>
                    <a:pt x="2466186" y="2896469"/>
                  </a:lnTo>
                  <a:lnTo>
                    <a:pt x="2466186" y="2879515"/>
                  </a:lnTo>
                  <a:lnTo>
                    <a:pt x="2459818" y="2871036"/>
                  </a:lnTo>
                  <a:close/>
                </a:path>
                <a:path w="9542780" h="6570345">
                  <a:moveTo>
                    <a:pt x="2459818" y="2913424"/>
                  </a:moveTo>
                  <a:lnTo>
                    <a:pt x="2440716" y="2913424"/>
                  </a:lnTo>
                  <a:lnTo>
                    <a:pt x="2432254" y="2919641"/>
                  </a:lnTo>
                  <a:lnTo>
                    <a:pt x="2432254" y="2938857"/>
                  </a:lnTo>
                  <a:lnTo>
                    <a:pt x="2438620" y="2947334"/>
                  </a:lnTo>
                  <a:lnTo>
                    <a:pt x="2457696" y="2947334"/>
                  </a:lnTo>
                  <a:lnTo>
                    <a:pt x="2466186" y="2940834"/>
                  </a:lnTo>
                  <a:lnTo>
                    <a:pt x="2466186" y="2921902"/>
                  </a:lnTo>
                  <a:lnTo>
                    <a:pt x="2459818" y="2913424"/>
                  </a:lnTo>
                  <a:close/>
                </a:path>
                <a:path w="9542780" h="6570345">
                  <a:moveTo>
                    <a:pt x="2459818" y="2957790"/>
                  </a:moveTo>
                  <a:lnTo>
                    <a:pt x="2440716" y="2957790"/>
                  </a:lnTo>
                  <a:lnTo>
                    <a:pt x="2432254" y="2964289"/>
                  </a:lnTo>
                  <a:lnTo>
                    <a:pt x="2432254" y="2983222"/>
                  </a:lnTo>
                  <a:lnTo>
                    <a:pt x="2438622" y="2991699"/>
                  </a:lnTo>
                  <a:lnTo>
                    <a:pt x="2457696" y="2991699"/>
                  </a:lnTo>
                  <a:lnTo>
                    <a:pt x="2466186" y="2985482"/>
                  </a:lnTo>
                  <a:lnTo>
                    <a:pt x="2466186" y="2966267"/>
                  </a:lnTo>
                  <a:lnTo>
                    <a:pt x="2459818" y="2957790"/>
                  </a:lnTo>
                  <a:close/>
                </a:path>
                <a:path w="9542780" h="6570345">
                  <a:moveTo>
                    <a:pt x="2459818" y="3002155"/>
                  </a:moveTo>
                  <a:lnTo>
                    <a:pt x="2440716" y="3002155"/>
                  </a:lnTo>
                  <a:lnTo>
                    <a:pt x="2432254" y="3008655"/>
                  </a:lnTo>
                  <a:lnTo>
                    <a:pt x="2432254" y="3027588"/>
                  </a:lnTo>
                  <a:lnTo>
                    <a:pt x="2438622" y="3036065"/>
                  </a:lnTo>
                  <a:lnTo>
                    <a:pt x="2457696" y="3036065"/>
                  </a:lnTo>
                  <a:lnTo>
                    <a:pt x="2466186" y="3027588"/>
                  </a:lnTo>
                  <a:lnTo>
                    <a:pt x="2466186" y="3010632"/>
                  </a:lnTo>
                  <a:lnTo>
                    <a:pt x="2459818" y="3002155"/>
                  </a:lnTo>
                  <a:close/>
                </a:path>
                <a:path w="9542780" h="6570345">
                  <a:moveTo>
                    <a:pt x="2459818" y="3046803"/>
                  </a:moveTo>
                  <a:lnTo>
                    <a:pt x="2440716" y="3046803"/>
                  </a:lnTo>
                  <a:lnTo>
                    <a:pt x="2432254" y="3053020"/>
                  </a:lnTo>
                  <a:lnTo>
                    <a:pt x="2432254" y="3072236"/>
                  </a:lnTo>
                  <a:lnTo>
                    <a:pt x="2438622" y="3080713"/>
                  </a:lnTo>
                  <a:lnTo>
                    <a:pt x="2457696" y="3080713"/>
                  </a:lnTo>
                  <a:lnTo>
                    <a:pt x="2466186" y="3072236"/>
                  </a:lnTo>
                  <a:lnTo>
                    <a:pt x="2466186" y="3055280"/>
                  </a:lnTo>
                  <a:lnTo>
                    <a:pt x="2459818" y="3046803"/>
                  </a:lnTo>
                  <a:close/>
                </a:path>
                <a:path w="9542780" h="6570345">
                  <a:moveTo>
                    <a:pt x="2459819" y="5828911"/>
                  </a:moveTo>
                  <a:lnTo>
                    <a:pt x="2440716" y="5828911"/>
                  </a:lnTo>
                  <a:lnTo>
                    <a:pt x="2432254" y="5835270"/>
                  </a:lnTo>
                  <a:lnTo>
                    <a:pt x="2432254" y="5854316"/>
                  </a:lnTo>
                  <a:lnTo>
                    <a:pt x="2438622" y="5862793"/>
                  </a:lnTo>
                  <a:lnTo>
                    <a:pt x="2457696" y="5862793"/>
                  </a:lnTo>
                  <a:lnTo>
                    <a:pt x="2466187" y="5854316"/>
                  </a:lnTo>
                  <a:lnTo>
                    <a:pt x="2466187" y="5837389"/>
                  </a:lnTo>
                  <a:lnTo>
                    <a:pt x="2459819" y="5828911"/>
                  </a:lnTo>
                  <a:close/>
                </a:path>
                <a:path w="9542780" h="6570345">
                  <a:moveTo>
                    <a:pt x="2459819" y="5873362"/>
                  </a:moveTo>
                  <a:lnTo>
                    <a:pt x="2440716" y="5873362"/>
                  </a:lnTo>
                  <a:lnTo>
                    <a:pt x="2432254" y="5879720"/>
                  </a:lnTo>
                  <a:lnTo>
                    <a:pt x="2432254" y="5898794"/>
                  </a:lnTo>
                  <a:lnTo>
                    <a:pt x="2438622" y="5907243"/>
                  </a:lnTo>
                  <a:lnTo>
                    <a:pt x="2457696" y="5907243"/>
                  </a:lnTo>
                  <a:lnTo>
                    <a:pt x="2466187" y="5898794"/>
                  </a:lnTo>
                  <a:lnTo>
                    <a:pt x="2466187" y="5881839"/>
                  </a:lnTo>
                  <a:lnTo>
                    <a:pt x="2459819" y="5873362"/>
                  </a:lnTo>
                  <a:close/>
                </a:path>
                <a:path w="9542780" h="6570345">
                  <a:moveTo>
                    <a:pt x="2459819" y="5917840"/>
                  </a:moveTo>
                  <a:lnTo>
                    <a:pt x="2440716" y="5917840"/>
                  </a:lnTo>
                  <a:lnTo>
                    <a:pt x="2432254" y="5924198"/>
                  </a:lnTo>
                  <a:lnTo>
                    <a:pt x="2432254" y="5943244"/>
                  </a:lnTo>
                  <a:lnTo>
                    <a:pt x="2438622" y="5951722"/>
                  </a:lnTo>
                  <a:lnTo>
                    <a:pt x="2457696" y="5951722"/>
                  </a:lnTo>
                  <a:lnTo>
                    <a:pt x="2466187" y="5943244"/>
                  </a:lnTo>
                  <a:lnTo>
                    <a:pt x="2466187" y="5926317"/>
                  </a:lnTo>
                  <a:lnTo>
                    <a:pt x="2459819" y="5917840"/>
                  </a:lnTo>
                  <a:close/>
                </a:path>
                <a:path w="9542780" h="6570345">
                  <a:moveTo>
                    <a:pt x="2459819" y="5962290"/>
                  </a:moveTo>
                  <a:lnTo>
                    <a:pt x="2440716" y="5962290"/>
                  </a:lnTo>
                  <a:lnTo>
                    <a:pt x="2432254" y="5968649"/>
                  </a:lnTo>
                  <a:lnTo>
                    <a:pt x="2432254" y="5987723"/>
                  </a:lnTo>
                  <a:lnTo>
                    <a:pt x="2438622" y="5996172"/>
                  </a:lnTo>
                  <a:lnTo>
                    <a:pt x="2449206" y="5996172"/>
                  </a:lnTo>
                  <a:lnTo>
                    <a:pt x="2457696" y="5994053"/>
                  </a:lnTo>
                  <a:lnTo>
                    <a:pt x="2466187" y="5987723"/>
                  </a:lnTo>
                  <a:lnTo>
                    <a:pt x="2466187" y="5970767"/>
                  </a:lnTo>
                  <a:lnTo>
                    <a:pt x="2459819" y="5962290"/>
                  </a:lnTo>
                  <a:close/>
                </a:path>
                <a:path w="9542780" h="6570345">
                  <a:moveTo>
                    <a:pt x="2415273" y="971801"/>
                  </a:moveTo>
                  <a:lnTo>
                    <a:pt x="2394075" y="971801"/>
                  </a:lnTo>
                  <a:lnTo>
                    <a:pt x="2387707" y="978018"/>
                  </a:lnTo>
                  <a:lnTo>
                    <a:pt x="2387707" y="997233"/>
                  </a:lnTo>
                  <a:lnTo>
                    <a:pt x="2394075" y="1005711"/>
                  </a:lnTo>
                  <a:lnTo>
                    <a:pt x="2415273" y="1005711"/>
                  </a:lnTo>
                  <a:lnTo>
                    <a:pt x="2421641" y="997233"/>
                  </a:lnTo>
                  <a:lnTo>
                    <a:pt x="2421641" y="980278"/>
                  </a:lnTo>
                  <a:lnTo>
                    <a:pt x="2415273" y="971801"/>
                  </a:lnTo>
                  <a:close/>
                </a:path>
                <a:path w="9542780" h="6570345">
                  <a:moveTo>
                    <a:pt x="2415273" y="1102920"/>
                  </a:moveTo>
                  <a:lnTo>
                    <a:pt x="2394075" y="1102920"/>
                  </a:lnTo>
                  <a:lnTo>
                    <a:pt x="2387707" y="1109418"/>
                  </a:lnTo>
                  <a:lnTo>
                    <a:pt x="2387707" y="1128351"/>
                  </a:lnTo>
                  <a:lnTo>
                    <a:pt x="2394075" y="1136829"/>
                  </a:lnTo>
                  <a:lnTo>
                    <a:pt x="2415273" y="1136829"/>
                  </a:lnTo>
                  <a:lnTo>
                    <a:pt x="2421641" y="1130612"/>
                  </a:lnTo>
                  <a:lnTo>
                    <a:pt x="2421641" y="1111397"/>
                  </a:lnTo>
                  <a:lnTo>
                    <a:pt x="2415273" y="1102920"/>
                  </a:lnTo>
                  <a:close/>
                </a:path>
                <a:path w="9542780" h="6570345">
                  <a:moveTo>
                    <a:pt x="2415273" y="1147568"/>
                  </a:moveTo>
                  <a:lnTo>
                    <a:pt x="2394075" y="1147568"/>
                  </a:lnTo>
                  <a:lnTo>
                    <a:pt x="2387707" y="1153784"/>
                  </a:lnTo>
                  <a:lnTo>
                    <a:pt x="2387707" y="1172999"/>
                  </a:lnTo>
                  <a:lnTo>
                    <a:pt x="2394075" y="1181477"/>
                  </a:lnTo>
                  <a:lnTo>
                    <a:pt x="2415273" y="1181477"/>
                  </a:lnTo>
                  <a:lnTo>
                    <a:pt x="2421641" y="1172999"/>
                  </a:lnTo>
                  <a:lnTo>
                    <a:pt x="2421641" y="1156045"/>
                  </a:lnTo>
                  <a:lnTo>
                    <a:pt x="2415273" y="1147568"/>
                  </a:lnTo>
                  <a:close/>
                </a:path>
                <a:path w="9542780" h="6570345">
                  <a:moveTo>
                    <a:pt x="2415273" y="1191933"/>
                  </a:moveTo>
                  <a:lnTo>
                    <a:pt x="2394075" y="1191933"/>
                  </a:lnTo>
                  <a:lnTo>
                    <a:pt x="2387707" y="1198432"/>
                  </a:lnTo>
                  <a:lnTo>
                    <a:pt x="2387707" y="1217366"/>
                  </a:lnTo>
                  <a:lnTo>
                    <a:pt x="2394075" y="1225843"/>
                  </a:lnTo>
                  <a:lnTo>
                    <a:pt x="2415273" y="1225843"/>
                  </a:lnTo>
                  <a:lnTo>
                    <a:pt x="2421641" y="1217366"/>
                  </a:lnTo>
                  <a:lnTo>
                    <a:pt x="2421641" y="1200410"/>
                  </a:lnTo>
                  <a:lnTo>
                    <a:pt x="2415273" y="1191933"/>
                  </a:lnTo>
                  <a:close/>
                </a:path>
                <a:path w="9542780" h="6570345">
                  <a:moveTo>
                    <a:pt x="2415273" y="1236581"/>
                  </a:moveTo>
                  <a:lnTo>
                    <a:pt x="2394075" y="1236581"/>
                  </a:lnTo>
                  <a:lnTo>
                    <a:pt x="2387707" y="1242797"/>
                  </a:lnTo>
                  <a:lnTo>
                    <a:pt x="2387707" y="1261731"/>
                  </a:lnTo>
                  <a:lnTo>
                    <a:pt x="2394075" y="1270208"/>
                  </a:lnTo>
                  <a:lnTo>
                    <a:pt x="2415273" y="1270208"/>
                  </a:lnTo>
                  <a:lnTo>
                    <a:pt x="2421641" y="1261731"/>
                  </a:lnTo>
                  <a:lnTo>
                    <a:pt x="2421641" y="1244776"/>
                  </a:lnTo>
                  <a:lnTo>
                    <a:pt x="2415273" y="1236581"/>
                  </a:lnTo>
                  <a:close/>
                </a:path>
                <a:path w="9542780" h="6570345">
                  <a:moveTo>
                    <a:pt x="2415273" y="1280946"/>
                  </a:moveTo>
                  <a:lnTo>
                    <a:pt x="2394075" y="1280946"/>
                  </a:lnTo>
                  <a:lnTo>
                    <a:pt x="2387707" y="1287162"/>
                  </a:lnTo>
                  <a:lnTo>
                    <a:pt x="2387707" y="1306379"/>
                  </a:lnTo>
                  <a:lnTo>
                    <a:pt x="2394075" y="1314856"/>
                  </a:lnTo>
                  <a:lnTo>
                    <a:pt x="2415273" y="1314856"/>
                  </a:lnTo>
                  <a:lnTo>
                    <a:pt x="2421641" y="1306379"/>
                  </a:lnTo>
                  <a:lnTo>
                    <a:pt x="2421641" y="1289423"/>
                  </a:lnTo>
                  <a:lnTo>
                    <a:pt x="2415273" y="1280946"/>
                  </a:lnTo>
                  <a:close/>
                </a:path>
                <a:path w="9542780" h="6570345">
                  <a:moveTo>
                    <a:pt x="2415273" y="1325312"/>
                  </a:moveTo>
                  <a:lnTo>
                    <a:pt x="2394075" y="1325312"/>
                  </a:lnTo>
                  <a:lnTo>
                    <a:pt x="2387707" y="1331810"/>
                  </a:lnTo>
                  <a:lnTo>
                    <a:pt x="2387707" y="1350744"/>
                  </a:lnTo>
                  <a:lnTo>
                    <a:pt x="2394075" y="1359221"/>
                  </a:lnTo>
                  <a:lnTo>
                    <a:pt x="2415273" y="1359221"/>
                  </a:lnTo>
                  <a:lnTo>
                    <a:pt x="2421641" y="1350744"/>
                  </a:lnTo>
                  <a:lnTo>
                    <a:pt x="2421641" y="1333789"/>
                  </a:lnTo>
                  <a:lnTo>
                    <a:pt x="2415273" y="1325312"/>
                  </a:lnTo>
                  <a:close/>
                </a:path>
                <a:path w="9542780" h="6570345">
                  <a:moveTo>
                    <a:pt x="2415273" y="1899236"/>
                  </a:moveTo>
                  <a:lnTo>
                    <a:pt x="2394075" y="1899236"/>
                  </a:lnTo>
                  <a:lnTo>
                    <a:pt x="2387707" y="1905453"/>
                  </a:lnTo>
                  <a:lnTo>
                    <a:pt x="2387707" y="1924669"/>
                  </a:lnTo>
                  <a:lnTo>
                    <a:pt x="2394075" y="1933147"/>
                  </a:lnTo>
                  <a:lnTo>
                    <a:pt x="2415273" y="1933147"/>
                  </a:lnTo>
                  <a:lnTo>
                    <a:pt x="2421641" y="1924669"/>
                  </a:lnTo>
                  <a:lnTo>
                    <a:pt x="2421641" y="1907713"/>
                  </a:lnTo>
                  <a:lnTo>
                    <a:pt x="2415273" y="1899236"/>
                  </a:lnTo>
                  <a:close/>
                </a:path>
                <a:path w="9542780" h="6570345">
                  <a:moveTo>
                    <a:pt x="2415273" y="1943601"/>
                  </a:moveTo>
                  <a:lnTo>
                    <a:pt x="2394075" y="1943601"/>
                  </a:lnTo>
                  <a:lnTo>
                    <a:pt x="2387707" y="1950101"/>
                  </a:lnTo>
                  <a:lnTo>
                    <a:pt x="2387707" y="1971295"/>
                  </a:lnTo>
                  <a:lnTo>
                    <a:pt x="2394075" y="1977511"/>
                  </a:lnTo>
                  <a:lnTo>
                    <a:pt x="2415273" y="1977511"/>
                  </a:lnTo>
                  <a:lnTo>
                    <a:pt x="2421641" y="1969034"/>
                  </a:lnTo>
                  <a:lnTo>
                    <a:pt x="2421641" y="1952080"/>
                  </a:lnTo>
                  <a:lnTo>
                    <a:pt x="2415273" y="1943601"/>
                  </a:lnTo>
                  <a:close/>
                </a:path>
                <a:path w="9542780" h="6570345">
                  <a:moveTo>
                    <a:pt x="2415273" y="1985989"/>
                  </a:moveTo>
                  <a:lnTo>
                    <a:pt x="2394075" y="1985989"/>
                  </a:lnTo>
                  <a:lnTo>
                    <a:pt x="2387707" y="1992205"/>
                  </a:lnTo>
                  <a:lnTo>
                    <a:pt x="2387707" y="2013399"/>
                  </a:lnTo>
                  <a:lnTo>
                    <a:pt x="2394075" y="2019899"/>
                  </a:lnTo>
                  <a:lnTo>
                    <a:pt x="2415273" y="2019899"/>
                  </a:lnTo>
                  <a:lnTo>
                    <a:pt x="2421641" y="2013399"/>
                  </a:lnTo>
                  <a:lnTo>
                    <a:pt x="2421641" y="1994466"/>
                  </a:lnTo>
                  <a:lnTo>
                    <a:pt x="2415273" y="1985989"/>
                  </a:lnTo>
                  <a:close/>
                </a:path>
                <a:path w="9542780" h="6570345">
                  <a:moveTo>
                    <a:pt x="2415273" y="2030355"/>
                  </a:moveTo>
                  <a:lnTo>
                    <a:pt x="2394075" y="2030355"/>
                  </a:lnTo>
                  <a:lnTo>
                    <a:pt x="2387707" y="2036853"/>
                  </a:lnTo>
                  <a:lnTo>
                    <a:pt x="2387707" y="2058047"/>
                  </a:lnTo>
                  <a:lnTo>
                    <a:pt x="2394075" y="2064264"/>
                  </a:lnTo>
                  <a:lnTo>
                    <a:pt x="2415273" y="2064264"/>
                  </a:lnTo>
                  <a:lnTo>
                    <a:pt x="2421641" y="2058047"/>
                  </a:lnTo>
                  <a:lnTo>
                    <a:pt x="2421641" y="2038832"/>
                  </a:lnTo>
                  <a:lnTo>
                    <a:pt x="2415273" y="2030355"/>
                  </a:lnTo>
                  <a:close/>
                </a:path>
                <a:path w="9542780" h="6570345">
                  <a:moveTo>
                    <a:pt x="2415273" y="2075003"/>
                  </a:moveTo>
                  <a:lnTo>
                    <a:pt x="2394075" y="2075003"/>
                  </a:lnTo>
                  <a:lnTo>
                    <a:pt x="2387707" y="2081220"/>
                  </a:lnTo>
                  <a:lnTo>
                    <a:pt x="2387707" y="2102413"/>
                  </a:lnTo>
                  <a:lnTo>
                    <a:pt x="2394075" y="2108912"/>
                  </a:lnTo>
                  <a:lnTo>
                    <a:pt x="2415273" y="2108912"/>
                  </a:lnTo>
                  <a:lnTo>
                    <a:pt x="2421641" y="2100435"/>
                  </a:lnTo>
                  <a:lnTo>
                    <a:pt x="2421641" y="2083480"/>
                  </a:lnTo>
                  <a:lnTo>
                    <a:pt x="2415273" y="2075003"/>
                  </a:lnTo>
                  <a:close/>
                </a:path>
                <a:path w="9542780" h="6570345">
                  <a:moveTo>
                    <a:pt x="2415273" y="2119368"/>
                  </a:moveTo>
                  <a:lnTo>
                    <a:pt x="2394075" y="2119368"/>
                  </a:lnTo>
                  <a:lnTo>
                    <a:pt x="2387707" y="2125585"/>
                  </a:lnTo>
                  <a:lnTo>
                    <a:pt x="2387707" y="2144801"/>
                  </a:lnTo>
                  <a:lnTo>
                    <a:pt x="2394075" y="2153278"/>
                  </a:lnTo>
                  <a:lnTo>
                    <a:pt x="2415273" y="2153278"/>
                  </a:lnTo>
                  <a:lnTo>
                    <a:pt x="2421641" y="2144801"/>
                  </a:lnTo>
                  <a:lnTo>
                    <a:pt x="2421641" y="2127845"/>
                  </a:lnTo>
                  <a:lnTo>
                    <a:pt x="2415273" y="2119368"/>
                  </a:lnTo>
                  <a:close/>
                </a:path>
                <a:path w="9542780" h="6570345">
                  <a:moveTo>
                    <a:pt x="2415273" y="2163733"/>
                  </a:moveTo>
                  <a:lnTo>
                    <a:pt x="2394075" y="2163733"/>
                  </a:lnTo>
                  <a:lnTo>
                    <a:pt x="2387707" y="2170233"/>
                  </a:lnTo>
                  <a:lnTo>
                    <a:pt x="2387707" y="2189166"/>
                  </a:lnTo>
                  <a:lnTo>
                    <a:pt x="2394075" y="2197643"/>
                  </a:lnTo>
                  <a:lnTo>
                    <a:pt x="2415273" y="2197643"/>
                  </a:lnTo>
                  <a:lnTo>
                    <a:pt x="2421641" y="2189166"/>
                  </a:lnTo>
                  <a:lnTo>
                    <a:pt x="2421641" y="2172211"/>
                  </a:lnTo>
                  <a:lnTo>
                    <a:pt x="2415273" y="2163733"/>
                  </a:lnTo>
                  <a:close/>
                </a:path>
                <a:path w="9542780" h="6570345">
                  <a:moveTo>
                    <a:pt x="2415273" y="2208381"/>
                  </a:moveTo>
                  <a:lnTo>
                    <a:pt x="2394075" y="2208381"/>
                  </a:lnTo>
                  <a:lnTo>
                    <a:pt x="2387707" y="2214598"/>
                  </a:lnTo>
                  <a:lnTo>
                    <a:pt x="2387707" y="2233814"/>
                  </a:lnTo>
                  <a:lnTo>
                    <a:pt x="2394075" y="2242291"/>
                  </a:lnTo>
                  <a:lnTo>
                    <a:pt x="2415273" y="2242291"/>
                  </a:lnTo>
                  <a:lnTo>
                    <a:pt x="2421641" y="2233814"/>
                  </a:lnTo>
                  <a:lnTo>
                    <a:pt x="2421641" y="2216859"/>
                  </a:lnTo>
                  <a:lnTo>
                    <a:pt x="2415273" y="2208381"/>
                  </a:lnTo>
                  <a:close/>
                </a:path>
                <a:path w="9542780" h="6570345">
                  <a:moveTo>
                    <a:pt x="2415273" y="2252747"/>
                  </a:moveTo>
                  <a:lnTo>
                    <a:pt x="2394075" y="2252747"/>
                  </a:lnTo>
                  <a:lnTo>
                    <a:pt x="2387707" y="2259246"/>
                  </a:lnTo>
                  <a:lnTo>
                    <a:pt x="2387707" y="2280157"/>
                  </a:lnTo>
                  <a:lnTo>
                    <a:pt x="2394075" y="2286656"/>
                  </a:lnTo>
                  <a:lnTo>
                    <a:pt x="2415273" y="2286656"/>
                  </a:lnTo>
                  <a:lnTo>
                    <a:pt x="2421641" y="2278179"/>
                  </a:lnTo>
                  <a:lnTo>
                    <a:pt x="2421641" y="2261224"/>
                  </a:lnTo>
                  <a:lnTo>
                    <a:pt x="2415273" y="2252747"/>
                  </a:lnTo>
                  <a:close/>
                </a:path>
                <a:path w="9542780" h="6570345">
                  <a:moveTo>
                    <a:pt x="2415273" y="2295135"/>
                  </a:moveTo>
                  <a:lnTo>
                    <a:pt x="2394075" y="2295135"/>
                  </a:lnTo>
                  <a:lnTo>
                    <a:pt x="2387707" y="2301351"/>
                  </a:lnTo>
                  <a:lnTo>
                    <a:pt x="2387707" y="2322545"/>
                  </a:lnTo>
                  <a:lnTo>
                    <a:pt x="2394075" y="2329044"/>
                  </a:lnTo>
                  <a:lnTo>
                    <a:pt x="2415273" y="2329044"/>
                  </a:lnTo>
                  <a:lnTo>
                    <a:pt x="2421641" y="2322545"/>
                  </a:lnTo>
                  <a:lnTo>
                    <a:pt x="2421641" y="2303612"/>
                  </a:lnTo>
                  <a:lnTo>
                    <a:pt x="2415273" y="2295135"/>
                  </a:lnTo>
                  <a:close/>
                </a:path>
                <a:path w="9542780" h="6570345">
                  <a:moveTo>
                    <a:pt x="2415273" y="2339500"/>
                  </a:moveTo>
                  <a:lnTo>
                    <a:pt x="2394075" y="2339500"/>
                  </a:lnTo>
                  <a:lnTo>
                    <a:pt x="2387707" y="2345999"/>
                  </a:lnTo>
                  <a:lnTo>
                    <a:pt x="2387707" y="2367193"/>
                  </a:lnTo>
                  <a:lnTo>
                    <a:pt x="2394075" y="2373410"/>
                  </a:lnTo>
                  <a:lnTo>
                    <a:pt x="2415273" y="2373410"/>
                  </a:lnTo>
                  <a:lnTo>
                    <a:pt x="2421641" y="2367193"/>
                  </a:lnTo>
                  <a:lnTo>
                    <a:pt x="2421641" y="2347977"/>
                  </a:lnTo>
                  <a:lnTo>
                    <a:pt x="2415273" y="2339500"/>
                  </a:lnTo>
                  <a:close/>
                </a:path>
                <a:path w="9542780" h="6570345">
                  <a:moveTo>
                    <a:pt x="2415273" y="2384148"/>
                  </a:moveTo>
                  <a:lnTo>
                    <a:pt x="2394075" y="2384148"/>
                  </a:lnTo>
                  <a:lnTo>
                    <a:pt x="2387707" y="2390364"/>
                  </a:lnTo>
                  <a:lnTo>
                    <a:pt x="2387707" y="2411558"/>
                  </a:lnTo>
                  <a:lnTo>
                    <a:pt x="2394075" y="2417775"/>
                  </a:lnTo>
                  <a:lnTo>
                    <a:pt x="2415273" y="2417775"/>
                  </a:lnTo>
                  <a:lnTo>
                    <a:pt x="2421641" y="2409579"/>
                  </a:lnTo>
                  <a:lnTo>
                    <a:pt x="2421641" y="2392625"/>
                  </a:lnTo>
                  <a:lnTo>
                    <a:pt x="2415273" y="2384148"/>
                  </a:lnTo>
                  <a:close/>
                </a:path>
                <a:path w="9542780" h="6570345">
                  <a:moveTo>
                    <a:pt x="2415273" y="2428513"/>
                  </a:moveTo>
                  <a:lnTo>
                    <a:pt x="2394075" y="2428513"/>
                  </a:lnTo>
                  <a:lnTo>
                    <a:pt x="2387707" y="2434730"/>
                  </a:lnTo>
                  <a:lnTo>
                    <a:pt x="2387707" y="2453946"/>
                  </a:lnTo>
                  <a:lnTo>
                    <a:pt x="2394075" y="2462423"/>
                  </a:lnTo>
                  <a:lnTo>
                    <a:pt x="2415273" y="2462423"/>
                  </a:lnTo>
                  <a:lnTo>
                    <a:pt x="2421641" y="2453946"/>
                  </a:lnTo>
                  <a:lnTo>
                    <a:pt x="2421641" y="2436991"/>
                  </a:lnTo>
                  <a:lnTo>
                    <a:pt x="2415273" y="2428513"/>
                  </a:lnTo>
                  <a:close/>
                </a:path>
                <a:path w="9542780" h="6570345">
                  <a:moveTo>
                    <a:pt x="2415273" y="2472879"/>
                  </a:moveTo>
                  <a:lnTo>
                    <a:pt x="2394075" y="2472879"/>
                  </a:lnTo>
                  <a:lnTo>
                    <a:pt x="2387707" y="2479377"/>
                  </a:lnTo>
                  <a:lnTo>
                    <a:pt x="2387707" y="2498310"/>
                  </a:lnTo>
                  <a:lnTo>
                    <a:pt x="2394075" y="2506788"/>
                  </a:lnTo>
                  <a:lnTo>
                    <a:pt x="2415273" y="2506788"/>
                  </a:lnTo>
                  <a:lnTo>
                    <a:pt x="2421641" y="2498310"/>
                  </a:lnTo>
                  <a:lnTo>
                    <a:pt x="2421641" y="2481356"/>
                  </a:lnTo>
                  <a:lnTo>
                    <a:pt x="2415273" y="2472879"/>
                  </a:lnTo>
                  <a:close/>
                </a:path>
                <a:path w="9542780" h="6570345">
                  <a:moveTo>
                    <a:pt x="2415273" y="2517527"/>
                  </a:moveTo>
                  <a:lnTo>
                    <a:pt x="2394075" y="2517527"/>
                  </a:lnTo>
                  <a:lnTo>
                    <a:pt x="2387707" y="2523743"/>
                  </a:lnTo>
                  <a:lnTo>
                    <a:pt x="2387707" y="2544937"/>
                  </a:lnTo>
                  <a:lnTo>
                    <a:pt x="2394075" y="2551436"/>
                  </a:lnTo>
                  <a:lnTo>
                    <a:pt x="2415273" y="2551436"/>
                  </a:lnTo>
                  <a:lnTo>
                    <a:pt x="2421641" y="2542959"/>
                  </a:lnTo>
                  <a:lnTo>
                    <a:pt x="2421641" y="2526004"/>
                  </a:lnTo>
                  <a:lnTo>
                    <a:pt x="2415273" y="2517527"/>
                  </a:lnTo>
                  <a:close/>
                </a:path>
                <a:path w="9542780" h="6570345">
                  <a:moveTo>
                    <a:pt x="2415273" y="2561892"/>
                  </a:moveTo>
                  <a:lnTo>
                    <a:pt x="2394075" y="2561892"/>
                  </a:lnTo>
                  <a:lnTo>
                    <a:pt x="2387707" y="2568108"/>
                  </a:lnTo>
                  <a:lnTo>
                    <a:pt x="2387707" y="2589302"/>
                  </a:lnTo>
                  <a:lnTo>
                    <a:pt x="2394075" y="2595802"/>
                  </a:lnTo>
                  <a:lnTo>
                    <a:pt x="2415273" y="2595802"/>
                  </a:lnTo>
                  <a:lnTo>
                    <a:pt x="2421641" y="2587325"/>
                  </a:lnTo>
                  <a:lnTo>
                    <a:pt x="2421641" y="2570369"/>
                  </a:lnTo>
                  <a:lnTo>
                    <a:pt x="2415273" y="2561892"/>
                  </a:lnTo>
                  <a:close/>
                </a:path>
                <a:path w="9542780" h="6570345">
                  <a:moveTo>
                    <a:pt x="2415273" y="2604279"/>
                  </a:moveTo>
                  <a:lnTo>
                    <a:pt x="2394075" y="2604279"/>
                  </a:lnTo>
                  <a:lnTo>
                    <a:pt x="2387707" y="2610496"/>
                  </a:lnTo>
                  <a:lnTo>
                    <a:pt x="2387707" y="2631690"/>
                  </a:lnTo>
                  <a:lnTo>
                    <a:pt x="2394075" y="2638190"/>
                  </a:lnTo>
                  <a:lnTo>
                    <a:pt x="2415273" y="2638190"/>
                  </a:lnTo>
                  <a:lnTo>
                    <a:pt x="2421641" y="2631690"/>
                  </a:lnTo>
                  <a:lnTo>
                    <a:pt x="2421641" y="2612757"/>
                  </a:lnTo>
                  <a:lnTo>
                    <a:pt x="2415273" y="2604279"/>
                  </a:lnTo>
                  <a:close/>
                </a:path>
                <a:path w="9542780" h="6570345">
                  <a:moveTo>
                    <a:pt x="2415273" y="2648644"/>
                  </a:moveTo>
                  <a:lnTo>
                    <a:pt x="2394075" y="2648644"/>
                  </a:lnTo>
                  <a:lnTo>
                    <a:pt x="2387707" y="2655144"/>
                  </a:lnTo>
                  <a:lnTo>
                    <a:pt x="2387707" y="2676338"/>
                  </a:lnTo>
                  <a:lnTo>
                    <a:pt x="2394075" y="2682554"/>
                  </a:lnTo>
                  <a:lnTo>
                    <a:pt x="2415273" y="2682554"/>
                  </a:lnTo>
                  <a:lnTo>
                    <a:pt x="2421641" y="2676338"/>
                  </a:lnTo>
                  <a:lnTo>
                    <a:pt x="2421641" y="2657123"/>
                  </a:lnTo>
                  <a:lnTo>
                    <a:pt x="2415273" y="2648644"/>
                  </a:lnTo>
                  <a:close/>
                </a:path>
                <a:path w="9542780" h="6570345">
                  <a:moveTo>
                    <a:pt x="2415273" y="2693292"/>
                  </a:moveTo>
                  <a:lnTo>
                    <a:pt x="2394075" y="2693292"/>
                  </a:lnTo>
                  <a:lnTo>
                    <a:pt x="2387707" y="2699509"/>
                  </a:lnTo>
                  <a:lnTo>
                    <a:pt x="2387707" y="2718442"/>
                  </a:lnTo>
                  <a:lnTo>
                    <a:pt x="2394075" y="2726921"/>
                  </a:lnTo>
                  <a:lnTo>
                    <a:pt x="2415273" y="2726921"/>
                  </a:lnTo>
                  <a:lnTo>
                    <a:pt x="2421641" y="2718442"/>
                  </a:lnTo>
                  <a:lnTo>
                    <a:pt x="2421641" y="2701770"/>
                  </a:lnTo>
                  <a:lnTo>
                    <a:pt x="2415273" y="2693292"/>
                  </a:lnTo>
                  <a:close/>
                </a:path>
                <a:path w="9542780" h="6570345">
                  <a:moveTo>
                    <a:pt x="2415273" y="2737658"/>
                  </a:moveTo>
                  <a:lnTo>
                    <a:pt x="2394075" y="2737658"/>
                  </a:lnTo>
                  <a:lnTo>
                    <a:pt x="2387707" y="2743875"/>
                  </a:lnTo>
                  <a:lnTo>
                    <a:pt x="2387707" y="2763090"/>
                  </a:lnTo>
                  <a:lnTo>
                    <a:pt x="2394075" y="2771567"/>
                  </a:lnTo>
                  <a:lnTo>
                    <a:pt x="2415273" y="2771567"/>
                  </a:lnTo>
                  <a:lnTo>
                    <a:pt x="2421641" y="2763090"/>
                  </a:lnTo>
                  <a:lnTo>
                    <a:pt x="2421641" y="2746136"/>
                  </a:lnTo>
                  <a:lnTo>
                    <a:pt x="2415273" y="2737658"/>
                  </a:lnTo>
                  <a:close/>
                </a:path>
                <a:path w="9542780" h="6570345">
                  <a:moveTo>
                    <a:pt x="2415273" y="2782023"/>
                  </a:moveTo>
                  <a:lnTo>
                    <a:pt x="2394075" y="2782023"/>
                  </a:lnTo>
                  <a:lnTo>
                    <a:pt x="2387707" y="2788523"/>
                  </a:lnTo>
                  <a:lnTo>
                    <a:pt x="2387707" y="2807456"/>
                  </a:lnTo>
                  <a:lnTo>
                    <a:pt x="2394075" y="2815934"/>
                  </a:lnTo>
                  <a:lnTo>
                    <a:pt x="2415273" y="2815934"/>
                  </a:lnTo>
                  <a:lnTo>
                    <a:pt x="2421641" y="2807456"/>
                  </a:lnTo>
                  <a:lnTo>
                    <a:pt x="2421641" y="2790501"/>
                  </a:lnTo>
                  <a:lnTo>
                    <a:pt x="2415273" y="2782023"/>
                  </a:lnTo>
                  <a:close/>
                </a:path>
                <a:path w="9542780" h="6570345">
                  <a:moveTo>
                    <a:pt x="2415273" y="2826672"/>
                  </a:moveTo>
                  <a:lnTo>
                    <a:pt x="2394075" y="2826672"/>
                  </a:lnTo>
                  <a:lnTo>
                    <a:pt x="2387707" y="2832888"/>
                  </a:lnTo>
                  <a:lnTo>
                    <a:pt x="2387707" y="2851821"/>
                  </a:lnTo>
                  <a:lnTo>
                    <a:pt x="2394075" y="2860299"/>
                  </a:lnTo>
                  <a:lnTo>
                    <a:pt x="2415273" y="2860299"/>
                  </a:lnTo>
                  <a:lnTo>
                    <a:pt x="2421641" y="2851821"/>
                  </a:lnTo>
                  <a:lnTo>
                    <a:pt x="2421641" y="2835149"/>
                  </a:lnTo>
                  <a:lnTo>
                    <a:pt x="2415273" y="2826672"/>
                  </a:lnTo>
                  <a:close/>
                </a:path>
                <a:path w="9542780" h="6570345">
                  <a:moveTo>
                    <a:pt x="2415273" y="2871036"/>
                  </a:moveTo>
                  <a:lnTo>
                    <a:pt x="2394075" y="2871036"/>
                  </a:lnTo>
                  <a:lnTo>
                    <a:pt x="2387707" y="2877254"/>
                  </a:lnTo>
                  <a:lnTo>
                    <a:pt x="2387707" y="2896469"/>
                  </a:lnTo>
                  <a:lnTo>
                    <a:pt x="2394075" y="2904947"/>
                  </a:lnTo>
                  <a:lnTo>
                    <a:pt x="2415273" y="2904947"/>
                  </a:lnTo>
                  <a:lnTo>
                    <a:pt x="2421641" y="2896469"/>
                  </a:lnTo>
                  <a:lnTo>
                    <a:pt x="2421641" y="2879515"/>
                  </a:lnTo>
                  <a:lnTo>
                    <a:pt x="2415273" y="2871036"/>
                  </a:lnTo>
                  <a:close/>
                </a:path>
                <a:path w="9542780" h="6570345">
                  <a:moveTo>
                    <a:pt x="2415273" y="2913424"/>
                  </a:moveTo>
                  <a:lnTo>
                    <a:pt x="2394075" y="2913424"/>
                  </a:lnTo>
                  <a:lnTo>
                    <a:pt x="2387707" y="2919641"/>
                  </a:lnTo>
                  <a:lnTo>
                    <a:pt x="2387707" y="2938857"/>
                  </a:lnTo>
                  <a:lnTo>
                    <a:pt x="2394075" y="2947334"/>
                  </a:lnTo>
                  <a:lnTo>
                    <a:pt x="2415273" y="2947334"/>
                  </a:lnTo>
                  <a:lnTo>
                    <a:pt x="2421641" y="2940834"/>
                  </a:lnTo>
                  <a:lnTo>
                    <a:pt x="2421641" y="2921902"/>
                  </a:lnTo>
                  <a:lnTo>
                    <a:pt x="2415273" y="2913424"/>
                  </a:lnTo>
                  <a:close/>
                </a:path>
                <a:path w="9542780" h="6570345">
                  <a:moveTo>
                    <a:pt x="2415273" y="2957790"/>
                  </a:moveTo>
                  <a:lnTo>
                    <a:pt x="2394075" y="2957790"/>
                  </a:lnTo>
                  <a:lnTo>
                    <a:pt x="2387707" y="2964289"/>
                  </a:lnTo>
                  <a:lnTo>
                    <a:pt x="2387707" y="2983222"/>
                  </a:lnTo>
                  <a:lnTo>
                    <a:pt x="2394075" y="2991699"/>
                  </a:lnTo>
                  <a:lnTo>
                    <a:pt x="2415273" y="2991699"/>
                  </a:lnTo>
                  <a:lnTo>
                    <a:pt x="2421641" y="2985482"/>
                  </a:lnTo>
                  <a:lnTo>
                    <a:pt x="2421641" y="2966267"/>
                  </a:lnTo>
                  <a:lnTo>
                    <a:pt x="2415273" y="2957790"/>
                  </a:lnTo>
                  <a:close/>
                </a:path>
                <a:path w="9542780" h="6570345">
                  <a:moveTo>
                    <a:pt x="2415273" y="3002155"/>
                  </a:moveTo>
                  <a:lnTo>
                    <a:pt x="2394075" y="3002155"/>
                  </a:lnTo>
                  <a:lnTo>
                    <a:pt x="2387707" y="3008655"/>
                  </a:lnTo>
                  <a:lnTo>
                    <a:pt x="2387707" y="3027588"/>
                  </a:lnTo>
                  <a:lnTo>
                    <a:pt x="2394075" y="3036065"/>
                  </a:lnTo>
                  <a:lnTo>
                    <a:pt x="2415273" y="3036065"/>
                  </a:lnTo>
                  <a:lnTo>
                    <a:pt x="2421641" y="3027588"/>
                  </a:lnTo>
                  <a:lnTo>
                    <a:pt x="2421641" y="3010632"/>
                  </a:lnTo>
                  <a:lnTo>
                    <a:pt x="2415273" y="3002155"/>
                  </a:lnTo>
                  <a:close/>
                </a:path>
                <a:path w="9542780" h="6570345">
                  <a:moveTo>
                    <a:pt x="2415273" y="5828911"/>
                  </a:moveTo>
                  <a:lnTo>
                    <a:pt x="2394075" y="5828911"/>
                  </a:lnTo>
                  <a:lnTo>
                    <a:pt x="2387707" y="5835270"/>
                  </a:lnTo>
                  <a:lnTo>
                    <a:pt x="2387707" y="5854316"/>
                  </a:lnTo>
                  <a:lnTo>
                    <a:pt x="2394075" y="5862793"/>
                  </a:lnTo>
                  <a:lnTo>
                    <a:pt x="2415273" y="5862793"/>
                  </a:lnTo>
                  <a:lnTo>
                    <a:pt x="2421641" y="5854316"/>
                  </a:lnTo>
                  <a:lnTo>
                    <a:pt x="2421641" y="5837389"/>
                  </a:lnTo>
                  <a:lnTo>
                    <a:pt x="2415273" y="5828911"/>
                  </a:lnTo>
                  <a:close/>
                </a:path>
                <a:path w="9542780" h="6570345">
                  <a:moveTo>
                    <a:pt x="2415273" y="5873362"/>
                  </a:moveTo>
                  <a:lnTo>
                    <a:pt x="2394075" y="5873362"/>
                  </a:lnTo>
                  <a:lnTo>
                    <a:pt x="2387707" y="5879720"/>
                  </a:lnTo>
                  <a:lnTo>
                    <a:pt x="2387707" y="5898794"/>
                  </a:lnTo>
                  <a:lnTo>
                    <a:pt x="2394075" y="5907243"/>
                  </a:lnTo>
                  <a:lnTo>
                    <a:pt x="2415273" y="5907243"/>
                  </a:lnTo>
                  <a:lnTo>
                    <a:pt x="2421641" y="5898794"/>
                  </a:lnTo>
                  <a:lnTo>
                    <a:pt x="2421641" y="5881839"/>
                  </a:lnTo>
                  <a:lnTo>
                    <a:pt x="2415273" y="5873362"/>
                  </a:lnTo>
                  <a:close/>
                </a:path>
                <a:path w="9542780" h="6570345">
                  <a:moveTo>
                    <a:pt x="2415273" y="5917840"/>
                  </a:moveTo>
                  <a:lnTo>
                    <a:pt x="2394075" y="5917840"/>
                  </a:lnTo>
                  <a:lnTo>
                    <a:pt x="2387707" y="5924198"/>
                  </a:lnTo>
                  <a:lnTo>
                    <a:pt x="2387707" y="5943244"/>
                  </a:lnTo>
                  <a:lnTo>
                    <a:pt x="2394076" y="5951722"/>
                  </a:lnTo>
                  <a:lnTo>
                    <a:pt x="2415273" y="5951722"/>
                  </a:lnTo>
                  <a:lnTo>
                    <a:pt x="2421641" y="5943244"/>
                  </a:lnTo>
                  <a:lnTo>
                    <a:pt x="2421641" y="5926317"/>
                  </a:lnTo>
                  <a:lnTo>
                    <a:pt x="2415273" y="5917840"/>
                  </a:lnTo>
                  <a:close/>
                </a:path>
                <a:path w="9542780" h="6570345">
                  <a:moveTo>
                    <a:pt x="2415273" y="5962290"/>
                  </a:moveTo>
                  <a:lnTo>
                    <a:pt x="2394075" y="5962290"/>
                  </a:lnTo>
                  <a:lnTo>
                    <a:pt x="2387707" y="5968649"/>
                  </a:lnTo>
                  <a:lnTo>
                    <a:pt x="2387707" y="5987723"/>
                  </a:lnTo>
                  <a:lnTo>
                    <a:pt x="2394075" y="5996172"/>
                  </a:lnTo>
                  <a:lnTo>
                    <a:pt x="2415273" y="5996172"/>
                  </a:lnTo>
                  <a:lnTo>
                    <a:pt x="2421641" y="5987723"/>
                  </a:lnTo>
                  <a:lnTo>
                    <a:pt x="2421641" y="5970767"/>
                  </a:lnTo>
                  <a:lnTo>
                    <a:pt x="2415273" y="5962290"/>
                  </a:lnTo>
                  <a:close/>
                </a:path>
                <a:path w="9542780" h="6570345">
                  <a:moveTo>
                    <a:pt x="2370755" y="971801"/>
                  </a:moveTo>
                  <a:lnTo>
                    <a:pt x="2349558" y="971801"/>
                  </a:lnTo>
                  <a:lnTo>
                    <a:pt x="2343190" y="978018"/>
                  </a:lnTo>
                  <a:lnTo>
                    <a:pt x="2343190" y="997233"/>
                  </a:lnTo>
                  <a:lnTo>
                    <a:pt x="2349558" y="1005711"/>
                  </a:lnTo>
                  <a:lnTo>
                    <a:pt x="2370755" y="1005711"/>
                  </a:lnTo>
                  <a:lnTo>
                    <a:pt x="2377123" y="997233"/>
                  </a:lnTo>
                  <a:lnTo>
                    <a:pt x="2377123" y="980278"/>
                  </a:lnTo>
                  <a:lnTo>
                    <a:pt x="2370755" y="971801"/>
                  </a:lnTo>
                  <a:close/>
                </a:path>
                <a:path w="9542780" h="6570345">
                  <a:moveTo>
                    <a:pt x="2370755" y="1016166"/>
                  </a:moveTo>
                  <a:lnTo>
                    <a:pt x="2349558" y="1016166"/>
                  </a:lnTo>
                  <a:lnTo>
                    <a:pt x="2343190" y="1022666"/>
                  </a:lnTo>
                  <a:lnTo>
                    <a:pt x="2343190" y="1041599"/>
                  </a:lnTo>
                  <a:lnTo>
                    <a:pt x="2349558" y="1050076"/>
                  </a:lnTo>
                  <a:lnTo>
                    <a:pt x="2370755" y="1050076"/>
                  </a:lnTo>
                  <a:lnTo>
                    <a:pt x="2377123" y="1041599"/>
                  </a:lnTo>
                  <a:lnTo>
                    <a:pt x="2377123" y="1024644"/>
                  </a:lnTo>
                  <a:lnTo>
                    <a:pt x="2370755" y="1016166"/>
                  </a:lnTo>
                  <a:close/>
                </a:path>
                <a:path w="9542780" h="6570345">
                  <a:moveTo>
                    <a:pt x="2370755" y="1058553"/>
                  </a:moveTo>
                  <a:lnTo>
                    <a:pt x="2349558" y="1058553"/>
                  </a:lnTo>
                  <a:lnTo>
                    <a:pt x="2343190" y="1065053"/>
                  </a:lnTo>
                  <a:lnTo>
                    <a:pt x="2343190" y="1086247"/>
                  </a:lnTo>
                  <a:lnTo>
                    <a:pt x="2349558" y="1092464"/>
                  </a:lnTo>
                  <a:lnTo>
                    <a:pt x="2370755" y="1092464"/>
                  </a:lnTo>
                  <a:lnTo>
                    <a:pt x="2377123" y="1086247"/>
                  </a:lnTo>
                  <a:lnTo>
                    <a:pt x="2377123" y="1067031"/>
                  </a:lnTo>
                  <a:lnTo>
                    <a:pt x="2370755" y="1058553"/>
                  </a:lnTo>
                  <a:close/>
                </a:path>
                <a:path w="9542780" h="6570345">
                  <a:moveTo>
                    <a:pt x="2370755" y="1102920"/>
                  </a:moveTo>
                  <a:lnTo>
                    <a:pt x="2349558" y="1102920"/>
                  </a:lnTo>
                  <a:lnTo>
                    <a:pt x="2343190" y="1109418"/>
                  </a:lnTo>
                  <a:lnTo>
                    <a:pt x="2343190" y="1128351"/>
                  </a:lnTo>
                  <a:lnTo>
                    <a:pt x="2349558" y="1136829"/>
                  </a:lnTo>
                  <a:lnTo>
                    <a:pt x="2370755" y="1136829"/>
                  </a:lnTo>
                  <a:lnTo>
                    <a:pt x="2377123" y="1130612"/>
                  </a:lnTo>
                  <a:lnTo>
                    <a:pt x="2377123" y="1111397"/>
                  </a:lnTo>
                  <a:lnTo>
                    <a:pt x="2370755" y="1102920"/>
                  </a:lnTo>
                  <a:close/>
                </a:path>
                <a:path w="9542780" h="6570345">
                  <a:moveTo>
                    <a:pt x="2370755" y="1147568"/>
                  </a:moveTo>
                  <a:lnTo>
                    <a:pt x="2349558" y="1147568"/>
                  </a:lnTo>
                  <a:lnTo>
                    <a:pt x="2343190" y="1153784"/>
                  </a:lnTo>
                  <a:lnTo>
                    <a:pt x="2343190" y="1172999"/>
                  </a:lnTo>
                  <a:lnTo>
                    <a:pt x="2349558" y="1181477"/>
                  </a:lnTo>
                  <a:lnTo>
                    <a:pt x="2370755" y="1181477"/>
                  </a:lnTo>
                  <a:lnTo>
                    <a:pt x="2377123" y="1172999"/>
                  </a:lnTo>
                  <a:lnTo>
                    <a:pt x="2377123" y="1156045"/>
                  </a:lnTo>
                  <a:lnTo>
                    <a:pt x="2370755" y="1147568"/>
                  </a:lnTo>
                  <a:close/>
                </a:path>
                <a:path w="9542780" h="6570345">
                  <a:moveTo>
                    <a:pt x="2370755" y="1191933"/>
                  </a:moveTo>
                  <a:lnTo>
                    <a:pt x="2349558" y="1191933"/>
                  </a:lnTo>
                  <a:lnTo>
                    <a:pt x="2343190" y="1198432"/>
                  </a:lnTo>
                  <a:lnTo>
                    <a:pt x="2343190" y="1217366"/>
                  </a:lnTo>
                  <a:lnTo>
                    <a:pt x="2349558" y="1225843"/>
                  </a:lnTo>
                  <a:lnTo>
                    <a:pt x="2370755" y="1225843"/>
                  </a:lnTo>
                  <a:lnTo>
                    <a:pt x="2377123" y="1217366"/>
                  </a:lnTo>
                  <a:lnTo>
                    <a:pt x="2377123" y="1200410"/>
                  </a:lnTo>
                  <a:lnTo>
                    <a:pt x="2370755" y="1191933"/>
                  </a:lnTo>
                  <a:close/>
                </a:path>
                <a:path w="9542780" h="6570345">
                  <a:moveTo>
                    <a:pt x="2370755" y="1236581"/>
                  </a:moveTo>
                  <a:lnTo>
                    <a:pt x="2349558" y="1236581"/>
                  </a:lnTo>
                  <a:lnTo>
                    <a:pt x="2343190" y="1242797"/>
                  </a:lnTo>
                  <a:lnTo>
                    <a:pt x="2343190" y="1261731"/>
                  </a:lnTo>
                  <a:lnTo>
                    <a:pt x="2349558" y="1270208"/>
                  </a:lnTo>
                  <a:lnTo>
                    <a:pt x="2370755" y="1270208"/>
                  </a:lnTo>
                  <a:lnTo>
                    <a:pt x="2377123" y="1261731"/>
                  </a:lnTo>
                  <a:lnTo>
                    <a:pt x="2377123" y="1244776"/>
                  </a:lnTo>
                  <a:lnTo>
                    <a:pt x="2370755" y="1236581"/>
                  </a:lnTo>
                  <a:close/>
                </a:path>
                <a:path w="9542780" h="6570345">
                  <a:moveTo>
                    <a:pt x="2370755" y="1280946"/>
                  </a:moveTo>
                  <a:lnTo>
                    <a:pt x="2349558" y="1280946"/>
                  </a:lnTo>
                  <a:lnTo>
                    <a:pt x="2343190" y="1287162"/>
                  </a:lnTo>
                  <a:lnTo>
                    <a:pt x="2343190" y="1306379"/>
                  </a:lnTo>
                  <a:lnTo>
                    <a:pt x="2349558" y="1314856"/>
                  </a:lnTo>
                  <a:lnTo>
                    <a:pt x="2370755" y="1314856"/>
                  </a:lnTo>
                  <a:lnTo>
                    <a:pt x="2377123" y="1306379"/>
                  </a:lnTo>
                  <a:lnTo>
                    <a:pt x="2377123" y="1289423"/>
                  </a:lnTo>
                  <a:lnTo>
                    <a:pt x="2370755" y="1280946"/>
                  </a:lnTo>
                  <a:close/>
                </a:path>
                <a:path w="9542780" h="6570345">
                  <a:moveTo>
                    <a:pt x="2370755" y="1325312"/>
                  </a:moveTo>
                  <a:lnTo>
                    <a:pt x="2349558" y="1325312"/>
                  </a:lnTo>
                  <a:lnTo>
                    <a:pt x="2343190" y="1331810"/>
                  </a:lnTo>
                  <a:lnTo>
                    <a:pt x="2343190" y="1350744"/>
                  </a:lnTo>
                  <a:lnTo>
                    <a:pt x="2349558" y="1359221"/>
                  </a:lnTo>
                  <a:lnTo>
                    <a:pt x="2370755" y="1359221"/>
                  </a:lnTo>
                  <a:lnTo>
                    <a:pt x="2377123" y="1350744"/>
                  </a:lnTo>
                  <a:lnTo>
                    <a:pt x="2377123" y="1333789"/>
                  </a:lnTo>
                  <a:lnTo>
                    <a:pt x="2370755" y="1325312"/>
                  </a:lnTo>
                  <a:close/>
                </a:path>
                <a:path w="9542780" h="6570345">
                  <a:moveTo>
                    <a:pt x="2370755" y="1765857"/>
                  </a:moveTo>
                  <a:lnTo>
                    <a:pt x="2349558" y="1765857"/>
                  </a:lnTo>
                  <a:lnTo>
                    <a:pt x="2343190" y="1772074"/>
                  </a:lnTo>
                  <a:lnTo>
                    <a:pt x="2343190" y="1793267"/>
                  </a:lnTo>
                  <a:lnTo>
                    <a:pt x="2349558" y="1799767"/>
                  </a:lnTo>
                  <a:lnTo>
                    <a:pt x="2370755" y="1799767"/>
                  </a:lnTo>
                  <a:lnTo>
                    <a:pt x="2377123" y="1791290"/>
                  </a:lnTo>
                  <a:lnTo>
                    <a:pt x="2377123" y="1774334"/>
                  </a:lnTo>
                  <a:lnTo>
                    <a:pt x="2370755" y="1765857"/>
                  </a:lnTo>
                  <a:close/>
                </a:path>
                <a:path w="9542780" h="6570345">
                  <a:moveTo>
                    <a:pt x="2370755" y="1810223"/>
                  </a:moveTo>
                  <a:lnTo>
                    <a:pt x="2349558" y="1810223"/>
                  </a:lnTo>
                  <a:lnTo>
                    <a:pt x="2343190" y="1816722"/>
                  </a:lnTo>
                  <a:lnTo>
                    <a:pt x="2343190" y="1837634"/>
                  </a:lnTo>
                  <a:lnTo>
                    <a:pt x="2349558" y="1844132"/>
                  </a:lnTo>
                  <a:lnTo>
                    <a:pt x="2370755" y="1844132"/>
                  </a:lnTo>
                  <a:lnTo>
                    <a:pt x="2377123" y="1835655"/>
                  </a:lnTo>
                  <a:lnTo>
                    <a:pt x="2377123" y="1818700"/>
                  </a:lnTo>
                  <a:lnTo>
                    <a:pt x="2370755" y="1810223"/>
                  </a:lnTo>
                  <a:close/>
                </a:path>
                <a:path w="9542780" h="6570345">
                  <a:moveTo>
                    <a:pt x="2370755" y="1854588"/>
                  </a:moveTo>
                  <a:lnTo>
                    <a:pt x="2349558" y="1854588"/>
                  </a:lnTo>
                  <a:lnTo>
                    <a:pt x="2343190" y="1861088"/>
                  </a:lnTo>
                  <a:lnTo>
                    <a:pt x="2343190" y="1880021"/>
                  </a:lnTo>
                  <a:lnTo>
                    <a:pt x="2349558" y="1888498"/>
                  </a:lnTo>
                  <a:lnTo>
                    <a:pt x="2370755" y="1888498"/>
                  </a:lnTo>
                  <a:lnTo>
                    <a:pt x="2377123" y="1880021"/>
                  </a:lnTo>
                  <a:lnTo>
                    <a:pt x="2377123" y="1863065"/>
                  </a:lnTo>
                  <a:lnTo>
                    <a:pt x="2370755" y="1854588"/>
                  </a:lnTo>
                  <a:close/>
                </a:path>
                <a:path w="9542780" h="6570345">
                  <a:moveTo>
                    <a:pt x="2370755" y="1899236"/>
                  </a:moveTo>
                  <a:lnTo>
                    <a:pt x="2349558" y="1899236"/>
                  </a:lnTo>
                  <a:lnTo>
                    <a:pt x="2343190" y="1905453"/>
                  </a:lnTo>
                  <a:lnTo>
                    <a:pt x="2343190" y="1924669"/>
                  </a:lnTo>
                  <a:lnTo>
                    <a:pt x="2349558" y="1933147"/>
                  </a:lnTo>
                  <a:lnTo>
                    <a:pt x="2370755" y="1933147"/>
                  </a:lnTo>
                  <a:lnTo>
                    <a:pt x="2377123" y="1924669"/>
                  </a:lnTo>
                  <a:lnTo>
                    <a:pt x="2377123" y="1907713"/>
                  </a:lnTo>
                  <a:lnTo>
                    <a:pt x="2370755" y="1899236"/>
                  </a:lnTo>
                  <a:close/>
                </a:path>
                <a:path w="9542780" h="6570345">
                  <a:moveTo>
                    <a:pt x="2370755" y="1943601"/>
                  </a:moveTo>
                  <a:lnTo>
                    <a:pt x="2349558" y="1943601"/>
                  </a:lnTo>
                  <a:lnTo>
                    <a:pt x="2343190" y="1950101"/>
                  </a:lnTo>
                  <a:lnTo>
                    <a:pt x="2343190" y="1971295"/>
                  </a:lnTo>
                  <a:lnTo>
                    <a:pt x="2349558" y="1977511"/>
                  </a:lnTo>
                  <a:lnTo>
                    <a:pt x="2370755" y="1977511"/>
                  </a:lnTo>
                  <a:lnTo>
                    <a:pt x="2377123" y="1969034"/>
                  </a:lnTo>
                  <a:lnTo>
                    <a:pt x="2377123" y="1952080"/>
                  </a:lnTo>
                  <a:lnTo>
                    <a:pt x="2370755" y="1943601"/>
                  </a:lnTo>
                  <a:close/>
                </a:path>
                <a:path w="9542780" h="6570345">
                  <a:moveTo>
                    <a:pt x="2370755" y="1985989"/>
                  </a:moveTo>
                  <a:lnTo>
                    <a:pt x="2349558" y="1985989"/>
                  </a:lnTo>
                  <a:lnTo>
                    <a:pt x="2343190" y="1992205"/>
                  </a:lnTo>
                  <a:lnTo>
                    <a:pt x="2343190" y="2013399"/>
                  </a:lnTo>
                  <a:lnTo>
                    <a:pt x="2349558" y="2019899"/>
                  </a:lnTo>
                  <a:lnTo>
                    <a:pt x="2370755" y="2019899"/>
                  </a:lnTo>
                  <a:lnTo>
                    <a:pt x="2377123" y="2013399"/>
                  </a:lnTo>
                  <a:lnTo>
                    <a:pt x="2377123" y="1994466"/>
                  </a:lnTo>
                  <a:lnTo>
                    <a:pt x="2370755" y="1985989"/>
                  </a:lnTo>
                  <a:close/>
                </a:path>
                <a:path w="9542780" h="6570345">
                  <a:moveTo>
                    <a:pt x="2370755" y="2030355"/>
                  </a:moveTo>
                  <a:lnTo>
                    <a:pt x="2349558" y="2030355"/>
                  </a:lnTo>
                  <a:lnTo>
                    <a:pt x="2343190" y="2036853"/>
                  </a:lnTo>
                  <a:lnTo>
                    <a:pt x="2343190" y="2058047"/>
                  </a:lnTo>
                  <a:lnTo>
                    <a:pt x="2349558" y="2064264"/>
                  </a:lnTo>
                  <a:lnTo>
                    <a:pt x="2370755" y="2064264"/>
                  </a:lnTo>
                  <a:lnTo>
                    <a:pt x="2377123" y="2058047"/>
                  </a:lnTo>
                  <a:lnTo>
                    <a:pt x="2377123" y="2038832"/>
                  </a:lnTo>
                  <a:lnTo>
                    <a:pt x="2370755" y="2030355"/>
                  </a:lnTo>
                  <a:close/>
                </a:path>
                <a:path w="9542780" h="6570345">
                  <a:moveTo>
                    <a:pt x="2370755" y="2075003"/>
                  </a:moveTo>
                  <a:lnTo>
                    <a:pt x="2349558" y="2075003"/>
                  </a:lnTo>
                  <a:lnTo>
                    <a:pt x="2343190" y="2081220"/>
                  </a:lnTo>
                  <a:lnTo>
                    <a:pt x="2343190" y="2102413"/>
                  </a:lnTo>
                  <a:lnTo>
                    <a:pt x="2349558" y="2108912"/>
                  </a:lnTo>
                  <a:lnTo>
                    <a:pt x="2370755" y="2108912"/>
                  </a:lnTo>
                  <a:lnTo>
                    <a:pt x="2377123" y="2100435"/>
                  </a:lnTo>
                  <a:lnTo>
                    <a:pt x="2377123" y="2083480"/>
                  </a:lnTo>
                  <a:lnTo>
                    <a:pt x="2370755" y="2075003"/>
                  </a:lnTo>
                  <a:close/>
                </a:path>
                <a:path w="9542780" h="6570345">
                  <a:moveTo>
                    <a:pt x="2370755" y="2119368"/>
                  </a:moveTo>
                  <a:lnTo>
                    <a:pt x="2349558" y="2119368"/>
                  </a:lnTo>
                  <a:lnTo>
                    <a:pt x="2343190" y="2125585"/>
                  </a:lnTo>
                  <a:lnTo>
                    <a:pt x="2343190" y="2144801"/>
                  </a:lnTo>
                  <a:lnTo>
                    <a:pt x="2349558" y="2153278"/>
                  </a:lnTo>
                  <a:lnTo>
                    <a:pt x="2370755" y="2153278"/>
                  </a:lnTo>
                  <a:lnTo>
                    <a:pt x="2377123" y="2144801"/>
                  </a:lnTo>
                  <a:lnTo>
                    <a:pt x="2377123" y="2127845"/>
                  </a:lnTo>
                  <a:lnTo>
                    <a:pt x="2370755" y="2119368"/>
                  </a:lnTo>
                  <a:close/>
                </a:path>
                <a:path w="9542780" h="6570345">
                  <a:moveTo>
                    <a:pt x="2370755" y="2163733"/>
                  </a:moveTo>
                  <a:lnTo>
                    <a:pt x="2349558" y="2163733"/>
                  </a:lnTo>
                  <a:lnTo>
                    <a:pt x="2343190" y="2170233"/>
                  </a:lnTo>
                  <a:lnTo>
                    <a:pt x="2343190" y="2189166"/>
                  </a:lnTo>
                  <a:lnTo>
                    <a:pt x="2349558" y="2197643"/>
                  </a:lnTo>
                  <a:lnTo>
                    <a:pt x="2370755" y="2197643"/>
                  </a:lnTo>
                  <a:lnTo>
                    <a:pt x="2377123" y="2189166"/>
                  </a:lnTo>
                  <a:lnTo>
                    <a:pt x="2377123" y="2172211"/>
                  </a:lnTo>
                  <a:lnTo>
                    <a:pt x="2370755" y="2163733"/>
                  </a:lnTo>
                  <a:close/>
                </a:path>
                <a:path w="9542780" h="6570345">
                  <a:moveTo>
                    <a:pt x="2370755" y="2208381"/>
                  </a:moveTo>
                  <a:lnTo>
                    <a:pt x="2349558" y="2208381"/>
                  </a:lnTo>
                  <a:lnTo>
                    <a:pt x="2343190" y="2214598"/>
                  </a:lnTo>
                  <a:lnTo>
                    <a:pt x="2343190" y="2233814"/>
                  </a:lnTo>
                  <a:lnTo>
                    <a:pt x="2349558" y="2242291"/>
                  </a:lnTo>
                  <a:lnTo>
                    <a:pt x="2370755" y="2242291"/>
                  </a:lnTo>
                  <a:lnTo>
                    <a:pt x="2377123" y="2233814"/>
                  </a:lnTo>
                  <a:lnTo>
                    <a:pt x="2377123" y="2216859"/>
                  </a:lnTo>
                  <a:lnTo>
                    <a:pt x="2370755" y="2208381"/>
                  </a:lnTo>
                  <a:close/>
                </a:path>
                <a:path w="9542780" h="6570345">
                  <a:moveTo>
                    <a:pt x="2370755" y="2252747"/>
                  </a:moveTo>
                  <a:lnTo>
                    <a:pt x="2349558" y="2252747"/>
                  </a:lnTo>
                  <a:lnTo>
                    <a:pt x="2343190" y="2259246"/>
                  </a:lnTo>
                  <a:lnTo>
                    <a:pt x="2343190" y="2280157"/>
                  </a:lnTo>
                  <a:lnTo>
                    <a:pt x="2349558" y="2286656"/>
                  </a:lnTo>
                  <a:lnTo>
                    <a:pt x="2370755" y="2286656"/>
                  </a:lnTo>
                  <a:lnTo>
                    <a:pt x="2377123" y="2278179"/>
                  </a:lnTo>
                  <a:lnTo>
                    <a:pt x="2377123" y="2261224"/>
                  </a:lnTo>
                  <a:lnTo>
                    <a:pt x="2370755" y="2252747"/>
                  </a:lnTo>
                  <a:close/>
                </a:path>
                <a:path w="9542780" h="6570345">
                  <a:moveTo>
                    <a:pt x="2370755" y="2295135"/>
                  </a:moveTo>
                  <a:lnTo>
                    <a:pt x="2349558" y="2295135"/>
                  </a:lnTo>
                  <a:lnTo>
                    <a:pt x="2343190" y="2301351"/>
                  </a:lnTo>
                  <a:lnTo>
                    <a:pt x="2343190" y="2322545"/>
                  </a:lnTo>
                  <a:lnTo>
                    <a:pt x="2349558" y="2329044"/>
                  </a:lnTo>
                  <a:lnTo>
                    <a:pt x="2370755" y="2329044"/>
                  </a:lnTo>
                  <a:lnTo>
                    <a:pt x="2377123" y="2322545"/>
                  </a:lnTo>
                  <a:lnTo>
                    <a:pt x="2377123" y="2303612"/>
                  </a:lnTo>
                  <a:lnTo>
                    <a:pt x="2370755" y="2295135"/>
                  </a:lnTo>
                  <a:close/>
                </a:path>
                <a:path w="9542780" h="6570345">
                  <a:moveTo>
                    <a:pt x="2370755" y="2339500"/>
                  </a:moveTo>
                  <a:lnTo>
                    <a:pt x="2349558" y="2339500"/>
                  </a:lnTo>
                  <a:lnTo>
                    <a:pt x="2343190" y="2345999"/>
                  </a:lnTo>
                  <a:lnTo>
                    <a:pt x="2343190" y="2367193"/>
                  </a:lnTo>
                  <a:lnTo>
                    <a:pt x="2349558" y="2373410"/>
                  </a:lnTo>
                  <a:lnTo>
                    <a:pt x="2370755" y="2373410"/>
                  </a:lnTo>
                  <a:lnTo>
                    <a:pt x="2377123" y="2367193"/>
                  </a:lnTo>
                  <a:lnTo>
                    <a:pt x="2377123" y="2347977"/>
                  </a:lnTo>
                  <a:lnTo>
                    <a:pt x="2370755" y="2339500"/>
                  </a:lnTo>
                  <a:close/>
                </a:path>
                <a:path w="9542780" h="6570345">
                  <a:moveTo>
                    <a:pt x="2370755" y="2384148"/>
                  </a:moveTo>
                  <a:lnTo>
                    <a:pt x="2349558" y="2384148"/>
                  </a:lnTo>
                  <a:lnTo>
                    <a:pt x="2343190" y="2390364"/>
                  </a:lnTo>
                  <a:lnTo>
                    <a:pt x="2343190" y="2411558"/>
                  </a:lnTo>
                  <a:lnTo>
                    <a:pt x="2349558" y="2417775"/>
                  </a:lnTo>
                  <a:lnTo>
                    <a:pt x="2370755" y="2417775"/>
                  </a:lnTo>
                  <a:lnTo>
                    <a:pt x="2377123" y="2409579"/>
                  </a:lnTo>
                  <a:lnTo>
                    <a:pt x="2377123" y="2392625"/>
                  </a:lnTo>
                  <a:lnTo>
                    <a:pt x="2370755" y="2384148"/>
                  </a:lnTo>
                  <a:close/>
                </a:path>
                <a:path w="9542780" h="6570345">
                  <a:moveTo>
                    <a:pt x="2370755" y="2428513"/>
                  </a:moveTo>
                  <a:lnTo>
                    <a:pt x="2349558" y="2428513"/>
                  </a:lnTo>
                  <a:lnTo>
                    <a:pt x="2343190" y="2434730"/>
                  </a:lnTo>
                  <a:lnTo>
                    <a:pt x="2343190" y="2453946"/>
                  </a:lnTo>
                  <a:lnTo>
                    <a:pt x="2349558" y="2462423"/>
                  </a:lnTo>
                  <a:lnTo>
                    <a:pt x="2370755" y="2462423"/>
                  </a:lnTo>
                  <a:lnTo>
                    <a:pt x="2377123" y="2453946"/>
                  </a:lnTo>
                  <a:lnTo>
                    <a:pt x="2377123" y="2436991"/>
                  </a:lnTo>
                  <a:lnTo>
                    <a:pt x="2370755" y="2428513"/>
                  </a:lnTo>
                  <a:close/>
                </a:path>
                <a:path w="9542780" h="6570345">
                  <a:moveTo>
                    <a:pt x="2370755" y="2472879"/>
                  </a:moveTo>
                  <a:lnTo>
                    <a:pt x="2349558" y="2472879"/>
                  </a:lnTo>
                  <a:lnTo>
                    <a:pt x="2343190" y="2479377"/>
                  </a:lnTo>
                  <a:lnTo>
                    <a:pt x="2343190" y="2498310"/>
                  </a:lnTo>
                  <a:lnTo>
                    <a:pt x="2349558" y="2506788"/>
                  </a:lnTo>
                  <a:lnTo>
                    <a:pt x="2370755" y="2506788"/>
                  </a:lnTo>
                  <a:lnTo>
                    <a:pt x="2377123" y="2498310"/>
                  </a:lnTo>
                  <a:lnTo>
                    <a:pt x="2377123" y="2481356"/>
                  </a:lnTo>
                  <a:lnTo>
                    <a:pt x="2370755" y="2472879"/>
                  </a:lnTo>
                  <a:close/>
                </a:path>
                <a:path w="9542780" h="6570345">
                  <a:moveTo>
                    <a:pt x="2370755" y="2517527"/>
                  </a:moveTo>
                  <a:lnTo>
                    <a:pt x="2349558" y="2517527"/>
                  </a:lnTo>
                  <a:lnTo>
                    <a:pt x="2343190" y="2523743"/>
                  </a:lnTo>
                  <a:lnTo>
                    <a:pt x="2343190" y="2544937"/>
                  </a:lnTo>
                  <a:lnTo>
                    <a:pt x="2349558" y="2551436"/>
                  </a:lnTo>
                  <a:lnTo>
                    <a:pt x="2370755" y="2551436"/>
                  </a:lnTo>
                  <a:lnTo>
                    <a:pt x="2377123" y="2542959"/>
                  </a:lnTo>
                  <a:lnTo>
                    <a:pt x="2377123" y="2526004"/>
                  </a:lnTo>
                  <a:lnTo>
                    <a:pt x="2370755" y="2517527"/>
                  </a:lnTo>
                  <a:close/>
                </a:path>
                <a:path w="9542780" h="6570345">
                  <a:moveTo>
                    <a:pt x="2370755" y="2561892"/>
                  </a:moveTo>
                  <a:lnTo>
                    <a:pt x="2349558" y="2561892"/>
                  </a:lnTo>
                  <a:lnTo>
                    <a:pt x="2343190" y="2568108"/>
                  </a:lnTo>
                  <a:lnTo>
                    <a:pt x="2343190" y="2589302"/>
                  </a:lnTo>
                  <a:lnTo>
                    <a:pt x="2349558" y="2595802"/>
                  </a:lnTo>
                  <a:lnTo>
                    <a:pt x="2370755" y="2595802"/>
                  </a:lnTo>
                  <a:lnTo>
                    <a:pt x="2377123" y="2587325"/>
                  </a:lnTo>
                  <a:lnTo>
                    <a:pt x="2377123" y="2570369"/>
                  </a:lnTo>
                  <a:lnTo>
                    <a:pt x="2370755" y="2561892"/>
                  </a:lnTo>
                  <a:close/>
                </a:path>
                <a:path w="9542780" h="6570345">
                  <a:moveTo>
                    <a:pt x="2370755" y="2604279"/>
                  </a:moveTo>
                  <a:lnTo>
                    <a:pt x="2349558" y="2604279"/>
                  </a:lnTo>
                  <a:lnTo>
                    <a:pt x="2343190" y="2610496"/>
                  </a:lnTo>
                  <a:lnTo>
                    <a:pt x="2343190" y="2631690"/>
                  </a:lnTo>
                  <a:lnTo>
                    <a:pt x="2349558" y="2638190"/>
                  </a:lnTo>
                  <a:lnTo>
                    <a:pt x="2370755" y="2638190"/>
                  </a:lnTo>
                  <a:lnTo>
                    <a:pt x="2377123" y="2631690"/>
                  </a:lnTo>
                  <a:lnTo>
                    <a:pt x="2377123" y="2612757"/>
                  </a:lnTo>
                  <a:lnTo>
                    <a:pt x="2370755" y="2604279"/>
                  </a:lnTo>
                  <a:close/>
                </a:path>
                <a:path w="9542780" h="6570345">
                  <a:moveTo>
                    <a:pt x="2370755" y="2648644"/>
                  </a:moveTo>
                  <a:lnTo>
                    <a:pt x="2349558" y="2648644"/>
                  </a:lnTo>
                  <a:lnTo>
                    <a:pt x="2343190" y="2655144"/>
                  </a:lnTo>
                  <a:lnTo>
                    <a:pt x="2343190" y="2676338"/>
                  </a:lnTo>
                  <a:lnTo>
                    <a:pt x="2349558" y="2682554"/>
                  </a:lnTo>
                  <a:lnTo>
                    <a:pt x="2370755" y="2682554"/>
                  </a:lnTo>
                  <a:lnTo>
                    <a:pt x="2377123" y="2676338"/>
                  </a:lnTo>
                  <a:lnTo>
                    <a:pt x="2377123" y="2657123"/>
                  </a:lnTo>
                  <a:lnTo>
                    <a:pt x="2370755" y="2648644"/>
                  </a:lnTo>
                  <a:close/>
                </a:path>
                <a:path w="9542780" h="6570345">
                  <a:moveTo>
                    <a:pt x="2370755" y="2693292"/>
                  </a:moveTo>
                  <a:lnTo>
                    <a:pt x="2349558" y="2693292"/>
                  </a:lnTo>
                  <a:lnTo>
                    <a:pt x="2343190" y="2699509"/>
                  </a:lnTo>
                  <a:lnTo>
                    <a:pt x="2343190" y="2718442"/>
                  </a:lnTo>
                  <a:lnTo>
                    <a:pt x="2349558" y="2726921"/>
                  </a:lnTo>
                  <a:lnTo>
                    <a:pt x="2370755" y="2726921"/>
                  </a:lnTo>
                  <a:lnTo>
                    <a:pt x="2377123" y="2718442"/>
                  </a:lnTo>
                  <a:lnTo>
                    <a:pt x="2377123" y="2701770"/>
                  </a:lnTo>
                  <a:lnTo>
                    <a:pt x="2370755" y="2693292"/>
                  </a:lnTo>
                  <a:close/>
                </a:path>
                <a:path w="9542780" h="6570345">
                  <a:moveTo>
                    <a:pt x="2370755" y="2737658"/>
                  </a:moveTo>
                  <a:lnTo>
                    <a:pt x="2349558" y="2737658"/>
                  </a:lnTo>
                  <a:lnTo>
                    <a:pt x="2343190" y="2743875"/>
                  </a:lnTo>
                  <a:lnTo>
                    <a:pt x="2343190" y="2763090"/>
                  </a:lnTo>
                  <a:lnTo>
                    <a:pt x="2349558" y="2771567"/>
                  </a:lnTo>
                  <a:lnTo>
                    <a:pt x="2370755" y="2771567"/>
                  </a:lnTo>
                  <a:lnTo>
                    <a:pt x="2377123" y="2763090"/>
                  </a:lnTo>
                  <a:lnTo>
                    <a:pt x="2377123" y="2746136"/>
                  </a:lnTo>
                  <a:lnTo>
                    <a:pt x="2370755" y="2737658"/>
                  </a:lnTo>
                  <a:close/>
                </a:path>
                <a:path w="9542780" h="6570345">
                  <a:moveTo>
                    <a:pt x="2370755" y="2782023"/>
                  </a:moveTo>
                  <a:lnTo>
                    <a:pt x="2349558" y="2782023"/>
                  </a:lnTo>
                  <a:lnTo>
                    <a:pt x="2343190" y="2788523"/>
                  </a:lnTo>
                  <a:lnTo>
                    <a:pt x="2343190" y="2807456"/>
                  </a:lnTo>
                  <a:lnTo>
                    <a:pt x="2349558" y="2815934"/>
                  </a:lnTo>
                  <a:lnTo>
                    <a:pt x="2370755" y="2815934"/>
                  </a:lnTo>
                  <a:lnTo>
                    <a:pt x="2377123" y="2807456"/>
                  </a:lnTo>
                  <a:lnTo>
                    <a:pt x="2377123" y="2790501"/>
                  </a:lnTo>
                  <a:lnTo>
                    <a:pt x="2370755" y="2782023"/>
                  </a:lnTo>
                  <a:close/>
                </a:path>
                <a:path w="9542780" h="6570345">
                  <a:moveTo>
                    <a:pt x="2370755" y="2826672"/>
                  </a:moveTo>
                  <a:lnTo>
                    <a:pt x="2349558" y="2826672"/>
                  </a:lnTo>
                  <a:lnTo>
                    <a:pt x="2343190" y="2832888"/>
                  </a:lnTo>
                  <a:lnTo>
                    <a:pt x="2343190" y="2851821"/>
                  </a:lnTo>
                  <a:lnTo>
                    <a:pt x="2349558" y="2860299"/>
                  </a:lnTo>
                  <a:lnTo>
                    <a:pt x="2370755" y="2860299"/>
                  </a:lnTo>
                  <a:lnTo>
                    <a:pt x="2377123" y="2851821"/>
                  </a:lnTo>
                  <a:lnTo>
                    <a:pt x="2377123" y="2835149"/>
                  </a:lnTo>
                  <a:lnTo>
                    <a:pt x="2370755" y="2826672"/>
                  </a:lnTo>
                  <a:close/>
                </a:path>
                <a:path w="9542780" h="6570345">
                  <a:moveTo>
                    <a:pt x="2370755" y="2871036"/>
                  </a:moveTo>
                  <a:lnTo>
                    <a:pt x="2349558" y="2871036"/>
                  </a:lnTo>
                  <a:lnTo>
                    <a:pt x="2343190" y="2877254"/>
                  </a:lnTo>
                  <a:lnTo>
                    <a:pt x="2343190" y="2896469"/>
                  </a:lnTo>
                  <a:lnTo>
                    <a:pt x="2349558" y="2904947"/>
                  </a:lnTo>
                  <a:lnTo>
                    <a:pt x="2370755" y="2904947"/>
                  </a:lnTo>
                  <a:lnTo>
                    <a:pt x="2377123" y="2896469"/>
                  </a:lnTo>
                  <a:lnTo>
                    <a:pt x="2377123" y="2879515"/>
                  </a:lnTo>
                  <a:lnTo>
                    <a:pt x="2370755" y="2871036"/>
                  </a:lnTo>
                  <a:close/>
                </a:path>
                <a:path w="9542780" h="6570345">
                  <a:moveTo>
                    <a:pt x="2370755" y="2913424"/>
                  </a:moveTo>
                  <a:lnTo>
                    <a:pt x="2349558" y="2913424"/>
                  </a:lnTo>
                  <a:lnTo>
                    <a:pt x="2343190" y="2919641"/>
                  </a:lnTo>
                  <a:lnTo>
                    <a:pt x="2343190" y="2938857"/>
                  </a:lnTo>
                  <a:lnTo>
                    <a:pt x="2349558" y="2947334"/>
                  </a:lnTo>
                  <a:lnTo>
                    <a:pt x="2370755" y="2947334"/>
                  </a:lnTo>
                  <a:lnTo>
                    <a:pt x="2377123" y="2940834"/>
                  </a:lnTo>
                  <a:lnTo>
                    <a:pt x="2377123" y="2921902"/>
                  </a:lnTo>
                  <a:lnTo>
                    <a:pt x="2370755" y="2913424"/>
                  </a:lnTo>
                  <a:close/>
                </a:path>
                <a:path w="9542780" h="6570345">
                  <a:moveTo>
                    <a:pt x="2370755" y="2957790"/>
                  </a:moveTo>
                  <a:lnTo>
                    <a:pt x="2349558" y="2957790"/>
                  </a:lnTo>
                  <a:lnTo>
                    <a:pt x="2343190" y="2964289"/>
                  </a:lnTo>
                  <a:lnTo>
                    <a:pt x="2343190" y="2983222"/>
                  </a:lnTo>
                  <a:lnTo>
                    <a:pt x="2349558" y="2991699"/>
                  </a:lnTo>
                  <a:lnTo>
                    <a:pt x="2370755" y="2991699"/>
                  </a:lnTo>
                  <a:lnTo>
                    <a:pt x="2377123" y="2985482"/>
                  </a:lnTo>
                  <a:lnTo>
                    <a:pt x="2377123" y="2966267"/>
                  </a:lnTo>
                  <a:lnTo>
                    <a:pt x="2370755" y="2957790"/>
                  </a:lnTo>
                  <a:close/>
                </a:path>
                <a:path w="9542780" h="6570345">
                  <a:moveTo>
                    <a:pt x="2370755" y="3002155"/>
                  </a:moveTo>
                  <a:lnTo>
                    <a:pt x="2349558" y="3002155"/>
                  </a:lnTo>
                  <a:lnTo>
                    <a:pt x="2343190" y="3008655"/>
                  </a:lnTo>
                  <a:lnTo>
                    <a:pt x="2343190" y="3027588"/>
                  </a:lnTo>
                  <a:lnTo>
                    <a:pt x="2349558" y="3036065"/>
                  </a:lnTo>
                  <a:lnTo>
                    <a:pt x="2370755" y="3036065"/>
                  </a:lnTo>
                  <a:lnTo>
                    <a:pt x="2377123" y="3027588"/>
                  </a:lnTo>
                  <a:lnTo>
                    <a:pt x="2377123" y="3010632"/>
                  </a:lnTo>
                  <a:lnTo>
                    <a:pt x="2370755" y="3002155"/>
                  </a:lnTo>
                  <a:close/>
                </a:path>
                <a:path w="9542780" h="6570345">
                  <a:moveTo>
                    <a:pt x="2370755" y="3046803"/>
                  </a:moveTo>
                  <a:lnTo>
                    <a:pt x="2349558" y="3046803"/>
                  </a:lnTo>
                  <a:lnTo>
                    <a:pt x="2343190" y="3053020"/>
                  </a:lnTo>
                  <a:lnTo>
                    <a:pt x="2343190" y="3072236"/>
                  </a:lnTo>
                  <a:lnTo>
                    <a:pt x="2349558" y="3080713"/>
                  </a:lnTo>
                  <a:lnTo>
                    <a:pt x="2370755" y="3080713"/>
                  </a:lnTo>
                  <a:lnTo>
                    <a:pt x="2377123" y="3072236"/>
                  </a:lnTo>
                  <a:lnTo>
                    <a:pt x="2377123" y="3055280"/>
                  </a:lnTo>
                  <a:lnTo>
                    <a:pt x="2370755" y="3046803"/>
                  </a:lnTo>
                  <a:close/>
                </a:path>
                <a:path w="9542780" h="6570345">
                  <a:moveTo>
                    <a:pt x="2370755" y="3091168"/>
                  </a:moveTo>
                  <a:lnTo>
                    <a:pt x="2349558" y="3091168"/>
                  </a:lnTo>
                  <a:lnTo>
                    <a:pt x="2343190" y="3097668"/>
                  </a:lnTo>
                  <a:lnTo>
                    <a:pt x="2343190" y="3118862"/>
                  </a:lnTo>
                  <a:lnTo>
                    <a:pt x="2349558" y="3125078"/>
                  </a:lnTo>
                  <a:lnTo>
                    <a:pt x="2370755" y="3125078"/>
                  </a:lnTo>
                  <a:lnTo>
                    <a:pt x="2377123" y="3116601"/>
                  </a:lnTo>
                  <a:lnTo>
                    <a:pt x="2377123" y="3099647"/>
                  </a:lnTo>
                  <a:lnTo>
                    <a:pt x="2370755" y="3091168"/>
                  </a:lnTo>
                  <a:close/>
                </a:path>
                <a:path w="9542780" h="6570345">
                  <a:moveTo>
                    <a:pt x="2370755" y="5784461"/>
                  </a:moveTo>
                  <a:lnTo>
                    <a:pt x="2349558" y="5784461"/>
                  </a:lnTo>
                  <a:lnTo>
                    <a:pt x="2343190" y="5790791"/>
                  </a:lnTo>
                  <a:lnTo>
                    <a:pt x="2343190" y="5809866"/>
                  </a:lnTo>
                  <a:lnTo>
                    <a:pt x="2349558" y="5818315"/>
                  </a:lnTo>
                  <a:lnTo>
                    <a:pt x="2370755" y="5818315"/>
                  </a:lnTo>
                  <a:lnTo>
                    <a:pt x="2377123" y="5809866"/>
                  </a:lnTo>
                  <a:lnTo>
                    <a:pt x="2377123" y="5792910"/>
                  </a:lnTo>
                  <a:lnTo>
                    <a:pt x="2370755" y="5784461"/>
                  </a:lnTo>
                  <a:close/>
                </a:path>
                <a:path w="9542780" h="6570345">
                  <a:moveTo>
                    <a:pt x="2370755" y="5828911"/>
                  </a:moveTo>
                  <a:lnTo>
                    <a:pt x="2349558" y="5828911"/>
                  </a:lnTo>
                  <a:lnTo>
                    <a:pt x="2343190" y="5835270"/>
                  </a:lnTo>
                  <a:lnTo>
                    <a:pt x="2343190" y="5854316"/>
                  </a:lnTo>
                  <a:lnTo>
                    <a:pt x="2349558" y="5862793"/>
                  </a:lnTo>
                  <a:lnTo>
                    <a:pt x="2370755" y="5862793"/>
                  </a:lnTo>
                  <a:lnTo>
                    <a:pt x="2377123" y="5854316"/>
                  </a:lnTo>
                  <a:lnTo>
                    <a:pt x="2377123" y="5837389"/>
                  </a:lnTo>
                  <a:lnTo>
                    <a:pt x="2370755" y="5828911"/>
                  </a:lnTo>
                  <a:close/>
                </a:path>
                <a:path w="9542780" h="6570345">
                  <a:moveTo>
                    <a:pt x="2370755" y="5873362"/>
                  </a:moveTo>
                  <a:lnTo>
                    <a:pt x="2349558" y="5873362"/>
                  </a:lnTo>
                  <a:lnTo>
                    <a:pt x="2343190" y="5879720"/>
                  </a:lnTo>
                  <a:lnTo>
                    <a:pt x="2343190" y="5898794"/>
                  </a:lnTo>
                  <a:lnTo>
                    <a:pt x="2349558" y="5907243"/>
                  </a:lnTo>
                  <a:lnTo>
                    <a:pt x="2370755" y="5907243"/>
                  </a:lnTo>
                  <a:lnTo>
                    <a:pt x="2377123" y="5898794"/>
                  </a:lnTo>
                  <a:lnTo>
                    <a:pt x="2377123" y="5881839"/>
                  </a:lnTo>
                  <a:lnTo>
                    <a:pt x="2370755" y="5873362"/>
                  </a:lnTo>
                  <a:close/>
                </a:path>
                <a:path w="9542780" h="6570345">
                  <a:moveTo>
                    <a:pt x="2370755" y="5917840"/>
                  </a:moveTo>
                  <a:lnTo>
                    <a:pt x="2349558" y="5917840"/>
                  </a:lnTo>
                  <a:lnTo>
                    <a:pt x="2343190" y="5924198"/>
                  </a:lnTo>
                  <a:lnTo>
                    <a:pt x="2343190" y="5943244"/>
                  </a:lnTo>
                  <a:lnTo>
                    <a:pt x="2349558" y="5951721"/>
                  </a:lnTo>
                  <a:lnTo>
                    <a:pt x="2370755" y="5951721"/>
                  </a:lnTo>
                  <a:lnTo>
                    <a:pt x="2377123" y="5943244"/>
                  </a:lnTo>
                  <a:lnTo>
                    <a:pt x="2377123" y="5926317"/>
                  </a:lnTo>
                  <a:lnTo>
                    <a:pt x="2370755" y="5917840"/>
                  </a:lnTo>
                  <a:close/>
                </a:path>
                <a:path w="9542780" h="6570345">
                  <a:moveTo>
                    <a:pt x="2370755" y="5962290"/>
                  </a:moveTo>
                  <a:lnTo>
                    <a:pt x="2349558" y="5962290"/>
                  </a:lnTo>
                  <a:lnTo>
                    <a:pt x="2343190" y="5968649"/>
                  </a:lnTo>
                  <a:lnTo>
                    <a:pt x="2343190" y="5987723"/>
                  </a:lnTo>
                  <a:lnTo>
                    <a:pt x="2349558" y="5996172"/>
                  </a:lnTo>
                  <a:lnTo>
                    <a:pt x="2370755" y="5996172"/>
                  </a:lnTo>
                  <a:lnTo>
                    <a:pt x="2377123" y="5987723"/>
                  </a:lnTo>
                  <a:lnTo>
                    <a:pt x="2377123" y="5970767"/>
                  </a:lnTo>
                  <a:lnTo>
                    <a:pt x="2370755" y="5962290"/>
                  </a:lnTo>
                  <a:close/>
                </a:path>
                <a:path w="9542780" h="6570345">
                  <a:moveTo>
                    <a:pt x="2326209" y="971801"/>
                  </a:moveTo>
                  <a:lnTo>
                    <a:pt x="2305011" y="971801"/>
                  </a:lnTo>
                  <a:lnTo>
                    <a:pt x="2298644" y="978018"/>
                  </a:lnTo>
                  <a:lnTo>
                    <a:pt x="2298644" y="997233"/>
                  </a:lnTo>
                  <a:lnTo>
                    <a:pt x="2305011" y="1005711"/>
                  </a:lnTo>
                  <a:lnTo>
                    <a:pt x="2326209" y="1005711"/>
                  </a:lnTo>
                  <a:lnTo>
                    <a:pt x="2332577" y="997233"/>
                  </a:lnTo>
                  <a:lnTo>
                    <a:pt x="2332577" y="980278"/>
                  </a:lnTo>
                  <a:lnTo>
                    <a:pt x="2326209" y="971801"/>
                  </a:lnTo>
                  <a:close/>
                </a:path>
                <a:path w="9542780" h="6570345">
                  <a:moveTo>
                    <a:pt x="2326209" y="1016166"/>
                  </a:moveTo>
                  <a:lnTo>
                    <a:pt x="2305011" y="1016166"/>
                  </a:lnTo>
                  <a:lnTo>
                    <a:pt x="2298644" y="1022666"/>
                  </a:lnTo>
                  <a:lnTo>
                    <a:pt x="2298644" y="1041599"/>
                  </a:lnTo>
                  <a:lnTo>
                    <a:pt x="2305011" y="1050076"/>
                  </a:lnTo>
                  <a:lnTo>
                    <a:pt x="2326209" y="1050076"/>
                  </a:lnTo>
                  <a:lnTo>
                    <a:pt x="2332577" y="1041599"/>
                  </a:lnTo>
                  <a:lnTo>
                    <a:pt x="2332577" y="1024644"/>
                  </a:lnTo>
                  <a:lnTo>
                    <a:pt x="2326209" y="1016166"/>
                  </a:lnTo>
                  <a:close/>
                </a:path>
                <a:path w="9542780" h="6570345">
                  <a:moveTo>
                    <a:pt x="2326209" y="1058553"/>
                  </a:moveTo>
                  <a:lnTo>
                    <a:pt x="2305011" y="1058553"/>
                  </a:lnTo>
                  <a:lnTo>
                    <a:pt x="2298644" y="1065053"/>
                  </a:lnTo>
                  <a:lnTo>
                    <a:pt x="2298644" y="1086247"/>
                  </a:lnTo>
                  <a:lnTo>
                    <a:pt x="2305011" y="1092464"/>
                  </a:lnTo>
                  <a:lnTo>
                    <a:pt x="2326209" y="1092464"/>
                  </a:lnTo>
                  <a:lnTo>
                    <a:pt x="2332577" y="1086247"/>
                  </a:lnTo>
                  <a:lnTo>
                    <a:pt x="2332577" y="1067031"/>
                  </a:lnTo>
                  <a:lnTo>
                    <a:pt x="2326209" y="1058553"/>
                  </a:lnTo>
                  <a:close/>
                </a:path>
                <a:path w="9542780" h="6570345">
                  <a:moveTo>
                    <a:pt x="2326209" y="1102920"/>
                  </a:moveTo>
                  <a:lnTo>
                    <a:pt x="2305011" y="1102920"/>
                  </a:lnTo>
                  <a:lnTo>
                    <a:pt x="2298644" y="1109418"/>
                  </a:lnTo>
                  <a:lnTo>
                    <a:pt x="2298644" y="1128351"/>
                  </a:lnTo>
                  <a:lnTo>
                    <a:pt x="2305011" y="1136829"/>
                  </a:lnTo>
                  <a:lnTo>
                    <a:pt x="2326209" y="1136829"/>
                  </a:lnTo>
                  <a:lnTo>
                    <a:pt x="2332577" y="1130612"/>
                  </a:lnTo>
                  <a:lnTo>
                    <a:pt x="2332577" y="1111397"/>
                  </a:lnTo>
                  <a:lnTo>
                    <a:pt x="2326209" y="1102920"/>
                  </a:lnTo>
                  <a:close/>
                </a:path>
                <a:path w="9542780" h="6570345">
                  <a:moveTo>
                    <a:pt x="2326209" y="1147568"/>
                  </a:moveTo>
                  <a:lnTo>
                    <a:pt x="2305011" y="1147568"/>
                  </a:lnTo>
                  <a:lnTo>
                    <a:pt x="2298644" y="1153784"/>
                  </a:lnTo>
                  <a:lnTo>
                    <a:pt x="2298644" y="1172999"/>
                  </a:lnTo>
                  <a:lnTo>
                    <a:pt x="2305011" y="1181477"/>
                  </a:lnTo>
                  <a:lnTo>
                    <a:pt x="2326209" y="1181477"/>
                  </a:lnTo>
                  <a:lnTo>
                    <a:pt x="2332577" y="1172999"/>
                  </a:lnTo>
                  <a:lnTo>
                    <a:pt x="2332577" y="1156045"/>
                  </a:lnTo>
                  <a:lnTo>
                    <a:pt x="2326209" y="1147568"/>
                  </a:lnTo>
                  <a:close/>
                </a:path>
                <a:path w="9542780" h="6570345">
                  <a:moveTo>
                    <a:pt x="2326209" y="1191933"/>
                  </a:moveTo>
                  <a:lnTo>
                    <a:pt x="2305011" y="1191933"/>
                  </a:lnTo>
                  <a:lnTo>
                    <a:pt x="2298644" y="1198432"/>
                  </a:lnTo>
                  <a:lnTo>
                    <a:pt x="2298644" y="1217364"/>
                  </a:lnTo>
                  <a:lnTo>
                    <a:pt x="2305011" y="1225843"/>
                  </a:lnTo>
                  <a:lnTo>
                    <a:pt x="2326209" y="1225843"/>
                  </a:lnTo>
                  <a:lnTo>
                    <a:pt x="2332577" y="1217364"/>
                  </a:lnTo>
                  <a:lnTo>
                    <a:pt x="2332577" y="1200410"/>
                  </a:lnTo>
                  <a:lnTo>
                    <a:pt x="2326209" y="1191933"/>
                  </a:lnTo>
                  <a:close/>
                </a:path>
                <a:path w="9542780" h="6570345">
                  <a:moveTo>
                    <a:pt x="2326209" y="1236581"/>
                  </a:moveTo>
                  <a:lnTo>
                    <a:pt x="2305011" y="1236581"/>
                  </a:lnTo>
                  <a:lnTo>
                    <a:pt x="2298644" y="1242797"/>
                  </a:lnTo>
                  <a:lnTo>
                    <a:pt x="2298644" y="1261731"/>
                  </a:lnTo>
                  <a:lnTo>
                    <a:pt x="2305011" y="1270208"/>
                  </a:lnTo>
                  <a:lnTo>
                    <a:pt x="2326209" y="1270208"/>
                  </a:lnTo>
                  <a:lnTo>
                    <a:pt x="2332577" y="1261731"/>
                  </a:lnTo>
                  <a:lnTo>
                    <a:pt x="2332577" y="1244776"/>
                  </a:lnTo>
                  <a:lnTo>
                    <a:pt x="2326209" y="1236581"/>
                  </a:lnTo>
                  <a:close/>
                </a:path>
                <a:path w="9542780" h="6570345">
                  <a:moveTo>
                    <a:pt x="2326209" y="1280946"/>
                  </a:moveTo>
                  <a:lnTo>
                    <a:pt x="2305011" y="1280946"/>
                  </a:lnTo>
                  <a:lnTo>
                    <a:pt x="2298644" y="1287162"/>
                  </a:lnTo>
                  <a:lnTo>
                    <a:pt x="2298644" y="1306379"/>
                  </a:lnTo>
                  <a:lnTo>
                    <a:pt x="2305011" y="1314856"/>
                  </a:lnTo>
                  <a:lnTo>
                    <a:pt x="2326209" y="1314856"/>
                  </a:lnTo>
                  <a:lnTo>
                    <a:pt x="2332577" y="1306379"/>
                  </a:lnTo>
                  <a:lnTo>
                    <a:pt x="2332577" y="1289423"/>
                  </a:lnTo>
                  <a:lnTo>
                    <a:pt x="2326209" y="1280946"/>
                  </a:lnTo>
                  <a:close/>
                </a:path>
                <a:path w="9542780" h="6570345">
                  <a:moveTo>
                    <a:pt x="2326209" y="1325312"/>
                  </a:moveTo>
                  <a:lnTo>
                    <a:pt x="2305011" y="1325312"/>
                  </a:lnTo>
                  <a:lnTo>
                    <a:pt x="2298644" y="1331810"/>
                  </a:lnTo>
                  <a:lnTo>
                    <a:pt x="2298644" y="1350744"/>
                  </a:lnTo>
                  <a:lnTo>
                    <a:pt x="2305011" y="1359221"/>
                  </a:lnTo>
                  <a:lnTo>
                    <a:pt x="2326209" y="1359221"/>
                  </a:lnTo>
                  <a:lnTo>
                    <a:pt x="2332577" y="1350744"/>
                  </a:lnTo>
                  <a:lnTo>
                    <a:pt x="2332577" y="1333789"/>
                  </a:lnTo>
                  <a:lnTo>
                    <a:pt x="2326209" y="1325312"/>
                  </a:lnTo>
                  <a:close/>
                </a:path>
                <a:path w="9542780" h="6570345">
                  <a:moveTo>
                    <a:pt x="2326209" y="1367699"/>
                  </a:moveTo>
                  <a:lnTo>
                    <a:pt x="2305011" y="1367699"/>
                  </a:lnTo>
                  <a:lnTo>
                    <a:pt x="2298644" y="1374198"/>
                  </a:lnTo>
                  <a:lnTo>
                    <a:pt x="2298644" y="1393131"/>
                  </a:lnTo>
                  <a:lnTo>
                    <a:pt x="2305011" y="1401608"/>
                  </a:lnTo>
                  <a:lnTo>
                    <a:pt x="2326209" y="1401608"/>
                  </a:lnTo>
                  <a:lnTo>
                    <a:pt x="2332577" y="1395110"/>
                  </a:lnTo>
                  <a:lnTo>
                    <a:pt x="2332577" y="1376177"/>
                  </a:lnTo>
                  <a:lnTo>
                    <a:pt x="2326209" y="1367699"/>
                  </a:lnTo>
                  <a:close/>
                </a:path>
                <a:path w="9542780" h="6570345">
                  <a:moveTo>
                    <a:pt x="2326209" y="1412064"/>
                  </a:moveTo>
                  <a:lnTo>
                    <a:pt x="2305011" y="1412064"/>
                  </a:lnTo>
                  <a:lnTo>
                    <a:pt x="2298644" y="1418564"/>
                  </a:lnTo>
                  <a:lnTo>
                    <a:pt x="2298644" y="1439758"/>
                  </a:lnTo>
                  <a:lnTo>
                    <a:pt x="2305011" y="1445975"/>
                  </a:lnTo>
                  <a:lnTo>
                    <a:pt x="2326209" y="1445975"/>
                  </a:lnTo>
                  <a:lnTo>
                    <a:pt x="2332577" y="1439758"/>
                  </a:lnTo>
                  <a:lnTo>
                    <a:pt x="2332577" y="1420541"/>
                  </a:lnTo>
                  <a:lnTo>
                    <a:pt x="2326209" y="1412064"/>
                  </a:lnTo>
                  <a:close/>
                </a:path>
                <a:path w="9542780" h="6570345">
                  <a:moveTo>
                    <a:pt x="2326209" y="1721209"/>
                  </a:moveTo>
                  <a:lnTo>
                    <a:pt x="2305011" y="1721209"/>
                  </a:lnTo>
                  <a:lnTo>
                    <a:pt x="2298644" y="1727709"/>
                  </a:lnTo>
                  <a:lnTo>
                    <a:pt x="2298644" y="1748903"/>
                  </a:lnTo>
                  <a:lnTo>
                    <a:pt x="2305011" y="1755119"/>
                  </a:lnTo>
                  <a:lnTo>
                    <a:pt x="2326209" y="1755119"/>
                  </a:lnTo>
                  <a:lnTo>
                    <a:pt x="2332577" y="1748903"/>
                  </a:lnTo>
                  <a:lnTo>
                    <a:pt x="2332577" y="1729687"/>
                  </a:lnTo>
                  <a:lnTo>
                    <a:pt x="2326209" y="1721209"/>
                  </a:lnTo>
                  <a:close/>
                </a:path>
                <a:path w="9542780" h="6570345">
                  <a:moveTo>
                    <a:pt x="2326209" y="1765857"/>
                  </a:moveTo>
                  <a:lnTo>
                    <a:pt x="2305011" y="1765857"/>
                  </a:lnTo>
                  <a:lnTo>
                    <a:pt x="2298644" y="1772074"/>
                  </a:lnTo>
                  <a:lnTo>
                    <a:pt x="2298644" y="1793267"/>
                  </a:lnTo>
                  <a:lnTo>
                    <a:pt x="2305011" y="1799767"/>
                  </a:lnTo>
                  <a:lnTo>
                    <a:pt x="2326209" y="1799767"/>
                  </a:lnTo>
                  <a:lnTo>
                    <a:pt x="2332577" y="1791290"/>
                  </a:lnTo>
                  <a:lnTo>
                    <a:pt x="2332577" y="1774334"/>
                  </a:lnTo>
                  <a:lnTo>
                    <a:pt x="2326209" y="1765857"/>
                  </a:lnTo>
                  <a:close/>
                </a:path>
                <a:path w="9542780" h="6570345">
                  <a:moveTo>
                    <a:pt x="2326209" y="1810223"/>
                  </a:moveTo>
                  <a:lnTo>
                    <a:pt x="2305011" y="1810223"/>
                  </a:lnTo>
                  <a:lnTo>
                    <a:pt x="2298644" y="1816722"/>
                  </a:lnTo>
                  <a:lnTo>
                    <a:pt x="2298644" y="1837634"/>
                  </a:lnTo>
                  <a:lnTo>
                    <a:pt x="2305011" y="1844132"/>
                  </a:lnTo>
                  <a:lnTo>
                    <a:pt x="2326209" y="1844132"/>
                  </a:lnTo>
                  <a:lnTo>
                    <a:pt x="2332577" y="1835655"/>
                  </a:lnTo>
                  <a:lnTo>
                    <a:pt x="2332577" y="1818700"/>
                  </a:lnTo>
                  <a:lnTo>
                    <a:pt x="2326209" y="1810223"/>
                  </a:lnTo>
                  <a:close/>
                </a:path>
                <a:path w="9542780" h="6570345">
                  <a:moveTo>
                    <a:pt x="2326209" y="1854588"/>
                  </a:moveTo>
                  <a:lnTo>
                    <a:pt x="2305011" y="1854588"/>
                  </a:lnTo>
                  <a:lnTo>
                    <a:pt x="2298644" y="1861088"/>
                  </a:lnTo>
                  <a:lnTo>
                    <a:pt x="2298644" y="1880021"/>
                  </a:lnTo>
                  <a:lnTo>
                    <a:pt x="2305011" y="1888498"/>
                  </a:lnTo>
                  <a:lnTo>
                    <a:pt x="2326209" y="1888498"/>
                  </a:lnTo>
                  <a:lnTo>
                    <a:pt x="2332577" y="1880021"/>
                  </a:lnTo>
                  <a:lnTo>
                    <a:pt x="2332577" y="1863065"/>
                  </a:lnTo>
                  <a:lnTo>
                    <a:pt x="2326209" y="1854588"/>
                  </a:lnTo>
                  <a:close/>
                </a:path>
                <a:path w="9542780" h="6570345">
                  <a:moveTo>
                    <a:pt x="2326209" y="1899236"/>
                  </a:moveTo>
                  <a:lnTo>
                    <a:pt x="2305011" y="1899236"/>
                  </a:lnTo>
                  <a:lnTo>
                    <a:pt x="2298644" y="1905453"/>
                  </a:lnTo>
                  <a:lnTo>
                    <a:pt x="2298644" y="1924669"/>
                  </a:lnTo>
                  <a:lnTo>
                    <a:pt x="2305011" y="1933147"/>
                  </a:lnTo>
                  <a:lnTo>
                    <a:pt x="2326209" y="1933147"/>
                  </a:lnTo>
                  <a:lnTo>
                    <a:pt x="2332577" y="1924669"/>
                  </a:lnTo>
                  <a:lnTo>
                    <a:pt x="2332577" y="1907713"/>
                  </a:lnTo>
                  <a:lnTo>
                    <a:pt x="2326209" y="1899236"/>
                  </a:lnTo>
                  <a:close/>
                </a:path>
                <a:path w="9542780" h="6570345">
                  <a:moveTo>
                    <a:pt x="2326209" y="1943601"/>
                  </a:moveTo>
                  <a:lnTo>
                    <a:pt x="2305011" y="1943601"/>
                  </a:lnTo>
                  <a:lnTo>
                    <a:pt x="2298644" y="1950101"/>
                  </a:lnTo>
                  <a:lnTo>
                    <a:pt x="2298644" y="1971295"/>
                  </a:lnTo>
                  <a:lnTo>
                    <a:pt x="2305011" y="1977511"/>
                  </a:lnTo>
                  <a:lnTo>
                    <a:pt x="2326209" y="1977511"/>
                  </a:lnTo>
                  <a:lnTo>
                    <a:pt x="2332577" y="1969034"/>
                  </a:lnTo>
                  <a:lnTo>
                    <a:pt x="2332577" y="1952080"/>
                  </a:lnTo>
                  <a:lnTo>
                    <a:pt x="2326209" y="1943601"/>
                  </a:lnTo>
                  <a:close/>
                </a:path>
                <a:path w="9542780" h="6570345">
                  <a:moveTo>
                    <a:pt x="2326209" y="1985989"/>
                  </a:moveTo>
                  <a:lnTo>
                    <a:pt x="2305011" y="1985989"/>
                  </a:lnTo>
                  <a:lnTo>
                    <a:pt x="2298644" y="1992205"/>
                  </a:lnTo>
                  <a:lnTo>
                    <a:pt x="2298644" y="2013399"/>
                  </a:lnTo>
                  <a:lnTo>
                    <a:pt x="2305011" y="2019899"/>
                  </a:lnTo>
                  <a:lnTo>
                    <a:pt x="2326209" y="2019899"/>
                  </a:lnTo>
                  <a:lnTo>
                    <a:pt x="2332577" y="2013399"/>
                  </a:lnTo>
                  <a:lnTo>
                    <a:pt x="2332577" y="1994466"/>
                  </a:lnTo>
                  <a:lnTo>
                    <a:pt x="2326209" y="1985989"/>
                  </a:lnTo>
                  <a:close/>
                </a:path>
                <a:path w="9542780" h="6570345">
                  <a:moveTo>
                    <a:pt x="2326209" y="2030355"/>
                  </a:moveTo>
                  <a:lnTo>
                    <a:pt x="2305011" y="2030355"/>
                  </a:lnTo>
                  <a:lnTo>
                    <a:pt x="2298644" y="2036853"/>
                  </a:lnTo>
                  <a:lnTo>
                    <a:pt x="2298644" y="2058047"/>
                  </a:lnTo>
                  <a:lnTo>
                    <a:pt x="2305011" y="2064264"/>
                  </a:lnTo>
                  <a:lnTo>
                    <a:pt x="2326209" y="2064264"/>
                  </a:lnTo>
                  <a:lnTo>
                    <a:pt x="2332577" y="2058047"/>
                  </a:lnTo>
                  <a:lnTo>
                    <a:pt x="2332577" y="2038832"/>
                  </a:lnTo>
                  <a:lnTo>
                    <a:pt x="2326209" y="2030355"/>
                  </a:lnTo>
                  <a:close/>
                </a:path>
                <a:path w="9542780" h="6570345">
                  <a:moveTo>
                    <a:pt x="2326209" y="2075003"/>
                  </a:moveTo>
                  <a:lnTo>
                    <a:pt x="2305011" y="2075003"/>
                  </a:lnTo>
                  <a:lnTo>
                    <a:pt x="2298644" y="2081220"/>
                  </a:lnTo>
                  <a:lnTo>
                    <a:pt x="2298644" y="2102413"/>
                  </a:lnTo>
                  <a:lnTo>
                    <a:pt x="2305011" y="2108912"/>
                  </a:lnTo>
                  <a:lnTo>
                    <a:pt x="2326209" y="2108912"/>
                  </a:lnTo>
                  <a:lnTo>
                    <a:pt x="2332577" y="2100435"/>
                  </a:lnTo>
                  <a:lnTo>
                    <a:pt x="2332577" y="2083480"/>
                  </a:lnTo>
                  <a:lnTo>
                    <a:pt x="2326209" y="2075003"/>
                  </a:lnTo>
                  <a:close/>
                </a:path>
                <a:path w="9542780" h="6570345">
                  <a:moveTo>
                    <a:pt x="2326209" y="2119368"/>
                  </a:moveTo>
                  <a:lnTo>
                    <a:pt x="2305011" y="2119368"/>
                  </a:lnTo>
                  <a:lnTo>
                    <a:pt x="2298644" y="2125585"/>
                  </a:lnTo>
                  <a:lnTo>
                    <a:pt x="2298644" y="2144801"/>
                  </a:lnTo>
                  <a:lnTo>
                    <a:pt x="2305011" y="2153278"/>
                  </a:lnTo>
                  <a:lnTo>
                    <a:pt x="2326209" y="2153278"/>
                  </a:lnTo>
                  <a:lnTo>
                    <a:pt x="2332577" y="2144801"/>
                  </a:lnTo>
                  <a:lnTo>
                    <a:pt x="2332577" y="2127845"/>
                  </a:lnTo>
                  <a:lnTo>
                    <a:pt x="2326209" y="2119368"/>
                  </a:lnTo>
                  <a:close/>
                </a:path>
                <a:path w="9542780" h="6570345">
                  <a:moveTo>
                    <a:pt x="2326209" y="2163733"/>
                  </a:moveTo>
                  <a:lnTo>
                    <a:pt x="2305011" y="2163733"/>
                  </a:lnTo>
                  <a:lnTo>
                    <a:pt x="2298644" y="2170233"/>
                  </a:lnTo>
                  <a:lnTo>
                    <a:pt x="2298644" y="2189166"/>
                  </a:lnTo>
                  <a:lnTo>
                    <a:pt x="2305011" y="2197643"/>
                  </a:lnTo>
                  <a:lnTo>
                    <a:pt x="2326209" y="2197643"/>
                  </a:lnTo>
                  <a:lnTo>
                    <a:pt x="2332577" y="2189166"/>
                  </a:lnTo>
                  <a:lnTo>
                    <a:pt x="2332577" y="2172211"/>
                  </a:lnTo>
                  <a:lnTo>
                    <a:pt x="2326209" y="2163733"/>
                  </a:lnTo>
                  <a:close/>
                </a:path>
                <a:path w="9542780" h="6570345">
                  <a:moveTo>
                    <a:pt x="2326209" y="2208381"/>
                  </a:moveTo>
                  <a:lnTo>
                    <a:pt x="2305011" y="2208381"/>
                  </a:lnTo>
                  <a:lnTo>
                    <a:pt x="2298644" y="2214598"/>
                  </a:lnTo>
                  <a:lnTo>
                    <a:pt x="2298644" y="2233814"/>
                  </a:lnTo>
                  <a:lnTo>
                    <a:pt x="2305011" y="2242291"/>
                  </a:lnTo>
                  <a:lnTo>
                    <a:pt x="2326209" y="2242291"/>
                  </a:lnTo>
                  <a:lnTo>
                    <a:pt x="2332577" y="2233814"/>
                  </a:lnTo>
                  <a:lnTo>
                    <a:pt x="2332577" y="2216859"/>
                  </a:lnTo>
                  <a:lnTo>
                    <a:pt x="2326209" y="2208381"/>
                  </a:lnTo>
                  <a:close/>
                </a:path>
                <a:path w="9542780" h="6570345">
                  <a:moveTo>
                    <a:pt x="2326209" y="2252747"/>
                  </a:moveTo>
                  <a:lnTo>
                    <a:pt x="2305011" y="2252747"/>
                  </a:lnTo>
                  <a:lnTo>
                    <a:pt x="2298644" y="2259246"/>
                  </a:lnTo>
                  <a:lnTo>
                    <a:pt x="2298644" y="2280157"/>
                  </a:lnTo>
                  <a:lnTo>
                    <a:pt x="2305011" y="2286656"/>
                  </a:lnTo>
                  <a:lnTo>
                    <a:pt x="2326209" y="2286656"/>
                  </a:lnTo>
                  <a:lnTo>
                    <a:pt x="2332577" y="2278179"/>
                  </a:lnTo>
                  <a:lnTo>
                    <a:pt x="2332577" y="2261224"/>
                  </a:lnTo>
                  <a:lnTo>
                    <a:pt x="2326209" y="2252747"/>
                  </a:lnTo>
                  <a:close/>
                </a:path>
                <a:path w="9542780" h="6570345">
                  <a:moveTo>
                    <a:pt x="2326209" y="2295135"/>
                  </a:moveTo>
                  <a:lnTo>
                    <a:pt x="2305011" y="2295135"/>
                  </a:lnTo>
                  <a:lnTo>
                    <a:pt x="2298644" y="2301351"/>
                  </a:lnTo>
                  <a:lnTo>
                    <a:pt x="2298644" y="2322545"/>
                  </a:lnTo>
                  <a:lnTo>
                    <a:pt x="2305011" y="2329044"/>
                  </a:lnTo>
                  <a:lnTo>
                    <a:pt x="2326209" y="2329044"/>
                  </a:lnTo>
                  <a:lnTo>
                    <a:pt x="2332577" y="2322545"/>
                  </a:lnTo>
                  <a:lnTo>
                    <a:pt x="2332577" y="2303612"/>
                  </a:lnTo>
                  <a:lnTo>
                    <a:pt x="2326209" y="2295135"/>
                  </a:lnTo>
                  <a:close/>
                </a:path>
                <a:path w="9542780" h="6570345">
                  <a:moveTo>
                    <a:pt x="2326209" y="2339500"/>
                  </a:moveTo>
                  <a:lnTo>
                    <a:pt x="2305011" y="2339500"/>
                  </a:lnTo>
                  <a:lnTo>
                    <a:pt x="2298644" y="2345999"/>
                  </a:lnTo>
                  <a:lnTo>
                    <a:pt x="2298644" y="2367193"/>
                  </a:lnTo>
                  <a:lnTo>
                    <a:pt x="2305011" y="2373410"/>
                  </a:lnTo>
                  <a:lnTo>
                    <a:pt x="2326209" y="2373410"/>
                  </a:lnTo>
                  <a:lnTo>
                    <a:pt x="2332577" y="2367193"/>
                  </a:lnTo>
                  <a:lnTo>
                    <a:pt x="2332577" y="2347977"/>
                  </a:lnTo>
                  <a:lnTo>
                    <a:pt x="2326209" y="2339500"/>
                  </a:lnTo>
                  <a:close/>
                </a:path>
                <a:path w="9542780" h="6570345">
                  <a:moveTo>
                    <a:pt x="2326209" y="2384148"/>
                  </a:moveTo>
                  <a:lnTo>
                    <a:pt x="2305011" y="2384148"/>
                  </a:lnTo>
                  <a:lnTo>
                    <a:pt x="2298644" y="2390364"/>
                  </a:lnTo>
                  <a:lnTo>
                    <a:pt x="2298644" y="2411558"/>
                  </a:lnTo>
                  <a:lnTo>
                    <a:pt x="2305011" y="2417775"/>
                  </a:lnTo>
                  <a:lnTo>
                    <a:pt x="2326209" y="2417775"/>
                  </a:lnTo>
                  <a:lnTo>
                    <a:pt x="2332577" y="2409579"/>
                  </a:lnTo>
                  <a:lnTo>
                    <a:pt x="2332577" y="2392625"/>
                  </a:lnTo>
                  <a:lnTo>
                    <a:pt x="2326209" y="2384148"/>
                  </a:lnTo>
                  <a:close/>
                </a:path>
                <a:path w="9542780" h="6570345">
                  <a:moveTo>
                    <a:pt x="2326209" y="2428513"/>
                  </a:moveTo>
                  <a:lnTo>
                    <a:pt x="2305011" y="2428513"/>
                  </a:lnTo>
                  <a:lnTo>
                    <a:pt x="2298644" y="2434730"/>
                  </a:lnTo>
                  <a:lnTo>
                    <a:pt x="2298644" y="2453946"/>
                  </a:lnTo>
                  <a:lnTo>
                    <a:pt x="2305011" y="2462423"/>
                  </a:lnTo>
                  <a:lnTo>
                    <a:pt x="2326209" y="2462423"/>
                  </a:lnTo>
                  <a:lnTo>
                    <a:pt x="2332577" y="2453946"/>
                  </a:lnTo>
                  <a:lnTo>
                    <a:pt x="2332577" y="2436991"/>
                  </a:lnTo>
                  <a:lnTo>
                    <a:pt x="2326209" y="2428513"/>
                  </a:lnTo>
                  <a:close/>
                </a:path>
                <a:path w="9542780" h="6570345">
                  <a:moveTo>
                    <a:pt x="2326209" y="2472879"/>
                  </a:moveTo>
                  <a:lnTo>
                    <a:pt x="2305011" y="2472879"/>
                  </a:lnTo>
                  <a:lnTo>
                    <a:pt x="2298644" y="2479377"/>
                  </a:lnTo>
                  <a:lnTo>
                    <a:pt x="2298644" y="2498310"/>
                  </a:lnTo>
                  <a:lnTo>
                    <a:pt x="2305011" y="2506788"/>
                  </a:lnTo>
                  <a:lnTo>
                    <a:pt x="2326209" y="2506788"/>
                  </a:lnTo>
                  <a:lnTo>
                    <a:pt x="2332577" y="2498310"/>
                  </a:lnTo>
                  <a:lnTo>
                    <a:pt x="2332577" y="2481356"/>
                  </a:lnTo>
                  <a:lnTo>
                    <a:pt x="2326209" y="2472879"/>
                  </a:lnTo>
                  <a:close/>
                </a:path>
                <a:path w="9542780" h="6570345">
                  <a:moveTo>
                    <a:pt x="2326209" y="2517527"/>
                  </a:moveTo>
                  <a:lnTo>
                    <a:pt x="2305011" y="2517527"/>
                  </a:lnTo>
                  <a:lnTo>
                    <a:pt x="2298644" y="2523743"/>
                  </a:lnTo>
                  <a:lnTo>
                    <a:pt x="2298644" y="2544937"/>
                  </a:lnTo>
                  <a:lnTo>
                    <a:pt x="2305011" y="2551436"/>
                  </a:lnTo>
                  <a:lnTo>
                    <a:pt x="2326209" y="2551436"/>
                  </a:lnTo>
                  <a:lnTo>
                    <a:pt x="2332577" y="2542959"/>
                  </a:lnTo>
                  <a:lnTo>
                    <a:pt x="2332577" y="2526004"/>
                  </a:lnTo>
                  <a:lnTo>
                    <a:pt x="2326209" y="2517527"/>
                  </a:lnTo>
                  <a:close/>
                </a:path>
                <a:path w="9542780" h="6570345">
                  <a:moveTo>
                    <a:pt x="2326209" y="2561892"/>
                  </a:moveTo>
                  <a:lnTo>
                    <a:pt x="2305011" y="2561892"/>
                  </a:lnTo>
                  <a:lnTo>
                    <a:pt x="2298644" y="2568108"/>
                  </a:lnTo>
                  <a:lnTo>
                    <a:pt x="2298644" y="2589302"/>
                  </a:lnTo>
                  <a:lnTo>
                    <a:pt x="2305011" y="2595802"/>
                  </a:lnTo>
                  <a:lnTo>
                    <a:pt x="2326209" y="2595802"/>
                  </a:lnTo>
                  <a:lnTo>
                    <a:pt x="2332577" y="2587325"/>
                  </a:lnTo>
                  <a:lnTo>
                    <a:pt x="2332577" y="2570369"/>
                  </a:lnTo>
                  <a:lnTo>
                    <a:pt x="2326209" y="2561892"/>
                  </a:lnTo>
                  <a:close/>
                </a:path>
                <a:path w="9542780" h="6570345">
                  <a:moveTo>
                    <a:pt x="2326209" y="2604279"/>
                  </a:moveTo>
                  <a:lnTo>
                    <a:pt x="2305011" y="2604279"/>
                  </a:lnTo>
                  <a:lnTo>
                    <a:pt x="2298644" y="2610496"/>
                  </a:lnTo>
                  <a:lnTo>
                    <a:pt x="2298644" y="2631690"/>
                  </a:lnTo>
                  <a:lnTo>
                    <a:pt x="2305011" y="2638190"/>
                  </a:lnTo>
                  <a:lnTo>
                    <a:pt x="2326209" y="2638190"/>
                  </a:lnTo>
                  <a:lnTo>
                    <a:pt x="2332577" y="2631690"/>
                  </a:lnTo>
                  <a:lnTo>
                    <a:pt x="2332577" y="2612757"/>
                  </a:lnTo>
                  <a:lnTo>
                    <a:pt x="2326209" y="2604279"/>
                  </a:lnTo>
                  <a:close/>
                </a:path>
                <a:path w="9542780" h="6570345">
                  <a:moveTo>
                    <a:pt x="2326209" y="2648644"/>
                  </a:moveTo>
                  <a:lnTo>
                    <a:pt x="2305011" y="2648644"/>
                  </a:lnTo>
                  <a:lnTo>
                    <a:pt x="2298644" y="2655144"/>
                  </a:lnTo>
                  <a:lnTo>
                    <a:pt x="2298644" y="2676338"/>
                  </a:lnTo>
                  <a:lnTo>
                    <a:pt x="2305011" y="2682554"/>
                  </a:lnTo>
                  <a:lnTo>
                    <a:pt x="2326209" y="2682554"/>
                  </a:lnTo>
                  <a:lnTo>
                    <a:pt x="2332577" y="2676338"/>
                  </a:lnTo>
                  <a:lnTo>
                    <a:pt x="2332577" y="2657123"/>
                  </a:lnTo>
                  <a:lnTo>
                    <a:pt x="2326209" y="2648644"/>
                  </a:lnTo>
                  <a:close/>
                </a:path>
                <a:path w="9542780" h="6570345">
                  <a:moveTo>
                    <a:pt x="2326209" y="2693292"/>
                  </a:moveTo>
                  <a:lnTo>
                    <a:pt x="2305011" y="2693292"/>
                  </a:lnTo>
                  <a:lnTo>
                    <a:pt x="2298644" y="2699509"/>
                  </a:lnTo>
                  <a:lnTo>
                    <a:pt x="2298644" y="2718442"/>
                  </a:lnTo>
                  <a:lnTo>
                    <a:pt x="2305011" y="2726921"/>
                  </a:lnTo>
                  <a:lnTo>
                    <a:pt x="2326209" y="2726921"/>
                  </a:lnTo>
                  <a:lnTo>
                    <a:pt x="2332577" y="2718442"/>
                  </a:lnTo>
                  <a:lnTo>
                    <a:pt x="2332577" y="2701770"/>
                  </a:lnTo>
                  <a:lnTo>
                    <a:pt x="2326209" y="2693292"/>
                  </a:lnTo>
                  <a:close/>
                </a:path>
                <a:path w="9542780" h="6570345">
                  <a:moveTo>
                    <a:pt x="2326209" y="2737658"/>
                  </a:moveTo>
                  <a:lnTo>
                    <a:pt x="2305011" y="2737658"/>
                  </a:lnTo>
                  <a:lnTo>
                    <a:pt x="2298644" y="2743875"/>
                  </a:lnTo>
                  <a:lnTo>
                    <a:pt x="2298644" y="2763090"/>
                  </a:lnTo>
                  <a:lnTo>
                    <a:pt x="2305011" y="2771567"/>
                  </a:lnTo>
                  <a:lnTo>
                    <a:pt x="2326209" y="2771567"/>
                  </a:lnTo>
                  <a:lnTo>
                    <a:pt x="2332577" y="2763090"/>
                  </a:lnTo>
                  <a:lnTo>
                    <a:pt x="2332577" y="2746136"/>
                  </a:lnTo>
                  <a:lnTo>
                    <a:pt x="2326209" y="2737658"/>
                  </a:lnTo>
                  <a:close/>
                </a:path>
                <a:path w="9542780" h="6570345">
                  <a:moveTo>
                    <a:pt x="2326209" y="2782023"/>
                  </a:moveTo>
                  <a:lnTo>
                    <a:pt x="2305011" y="2782023"/>
                  </a:lnTo>
                  <a:lnTo>
                    <a:pt x="2298644" y="2788523"/>
                  </a:lnTo>
                  <a:lnTo>
                    <a:pt x="2298644" y="2807456"/>
                  </a:lnTo>
                  <a:lnTo>
                    <a:pt x="2305011" y="2815934"/>
                  </a:lnTo>
                  <a:lnTo>
                    <a:pt x="2326209" y="2815934"/>
                  </a:lnTo>
                  <a:lnTo>
                    <a:pt x="2332577" y="2807456"/>
                  </a:lnTo>
                  <a:lnTo>
                    <a:pt x="2332577" y="2790501"/>
                  </a:lnTo>
                  <a:lnTo>
                    <a:pt x="2326209" y="2782023"/>
                  </a:lnTo>
                  <a:close/>
                </a:path>
                <a:path w="9542780" h="6570345">
                  <a:moveTo>
                    <a:pt x="2326209" y="2826672"/>
                  </a:moveTo>
                  <a:lnTo>
                    <a:pt x="2305011" y="2826672"/>
                  </a:lnTo>
                  <a:lnTo>
                    <a:pt x="2298644" y="2832888"/>
                  </a:lnTo>
                  <a:lnTo>
                    <a:pt x="2298644" y="2851821"/>
                  </a:lnTo>
                  <a:lnTo>
                    <a:pt x="2305011" y="2860299"/>
                  </a:lnTo>
                  <a:lnTo>
                    <a:pt x="2326209" y="2860299"/>
                  </a:lnTo>
                  <a:lnTo>
                    <a:pt x="2332577" y="2851821"/>
                  </a:lnTo>
                  <a:lnTo>
                    <a:pt x="2332577" y="2835149"/>
                  </a:lnTo>
                  <a:lnTo>
                    <a:pt x="2326209" y="2826672"/>
                  </a:lnTo>
                  <a:close/>
                </a:path>
                <a:path w="9542780" h="6570345">
                  <a:moveTo>
                    <a:pt x="2326209" y="2871036"/>
                  </a:moveTo>
                  <a:lnTo>
                    <a:pt x="2305011" y="2871036"/>
                  </a:lnTo>
                  <a:lnTo>
                    <a:pt x="2298644" y="2877254"/>
                  </a:lnTo>
                  <a:lnTo>
                    <a:pt x="2298644" y="2896469"/>
                  </a:lnTo>
                  <a:lnTo>
                    <a:pt x="2305011" y="2904947"/>
                  </a:lnTo>
                  <a:lnTo>
                    <a:pt x="2326209" y="2904947"/>
                  </a:lnTo>
                  <a:lnTo>
                    <a:pt x="2332577" y="2896469"/>
                  </a:lnTo>
                  <a:lnTo>
                    <a:pt x="2332577" y="2879515"/>
                  </a:lnTo>
                  <a:lnTo>
                    <a:pt x="2326209" y="2871036"/>
                  </a:lnTo>
                  <a:close/>
                </a:path>
                <a:path w="9542780" h="6570345">
                  <a:moveTo>
                    <a:pt x="2326209" y="2913424"/>
                  </a:moveTo>
                  <a:lnTo>
                    <a:pt x="2305011" y="2913424"/>
                  </a:lnTo>
                  <a:lnTo>
                    <a:pt x="2298644" y="2919641"/>
                  </a:lnTo>
                  <a:lnTo>
                    <a:pt x="2298644" y="2938857"/>
                  </a:lnTo>
                  <a:lnTo>
                    <a:pt x="2305011" y="2947334"/>
                  </a:lnTo>
                  <a:lnTo>
                    <a:pt x="2326209" y="2947334"/>
                  </a:lnTo>
                  <a:lnTo>
                    <a:pt x="2332577" y="2940834"/>
                  </a:lnTo>
                  <a:lnTo>
                    <a:pt x="2332577" y="2921902"/>
                  </a:lnTo>
                  <a:lnTo>
                    <a:pt x="2326209" y="2913424"/>
                  </a:lnTo>
                  <a:close/>
                </a:path>
                <a:path w="9542780" h="6570345">
                  <a:moveTo>
                    <a:pt x="2326209" y="2957790"/>
                  </a:moveTo>
                  <a:lnTo>
                    <a:pt x="2305011" y="2957790"/>
                  </a:lnTo>
                  <a:lnTo>
                    <a:pt x="2298644" y="2964289"/>
                  </a:lnTo>
                  <a:lnTo>
                    <a:pt x="2298644" y="2983222"/>
                  </a:lnTo>
                  <a:lnTo>
                    <a:pt x="2305011" y="2991699"/>
                  </a:lnTo>
                  <a:lnTo>
                    <a:pt x="2326209" y="2991699"/>
                  </a:lnTo>
                  <a:lnTo>
                    <a:pt x="2332577" y="2985482"/>
                  </a:lnTo>
                  <a:lnTo>
                    <a:pt x="2332577" y="2966267"/>
                  </a:lnTo>
                  <a:lnTo>
                    <a:pt x="2326209" y="2957790"/>
                  </a:lnTo>
                  <a:close/>
                </a:path>
                <a:path w="9542780" h="6570345">
                  <a:moveTo>
                    <a:pt x="2326209" y="3002155"/>
                  </a:moveTo>
                  <a:lnTo>
                    <a:pt x="2305011" y="3002155"/>
                  </a:lnTo>
                  <a:lnTo>
                    <a:pt x="2298644" y="3008655"/>
                  </a:lnTo>
                  <a:lnTo>
                    <a:pt x="2298644" y="3027588"/>
                  </a:lnTo>
                  <a:lnTo>
                    <a:pt x="2305011" y="3036065"/>
                  </a:lnTo>
                  <a:lnTo>
                    <a:pt x="2326209" y="3036065"/>
                  </a:lnTo>
                  <a:lnTo>
                    <a:pt x="2332577" y="3027588"/>
                  </a:lnTo>
                  <a:lnTo>
                    <a:pt x="2332577" y="3010632"/>
                  </a:lnTo>
                  <a:lnTo>
                    <a:pt x="2326209" y="3002155"/>
                  </a:lnTo>
                  <a:close/>
                </a:path>
                <a:path w="9542780" h="6570345">
                  <a:moveTo>
                    <a:pt x="2326209" y="3046803"/>
                  </a:moveTo>
                  <a:lnTo>
                    <a:pt x="2305011" y="3046803"/>
                  </a:lnTo>
                  <a:lnTo>
                    <a:pt x="2298644" y="3053020"/>
                  </a:lnTo>
                  <a:lnTo>
                    <a:pt x="2298644" y="3072236"/>
                  </a:lnTo>
                  <a:lnTo>
                    <a:pt x="2305011" y="3080713"/>
                  </a:lnTo>
                  <a:lnTo>
                    <a:pt x="2326209" y="3080713"/>
                  </a:lnTo>
                  <a:lnTo>
                    <a:pt x="2332577" y="3072236"/>
                  </a:lnTo>
                  <a:lnTo>
                    <a:pt x="2332577" y="3055280"/>
                  </a:lnTo>
                  <a:lnTo>
                    <a:pt x="2326209" y="3046803"/>
                  </a:lnTo>
                  <a:close/>
                </a:path>
                <a:path w="9542780" h="6570345">
                  <a:moveTo>
                    <a:pt x="2326209" y="3091168"/>
                  </a:moveTo>
                  <a:lnTo>
                    <a:pt x="2305011" y="3091168"/>
                  </a:lnTo>
                  <a:lnTo>
                    <a:pt x="2298644" y="3097668"/>
                  </a:lnTo>
                  <a:lnTo>
                    <a:pt x="2298644" y="3118862"/>
                  </a:lnTo>
                  <a:lnTo>
                    <a:pt x="2305011" y="3125078"/>
                  </a:lnTo>
                  <a:lnTo>
                    <a:pt x="2326209" y="3125078"/>
                  </a:lnTo>
                  <a:lnTo>
                    <a:pt x="2332577" y="3116601"/>
                  </a:lnTo>
                  <a:lnTo>
                    <a:pt x="2332577" y="3099647"/>
                  </a:lnTo>
                  <a:lnTo>
                    <a:pt x="2326209" y="3091168"/>
                  </a:lnTo>
                  <a:close/>
                </a:path>
                <a:path w="9542780" h="6570345">
                  <a:moveTo>
                    <a:pt x="2326209" y="3135816"/>
                  </a:moveTo>
                  <a:lnTo>
                    <a:pt x="2305011" y="3135816"/>
                  </a:lnTo>
                  <a:lnTo>
                    <a:pt x="2298644" y="3142034"/>
                  </a:lnTo>
                  <a:lnTo>
                    <a:pt x="2298644" y="3163227"/>
                  </a:lnTo>
                  <a:lnTo>
                    <a:pt x="2305011" y="3169445"/>
                  </a:lnTo>
                  <a:lnTo>
                    <a:pt x="2326209" y="3169445"/>
                  </a:lnTo>
                  <a:lnTo>
                    <a:pt x="2332577" y="3160966"/>
                  </a:lnTo>
                  <a:lnTo>
                    <a:pt x="2332577" y="3144011"/>
                  </a:lnTo>
                  <a:lnTo>
                    <a:pt x="2326209" y="3135816"/>
                  </a:lnTo>
                  <a:close/>
                </a:path>
                <a:path w="9542780" h="6570345">
                  <a:moveTo>
                    <a:pt x="2326209" y="3180182"/>
                  </a:moveTo>
                  <a:lnTo>
                    <a:pt x="2305011" y="3180182"/>
                  </a:lnTo>
                  <a:lnTo>
                    <a:pt x="2298644" y="3186399"/>
                  </a:lnTo>
                  <a:lnTo>
                    <a:pt x="2298644" y="3205614"/>
                  </a:lnTo>
                  <a:lnTo>
                    <a:pt x="2305011" y="3214093"/>
                  </a:lnTo>
                  <a:lnTo>
                    <a:pt x="2326209" y="3214093"/>
                  </a:lnTo>
                  <a:lnTo>
                    <a:pt x="2332577" y="3205614"/>
                  </a:lnTo>
                  <a:lnTo>
                    <a:pt x="2332577" y="3188660"/>
                  </a:lnTo>
                  <a:lnTo>
                    <a:pt x="2326209" y="3180182"/>
                  </a:lnTo>
                  <a:close/>
                </a:path>
                <a:path w="9542780" h="6570345">
                  <a:moveTo>
                    <a:pt x="2326209" y="5166199"/>
                  </a:moveTo>
                  <a:lnTo>
                    <a:pt x="2305011" y="5166199"/>
                  </a:lnTo>
                  <a:lnTo>
                    <a:pt x="2298644" y="5172529"/>
                  </a:lnTo>
                  <a:lnTo>
                    <a:pt x="2298644" y="5191603"/>
                  </a:lnTo>
                  <a:lnTo>
                    <a:pt x="2305011" y="5200081"/>
                  </a:lnTo>
                  <a:lnTo>
                    <a:pt x="2326209" y="5200081"/>
                  </a:lnTo>
                  <a:lnTo>
                    <a:pt x="2332577" y="5191603"/>
                  </a:lnTo>
                  <a:lnTo>
                    <a:pt x="2332577" y="5174649"/>
                  </a:lnTo>
                  <a:lnTo>
                    <a:pt x="2326209" y="5166199"/>
                  </a:lnTo>
                  <a:close/>
                </a:path>
                <a:path w="9542780" h="6570345">
                  <a:moveTo>
                    <a:pt x="2326209" y="5210649"/>
                  </a:moveTo>
                  <a:lnTo>
                    <a:pt x="2305011" y="5210649"/>
                  </a:lnTo>
                  <a:lnTo>
                    <a:pt x="2298644" y="5217007"/>
                  </a:lnTo>
                  <a:lnTo>
                    <a:pt x="2298644" y="5236053"/>
                  </a:lnTo>
                  <a:lnTo>
                    <a:pt x="2305011" y="5244531"/>
                  </a:lnTo>
                  <a:lnTo>
                    <a:pt x="2326209" y="5244531"/>
                  </a:lnTo>
                  <a:lnTo>
                    <a:pt x="2332577" y="5236053"/>
                  </a:lnTo>
                  <a:lnTo>
                    <a:pt x="2332577" y="5219127"/>
                  </a:lnTo>
                  <a:lnTo>
                    <a:pt x="2326209" y="5210649"/>
                  </a:lnTo>
                  <a:close/>
                </a:path>
                <a:path w="9542780" h="6570345">
                  <a:moveTo>
                    <a:pt x="2326209" y="5255127"/>
                  </a:moveTo>
                  <a:lnTo>
                    <a:pt x="2305011" y="5255127"/>
                  </a:lnTo>
                  <a:lnTo>
                    <a:pt x="2298644" y="5261458"/>
                  </a:lnTo>
                  <a:lnTo>
                    <a:pt x="2298644" y="5282652"/>
                  </a:lnTo>
                  <a:lnTo>
                    <a:pt x="2305011" y="5288982"/>
                  </a:lnTo>
                  <a:lnTo>
                    <a:pt x="2326209" y="5288982"/>
                  </a:lnTo>
                  <a:lnTo>
                    <a:pt x="2332577" y="5280533"/>
                  </a:lnTo>
                  <a:lnTo>
                    <a:pt x="2332577" y="5263577"/>
                  </a:lnTo>
                  <a:lnTo>
                    <a:pt x="2326209" y="5255127"/>
                  </a:lnTo>
                  <a:close/>
                </a:path>
                <a:path w="9542780" h="6570345">
                  <a:moveTo>
                    <a:pt x="2326209" y="5784461"/>
                  </a:moveTo>
                  <a:lnTo>
                    <a:pt x="2305011" y="5784461"/>
                  </a:lnTo>
                  <a:lnTo>
                    <a:pt x="2298644" y="5790791"/>
                  </a:lnTo>
                  <a:lnTo>
                    <a:pt x="2298644" y="5809866"/>
                  </a:lnTo>
                  <a:lnTo>
                    <a:pt x="2305011" y="5818315"/>
                  </a:lnTo>
                  <a:lnTo>
                    <a:pt x="2326209" y="5818315"/>
                  </a:lnTo>
                  <a:lnTo>
                    <a:pt x="2332577" y="5809866"/>
                  </a:lnTo>
                  <a:lnTo>
                    <a:pt x="2332577" y="5792910"/>
                  </a:lnTo>
                  <a:lnTo>
                    <a:pt x="2326209" y="5784461"/>
                  </a:lnTo>
                  <a:close/>
                </a:path>
                <a:path w="9542780" h="6570345">
                  <a:moveTo>
                    <a:pt x="2326209" y="5828911"/>
                  </a:moveTo>
                  <a:lnTo>
                    <a:pt x="2305011" y="5828911"/>
                  </a:lnTo>
                  <a:lnTo>
                    <a:pt x="2298644" y="5835270"/>
                  </a:lnTo>
                  <a:lnTo>
                    <a:pt x="2298644" y="5854316"/>
                  </a:lnTo>
                  <a:lnTo>
                    <a:pt x="2305011" y="5862793"/>
                  </a:lnTo>
                  <a:lnTo>
                    <a:pt x="2326209" y="5862793"/>
                  </a:lnTo>
                  <a:lnTo>
                    <a:pt x="2332577" y="5854316"/>
                  </a:lnTo>
                  <a:lnTo>
                    <a:pt x="2332577" y="5837389"/>
                  </a:lnTo>
                  <a:lnTo>
                    <a:pt x="2326209" y="5828911"/>
                  </a:lnTo>
                  <a:close/>
                </a:path>
                <a:path w="9542780" h="6570345">
                  <a:moveTo>
                    <a:pt x="2326209" y="5873362"/>
                  </a:moveTo>
                  <a:lnTo>
                    <a:pt x="2305011" y="5873362"/>
                  </a:lnTo>
                  <a:lnTo>
                    <a:pt x="2298644" y="5879720"/>
                  </a:lnTo>
                  <a:lnTo>
                    <a:pt x="2298644" y="5898794"/>
                  </a:lnTo>
                  <a:lnTo>
                    <a:pt x="2305011" y="5907243"/>
                  </a:lnTo>
                  <a:lnTo>
                    <a:pt x="2326209" y="5907243"/>
                  </a:lnTo>
                  <a:lnTo>
                    <a:pt x="2332577" y="5898794"/>
                  </a:lnTo>
                  <a:lnTo>
                    <a:pt x="2332577" y="5881839"/>
                  </a:lnTo>
                  <a:lnTo>
                    <a:pt x="2326209" y="5873362"/>
                  </a:lnTo>
                  <a:close/>
                </a:path>
                <a:path w="9542780" h="6570345">
                  <a:moveTo>
                    <a:pt x="2326209" y="5917840"/>
                  </a:moveTo>
                  <a:lnTo>
                    <a:pt x="2305011" y="5917840"/>
                  </a:lnTo>
                  <a:lnTo>
                    <a:pt x="2298644" y="5924198"/>
                  </a:lnTo>
                  <a:lnTo>
                    <a:pt x="2298644" y="5943244"/>
                  </a:lnTo>
                  <a:lnTo>
                    <a:pt x="2305011" y="5951721"/>
                  </a:lnTo>
                  <a:lnTo>
                    <a:pt x="2326209" y="5951721"/>
                  </a:lnTo>
                  <a:lnTo>
                    <a:pt x="2332577" y="5943244"/>
                  </a:lnTo>
                  <a:lnTo>
                    <a:pt x="2332577" y="5926317"/>
                  </a:lnTo>
                  <a:lnTo>
                    <a:pt x="2326209" y="5917840"/>
                  </a:lnTo>
                  <a:close/>
                </a:path>
                <a:path w="9542780" h="6570345">
                  <a:moveTo>
                    <a:pt x="2326209" y="5962290"/>
                  </a:moveTo>
                  <a:lnTo>
                    <a:pt x="2305011" y="5962290"/>
                  </a:lnTo>
                  <a:lnTo>
                    <a:pt x="2298644" y="5968649"/>
                  </a:lnTo>
                  <a:lnTo>
                    <a:pt x="2298644" y="5987723"/>
                  </a:lnTo>
                  <a:lnTo>
                    <a:pt x="2305011" y="5996172"/>
                  </a:lnTo>
                  <a:lnTo>
                    <a:pt x="2326209" y="5996172"/>
                  </a:lnTo>
                  <a:lnTo>
                    <a:pt x="2332577" y="5987723"/>
                  </a:lnTo>
                  <a:lnTo>
                    <a:pt x="2332577" y="5970767"/>
                  </a:lnTo>
                  <a:lnTo>
                    <a:pt x="2326209" y="5962290"/>
                  </a:lnTo>
                  <a:close/>
                </a:path>
                <a:path w="9542780" h="6570345">
                  <a:moveTo>
                    <a:pt x="2281692" y="971801"/>
                  </a:moveTo>
                  <a:lnTo>
                    <a:pt x="2260494" y="971801"/>
                  </a:lnTo>
                  <a:lnTo>
                    <a:pt x="2254126" y="978018"/>
                  </a:lnTo>
                  <a:lnTo>
                    <a:pt x="2254126" y="997233"/>
                  </a:lnTo>
                  <a:lnTo>
                    <a:pt x="2260494" y="1005711"/>
                  </a:lnTo>
                  <a:lnTo>
                    <a:pt x="2281692" y="1005711"/>
                  </a:lnTo>
                  <a:lnTo>
                    <a:pt x="2288059" y="997233"/>
                  </a:lnTo>
                  <a:lnTo>
                    <a:pt x="2288059" y="980278"/>
                  </a:lnTo>
                  <a:lnTo>
                    <a:pt x="2281692" y="971801"/>
                  </a:lnTo>
                  <a:close/>
                </a:path>
                <a:path w="9542780" h="6570345">
                  <a:moveTo>
                    <a:pt x="2281692" y="1016166"/>
                  </a:moveTo>
                  <a:lnTo>
                    <a:pt x="2260494" y="1016166"/>
                  </a:lnTo>
                  <a:lnTo>
                    <a:pt x="2254126" y="1022666"/>
                  </a:lnTo>
                  <a:lnTo>
                    <a:pt x="2254126" y="1041599"/>
                  </a:lnTo>
                  <a:lnTo>
                    <a:pt x="2260494" y="1050076"/>
                  </a:lnTo>
                  <a:lnTo>
                    <a:pt x="2281692" y="1050076"/>
                  </a:lnTo>
                  <a:lnTo>
                    <a:pt x="2288059" y="1041599"/>
                  </a:lnTo>
                  <a:lnTo>
                    <a:pt x="2288059" y="1024644"/>
                  </a:lnTo>
                  <a:lnTo>
                    <a:pt x="2281692" y="1016166"/>
                  </a:lnTo>
                  <a:close/>
                </a:path>
                <a:path w="9542780" h="6570345">
                  <a:moveTo>
                    <a:pt x="2281692" y="1058553"/>
                  </a:moveTo>
                  <a:lnTo>
                    <a:pt x="2260494" y="1058553"/>
                  </a:lnTo>
                  <a:lnTo>
                    <a:pt x="2254126" y="1065053"/>
                  </a:lnTo>
                  <a:lnTo>
                    <a:pt x="2254126" y="1086247"/>
                  </a:lnTo>
                  <a:lnTo>
                    <a:pt x="2260494" y="1092464"/>
                  </a:lnTo>
                  <a:lnTo>
                    <a:pt x="2281692" y="1092464"/>
                  </a:lnTo>
                  <a:lnTo>
                    <a:pt x="2288059" y="1086247"/>
                  </a:lnTo>
                  <a:lnTo>
                    <a:pt x="2288059" y="1067031"/>
                  </a:lnTo>
                  <a:lnTo>
                    <a:pt x="2281692" y="1058553"/>
                  </a:lnTo>
                  <a:close/>
                </a:path>
                <a:path w="9542780" h="6570345">
                  <a:moveTo>
                    <a:pt x="2281692" y="1102920"/>
                  </a:moveTo>
                  <a:lnTo>
                    <a:pt x="2260494" y="1102920"/>
                  </a:lnTo>
                  <a:lnTo>
                    <a:pt x="2254126" y="1109418"/>
                  </a:lnTo>
                  <a:lnTo>
                    <a:pt x="2254126" y="1128351"/>
                  </a:lnTo>
                  <a:lnTo>
                    <a:pt x="2260494" y="1136829"/>
                  </a:lnTo>
                  <a:lnTo>
                    <a:pt x="2281692" y="1136829"/>
                  </a:lnTo>
                  <a:lnTo>
                    <a:pt x="2288059" y="1130612"/>
                  </a:lnTo>
                  <a:lnTo>
                    <a:pt x="2288059" y="1111397"/>
                  </a:lnTo>
                  <a:lnTo>
                    <a:pt x="2281692" y="1102920"/>
                  </a:lnTo>
                  <a:close/>
                </a:path>
                <a:path w="9542780" h="6570345">
                  <a:moveTo>
                    <a:pt x="2281692" y="1147568"/>
                  </a:moveTo>
                  <a:lnTo>
                    <a:pt x="2260494" y="1147568"/>
                  </a:lnTo>
                  <a:lnTo>
                    <a:pt x="2254126" y="1153784"/>
                  </a:lnTo>
                  <a:lnTo>
                    <a:pt x="2254126" y="1172999"/>
                  </a:lnTo>
                  <a:lnTo>
                    <a:pt x="2260494" y="1181477"/>
                  </a:lnTo>
                  <a:lnTo>
                    <a:pt x="2281692" y="1181477"/>
                  </a:lnTo>
                  <a:lnTo>
                    <a:pt x="2288059" y="1172999"/>
                  </a:lnTo>
                  <a:lnTo>
                    <a:pt x="2288059" y="1156045"/>
                  </a:lnTo>
                  <a:lnTo>
                    <a:pt x="2281692" y="1147568"/>
                  </a:lnTo>
                  <a:close/>
                </a:path>
                <a:path w="9542780" h="6570345">
                  <a:moveTo>
                    <a:pt x="2281692" y="1191933"/>
                  </a:moveTo>
                  <a:lnTo>
                    <a:pt x="2260494" y="1191933"/>
                  </a:lnTo>
                  <a:lnTo>
                    <a:pt x="2254126" y="1198432"/>
                  </a:lnTo>
                  <a:lnTo>
                    <a:pt x="2254126" y="1217364"/>
                  </a:lnTo>
                  <a:lnTo>
                    <a:pt x="2260494" y="1225843"/>
                  </a:lnTo>
                  <a:lnTo>
                    <a:pt x="2281692" y="1225843"/>
                  </a:lnTo>
                  <a:lnTo>
                    <a:pt x="2288059" y="1217364"/>
                  </a:lnTo>
                  <a:lnTo>
                    <a:pt x="2288059" y="1200410"/>
                  </a:lnTo>
                  <a:lnTo>
                    <a:pt x="2281692" y="1191933"/>
                  </a:lnTo>
                  <a:close/>
                </a:path>
                <a:path w="9542780" h="6570345">
                  <a:moveTo>
                    <a:pt x="2281692" y="1236581"/>
                  </a:moveTo>
                  <a:lnTo>
                    <a:pt x="2260494" y="1236581"/>
                  </a:lnTo>
                  <a:lnTo>
                    <a:pt x="2254126" y="1242797"/>
                  </a:lnTo>
                  <a:lnTo>
                    <a:pt x="2254126" y="1261731"/>
                  </a:lnTo>
                  <a:lnTo>
                    <a:pt x="2260494" y="1270208"/>
                  </a:lnTo>
                  <a:lnTo>
                    <a:pt x="2281692" y="1270208"/>
                  </a:lnTo>
                  <a:lnTo>
                    <a:pt x="2288059" y="1261731"/>
                  </a:lnTo>
                  <a:lnTo>
                    <a:pt x="2288059" y="1244776"/>
                  </a:lnTo>
                  <a:lnTo>
                    <a:pt x="2281692" y="1236581"/>
                  </a:lnTo>
                  <a:close/>
                </a:path>
                <a:path w="9542780" h="6570345">
                  <a:moveTo>
                    <a:pt x="2281692" y="1280946"/>
                  </a:moveTo>
                  <a:lnTo>
                    <a:pt x="2260494" y="1280946"/>
                  </a:lnTo>
                  <a:lnTo>
                    <a:pt x="2254126" y="1287162"/>
                  </a:lnTo>
                  <a:lnTo>
                    <a:pt x="2254126" y="1306379"/>
                  </a:lnTo>
                  <a:lnTo>
                    <a:pt x="2260494" y="1314856"/>
                  </a:lnTo>
                  <a:lnTo>
                    <a:pt x="2281692" y="1314856"/>
                  </a:lnTo>
                  <a:lnTo>
                    <a:pt x="2288059" y="1306379"/>
                  </a:lnTo>
                  <a:lnTo>
                    <a:pt x="2288059" y="1289423"/>
                  </a:lnTo>
                  <a:lnTo>
                    <a:pt x="2281692" y="1280946"/>
                  </a:lnTo>
                  <a:close/>
                </a:path>
                <a:path w="9542780" h="6570345">
                  <a:moveTo>
                    <a:pt x="2281692" y="1325312"/>
                  </a:moveTo>
                  <a:lnTo>
                    <a:pt x="2260494" y="1325312"/>
                  </a:lnTo>
                  <a:lnTo>
                    <a:pt x="2254126" y="1331810"/>
                  </a:lnTo>
                  <a:lnTo>
                    <a:pt x="2254126" y="1350744"/>
                  </a:lnTo>
                  <a:lnTo>
                    <a:pt x="2260494" y="1359221"/>
                  </a:lnTo>
                  <a:lnTo>
                    <a:pt x="2281692" y="1359221"/>
                  </a:lnTo>
                  <a:lnTo>
                    <a:pt x="2288059" y="1350744"/>
                  </a:lnTo>
                  <a:lnTo>
                    <a:pt x="2288059" y="1333789"/>
                  </a:lnTo>
                  <a:lnTo>
                    <a:pt x="2281692" y="1325312"/>
                  </a:lnTo>
                  <a:close/>
                </a:path>
                <a:path w="9542780" h="6570345">
                  <a:moveTo>
                    <a:pt x="2281692" y="1367699"/>
                  </a:moveTo>
                  <a:lnTo>
                    <a:pt x="2260494" y="1367699"/>
                  </a:lnTo>
                  <a:lnTo>
                    <a:pt x="2254126" y="1374198"/>
                  </a:lnTo>
                  <a:lnTo>
                    <a:pt x="2254126" y="1393131"/>
                  </a:lnTo>
                  <a:lnTo>
                    <a:pt x="2260494" y="1401608"/>
                  </a:lnTo>
                  <a:lnTo>
                    <a:pt x="2281692" y="1401608"/>
                  </a:lnTo>
                  <a:lnTo>
                    <a:pt x="2288059" y="1395110"/>
                  </a:lnTo>
                  <a:lnTo>
                    <a:pt x="2288059" y="1376177"/>
                  </a:lnTo>
                  <a:lnTo>
                    <a:pt x="2281692" y="1367699"/>
                  </a:lnTo>
                  <a:close/>
                </a:path>
                <a:path w="9542780" h="6570345">
                  <a:moveTo>
                    <a:pt x="2281692" y="1412064"/>
                  </a:moveTo>
                  <a:lnTo>
                    <a:pt x="2260494" y="1412064"/>
                  </a:lnTo>
                  <a:lnTo>
                    <a:pt x="2254126" y="1418564"/>
                  </a:lnTo>
                  <a:lnTo>
                    <a:pt x="2254126" y="1439758"/>
                  </a:lnTo>
                  <a:lnTo>
                    <a:pt x="2260494" y="1445975"/>
                  </a:lnTo>
                  <a:lnTo>
                    <a:pt x="2281692" y="1445975"/>
                  </a:lnTo>
                  <a:lnTo>
                    <a:pt x="2288059" y="1439758"/>
                  </a:lnTo>
                  <a:lnTo>
                    <a:pt x="2288059" y="1420541"/>
                  </a:lnTo>
                  <a:lnTo>
                    <a:pt x="2281692" y="1412064"/>
                  </a:lnTo>
                  <a:close/>
                </a:path>
                <a:path w="9542780" h="6570345">
                  <a:moveTo>
                    <a:pt x="2281692" y="1456712"/>
                  </a:moveTo>
                  <a:lnTo>
                    <a:pt x="2260494" y="1456712"/>
                  </a:lnTo>
                  <a:lnTo>
                    <a:pt x="2254126" y="1462929"/>
                  </a:lnTo>
                  <a:lnTo>
                    <a:pt x="2254126" y="1484123"/>
                  </a:lnTo>
                  <a:lnTo>
                    <a:pt x="2260494" y="1490623"/>
                  </a:lnTo>
                  <a:lnTo>
                    <a:pt x="2281692" y="1490623"/>
                  </a:lnTo>
                  <a:lnTo>
                    <a:pt x="2288059" y="1482144"/>
                  </a:lnTo>
                  <a:lnTo>
                    <a:pt x="2288059" y="1465190"/>
                  </a:lnTo>
                  <a:lnTo>
                    <a:pt x="2281692" y="1456712"/>
                  </a:lnTo>
                  <a:close/>
                </a:path>
                <a:path w="9542780" h="6570345">
                  <a:moveTo>
                    <a:pt x="2281692" y="1676844"/>
                  </a:moveTo>
                  <a:lnTo>
                    <a:pt x="2260494" y="1676844"/>
                  </a:lnTo>
                  <a:lnTo>
                    <a:pt x="2254126" y="1683061"/>
                  </a:lnTo>
                  <a:lnTo>
                    <a:pt x="2254126" y="1704254"/>
                  </a:lnTo>
                  <a:lnTo>
                    <a:pt x="2260494" y="1710754"/>
                  </a:lnTo>
                  <a:lnTo>
                    <a:pt x="2281692" y="1710754"/>
                  </a:lnTo>
                  <a:lnTo>
                    <a:pt x="2288059" y="1704254"/>
                  </a:lnTo>
                  <a:lnTo>
                    <a:pt x="2288059" y="1685321"/>
                  </a:lnTo>
                  <a:lnTo>
                    <a:pt x="2281692" y="1676844"/>
                  </a:lnTo>
                  <a:close/>
                </a:path>
                <a:path w="9542780" h="6570345">
                  <a:moveTo>
                    <a:pt x="2281692" y="1721209"/>
                  </a:moveTo>
                  <a:lnTo>
                    <a:pt x="2260494" y="1721209"/>
                  </a:lnTo>
                  <a:lnTo>
                    <a:pt x="2254126" y="1727709"/>
                  </a:lnTo>
                  <a:lnTo>
                    <a:pt x="2254126" y="1748903"/>
                  </a:lnTo>
                  <a:lnTo>
                    <a:pt x="2260494" y="1755119"/>
                  </a:lnTo>
                  <a:lnTo>
                    <a:pt x="2281692" y="1755119"/>
                  </a:lnTo>
                  <a:lnTo>
                    <a:pt x="2288059" y="1748903"/>
                  </a:lnTo>
                  <a:lnTo>
                    <a:pt x="2288059" y="1729687"/>
                  </a:lnTo>
                  <a:lnTo>
                    <a:pt x="2281692" y="1721209"/>
                  </a:lnTo>
                  <a:close/>
                </a:path>
                <a:path w="9542780" h="6570345">
                  <a:moveTo>
                    <a:pt x="2281692" y="1765857"/>
                  </a:moveTo>
                  <a:lnTo>
                    <a:pt x="2260494" y="1765857"/>
                  </a:lnTo>
                  <a:lnTo>
                    <a:pt x="2254126" y="1772074"/>
                  </a:lnTo>
                  <a:lnTo>
                    <a:pt x="2254126" y="1793267"/>
                  </a:lnTo>
                  <a:lnTo>
                    <a:pt x="2260494" y="1799767"/>
                  </a:lnTo>
                  <a:lnTo>
                    <a:pt x="2281692" y="1799767"/>
                  </a:lnTo>
                  <a:lnTo>
                    <a:pt x="2288059" y="1791290"/>
                  </a:lnTo>
                  <a:lnTo>
                    <a:pt x="2288059" y="1774334"/>
                  </a:lnTo>
                  <a:lnTo>
                    <a:pt x="2281692" y="1765857"/>
                  </a:lnTo>
                  <a:close/>
                </a:path>
                <a:path w="9542780" h="6570345">
                  <a:moveTo>
                    <a:pt x="2281692" y="1810223"/>
                  </a:moveTo>
                  <a:lnTo>
                    <a:pt x="2260494" y="1810223"/>
                  </a:lnTo>
                  <a:lnTo>
                    <a:pt x="2254126" y="1816722"/>
                  </a:lnTo>
                  <a:lnTo>
                    <a:pt x="2254126" y="1837634"/>
                  </a:lnTo>
                  <a:lnTo>
                    <a:pt x="2260494" y="1844132"/>
                  </a:lnTo>
                  <a:lnTo>
                    <a:pt x="2281692" y="1844132"/>
                  </a:lnTo>
                  <a:lnTo>
                    <a:pt x="2288059" y="1835655"/>
                  </a:lnTo>
                  <a:lnTo>
                    <a:pt x="2288059" y="1818700"/>
                  </a:lnTo>
                  <a:lnTo>
                    <a:pt x="2281692" y="1810223"/>
                  </a:lnTo>
                  <a:close/>
                </a:path>
                <a:path w="9542780" h="6570345">
                  <a:moveTo>
                    <a:pt x="2281692" y="1854588"/>
                  </a:moveTo>
                  <a:lnTo>
                    <a:pt x="2260494" y="1854588"/>
                  </a:lnTo>
                  <a:lnTo>
                    <a:pt x="2254126" y="1861088"/>
                  </a:lnTo>
                  <a:lnTo>
                    <a:pt x="2254126" y="1880021"/>
                  </a:lnTo>
                  <a:lnTo>
                    <a:pt x="2260494" y="1888498"/>
                  </a:lnTo>
                  <a:lnTo>
                    <a:pt x="2281692" y="1888498"/>
                  </a:lnTo>
                  <a:lnTo>
                    <a:pt x="2288059" y="1880021"/>
                  </a:lnTo>
                  <a:lnTo>
                    <a:pt x="2288059" y="1863065"/>
                  </a:lnTo>
                  <a:lnTo>
                    <a:pt x="2281692" y="1854588"/>
                  </a:lnTo>
                  <a:close/>
                </a:path>
                <a:path w="9542780" h="6570345">
                  <a:moveTo>
                    <a:pt x="2281692" y="1899236"/>
                  </a:moveTo>
                  <a:lnTo>
                    <a:pt x="2260494" y="1899236"/>
                  </a:lnTo>
                  <a:lnTo>
                    <a:pt x="2254126" y="1905453"/>
                  </a:lnTo>
                  <a:lnTo>
                    <a:pt x="2254126" y="1924669"/>
                  </a:lnTo>
                  <a:lnTo>
                    <a:pt x="2260494" y="1933147"/>
                  </a:lnTo>
                  <a:lnTo>
                    <a:pt x="2281692" y="1933147"/>
                  </a:lnTo>
                  <a:lnTo>
                    <a:pt x="2288059" y="1924669"/>
                  </a:lnTo>
                  <a:lnTo>
                    <a:pt x="2288059" y="1907713"/>
                  </a:lnTo>
                  <a:lnTo>
                    <a:pt x="2281692" y="1899236"/>
                  </a:lnTo>
                  <a:close/>
                </a:path>
                <a:path w="9542780" h="6570345">
                  <a:moveTo>
                    <a:pt x="2281692" y="1943601"/>
                  </a:moveTo>
                  <a:lnTo>
                    <a:pt x="2260494" y="1943601"/>
                  </a:lnTo>
                  <a:lnTo>
                    <a:pt x="2254126" y="1950101"/>
                  </a:lnTo>
                  <a:lnTo>
                    <a:pt x="2254126" y="1971295"/>
                  </a:lnTo>
                  <a:lnTo>
                    <a:pt x="2260494" y="1977511"/>
                  </a:lnTo>
                  <a:lnTo>
                    <a:pt x="2281692" y="1977511"/>
                  </a:lnTo>
                  <a:lnTo>
                    <a:pt x="2288059" y="1969034"/>
                  </a:lnTo>
                  <a:lnTo>
                    <a:pt x="2288059" y="1952080"/>
                  </a:lnTo>
                  <a:lnTo>
                    <a:pt x="2281692" y="1943601"/>
                  </a:lnTo>
                  <a:close/>
                </a:path>
                <a:path w="9542780" h="6570345">
                  <a:moveTo>
                    <a:pt x="2281692" y="1985989"/>
                  </a:moveTo>
                  <a:lnTo>
                    <a:pt x="2260494" y="1985989"/>
                  </a:lnTo>
                  <a:lnTo>
                    <a:pt x="2254126" y="1992205"/>
                  </a:lnTo>
                  <a:lnTo>
                    <a:pt x="2254126" y="2013399"/>
                  </a:lnTo>
                  <a:lnTo>
                    <a:pt x="2260494" y="2019899"/>
                  </a:lnTo>
                  <a:lnTo>
                    <a:pt x="2281692" y="2019899"/>
                  </a:lnTo>
                  <a:lnTo>
                    <a:pt x="2288059" y="2013399"/>
                  </a:lnTo>
                  <a:lnTo>
                    <a:pt x="2288059" y="1994466"/>
                  </a:lnTo>
                  <a:lnTo>
                    <a:pt x="2281692" y="1985989"/>
                  </a:lnTo>
                  <a:close/>
                </a:path>
                <a:path w="9542780" h="6570345">
                  <a:moveTo>
                    <a:pt x="2281692" y="2030355"/>
                  </a:moveTo>
                  <a:lnTo>
                    <a:pt x="2260494" y="2030355"/>
                  </a:lnTo>
                  <a:lnTo>
                    <a:pt x="2254126" y="2036853"/>
                  </a:lnTo>
                  <a:lnTo>
                    <a:pt x="2254126" y="2058047"/>
                  </a:lnTo>
                  <a:lnTo>
                    <a:pt x="2260494" y="2064264"/>
                  </a:lnTo>
                  <a:lnTo>
                    <a:pt x="2281692" y="2064264"/>
                  </a:lnTo>
                  <a:lnTo>
                    <a:pt x="2288059" y="2058047"/>
                  </a:lnTo>
                  <a:lnTo>
                    <a:pt x="2288059" y="2038832"/>
                  </a:lnTo>
                  <a:lnTo>
                    <a:pt x="2281692" y="2030355"/>
                  </a:lnTo>
                  <a:close/>
                </a:path>
                <a:path w="9542780" h="6570345">
                  <a:moveTo>
                    <a:pt x="2281692" y="2075003"/>
                  </a:moveTo>
                  <a:lnTo>
                    <a:pt x="2260494" y="2075003"/>
                  </a:lnTo>
                  <a:lnTo>
                    <a:pt x="2254126" y="2081220"/>
                  </a:lnTo>
                  <a:lnTo>
                    <a:pt x="2254126" y="2102413"/>
                  </a:lnTo>
                  <a:lnTo>
                    <a:pt x="2260494" y="2108912"/>
                  </a:lnTo>
                  <a:lnTo>
                    <a:pt x="2281692" y="2108912"/>
                  </a:lnTo>
                  <a:lnTo>
                    <a:pt x="2288059" y="2100435"/>
                  </a:lnTo>
                  <a:lnTo>
                    <a:pt x="2288059" y="2083480"/>
                  </a:lnTo>
                  <a:lnTo>
                    <a:pt x="2281692" y="2075003"/>
                  </a:lnTo>
                  <a:close/>
                </a:path>
                <a:path w="9542780" h="6570345">
                  <a:moveTo>
                    <a:pt x="2281692" y="2119368"/>
                  </a:moveTo>
                  <a:lnTo>
                    <a:pt x="2260494" y="2119368"/>
                  </a:lnTo>
                  <a:lnTo>
                    <a:pt x="2254126" y="2125585"/>
                  </a:lnTo>
                  <a:lnTo>
                    <a:pt x="2254126" y="2144801"/>
                  </a:lnTo>
                  <a:lnTo>
                    <a:pt x="2260494" y="2153278"/>
                  </a:lnTo>
                  <a:lnTo>
                    <a:pt x="2281692" y="2153278"/>
                  </a:lnTo>
                  <a:lnTo>
                    <a:pt x="2288059" y="2144801"/>
                  </a:lnTo>
                  <a:lnTo>
                    <a:pt x="2288059" y="2127845"/>
                  </a:lnTo>
                  <a:lnTo>
                    <a:pt x="2281692" y="2119368"/>
                  </a:lnTo>
                  <a:close/>
                </a:path>
                <a:path w="9542780" h="6570345">
                  <a:moveTo>
                    <a:pt x="2281692" y="2163733"/>
                  </a:moveTo>
                  <a:lnTo>
                    <a:pt x="2260494" y="2163733"/>
                  </a:lnTo>
                  <a:lnTo>
                    <a:pt x="2254126" y="2170233"/>
                  </a:lnTo>
                  <a:lnTo>
                    <a:pt x="2254126" y="2189166"/>
                  </a:lnTo>
                  <a:lnTo>
                    <a:pt x="2260494" y="2197643"/>
                  </a:lnTo>
                  <a:lnTo>
                    <a:pt x="2281692" y="2197643"/>
                  </a:lnTo>
                  <a:lnTo>
                    <a:pt x="2288059" y="2189166"/>
                  </a:lnTo>
                  <a:lnTo>
                    <a:pt x="2288059" y="2172211"/>
                  </a:lnTo>
                  <a:lnTo>
                    <a:pt x="2281692" y="2163733"/>
                  </a:lnTo>
                  <a:close/>
                </a:path>
                <a:path w="9542780" h="6570345">
                  <a:moveTo>
                    <a:pt x="2281692" y="2208381"/>
                  </a:moveTo>
                  <a:lnTo>
                    <a:pt x="2260494" y="2208381"/>
                  </a:lnTo>
                  <a:lnTo>
                    <a:pt x="2254126" y="2214598"/>
                  </a:lnTo>
                  <a:lnTo>
                    <a:pt x="2254126" y="2233814"/>
                  </a:lnTo>
                  <a:lnTo>
                    <a:pt x="2260494" y="2242291"/>
                  </a:lnTo>
                  <a:lnTo>
                    <a:pt x="2281692" y="2242291"/>
                  </a:lnTo>
                  <a:lnTo>
                    <a:pt x="2288059" y="2233814"/>
                  </a:lnTo>
                  <a:lnTo>
                    <a:pt x="2288059" y="2216859"/>
                  </a:lnTo>
                  <a:lnTo>
                    <a:pt x="2281692" y="2208381"/>
                  </a:lnTo>
                  <a:close/>
                </a:path>
                <a:path w="9542780" h="6570345">
                  <a:moveTo>
                    <a:pt x="2281692" y="2252747"/>
                  </a:moveTo>
                  <a:lnTo>
                    <a:pt x="2260494" y="2252747"/>
                  </a:lnTo>
                  <a:lnTo>
                    <a:pt x="2254126" y="2259246"/>
                  </a:lnTo>
                  <a:lnTo>
                    <a:pt x="2254126" y="2280157"/>
                  </a:lnTo>
                  <a:lnTo>
                    <a:pt x="2260494" y="2286656"/>
                  </a:lnTo>
                  <a:lnTo>
                    <a:pt x="2281692" y="2286656"/>
                  </a:lnTo>
                  <a:lnTo>
                    <a:pt x="2288059" y="2278179"/>
                  </a:lnTo>
                  <a:lnTo>
                    <a:pt x="2288059" y="2261224"/>
                  </a:lnTo>
                  <a:lnTo>
                    <a:pt x="2281692" y="2252747"/>
                  </a:lnTo>
                  <a:close/>
                </a:path>
                <a:path w="9542780" h="6570345">
                  <a:moveTo>
                    <a:pt x="2281692" y="2295135"/>
                  </a:moveTo>
                  <a:lnTo>
                    <a:pt x="2260494" y="2295135"/>
                  </a:lnTo>
                  <a:lnTo>
                    <a:pt x="2254126" y="2301351"/>
                  </a:lnTo>
                  <a:lnTo>
                    <a:pt x="2254126" y="2322545"/>
                  </a:lnTo>
                  <a:lnTo>
                    <a:pt x="2260494" y="2329044"/>
                  </a:lnTo>
                  <a:lnTo>
                    <a:pt x="2281692" y="2329044"/>
                  </a:lnTo>
                  <a:lnTo>
                    <a:pt x="2288059" y="2322545"/>
                  </a:lnTo>
                  <a:lnTo>
                    <a:pt x="2288059" y="2303612"/>
                  </a:lnTo>
                  <a:lnTo>
                    <a:pt x="2281692" y="2295135"/>
                  </a:lnTo>
                  <a:close/>
                </a:path>
                <a:path w="9542780" h="6570345">
                  <a:moveTo>
                    <a:pt x="2281692" y="2339500"/>
                  </a:moveTo>
                  <a:lnTo>
                    <a:pt x="2260494" y="2339500"/>
                  </a:lnTo>
                  <a:lnTo>
                    <a:pt x="2254126" y="2345999"/>
                  </a:lnTo>
                  <a:lnTo>
                    <a:pt x="2254126" y="2367193"/>
                  </a:lnTo>
                  <a:lnTo>
                    <a:pt x="2260494" y="2373410"/>
                  </a:lnTo>
                  <a:lnTo>
                    <a:pt x="2281692" y="2373410"/>
                  </a:lnTo>
                  <a:lnTo>
                    <a:pt x="2288059" y="2367193"/>
                  </a:lnTo>
                  <a:lnTo>
                    <a:pt x="2288059" y="2347977"/>
                  </a:lnTo>
                  <a:lnTo>
                    <a:pt x="2281692" y="2339500"/>
                  </a:lnTo>
                  <a:close/>
                </a:path>
                <a:path w="9542780" h="6570345">
                  <a:moveTo>
                    <a:pt x="2281692" y="2384148"/>
                  </a:moveTo>
                  <a:lnTo>
                    <a:pt x="2260494" y="2384148"/>
                  </a:lnTo>
                  <a:lnTo>
                    <a:pt x="2254126" y="2390364"/>
                  </a:lnTo>
                  <a:lnTo>
                    <a:pt x="2254126" y="2411558"/>
                  </a:lnTo>
                  <a:lnTo>
                    <a:pt x="2260494" y="2417775"/>
                  </a:lnTo>
                  <a:lnTo>
                    <a:pt x="2281692" y="2417775"/>
                  </a:lnTo>
                  <a:lnTo>
                    <a:pt x="2288059" y="2409579"/>
                  </a:lnTo>
                  <a:lnTo>
                    <a:pt x="2288059" y="2392625"/>
                  </a:lnTo>
                  <a:lnTo>
                    <a:pt x="2281692" y="2384148"/>
                  </a:lnTo>
                  <a:close/>
                </a:path>
                <a:path w="9542780" h="6570345">
                  <a:moveTo>
                    <a:pt x="2281692" y="2428513"/>
                  </a:moveTo>
                  <a:lnTo>
                    <a:pt x="2260494" y="2428513"/>
                  </a:lnTo>
                  <a:lnTo>
                    <a:pt x="2254126" y="2434730"/>
                  </a:lnTo>
                  <a:lnTo>
                    <a:pt x="2254126" y="2453946"/>
                  </a:lnTo>
                  <a:lnTo>
                    <a:pt x="2260494" y="2462423"/>
                  </a:lnTo>
                  <a:lnTo>
                    <a:pt x="2281692" y="2462423"/>
                  </a:lnTo>
                  <a:lnTo>
                    <a:pt x="2288059" y="2453946"/>
                  </a:lnTo>
                  <a:lnTo>
                    <a:pt x="2288059" y="2436991"/>
                  </a:lnTo>
                  <a:lnTo>
                    <a:pt x="2281692" y="2428513"/>
                  </a:lnTo>
                  <a:close/>
                </a:path>
                <a:path w="9542780" h="6570345">
                  <a:moveTo>
                    <a:pt x="2281692" y="2472879"/>
                  </a:moveTo>
                  <a:lnTo>
                    <a:pt x="2260494" y="2472879"/>
                  </a:lnTo>
                  <a:lnTo>
                    <a:pt x="2254126" y="2479377"/>
                  </a:lnTo>
                  <a:lnTo>
                    <a:pt x="2254126" y="2498310"/>
                  </a:lnTo>
                  <a:lnTo>
                    <a:pt x="2260494" y="2506788"/>
                  </a:lnTo>
                  <a:lnTo>
                    <a:pt x="2281692" y="2506788"/>
                  </a:lnTo>
                  <a:lnTo>
                    <a:pt x="2288059" y="2498310"/>
                  </a:lnTo>
                  <a:lnTo>
                    <a:pt x="2288059" y="2481356"/>
                  </a:lnTo>
                  <a:lnTo>
                    <a:pt x="2281692" y="2472879"/>
                  </a:lnTo>
                  <a:close/>
                </a:path>
                <a:path w="9542780" h="6570345">
                  <a:moveTo>
                    <a:pt x="2281692" y="2517527"/>
                  </a:moveTo>
                  <a:lnTo>
                    <a:pt x="2260494" y="2517527"/>
                  </a:lnTo>
                  <a:lnTo>
                    <a:pt x="2254126" y="2523743"/>
                  </a:lnTo>
                  <a:lnTo>
                    <a:pt x="2254126" y="2544937"/>
                  </a:lnTo>
                  <a:lnTo>
                    <a:pt x="2260494" y="2551436"/>
                  </a:lnTo>
                  <a:lnTo>
                    <a:pt x="2281692" y="2551436"/>
                  </a:lnTo>
                  <a:lnTo>
                    <a:pt x="2288059" y="2542959"/>
                  </a:lnTo>
                  <a:lnTo>
                    <a:pt x="2288059" y="2526004"/>
                  </a:lnTo>
                  <a:lnTo>
                    <a:pt x="2281692" y="2517527"/>
                  </a:lnTo>
                  <a:close/>
                </a:path>
                <a:path w="9542780" h="6570345">
                  <a:moveTo>
                    <a:pt x="2281692" y="2561892"/>
                  </a:moveTo>
                  <a:lnTo>
                    <a:pt x="2260494" y="2561892"/>
                  </a:lnTo>
                  <a:lnTo>
                    <a:pt x="2254126" y="2568108"/>
                  </a:lnTo>
                  <a:lnTo>
                    <a:pt x="2254126" y="2589302"/>
                  </a:lnTo>
                  <a:lnTo>
                    <a:pt x="2260494" y="2595802"/>
                  </a:lnTo>
                  <a:lnTo>
                    <a:pt x="2281692" y="2595802"/>
                  </a:lnTo>
                  <a:lnTo>
                    <a:pt x="2288059" y="2587325"/>
                  </a:lnTo>
                  <a:lnTo>
                    <a:pt x="2288059" y="2570369"/>
                  </a:lnTo>
                  <a:lnTo>
                    <a:pt x="2281692" y="2561892"/>
                  </a:lnTo>
                  <a:close/>
                </a:path>
                <a:path w="9542780" h="6570345">
                  <a:moveTo>
                    <a:pt x="2281692" y="2604279"/>
                  </a:moveTo>
                  <a:lnTo>
                    <a:pt x="2260494" y="2604279"/>
                  </a:lnTo>
                  <a:lnTo>
                    <a:pt x="2254126" y="2610496"/>
                  </a:lnTo>
                  <a:lnTo>
                    <a:pt x="2254126" y="2631690"/>
                  </a:lnTo>
                  <a:lnTo>
                    <a:pt x="2260494" y="2638190"/>
                  </a:lnTo>
                  <a:lnTo>
                    <a:pt x="2281692" y="2638190"/>
                  </a:lnTo>
                  <a:lnTo>
                    <a:pt x="2288059" y="2631690"/>
                  </a:lnTo>
                  <a:lnTo>
                    <a:pt x="2288059" y="2612757"/>
                  </a:lnTo>
                  <a:lnTo>
                    <a:pt x="2281692" y="2604279"/>
                  </a:lnTo>
                  <a:close/>
                </a:path>
                <a:path w="9542780" h="6570345">
                  <a:moveTo>
                    <a:pt x="2281692" y="2648644"/>
                  </a:moveTo>
                  <a:lnTo>
                    <a:pt x="2260494" y="2648644"/>
                  </a:lnTo>
                  <a:lnTo>
                    <a:pt x="2254126" y="2655144"/>
                  </a:lnTo>
                  <a:lnTo>
                    <a:pt x="2254126" y="2676338"/>
                  </a:lnTo>
                  <a:lnTo>
                    <a:pt x="2260494" y="2682554"/>
                  </a:lnTo>
                  <a:lnTo>
                    <a:pt x="2281692" y="2682554"/>
                  </a:lnTo>
                  <a:lnTo>
                    <a:pt x="2288059" y="2676338"/>
                  </a:lnTo>
                  <a:lnTo>
                    <a:pt x="2288059" y="2657123"/>
                  </a:lnTo>
                  <a:lnTo>
                    <a:pt x="2281692" y="2648644"/>
                  </a:lnTo>
                  <a:close/>
                </a:path>
                <a:path w="9542780" h="6570345">
                  <a:moveTo>
                    <a:pt x="2281692" y="2693292"/>
                  </a:moveTo>
                  <a:lnTo>
                    <a:pt x="2260494" y="2693292"/>
                  </a:lnTo>
                  <a:lnTo>
                    <a:pt x="2254126" y="2699509"/>
                  </a:lnTo>
                  <a:lnTo>
                    <a:pt x="2254126" y="2718442"/>
                  </a:lnTo>
                  <a:lnTo>
                    <a:pt x="2260494" y="2726921"/>
                  </a:lnTo>
                  <a:lnTo>
                    <a:pt x="2281692" y="2726921"/>
                  </a:lnTo>
                  <a:lnTo>
                    <a:pt x="2288059" y="2718442"/>
                  </a:lnTo>
                  <a:lnTo>
                    <a:pt x="2288059" y="2701770"/>
                  </a:lnTo>
                  <a:lnTo>
                    <a:pt x="2281692" y="2693292"/>
                  </a:lnTo>
                  <a:close/>
                </a:path>
                <a:path w="9542780" h="6570345">
                  <a:moveTo>
                    <a:pt x="2281692" y="2737658"/>
                  </a:moveTo>
                  <a:lnTo>
                    <a:pt x="2260494" y="2737658"/>
                  </a:lnTo>
                  <a:lnTo>
                    <a:pt x="2254126" y="2743875"/>
                  </a:lnTo>
                  <a:lnTo>
                    <a:pt x="2254126" y="2763090"/>
                  </a:lnTo>
                  <a:lnTo>
                    <a:pt x="2260494" y="2771567"/>
                  </a:lnTo>
                  <a:lnTo>
                    <a:pt x="2281692" y="2771567"/>
                  </a:lnTo>
                  <a:lnTo>
                    <a:pt x="2288059" y="2763090"/>
                  </a:lnTo>
                  <a:lnTo>
                    <a:pt x="2288059" y="2746136"/>
                  </a:lnTo>
                  <a:lnTo>
                    <a:pt x="2281692" y="2737658"/>
                  </a:lnTo>
                  <a:close/>
                </a:path>
                <a:path w="9542780" h="6570345">
                  <a:moveTo>
                    <a:pt x="2281692" y="2782023"/>
                  </a:moveTo>
                  <a:lnTo>
                    <a:pt x="2260494" y="2782023"/>
                  </a:lnTo>
                  <a:lnTo>
                    <a:pt x="2254126" y="2788523"/>
                  </a:lnTo>
                  <a:lnTo>
                    <a:pt x="2254126" y="2807456"/>
                  </a:lnTo>
                  <a:lnTo>
                    <a:pt x="2260494" y="2815934"/>
                  </a:lnTo>
                  <a:lnTo>
                    <a:pt x="2281692" y="2815934"/>
                  </a:lnTo>
                  <a:lnTo>
                    <a:pt x="2288059" y="2807456"/>
                  </a:lnTo>
                  <a:lnTo>
                    <a:pt x="2288059" y="2790501"/>
                  </a:lnTo>
                  <a:lnTo>
                    <a:pt x="2281692" y="2782023"/>
                  </a:lnTo>
                  <a:close/>
                </a:path>
                <a:path w="9542780" h="6570345">
                  <a:moveTo>
                    <a:pt x="2281692" y="2826672"/>
                  </a:moveTo>
                  <a:lnTo>
                    <a:pt x="2260494" y="2826672"/>
                  </a:lnTo>
                  <a:lnTo>
                    <a:pt x="2254126" y="2832888"/>
                  </a:lnTo>
                  <a:lnTo>
                    <a:pt x="2254126" y="2851821"/>
                  </a:lnTo>
                  <a:lnTo>
                    <a:pt x="2260494" y="2860299"/>
                  </a:lnTo>
                  <a:lnTo>
                    <a:pt x="2281692" y="2860299"/>
                  </a:lnTo>
                  <a:lnTo>
                    <a:pt x="2288059" y="2851821"/>
                  </a:lnTo>
                  <a:lnTo>
                    <a:pt x="2288059" y="2835149"/>
                  </a:lnTo>
                  <a:lnTo>
                    <a:pt x="2281692" y="2826672"/>
                  </a:lnTo>
                  <a:close/>
                </a:path>
                <a:path w="9542780" h="6570345">
                  <a:moveTo>
                    <a:pt x="2281692" y="2871036"/>
                  </a:moveTo>
                  <a:lnTo>
                    <a:pt x="2260494" y="2871036"/>
                  </a:lnTo>
                  <a:lnTo>
                    <a:pt x="2254126" y="2877254"/>
                  </a:lnTo>
                  <a:lnTo>
                    <a:pt x="2254126" y="2896469"/>
                  </a:lnTo>
                  <a:lnTo>
                    <a:pt x="2260494" y="2904947"/>
                  </a:lnTo>
                  <a:lnTo>
                    <a:pt x="2281692" y="2904947"/>
                  </a:lnTo>
                  <a:lnTo>
                    <a:pt x="2288059" y="2896469"/>
                  </a:lnTo>
                  <a:lnTo>
                    <a:pt x="2288059" y="2879515"/>
                  </a:lnTo>
                  <a:lnTo>
                    <a:pt x="2281692" y="2871036"/>
                  </a:lnTo>
                  <a:close/>
                </a:path>
                <a:path w="9542780" h="6570345">
                  <a:moveTo>
                    <a:pt x="2281692" y="2913424"/>
                  </a:moveTo>
                  <a:lnTo>
                    <a:pt x="2260494" y="2913424"/>
                  </a:lnTo>
                  <a:lnTo>
                    <a:pt x="2254126" y="2919641"/>
                  </a:lnTo>
                  <a:lnTo>
                    <a:pt x="2254126" y="2938857"/>
                  </a:lnTo>
                  <a:lnTo>
                    <a:pt x="2260494" y="2947334"/>
                  </a:lnTo>
                  <a:lnTo>
                    <a:pt x="2281692" y="2947334"/>
                  </a:lnTo>
                  <a:lnTo>
                    <a:pt x="2288059" y="2940834"/>
                  </a:lnTo>
                  <a:lnTo>
                    <a:pt x="2288059" y="2921902"/>
                  </a:lnTo>
                  <a:lnTo>
                    <a:pt x="2281692" y="2913424"/>
                  </a:lnTo>
                  <a:close/>
                </a:path>
                <a:path w="9542780" h="6570345">
                  <a:moveTo>
                    <a:pt x="2281692" y="2957790"/>
                  </a:moveTo>
                  <a:lnTo>
                    <a:pt x="2260494" y="2957790"/>
                  </a:lnTo>
                  <a:lnTo>
                    <a:pt x="2254126" y="2964289"/>
                  </a:lnTo>
                  <a:lnTo>
                    <a:pt x="2254126" y="2983222"/>
                  </a:lnTo>
                  <a:lnTo>
                    <a:pt x="2260494" y="2991699"/>
                  </a:lnTo>
                  <a:lnTo>
                    <a:pt x="2281692" y="2991699"/>
                  </a:lnTo>
                  <a:lnTo>
                    <a:pt x="2288059" y="2985482"/>
                  </a:lnTo>
                  <a:lnTo>
                    <a:pt x="2288059" y="2966267"/>
                  </a:lnTo>
                  <a:lnTo>
                    <a:pt x="2281692" y="2957790"/>
                  </a:lnTo>
                  <a:close/>
                </a:path>
                <a:path w="9542780" h="6570345">
                  <a:moveTo>
                    <a:pt x="2281692" y="3002155"/>
                  </a:moveTo>
                  <a:lnTo>
                    <a:pt x="2260494" y="3002155"/>
                  </a:lnTo>
                  <a:lnTo>
                    <a:pt x="2254126" y="3008655"/>
                  </a:lnTo>
                  <a:lnTo>
                    <a:pt x="2254126" y="3027588"/>
                  </a:lnTo>
                  <a:lnTo>
                    <a:pt x="2260494" y="3036065"/>
                  </a:lnTo>
                  <a:lnTo>
                    <a:pt x="2281692" y="3036065"/>
                  </a:lnTo>
                  <a:lnTo>
                    <a:pt x="2288059" y="3027588"/>
                  </a:lnTo>
                  <a:lnTo>
                    <a:pt x="2288059" y="3010632"/>
                  </a:lnTo>
                  <a:lnTo>
                    <a:pt x="2281692" y="3002155"/>
                  </a:lnTo>
                  <a:close/>
                </a:path>
                <a:path w="9542780" h="6570345">
                  <a:moveTo>
                    <a:pt x="2281692" y="3046803"/>
                  </a:moveTo>
                  <a:lnTo>
                    <a:pt x="2260494" y="3046803"/>
                  </a:lnTo>
                  <a:lnTo>
                    <a:pt x="2254126" y="3053020"/>
                  </a:lnTo>
                  <a:lnTo>
                    <a:pt x="2254126" y="3072236"/>
                  </a:lnTo>
                  <a:lnTo>
                    <a:pt x="2260494" y="3080713"/>
                  </a:lnTo>
                  <a:lnTo>
                    <a:pt x="2281692" y="3080713"/>
                  </a:lnTo>
                  <a:lnTo>
                    <a:pt x="2288059" y="3072236"/>
                  </a:lnTo>
                  <a:lnTo>
                    <a:pt x="2288059" y="3055280"/>
                  </a:lnTo>
                  <a:lnTo>
                    <a:pt x="2281692" y="3046803"/>
                  </a:lnTo>
                  <a:close/>
                </a:path>
                <a:path w="9542780" h="6570345">
                  <a:moveTo>
                    <a:pt x="2281692" y="3091168"/>
                  </a:moveTo>
                  <a:lnTo>
                    <a:pt x="2260494" y="3091168"/>
                  </a:lnTo>
                  <a:lnTo>
                    <a:pt x="2254126" y="3097668"/>
                  </a:lnTo>
                  <a:lnTo>
                    <a:pt x="2254126" y="3118862"/>
                  </a:lnTo>
                  <a:lnTo>
                    <a:pt x="2260494" y="3125078"/>
                  </a:lnTo>
                  <a:lnTo>
                    <a:pt x="2281692" y="3125078"/>
                  </a:lnTo>
                  <a:lnTo>
                    <a:pt x="2288059" y="3116601"/>
                  </a:lnTo>
                  <a:lnTo>
                    <a:pt x="2288059" y="3099647"/>
                  </a:lnTo>
                  <a:lnTo>
                    <a:pt x="2281692" y="3091168"/>
                  </a:lnTo>
                  <a:close/>
                </a:path>
                <a:path w="9542780" h="6570345">
                  <a:moveTo>
                    <a:pt x="2281692" y="3135816"/>
                  </a:moveTo>
                  <a:lnTo>
                    <a:pt x="2260494" y="3135816"/>
                  </a:lnTo>
                  <a:lnTo>
                    <a:pt x="2254126" y="3142034"/>
                  </a:lnTo>
                  <a:lnTo>
                    <a:pt x="2254126" y="3163227"/>
                  </a:lnTo>
                  <a:lnTo>
                    <a:pt x="2260494" y="3169445"/>
                  </a:lnTo>
                  <a:lnTo>
                    <a:pt x="2281692" y="3169445"/>
                  </a:lnTo>
                  <a:lnTo>
                    <a:pt x="2288059" y="3160966"/>
                  </a:lnTo>
                  <a:lnTo>
                    <a:pt x="2288059" y="3144011"/>
                  </a:lnTo>
                  <a:lnTo>
                    <a:pt x="2281692" y="3135816"/>
                  </a:lnTo>
                  <a:close/>
                </a:path>
                <a:path w="9542780" h="6570345">
                  <a:moveTo>
                    <a:pt x="2281692" y="3180182"/>
                  </a:moveTo>
                  <a:lnTo>
                    <a:pt x="2260494" y="3180182"/>
                  </a:lnTo>
                  <a:lnTo>
                    <a:pt x="2254126" y="3186399"/>
                  </a:lnTo>
                  <a:lnTo>
                    <a:pt x="2254126" y="3205614"/>
                  </a:lnTo>
                  <a:lnTo>
                    <a:pt x="2260494" y="3214093"/>
                  </a:lnTo>
                  <a:lnTo>
                    <a:pt x="2281692" y="3214093"/>
                  </a:lnTo>
                  <a:lnTo>
                    <a:pt x="2288059" y="3205614"/>
                  </a:lnTo>
                  <a:lnTo>
                    <a:pt x="2288059" y="3188660"/>
                  </a:lnTo>
                  <a:lnTo>
                    <a:pt x="2281692" y="3180182"/>
                  </a:lnTo>
                  <a:close/>
                </a:path>
                <a:path w="9542780" h="6570345">
                  <a:moveTo>
                    <a:pt x="2281692" y="3222570"/>
                  </a:moveTo>
                  <a:lnTo>
                    <a:pt x="2260494" y="3222570"/>
                  </a:lnTo>
                  <a:lnTo>
                    <a:pt x="2254126" y="3228787"/>
                  </a:lnTo>
                  <a:lnTo>
                    <a:pt x="2254126" y="3248002"/>
                  </a:lnTo>
                  <a:lnTo>
                    <a:pt x="2260494" y="3256479"/>
                  </a:lnTo>
                  <a:lnTo>
                    <a:pt x="2281692" y="3256479"/>
                  </a:lnTo>
                  <a:lnTo>
                    <a:pt x="2288059" y="3249980"/>
                  </a:lnTo>
                  <a:lnTo>
                    <a:pt x="2288059" y="3231047"/>
                  </a:lnTo>
                  <a:lnTo>
                    <a:pt x="2281692" y="3222570"/>
                  </a:lnTo>
                  <a:close/>
                </a:path>
                <a:path w="9542780" h="6570345">
                  <a:moveTo>
                    <a:pt x="2281692" y="3266935"/>
                  </a:moveTo>
                  <a:lnTo>
                    <a:pt x="2260494" y="3266935"/>
                  </a:lnTo>
                  <a:lnTo>
                    <a:pt x="2254126" y="3273435"/>
                  </a:lnTo>
                  <a:lnTo>
                    <a:pt x="2254126" y="3292368"/>
                  </a:lnTo>
                  <a:lnTo>
                    <a:pt x="2260494" y="3300845"/>
                  </a:lnTo>
                  <a:lnTo>
                    <a:pt x="2281692" y="3300845"/>
                  </a:lnTo>
                  <a:lnTo>
                    <a:pt x="2288059" y="3294345"/>
                  </a:lnTo>
                  <a:lnTo>
                    <a:pt x="2288059" y="3275412"/>
                  </a:lnTo>
                  <a:lnTo>
                    <a:pt x="2281692" y="3266935"/>
                  </a:lnTo>
                  <a:close/>
                </a:path>
                <a:path w="9542780" h="6570345">
                  <a:moveTo>
                    <a:pt x="2281692" y="5077270"/>
                  </a:moveTo>
                  <a:lnTo>
                    <a:pt x="2260494" y="5077270"/>
                  </a:lnTo>
                  <a:lnTo>
                    <a:pt x="2254126" y="5083629"/>
                  </a:lnTo>
                  <a:lnTo>
                    <a:pt x="2254126" y="5102675"/>
                  </a:lnTo>
                  <a:lnTo>
                    <a:pt x="2260494" y="5111153"/>
                  </a:lnTo>
                  <a:lnTo>
                    <a:pt x="2281692" y="5111153"/>
                  </a:lnTo>
                  <a:lnTo>
                    <a:pt x="2288059" y="5104794"/>
                  </a:lnTo>
                  <a:lnTo>
                    <a:pt x="2288059" y="5085720"/>
                  </a:lnTo>
                  <a:lnTo>
                    <a:pt x="2281692" y="5077270"/>
                  </a:lnTo>
                  <a:close/>
                </a:path>
                <a:path w="9542780" h="6570345">
                  <a:moveTo>
                    <a:pt x="2281692" y="5121720"/>
                  </a:moveTo>
                  <a:lnTo>
                    <a:pt x="2260494" y="5121720"/>
                  </a:lnTo>
                  <a:lnTo>
                    <a:pt x="2254126" y="5128079"/>
                  </a:lnTo>
                  <a:lnTo>
                    <a:pt x="2254126" y="5147125"/>
                  </a:lnTo>
                  <a:lnTo>
                    <a:pt x="2260494" y="5155603"/>
                  </a:lnTo>
                  <a:lnTo>
                    <a:pt x="2281692" y="5155603"/>
                  </a:lnTo>
                  <a:lnTo>
                    <a:pt x="2288059" y="5149245"/>
                  </a:lnTo>
                  <a:lnTo>
                    <a:pt x="2288059" y="5130199"/>
                  </a:lnTo>
                  <a:lnTo>
                    <a:pt x="2281692" y="5121720"/>
                  </a:lnTo>
                  <a:close/>
                </a:path>
                <a:path w="9542780" h="6570345">
                  <a:moveTo>
                    <a:pt x="2281692" y="5166199"/>
                  </a:moveTo>
                  <a:lnTo>
                    <a:pt x="2260494" y="5166199"/>
                  </a:lnTo>
                  <a:lnTo>
                    <a:pt x="2254126" y="5172529"/>
                  </a:lnTo>
                  <a:lnTo>
                    <a:pt x="2254126" y="5191603"/>
                  </a:lnTo>
                  <a:lnTo>
                    <a:pt x="2260494" y="5200081"/>
                  </a:lnTo>
                  <a:lnTo>
                    <a:pt x="2281692" y="5200081"/>
                  </a:lnTo>
                  <a:lnTo>
                    <a:pt x="2288059" y="5191603"/>
                  </a:lnTo>
                  <a:lnTo>
                    <a:pt x="2288059" y="5174649"/>
                  </a:lnTo>
                  <a:lnTo>
                    <a:pt x="2281692" y="5166199"/>
                  </a:lnTo>
                  <a:close/>
                </a:path>
                <a:path w="9542780" h="6570345">
                  <a:moveTo>
                    <a:pt x="2281692" y="5210649"/>
                  </a:moveTo>
                  <a:lnTo>
                    <a:pt x="2260494" y="5210649"/>
                  </a:lnTo>
                  <a:lnTo>
                    <a:pt x="2254126" y="5217007"/>
                  </a:lnTo>
                  <a:lnTo>
                    <a:pt x="2254126" y="5236053"/>
                  </a:lnTo>
                  <a:lnTo>
                    <a:pt x="2260494" y="5244531"/>
                  </a:lnTo>
                  <a:lnTo>
                    <a:pt x="2281692" y="5244531"/>
                  </a:lnTo>
                  <a:lnTo>
                    <a:pt x="2288059" y="5236053"/>
                  </a:lnTo>
                  <a:lnTo>
                    <a:pt x="2288059" y="5219127"/>
                  </a:lnTo>
                  <a:lnTo>
                    <a:pt x="2281692" y="5210649"/>
                  </a:lnTo>
                  <a:close/>
                </a:path>
                <a:path w="9542780" h="6570345">
                  <a:moveTo>
                    <a:pt x="2281692" y="5784461"/>
                  </a:moveTo>
                  <a:lnTo>
                    <a:pt x="2260494" y="5784461"/>
                  </a:lnTo>
                  <a:lnTo>
                    <a:pt x="2254126" y="5790791"/>
                  </a:lnTo>
                  <a:lnTo>
                    <a:pt x="2254126" y="5809866"/>
                  </a:lnTo>
                  <a:lnTo>
                    <a:pt x="2260494" y="5818315"/>
                  </a:lnTo>
                  <a:lnTo>
                    <a:pt x="2281692" y="5818315"/>
                  </a:lnTo>
                  <a:lnTo>
                    <a:pt x="2288059" y="5809866"/>
                  </a:lnTo>
                  <a:lnTo>
                    <a:pt x="2288059" y="5792910"/>
                  </a:lnTo>
                  <a:lnTo>
                    <a:pt x="2281692" y="5784461"/>
                  </a:lnTo>
                  <a:close/>
                </a:path>
                <a:path w="9542780" h="6570345">
                  <a:moveTo>
                    <a:pt x="2281692" y="5828911"/>
                  </a:moveTo>
                  <a:lnTo>
                    <a:pt x="2260494" y="5828911"/>
                  </a:lnTo>
                  <a:lnTo>
                    <a:pt x="2254126" y="5835270"/>
                  </a:lnTo>
                  <a:lnTo>
                    <a:pt x="2254126" y="5854316"/>
                  </a:lnTo>
                  <a:lnTo>
                    <a:pt x="2260494" y="5862793"/>
                  </a:lnTo>
                  <a:lnTo>
                    <a:pt x="2281692" y="5862793"/>
                  </a:lnTo>
                  <a:lnTo>
                    <a:pt x="2288059" y="5854316"/>
                  </a:lnTo>
                  <a:lnTo>
                    <a:pt x="2288059" y="5837389"/>
                  </a:lnTo>
                  <a:lnTo>
                    <a:pt x="2281692" y="5828911"/>
                  </a:lnTo>
                  <a:close/>
                </a:path>
                <a:path w="9542780" h="6570345">
                  <a:moveTo>
                    <a:pt x="2281692" y="5873362"/>
                  </a:moveTo>
                  <a:lnTo>
                    <a:pt x="2260494" y="5873362"/>
                  </a:lnTo>
                  <a:lnTo>
                    <a:pt x="2254126" y="5879720"/>
                  </a:lnTo>
                  <a:lnTo>
                    <a:pt x="2254126" y="5898794"/>
                  </a:lnTo>
                  <a:lnTo>
                    <a:pt x="2260494" y="5907243"/>
                  </a:lnTo>
                  <a:lnTo>
                    <a:pt x="2281692" y="5907243"/>
                  </a:lnTo>
                  <a:lnTo>
                    <a:pt x="2288059" y="5898794"/>
                  </a:lnTo>
                  <a:lnTo>
                    <a:pt x="2288059" y="5881839"/>
                  </a:lnTo>
                  <a:lnTo>
                    <a:pt x="2281692" y="5873362"/>
                  </a:lnTo>
                  <a:close/>
                </a:path>
                <a:path w="9542780" h="6570345">
                  <a:moveTo>
                    <a:pt x="2237145" y="927436"/>
                  </a:moveTo>
                  <a:lnTo>
                    <a:pt x="2218071" y="927436"/>
                  </a:lnTo>
                  <a:lnTo>
                    <a:pt x="2209580" y="933653"/>
                  </a:lnTo>
                  <a:lnTo>
                    <a:pt x="2209580" y="954846"/>
                  </a:lnTo>
                  <a:lnTo>
                    <a:pt x="2215948" y="961063"/>
                  </a:lnTo>
                  <a:lnTo>
                    <a:pt x="2237145" y="961063"/>
                  </a:lnTo>
                  <a:lnTo>
                    <a:pt x="2243513" y="952586"/>
                  </a:lnTo>
                  <a:lnTo>
                    <a:pt x="2243513" y="935913"/>
                  </a:lnTo>
                  <a:lnTo>
                    <a:pt x="2237145" y="927436"/>
                  </a:lnTo>
                  <a:close/>
                </a:path>
                <a:path w="9542780" h="6570345">
                  <a:moveTo>
                    <a:pt x="2237145" y="971801"/>
                  </a:moveTo>
                  <a:lnTo>
                    <a:pt x="2218071" y="971801"/>
                  </a:lnTo>
                  <a:lnTo>
                    <a:pt x="2209580" y="978018"/>
                  </a:lnTo>
                  <a:lnTo>
                    <a:pt x="2209580" y="997233"/>
                  </a:lnTo>
                  <a:lnTo>
                    <a:pt x="2215948" y="1005711"/>
                  </a:lnTo>
                  <a:lnTo>
                    <a:pt x="2226561" y="1005711"/>
                  </a:lnTo>
                  <a:lnTo>
                    <a:pt x="2237145" y="1003451"/>
                  </a:lnTo>
                  <a:lnTo>
                    <a:pt x="2243513" y="997233"/>
                  </a:lnTo>
                  <a:lnTo>
                    <a:pt x="2243513" y="980278"/>
                  </a:lnTo>
                  <a:lnTo>
                    <a:pt x="2237145" y="971801"/>
                  </a:lnTo>
                  <a:close/>
                </a:path>
                <a:path w="9542780" h="6570345">
                  <a:moveTo>
                    <a:pt x="2237145" y="1016166"/>
                  </a:moveTo>
                  <a:lnTo>
                    <a:pt x="2218071" y="1016166"/>
                  </a:lnTo>
                  <a:lnTo>
                    <a:pt x="2209580" y="1022666"/>
                  </a:lnTo>
                  <a:lnTo>
                    <a:pt x="2209580" y="1041599"/>
                  </a:lnTo>
                  <a:lnTo>
                    <a:pt x="2215948" y="1050076"/>
                  </a:lnTo>
                  <a:lnTo>
                    <a:pt x="2226561" y="1050076"/>
                  </a:lnTo>
                  <a:lnTo>
                    <a:pt x="2237145" y="1048099"/>
                  </a:lnTo>
                  <a:lnTo>
                    <a:pt x="2243513" y="1041599"/>
                  </a:lnTo>
                  <a:lnTo>
                    <a:pt x="2243513" y="1024644"/>
                  </a:lnTo>
                  <a:lnTo>
                    <a:pt x="2237145" y="1016166"/>
                  </a:lnTo>
                  <a:close/>
                </a:path>
                <a:path w="9542780" h="6570345">
                  <a:moveTo>
                    <a:pt x="2237145" y="1058553"/>
                  </a:moveTo>
                  <a:lnTo>
                    <a:pt x="2218071" y="1058553"/>
                  </a:lnTo>
                  <a:lnTo>
                    <a:pt x="2209580" y="1065053"/>
                  </a:lnTo>
                  <a:lnTo>
                    <a:pt x="2209580" y="1086247"/>
                  </a:lnTo>
                  <a:lnTo>
                    <a:pt x="2215948" y="1092464"/>
                  </a:lnTo>
                  <a:lnTo>
                    <a:pt x="2237145" y="1092464"/>
                  </a:lnTo>
                  <a:lnTo>
                    <a:pt x="2243513" y="1086247"/>
                  </a:lnTo>
                  <a:lnTo>
                    <a:pt x="2243513" y="1067031"/>
                  </a:lnTo>
                  <a:lnTo>
                    <a:pt x="2237145" y="1058553"/>
                  </a:lnTo>
                  <a:close/>
                </a:path>
                <a:path w="9542780" h="6570345">
                  <a:moveTo>
                    <a:pt x="2237145" y="1102920"/>
                  </a:moveTo>
                  <a:lnTo>
                    <a:pt x="2218071" y="1102920"/>
                  </a:lnTo>
                  <a:lnTo>
                    <a:pt x="2209580" y="1109418"/>
                  </a:lnTo>
                  <a:lnTo>
                    <a:pt x="2209580" y="1128351"/>
                  </a:lnTo>
                  <a:lnTo>
                    <a:pt x="2215948" y="1136829"/>
                  </a:lnTo>
                  <a:lnTo>
                    <a:pt x="2237145" y="1136829"/>
                  </a:lnTo>
                  <a:lnTo>
                    <a:pt x="2243513" y="1130612"/>
                  </a:lnTo>
                  <a:lnTo>
                    <a:pt x="2243513" y="1111397"/>
                  </a:lnTo>
                  <a:lnTo>
                    <a:pt x="2237145" y="1102920"/>
                  </a:lnTo>
                  <a:close/>
                </a:path>
                <a:path w="9542780" h="6570345">
                  <a:moveTo>
                    <a:pt x="2237145" y="1147568"/>
                  </a:moveTo>
                  <a:lnTo>
                    <a:pt x="2218071" y="1147568"/>
                  </a:lnTo>
                  <a:lnTo>
                    <a:pt x="2209580" y="1153784"/>
                  </a:lnTo>
                  <a:lnTo>
                    <a:pt x="2209580" y="1172999"/>
                  </a:lnTo>
                  <a:lnTo>
                    <a:pt x="2215948" y="1181477"/>
                  </a:lnTo>
                  <a:lnTo>
                    <a:pt x="2237145" y="1181477"/>
                  </a:lnTo>
                  <a:lnTo>
                    <a:pt x="2243513" y="1172999"/>
                  </a:lnTo>
                  <a:lnTo>
                    <a:pt x="2243513" y="1156045"/>
                  </a:lnTo>
                  <a:lnTo>
                    <a:pt x="2237145" y="1147568"/>
                  </a:lnTo>
                  <a:close/>
                </a:path>
                <a:path w="9542780" h="6570345">
                  <a:moveTo>
                    <a:pt x="2237145" y="1191933"/>
                  </a:moveTo>
                  <a:lnTo>
                    <a:pt x="2218071" y="1191933"/>
                  </a:lnTo>
                  <a:lnTo>
                    <a:pt x="2209580" y="1198432"/>
                  </a:lnTo>
                  <a:lnTo>
                    <a:pt x="2209580" y="1217364"/>
                  </a:lnTo>
                  <a:lnTo>
                    <a:pt x="2215948" y="1225843"/>
                  </a:lnTo>
                  <a:lnTo>
                    <a:pt x="2237145" y="1225843"/>
                  </a:lnTo>
                  <a:lnTo>
                    <a:pt x="2243513" y="1217364"/>
                  </a:lnTo>
                  <a:lnTo>
                    <a:pt x="2243513" y="1200410"/>
                  </a:lnTo>
                  <a:lnTo>
                    <a:pt x="2237145" y="1191933"/>
                  </a:lnTo>
                  <a:close/>
                </a:path>
                <a:path w="9542780" h="6570345">
                  <a:moveTo>
                    <a:pt x="2237145" y="1236581"/>
                  </a:moveTo>
                  <a:lnTo>
                    <a:pt x="2218071" y="1236581"/>
                  </a:lnTo>
                  <a:lnTo>
                    <a:pt x="2209580" y="1242797"/>
                  </a:lnTo>
                  <a:lnTo>
                    <a:pt x="2209580" y="1261731"/>
                  </a:lnTo>
                  <a:lnTo>
                    <a:pt x="2215948" y="1270208"/>
                  </a:lnTo>
                  <a:lnTo>
                    <a:pt x="2237145" y="1270208"/>
                  </a:lnTo>
                  <a:lnTo>
                    <a:pt x="2243513" y="1261731"/>
                  </a:lnTo>
                  <a:lnTo>
                    <a:pt x="2243513" y="1244776"/>
                  </a:lnTo>
                  <a:lnTo>
                    <a:pt x="2237145" y="1236581"/>
                  </a:lnTo>
                  <a:close/>
                </a:path>
                <a:path w="9542780" h="6570345">
                  <a:moveTo>
                    <a:pt x="2237145" y="1280946"/>
                  </a:moveTo>
                  <a:lnTo>
                    <a:pt x="2218071" y="1280946"/>
                  </a:lnTo>
                  <a:lnTo>
                    <a:pt x="2209580" y="1287162"/>
                  </a:lnTo>
                  <a:lnTo>
                    <a:pt x="2209580" y="1306379"/>
                  </a:lnTo>
                  <a:lnTo>
                    <a:pt x="2215948" y="1314856"/>
                  </a:lnTo>
                  <a:lnTo>
                    <a:pt x="2226561" y="1314856"/>
                  </a:lnTo>
                  <a:lnTo>
                    <a:pt x="2237145" y="1312595"/>
                  </a:lnTo>
                  <a:lnTo>
                    <a:pt x="2243513" y="1306379"/>
                  </a:lnTo>
                  <a:lnTo>
                    <a:pt x="2243513" y="1289423"/>
                  </a:lnTo>
                  <a:lnTo>
                    <a:pt x="2237145" y="1280946"/>
                  </a:lnTo>
                  <a:close/>
                </a:path>
                <a:path w="9542780" h="6570345">
                  <a:moveTo>
                    <a:pt x="2237145" y="1325312"/>
                  </a:moveTo>
                  <a:lnTo>
                    <a:pt x="2218071" y="1325312"/>
                  </a:lnTo>
                  <a:lnTo>
                    <a:pt x="2209580" y="1331810"/>
                  </a:lnTo>
                  <a:lnTo>
                    <a:pt x="2209580" y="1350744"/>
                  </a:lnTo>
                  <a:lnTo>
                    <a:pt x="2215948" y="1359221"/>
                  </a:lnTo>
                  <a:lnTo>
                    <a:pt x="2226561" y="1359221"/>
                  </a:lnTo>
                  <a:lnTo>
                    <a:pt x="2237145" y="1357243"/>
                  </a:lnTo>
                  <a:lnTo>
                    <a:pt x="2243513" y="1350744"/>
                  </a:lnTo>
                  <a:lnTo>
                    <a:pt x="2243513" y="1333789"/>
                  </a:lnTo>
                  <a:lnTo>
                    <a:pt x="2237145" y="1325312"/>
                  </a:lnTo>
                  <a:close/>
                </a:path>
                <a:path w="9542780" h="6570345">
                  <a:moveTo>
                    <a:pt x="2237145" y="1367699"/>
                  </a:moveTo>
                  <a:lnTo>
                    <a:pt x="2218071" y="1367699"/>
                  </a:lnTo>
                  <a:lnTo>
                    <a:pt x="2209580" y="1374198"/>
                  </a:lnTo>
                  <a:lnTo>
                    <a:pt x="2209580" y="1393131"/>
                  </a:lnTo>
                  <a:lnTo>
                    <a:pt x="2215948" y="1401608"/>
                  </a:lnTo>
                  <a:lnTo>
                    <a:pt x="2237145" y="1401608"/>
                  </a:lnTo>
                  <a:lnTo>
                    <a:pt x="2243513" y="1395110"/>
                  </a:lnTo>
                  <a:lnTo>
                    <a:pt x="2243513" y="1376177"/>
                  </a:lnTo>
                  <a:lnTo>
                    <a:pt x="2237145" y="1367699"/>
                  </a:lnTo>
                  <a:close/>
                </a:path>
                <a:path w="9542780" h="6570345">
                  <a:moveTo>
                    <a:pt x="2237145" y="1412064"/>
                  </a:moveTo>
                  <a:lnTo>
                    <a:pt x="2218071" y="1412064"/>
                  </a:lnTo>
                  <a:lnTo>
                    <a:pt x="2209580" y="1418564"/>
                  </a:lnTo>
                  <a:lnTo>
                    <a:pt x="2209580" y="1439758"/>
                  </a:lnTo>
                  <a:lnTo>
                    <a:pt x="2215948" y="1445975"/>
                  </a:lnTo>
                  <a:lnTo>
                    <a:pt x="2237145" y="1445975"/>
                  </a:lnTo>
                  <a:lnTo>
                    <a:pt x="2243513" y="1439758"/>
                  </a:lnTo>
                  <a:lnTo>
                    <a:pt x="2243513" y="1420541"/>
                  </a:lnTo>
                  <a:lnTo>
                    <a:pt x="2237145" y="1412064"/>
                  </a:lnTo>
                  <a:close/>
                </a:path>
                <a:path w="9542780" h="6570345">
                  <a:moveTo>
                    <a:pt x="2237145" y="1456712"/>
                  </a:moveTo>
                  <a:lnTo>
                    <a:pt x="2218071" y="1456712"/>
                  </a:lnTo>
                  <a:lnTo>
                    <a:pt x="2209580" y="1462929"/>
                  </a:lnTo>
                  <a:lnTo>
                    <a:pt x="2209580" y="1484123"/>
                  </a:lnTo>
                  <a:lnTo>
                    <a:pt x="2215948" y="1490623"/>
                  </a:lnTo>
                  <a:lnTo>
                    <a:pt x="2237145" y="1490623"/>
                  </a:lnTo>
                  <a:lnTo>
                    <a:pt x="2243513" y="1482144"/>
                  </a:lnTo>
                  <a:lnTo>
                    <a:pt x="2243513" y="1465190"/>
                  </a:lnTo>
                  <a:lnTo>
                    <a:pt x="2237145" y="1456712"/>
                  </a:lnTo>
                  <a:close/>
                </a:path>
                <a:path w="9542780" h="6570345">
                  <a:moveTo>
                    <a:pt x="2237145" y="1501077"/>
                  </a:moveTo>
                  <a:lnTo>
                    <a:pt x="2218071" y="1501077"/>
                  </a:lnTo>
                  <a:lnTo>
                    <a:pt x="2209580" y="1507577"/>
                  </a:lnTo>
                  <a:lnTo>
                    <a:pt x="2209580" y="1528771"/>
                  </a:lnTo>
                  <a:lnTo>
                    <a:pt x="2215948" y="1534988"/>
                  </a:lnTo>
                  <a:lnTo>
                    <a:pt x="2237145" y="1534988"/>
                  </a:lnTo>
                  <a:lnTo>
                    <a:pt x="2243513" y="1526510"/>
                  </a:lnTo>
                  <a:lnTo>
                    <a:pt x="2243513" y="1509555"/>
                  </a:lnTo>
                  <a:lnTo>
                    <a:pt x="2237145" y="1501077"/>
                  </a:lnTo>
                  <a:close/>
                </a:path>
                <a:path w="9542780" h="6570345">
                  <a:moveTo>
                    <a:pt x="2237145" y="1545443"/>
                  </a:moveTo>
                  <a:lnTo>
                    <a:pt x="2218071" y="1545443"/>
                  </a:lnTo>
                  <a:lnTo>
                    <a:pt x="2209580" y="1551942"/>
                  </a:lnTo>
                  <a:lnTo>
                    <a:pt x="2209580" y="1573136"/>
                  </a:lnTo>
                  <a:lnTo>
                    <a:pt x="2215948" y="1579352"/>
                  </a:lnTo>
                  <a:lnTo>
                    <a:pt x="2237145" y="1579352"/>
                  </a:lnTo>
                  <a:lnTo>
                    <a:pt x="2243513" y="1570875"/>
                  </a:lnTo>
                  <a:lnTo>
                    <a:pt x="2243513" y="1553921"/>
                  </a:lnTo>
                  <a:lnTo>
                    <a:pt x="2237145" y="1545443"/>
                  </a:lnTo>
                  <a:close/>
                </a:path>
                <a:path w="9542780" h="6570345">
                  <a:moveTo>
                    <a:pt x="2237145" y="1590092"/>
                  </a:moveTo>
                  <a:lnTo>
                    <a:pt x="2218071" y="1590092"/>
                  </a:lnTo>
                  <a:lnTo>
                    <a:pt x="2209580" y="1596308"/>
                  </a:lnTo>
                  <a:lnTo>
                    <a:pt x="2209580" y="1615523"/>
                  </a:lnTo>
                  <a:lnTo>
                    <a:pt x="2215948" y="1624001"/>
                  </a:lnTo>
                  <a:lnTo>
                    <a:pt x="2226561" y="1624001"/>
                  </a:lnTo>
                  <a:lnTo>
                    <a:pt x="2237145" y="1621740"/>
                  </a:lnTo>
                  <a:lnTo>
                    <a:pt x="2243513" y="1615523"/>
                  </a:lnTo>
                  <a:lnTo>
                    <a:pt x="2243513" y="1598569"/>
                  </a:lnTo>
                  <a:lnTo>
                    <a:pt x="2237145" y="1590092"/>
                  </a:lnTo>
                  <a:close/>
                </a:path>
                <a:path w="9542780" h="6570345">
                  <a:moveTo>
                    <a:pt x="2237145" y="1634456"/>
                  </a:moveTo>
                  <a:lnTo>
                    <a:pt x="2218071" y="1634456"/>
                  </a:lnTo>
                  <a:lnTo>
                    <a:pt x="2209580" y="1640956"/>
                  </a:lnTo>
                  <a:lnTo>
                    <a:pt x="2209580" y="1659889"/>
                  </a:lnTo>
                  <a:lnTo>
                    <a:pt x="2215948" y="1668367"/>
                  </a:lnTo>
                  <a:lnTo>
                    <a:pt x="2226561" y="1668367"/>
                  </a:lnTo>
                  <a:lnTo>
                    <a:pt x="2237145" y="1666388"/>
                  </a:lnTo>
                  <a:lnTo>
                    <a:pt x="2243513" y="1659889"/>
                  </a:lnTo>
                  <a:lnTo>
                    <a:pt x="2243513" y="1642934"/>
                  </a:lnTo>
                  <a:lnTo>
                    <a:pt x="2237145" y="1634456"/>
                  </a:lnTo>
                  <a:close/>
                </a:path>
                <a:path w="9542780" h="6570345">
                  <a:moveTo>
                    <a:pt x="2237145" y="1676844"/>
                  </a:moveTo>
                  <a:lnTo>
                    <a:pt x="2218071" y="1676844"/>
                  </a:lnTo>
                  <a:lnTo>
                    <a:pt x="2209580" y="1683061"/>
                  </a:lnTo>
                  <a:lnTo>
                    <a:pt x="2209580" y="1704254"/>
                  </a:lnTo>
                  <a:lnTo>
                    <a:pt x="2215948" y="1710754"/>
                  </a:lnTo>
                  <a:lnTo>
                    <a:pt x="2237145" y="1710754"/>
                  </a:lnTo>
                  <a:lnTo>
                    <a:pt x="2243513" y="1704254"/>
                  </a:lnTo>
                  <a:lnTo>
                    <a:pt x="2243513" y="1685321"/>
                  </a:lnTo>
                  <a:lnTo>
                    <a:pt x="2237145" y="1676844"/>
                  </a:lnTo>
                  <a:close/>
                </a:path>
                <a:path w="9542780" h="6570345">
                  <a:moveTo>
                    <a:pt x="2237145" y="1721209"/>
                  </a:moveTo>
                  <a:lnTo>
                    <a:pt x="2218071" y="1721209"/>
                  </a:lnTo>
                  <a:lnTo>
                    <a:pt x="2209581" y="1727709"/>
                  </a:lnTo>
                  <a:lnTo>
                    <a:pt x="2209581" y="1748903"/>
                  </a:lnTo>
                  <a:lnTo>
                    <a:pt x="2215948" y="1755119"/>
                  </a:lnTo>
                  <a:lnTo>
                    <a:pt x="2237145" y="1755119"/>
                  </a:lnTo>
                  <a:lnTo>
                    <a:pt x="2243513" y="1748903"/>
                  </a:lnTo>
                  <a:lnTo>
                    <a:pt x="2243513" y="1729687"/>
                  </a:lnTo>
                  <a:lnTo>
                    <a:pt x="2237145" y="1721209"/>
                  </a:lnTo>
                  <a:close/>
                </a:path>
                <a:path w="9542780" h="6570345">
                  <a:moveTo>
                    <a:pt x="2237145" y="1765857"/>
                  </a:moveTo>
                  <a:lnTo>
                    <a:pt x="2218071" y="1765857"/>
                  </a:lnTo>
                  <a:lnTo>
                    <a:pt x="2209581" y="1772074"/>
                  </a:lnTo>
                  <a:lnTo>
                    <a:pt x="2209581" y="1793267"/>
                  </a:lnTo>
                  <a:lnTo>
                    <a:pt x="2215948" y="1799767"/>
                  </a:lnTo>
                  <a:lnTo>
                    <a:pt x="2237145" y="1799767"/>
                  </a:lnTo>
                  <a:lnTo>
                    <a:pt x="2243513" y="1791290"/>
                  </a:lnTo>
                  <a:lnTo>
                    <a:pt x="2243513" y="1774334"/>
                  </a:lnTo>
                  <a:lnTo>
                    <a:pt x="2237145" y="1765857"/>
                  </a:lnTo>
                  <a:close/>
                </a:path>
                <a:path w="9542780" h="6570345">
                  <a:moveTo>
                    <a:pt x="2237145" y="1810223"/>
                  </a:moveTo>
                  <a:lnTo>
                    <a:pt x="2218071" y="1810223"/>
                  </a:lnTo>
                  <a:lnTo>
                    <a:pt x="2209581" y="1816722"/>
                  </a:lnTo>
                  <a:lnTo>
                    <a:pt x="2209581" y="1837634"/>
                  </a:lnTo>
                  <a:lnTo>
                    <a:pt x="2215948" y="1844132"/>
                  </a:lnTo>
                  <a:lnTo>
                    <a:pt x="2237145" y="1844132"/>
                  </a:lnTo>
                  <a:lnTo>
                    <a:pt x="2243513" y="1835655"/>
                  </a:lnTo>
                  <a:lnTo>
                    <a:pt x="2243513" y="1818700"/>
                  </a:lnTo>
                  <a:lnTo>
                    <a:pt x="2237145" y="1810223"/>
                  </a:lnTo>
                  <a:close/>
                </a:path>
                <a:path w="9542780" h="6570345">
                  <a:moveTo>
                    <a:pt x="2237145" y="1854588"/>
                  </a:moveTo>
                  <a:lnTo>
                    <a:pt x="2218071" y="1854588"/>
                  </a:lnTo>
                  <a:lnTo>
                    <a:pt x="2209581" y="1861088"/>
                  </a:lnTo>
                  <a:lnTo>
                    <a:pt x="2209581" y="1880021"/>
                  </a:lnTo>
                  <a:lnTo>
                    <a:pt x="2215948" y="1888498"/>
                  </a:lnTo>
                  <a:lnTo>
                    <a:pt x="2237145" y="1888498"/>
                  </a:lnTo>
                  <a:lnTo>
                    <a:pt x="2243513" y="1880021"/>
                  </a:lnTo>
                  <a:lnTo>
                    <a:pt x="2243513" y="1863065"/>
                  </a:lnTo>
                  <a:lnTo>
                    <a:pt x="2237145" y="1854588"/>
                  </a:lnTo>
                  <a:close/>
                </a:path>
                <a:path w="9542780" h="6570345">
                  <a:moveTo>
                    <a:pt x="2237145" y="1899236"/>
                  </a:moveTo>
                  <a:lnTo>
                    <a:pt x="2218071" y="1899236"/>
                  </a:lnTo>
                  <a:lnTo>
                    <a:pt x="2209581" y="1905453"/>
                  </a:lnTo>
                  <a:lnTo>
                    <a:pt x="2209581" y="1924669"/>
                  </a:lnTo>
                  <a:lnTo>
                    <a:pt x="2215948" y="1933147"/>
                  </a:lnTo>
                  <a:lnTo>
                    <a:pt x="2226561" y="1933147"/>
                  </a:lnTo>
                  <a:lnTo>
                    <a:pt x="2237145" y="1930886"/>
                  </a:lnTo>
                  <a:lnTo>
                    <a:pt x="2243513" y="1924669"/>
                  </a:lnTo>
                  <a:lnTo>
                    <a:pt x="2243513" y="1907713"/>
                  </a:lnTo>
                  <a:lnTo>
                    <a:pt x="2237145" y="1899236"/>
                  </a:lnTo>
                  <a:close/>
                </a:path>
                <a:path w="9542780" h="6570345">
                  <a:moveTo>
                    <a:pt x="2237145" y="1943601"/>
                  </a:moveTo>
                  <a:lnTo>
                    <a:pt x="2218071" y="1943601"/>
                  </a:lnTo>
                  <a:lnTo>
                    <a:pt x="2209581" y="1950101"/>
                  </a:lnTo>
                  <a:lnTo>
                    <a:pt x="2209581" y="1971295"/>
                  </a:lnTo>
                  <a:lnTo>
                    <a:pt x="2215948" y="1977511"/>
                  </a:lnTo>
                  <a:lnTo>
                    <a:pt x="2226561" y="1977511"/>
                  </a:lnTo>
                  <a:lnTo>
                    <a:pt x="2237145" y="1975251"/>
                  </a:lnTo>
                  <a:lnTo>
                    <a:pt x="2243513" y="1969034"/>
                  </a:lnTo>
                  <a:lnTo>
                    <a:pt x="2243513" y="1952080"/>
                  </a:lnTo>
                  <a:lnTo>
                    <a:pt x="2237145" y="1943601"/>
                  </a:lnTo>
                  <a:close/>
                </a:path>
                <a:path w="9542780" h="6570345">
                  <a:moveTo>
                    <a:pt x="2237145" y="1985989"/>
                  </a:moveTo>
                  <a:lnTo>
                    <a:pt x="2218071" y="1985989"/>
                  </a:lnTo>
                  <a:lnTo>
                    <a:pt x="2209581" y="1992205"/>
                  </a:lnTo>
                  <a:lnTo>
                    <a:pt x="2209581" y="2013399"/>
                  </a:lnTo>
                  <a:lnTo>
                    <a:pt x="2215948" y="2019899"/>
                  </a:lnTo>
                  <a:lnTo>
                    <a:pt x="2237145" y="2019899"/>
                  </a:lnTo>
                  <a:lnTo>
                    <a:pt x="2243513" y="2013399"/>
                  </a:lnTo>
                  <a:lnTo>
                    <a:pt x="2243513" y="1994466"/>
                  </a:lnTo>
                  <a:lnTo>
                    <a:pt x="2237145" y="1985989"/>
                  </a:lnTo>
                  <a:close/>
                </a:path>
                <a:path w="9542780" h="6570345">
                  <a:moveTo>
                    <a:pt x="2237145" y="2030355"/>
                  </a:moveTo>
                  <a:lnTo>
                    <a:pt x="2218071" y="2030355"/>
                  </a:lnTo>
                  <a:lnTo>
                    <a:pt x="2209581" y="2036853"/>
                  </a:lnTo>
                  <a:lnTo>
                    <a:pt x="2209581" y="2058047"/>
                  </a:lnTo>
                  <a:lnTo>
                    <a:pt x="2215948" y="2064264"/>
                  </a:lnTo>
                  <a:lnTo>
                    <a:pt x="2237145" y="2064264"/>
                  </a:lnTo>
                  <a:lnTo>
                    <a:pt x="2243513" y="2058047"/>
                  </a:lnTo>
                  <a:lnTo>
                    <a:pt x="2243513" y="2038832"/>
                  </a:lnTo>
                  <a:lnTo>
                    <a:pt x="2237145" y="2030355"/>
                  </a:lnTo>
                  <a:close/>
                </a:path>
                <a:path w="9542780" h="6570345">
                  <a:moveTo>
                    <a:pt x="2237145" y="2075003"/>
                  </a:moveTo>
                  <a:lnTo>
                    <a:pt x="2218071" y="2075003"/>
                  </a:lnTo>
                  <a:lnTo>
                    <a:pt x="2209581" y="2081220"/>
                  </a:lnTo>
                  <a:lnTo>
                    <a:pt x="2209581" y="2102413"/>
                  </a:lnTo>
                  <a:lnTo>
                    <a:pt x="2215948" y="2108912"/>
                  </a:lnTo>
                  <a:lnTo>
                    <a:pt x="2237145" y="2108912"/>
                  </a:lnTo>
                  <a:lnTo>
                    <a:pt x="2243513" y="2100435"/>
                  </a:lnTo>
                  <a:lnTo>
                    <a:pt x="2243513" y="2083480"/>
                  </a:lnTo>
                  <a:lnTo>
                    <a:pt x="2237145" y="2075003"/>
                  </a:lnTo>
                  <a:close/>
                </a:path>
                <a:path w="9542780" h="6570345">
                  <a:moveTo>
                    <a:pt x="2237145" y="2119368"/>
                  </a:moveTo>
                  <a:lnTo>
                    <a:pt x="2218071" y="2119368"/>
                  </a:lnTo>
                  <a:lnTo>
                    <a:pt x="2209581" y="2125585"/>
                  </a:lnTo>
                  <a:lnTo>
                    <a:pt x="2209581" y="2144801"/>
                  </a:lnTo>
                  <a:lnTo>
                    <a:pt x="2215948" y="2153278"/>
                  </a:lnTo>
                  <a:lnTo>
                    <a:pt x="2237145" y="2153278"/>
                  </a:lnTo>
                  <a:lnTo>
                    <a:pt x="2243513" y="2144801"/>
                  </a:lnTo>
                  <a:lnTo>
                    <a:pt x="2243513" y="2127845"/>
                  </a:lnTo>
                  <a:lnTo>
                    <a:pt x="2237145" y="2119368"/>
                  </a:lnTo>
                  <a:close/>
                </a:path>
                <a:path w="9542780" h="6570345">
                  <a:moveTo>
                    <a:pt x="2237145" y="2163733"/>
                  </a:moveTo>
                  <a:lnTo>
                    <a:pt x="2218071" y="2163733"/>
                  </a:lnTo>
                  <a:lnTo>
                    <a:pt x="2209581" y="2170233"/>
                  </a:lnTo>
                  <a:lnTo>
                    <a:pt x="2209581" y="2189166"/>
                  </a:lnTo>
                  <a:lnTo>
                    <a:pt x="2215948" y="2197643"/>
                  </a:lnTo>
                  <a:lnTo>
                    <a:pt x="2237145" y="2197643"/>
                  </a:lnTo>
                  <a:lnTo>
                    <a:pt x="2243513" y="2189166"/>
                  </a:lnTo>
                  <a:lnTo>
                    <a:pt x="2243513" y="2172211"/>
                  </a:lnTo>
                  <a:lnTo>
                    <a:pt x="2237145" y="2163733"/>
                  </a:lnTo>
                  <a:close/>
                </a:path>
                <a:path w="9542780" h="6570345">
                  <a:moveTo>
                    <a:pt x="2237145" y="2208381"/>
                  </a:moveTo>
                  <a:lnTo>
                    <a:pt x="2218071" y="2208381"/>
                  </a:lnTo>
                  <a:lnTo>
                    <a:pt x="2209581" y="2214598"/>
                  </a:lnTo>
                  <a:lnTo>
                    <a:pt x="2209581" y="2233814"/>
                  </a:lnTo>
                  <a:lnTo>
                    <a:pt x="2215948" y="2242291"/>
                  </a:lnTo>
                  <a:lnTo>
                    <a:pt x="2226561" y="2242291"/>
                  </a:lnTo>
                  <a:lnTo>
                    <a:pt x="2237145" y="2240031"/>
                  </a:lnTo>
                  <a:lnTo>
                    <a:pt x="2243513" y="2233814"/>
                  </a:lnTo>
                  <a:lnTo>
                    <a:pt x="2243513" y="2216859"/>
                  </a:lnTo>
                  <a:lnTo>
                    <a:pt x="2237145" y="2208381"/>
                  </a:lnTo>
                  <a:close/>
                </a:path>
                <a:path w="9542780" h="6570345">
                  <a:moveTo>
                    <a:pt x="2237145" y="2252747"/>
                  </a:moveTo>
                  <a:lnTo>
                    <a:pt x="2218071" y="2252747"/>
                  </a:lnTo>
                  <a:lnTo>
                    <a:pt x="2209581" y="2259246"/>
                  </a:lnTo>
                  <a:lnTo>
                    <a:pt x="2209581" y="2280157"/>
                  </a:lnTo>
                  <a:lnTo>
                    <a:pt x="2215948" y="2286656"/>
                  </a:lnTo>
                  <a:lnTo>
                    <a:pt x="2226561" y="2286656"/>
                  </a:lnTo>
                  <a:lnTo>
                    <a:pt x="2237145" y="2284395"/>
                  </a:lnTo>
                  <a:lnTo>
                    <a:pt x="2243513" y="2278179"/>
                  </a:lnTo>
                  <a:lnTo>
                    <a:pt x="2243513" y="2261224"/>
                  </a:lnTo>
                  <a:lnTo>
                    <a:pt x="2237145" y="2252747"/>
                  </a:lnTo>
                  <a:close/>
                </a:path>
                <a:path w="9542780" h="6570345">
                  <a:moveTo>
                    <a:pt x="2237145" y="2295135"/>
                  </a:moveTo>
                  <a:lnTo>
                    <a:pt x="2218071" y="2295135"/>
                  </a:lnTo>
                  <a:lnTo>
                    <a:pt x="2209581" y="2301351"/>
                  </a:lnTo>
                  <a:lnTo>
                    <a:pt x="2209581" y="2322545"/>
                  </a:lnTo>
                  <a:lnTo>
                    <a:pt x="2215948" y="2329044"/>
                  </a:lnTo>
                  <a:lnTo>
                    <a:pt x="2237145" y="2329044"/>
                  </a:lnTo>
                  <a:lnTo>
                    <a:pt x="2243513" y="2322545"/>
                  </a:lnTo>
                  <a:lnTo>
                    <a:pt x="2243513" y="2303612"/>
                  </a:lnTo>
                  <a:lnTo>
                    <a:pt x="2237145" y="2295135"/>
                  </a:lnTo>
                  <a:close/>
                </a:path>
                <a:path w="9542780" h="6570345">
                  <a:moveTo>
                    <a:pt x="2237145" y="2339500"/>
                  </a:moveTo>
                  <a:lnTo>
                    <a:pt x="2218071" y="2339500"/>
                  </a:lnTo>
                  <a:lnTo>
                    <a:pt x="2209581" y="2345999"/>
                  </a:lnTo>
                  <a:lnTo>
                    <a:pt x="2209581" y="2367193"/>
                  </a:lnTo>
                  <a:lnTo>
                    <a:pt x="2215948" y="2373410"/>
                  </a:lnTo>
                  <a:lnTo>
                    <a:pt x="2237145" y="2373410"/>
                  </a:lnTo>
                  <a:lnTo>
                    <a:pt x="2243513" y="2367193"/>
                  </a:lnTo>
                  <a:lnTo>
                    <a:pt x="2243513" y="2347977"/>
                  </a:lnTo>
                  <a:lnTo>
                    <a:pt x="2237145" y="2339500"/>
                  </a:lnTo>
                  <a:close/>
                </a:path>
                <a:path w="9542780" h="6570345">
                  <a:moveTo>
                    <a:pt x="2237145" y="2384148"/>
                  </a:moveTo>
                  <a:lnTo>
                    <a:pt x="2218071" y="2384148"/>
                  </a:lnTo>
                  <a:lnTo>
                    <a:pt x="2209581" y="2390364"/>
                  </a:lnTo>
                  <a:lnTo>
                    <a:pt x="2209581" y="2411558"/>
                  </a:lnTo>
                  <a:lnTo>
                    <a:pt x="2215948" y="2417775"/>
                  </a:lnTo>
                  <a:lnTo>
                    <a:pt x="2237145" y="2417775"/>
                  </a:lnTo>
                  <a:lnTo>
                    <a:pt x="2243513" y="2409579"/>
                  </a:lnTo>
                  <a:lnTo>
                    <a:pt x="2243513" y="2392625"/>
                  </a:lnTo>
                  <a:lnTo>
                    <a:pt x="2237145" y="2384148"/>
                  </a:lnTo>
                  <a:close/>
                </a:path>
                <a:path w="9542780" h="6570345">
                  <a:moveTo>
                    <a:pt x="2237145" y="2428513"/>
                  </a:moveTo>
                  <a:lnTo>
                    <a:pt x="2218071" y="2428513"/>
                  </a:lnTo>
                  <a:lnTo>
                    <a:pt x="2209581" y="2434729"/>
                  </a:lnTo>
                  <a:lnTo>
                    <a:pt x="2209581" y="2453946"/>
                  </a:lnTo>
                  <a:lnTo>
                    <a:pt x="2215949" y="2462423"/>
                  </a:lnTo>
                  <a:lnTo>
                    <a:pt x="2237145" y="2462423"/>
                  </a:lnTo>
                  <a:lnTo>
                    <a:pt x="2243513" y="2453946"/>
                  </a:lnTo>
                  <a:lnTo>
                    <a:pt x="2243513" y="2436991"/>
                  </a:lnTo>
                  <a:lnTo>
                    <a:pt x="2237145" y="2428513"/>
                  </a:lnTo>
                  <a:close/>
                </a:path>
                <a:path w="9542780" h="6570345">
                  <a:moveTo>
                    <a:pt x="2237145" y="2472879"/>
                  </a:moveTo>
                  <a:lnTo>
                    <a:pt x="2218071" y="2472879"/>
                  </a:lnTo>
                  <a:lnTo>
                    <a:pt x="2209581" y="2479377"/>
                  </a:lnTo>
                  <a:lnTo>
                    <a:pt x="2209581" y="2498310"/>
                  </a:lnTo>
                  <a:lnTo>
                    <a:pt x="2215949" y="2506788"/>
                  </a:lnTo>
                  <a:lnTo>
                    <a:pt x="2237145" y="2506788"/>
                  </a:lnTo>
                  <a:lnTo>
                    <a:pt x="2243513" y="2498310"/>
                  </a:lnTo>
                  <a:lnTo>
                    <a:pt x="2243513" y="2481356"/>
                  </a:lnTo>
                  <a:lnTo>
                    <a:pt x="2237145" y="2472879"/>
                  </a:lnTo>
                  <a:close/>
                </a:path>
                <a:path w="9542780" h="6570345">
                  <a:moveTo>
                    <a:pt x="2237145" y="2517527"/>
                  </a:moveTo>
                  <a:lnTo>
                    <a:pt x="2218071" y="2517527"/>
                  </a:lnTo>
                  <a:lnTo>
                    <a:pt x="2209581" y="2523743"/>
                  </a:lnTo>
                  <a:lnTo>
                    <a:pt x="2209581" y="2544937"/>
                  </a:lnTo>
                  <a:lnTo>
                    <a:pt x="2215949" y="2551436"/>
                  </a:lnTo>
                  <a:lnTo>
                    <a:pt x="2226561" y="2551436"/>
                  </a:lnTo>
                  <a:lnTo>
                    <a:pt x="2237145" y="2549175"/>
                  </a:lnTo>
                  <a:lnTo>
                    <a:pt x="2243513" y="2542959"/>
                  </a:lnTo>
                  <a:lnTo>
                    <a:pt x="2243513" y="2526004"/>
                  </a:lnTo>
                  <a:lnTo>
                    <a:pt x="2237145" y="2517527"/>
                  </a:lnTo>
                  <a:close/>
                </a:path>
                <a:path w="9542780" h="6570345">
                  <a:moveTo>
                    <a:pt x="2237145" y="2561892"/>
                  </a:moveTo>
                  <a:lnTo>
                    <a:pt x="2218071" y="2561892"/>
                  </a:lnTo>
                  <a:lnTo>
                    <a:pt x="2209581" y="2568108"/>
                  </a:lnTo>
                  <a:lnTo>
                    <a:pt x="2209581" y="2589302"/>
                  </a:lnTo>
                  <a:lnTo>
                    <a:pt x="2215949" y="2595802"/>
                  </a:lnTo>
                  <a:lnTo>
                    <a:pt x="2226561" y="2595802"/>
                  </a:lnTo>
                  <a:lnTo>
                    <a:pt x="2237145" y="2593541"/>
                  </a:lnTo>
                  <a:lnTo>
                    <a:pt x="2243513" y="2587325"/>
                  </a:lnTo>
                  <a:lnTo>
                    <a:pt x="2243513" y="2570369"/>
                  </a:lnTo>
                  <a:lnTo>
                    <a:pt x="2237145" y="2561892"/>
                  </a:lnTo>
                  <a:close/>
                </a:path>
                <a:path w="9542780" h="6570345">
                  <a:moveTo>
                    <a:pt x="2237145" y="2604279"/>
                  </a:moveTo>
                  <a:lnTo>
                    <a:pt x="2218071" y="2604279"/>
                  </a:lnTo>
                  <a:lnTo>
                    <a:pt x="2209581" y="2610496"/>
                  </a:lnTo>
                  <a:lnTo>
                    <a:pt x="2209581" y="2631690"/>
                  </a:lnTo>
                  <a:lnTo>
                    <a:pt x="2215949" y="2638190"/>
                  </a:lnTo>
                  <a:lnTo>
                    <a:pt x="2237145" y="2638190"/>
                  </a:lnTo>
                  <a:lnTo>
                    <a:pt x="2243513" y="2631690"/>
                  </a:lnTo>
                  <a:lnTo>
                    <a:pt x="2243513" y="2612757"/>
                  </a:lnTo>
                  <a:lnTo>
                    <a:pt x="2237145" y="2604279"/>
                  </a:lnTo>
                  <a:close/>
                </a:path>
                <a:path w="9542780" h="6570345">
                  <a:moveTo>
                    <a:pt x="2237145" y="2648644"/>
                  </a:moveTo>
                  <a:lnTo>
                    <a:pt x="2218071" y="2648644"/>
                  </a:lnTo>
                  <a:lnTo>
                    <a:pt x="2209581" y="2655144"/>
                  </a:lnTo>
                  <a:lnTo>
                    <a:pt x="2209581" y="2676338"/>
                  </a:lnTo>
                  <a:lnTo>
                    <a:pt x="2215949" y="2682554"/>
                  </a:lnTo>
                  <a:lnTo>
                    <a:pt x="2237145" y="2682554"/>
                  </a:lnTo>
                  <a:lnTo>
                    <a:pt x="2243513" y="2676338"/>
                  </a:lnTo>
                  <a:lnTo>
                    <a:pt x="2243513" y="2657123"/>
                  </a:lnTo>
                  <a:lnTo>
                    <a:pt x="2237145" y="2648644"/>
                  </a:lnTo>
                  <a:close/>
                </a:path>
                <a:path w="9542780" h="6570345">
                  <a:moveTo>
                    <a:pt x="2237145" y="2693292"/>
                  </a:moveTo>
                  <a:lnTo>
                    <a:pt x="2218071" y="2693292"/>
                  </a:lnTo>
                  <a:lnTo>
                    <a:pt x="2209581" y="2699509"/>
                  </a:lnTo>
                  <a:lnTo>
                    <a:pt x="2209581" y="2718442"/>
                  </a:lnTo>
                  <a:lnTo>
                    <a:pt x="2215950" y="2726921"/>
                  </a:lnTo>
                  <a:lnTo>
                    <a:pt x="2237145" y="2726921"/>
                  </a:lnTo>
                  <a:lnTo>
                    <a:pt x="2243513" y="2718442"/>
                  </a:lnTo>
                  <a:lnTo>
                    <a:pt x="2243513" y="2701770"/>
                  </a:lnTo>
                  <a:lnTo>
                    <a:pt x="2237145" y="2693292"/>
                  </a:lnTo>
                  <a:close/>
                </a:path>
                <a:path w="9542780" h="6570345">
                  <a:moveTo>
                    <a:pt x="2237145" y="2737658"/>
                  </a:moveTo>
                  <a:lnTo>
                    <a:pt x="2218071" y="2737658"/>
                  </a:lnTo>
                  <a:lnTo>
                    <a:pt x="2209581" y="2743875"/>
                  </a:lnTo>
                  <a:lnTo>
                    <a:pt x="2209581" y="2763090"/>
                  </a:lnTo>
                  <a:lnTo>
                    <a:pt x="2215949" y="2771567"/>
                  </a:lnTo>
                  <a:lnTo>
                    <a:pt x="2237145" y="2771567"/>
                  </a:lnTo>
                  <a:lnTo>
                    <a:pt x="2243513" y="2763090"/>
                  </a:lnTo>
                  <a:lnTo>
                    <a:pt x="2243513" y="2746136"/>
                  </a:lnTo>
                  <a:lnTo>
                    <a:pt x="2237145" y="2737658"/>
                  </a:lnTo>
                  <a:close/>
                </a:path>
                <a:path w="9542780" h="6570345">
                  <a:moveTo>
                    <a:pt x="2237145" y="2782023"/>
                  </a:moveTo>
                  <a:lnTo>
                    <a:pt x="2218071" y="2782023"/>
                  </a:lnTo>
                  <a:lnTo>
                    <a:pt x="2209581" y="2788523"/>
                  </a:lnTo>
                  <a:lnTo>
                    <a:pt x="2209581" y="2807456"/>
                  </a:lnTo>
                  <a:lnTo>
                    <a:pt x="2215949" y="2815934"/>
                  </a:lnTo>
                  <a:lnTo>
                    <a:pt x="2237145" y="2815934"/>
                  </a:lnTo>
                  <a:lnTo>
                    <a:pt x="2243513" y="2807456"/>
                  </a:lnTo>
                  <a:lnTo>
                    <a:pt x="2243513" y="2790501"/>
                  </a:lnTo>
                  <a:lnTo>
                    <a:pt x="2237145" y="2782023"/>
                  </a:lnTo>
                  <a:close/>
                </a:path>
                <a:path w="9542780" h="6570345">
                  <a:moveTo>
                    <a:pt x="2237145" y="2826672"/>
                  </a:moveTo>
                  <a:lnTo>
                    <a:pt x="2218071" y="2826672"/>
                  </a:lnTo>
                  <a:lnTo>
                    <a:pt x="2209581" y="2832888"/>
                  </a:lnTo>
                  <a:lnTo>
                    <a:pt x="2209581" y="2851821"/>
                  </a:lnTo>
                  <a:lnTo>
                    <a:pt x="2215949" y="2860299"/>
                  </a:lnTo>
                  <a:lnTo>
                    <a:pt x="2226561" y="2860299"/>
                  </a:lnTo>
                  <a:lnTo>
                    <a:pt x="2237145" y="2858321"/>
                  </a:lnTo>
                  <a:lnTo>
                    <a:pt x="2243513" y="2851821"/>
                  </a:lnTo>
                  <a:lnTo>
                    <a:pt x="2243513" y="2835149"/>
                  </a:lnTo>
                  <a:lnTo>
                    <a:pt x="2237145" y="2826672"/>
                  </a:lnTo>
                  <a:close/>
                </a:path>
                <a:path w="9542780" h="6570345">
                  <a:moveTo>
                    <a:pt x="2237145" y="2871036"/>
                  </a:moveTo>
                  <a:lnTo>
                    <a:pt x="2218071" y="2871036"/>
                  </a:lnTo>
                  <a:lnTo>
                    <a:pt x="2209581" y="2877254"/>
                  </a:lnTo>
                  <a:lnTo>
                    <a:pt x="2209581" y="2896469"/>
                  </a:lnTo>
                  <a:lnTo>
                    <a:pt x="2215949" y="2904947"/>
                  </a:lnTo>
                  <a:lnTo>
                    <a:pt x="2226561" y="2904947"/>
                  </a:lnTo>
                  <a:lnTo>
                    <a:pt x="2237145" y="2902686"/>
                  </a:lnTo>
                  <a:lnTo>
                    <a:pt x="2243513" y="2896469"/>
                  </a:lnTo>
                  <a:lnTo>
                    <a:pt x="2243513" y="2879515"/>
                  </a:lnTo>
                  <a:lnTo>
                    <a:pt x="2237145" y="2871036"/>
                  </a:lnTo>
                  <a:close/>
                </a:path>
                <a:path w="9542780" h="6570345">
                  <a:moveTo>
                    <a:pt x="2237145" y="2913424"/>
                  </a:moveTo>
                  <a:lnTo>
                    <a:pt x="2218071" y="2913424"/>
                  </a:lnTo>
                  <a:lnTo>
                    <a:pt x="2209581" y="2919641"/>
                  </a:lnTo>
                  <a:lnTo>
                    <a:pt x="2209581" y="2938857"/>
                  </a:lnTo>
                  <a:lnTo>
                    <a:pt x="2215949" y="2947334"/>
                  </a:lnTo>
                  <a:lnTo>
                    <a:pt x="2237145" y="2947334"/>
                  </a:lnTo>
                  <a:lnTo>
                    <a:pt x="2243513" y="2940834"/>
                  </a:lnTo>
                  <a:lnTo>
                    <a:pt x="2243513" y="2921902"/>
                  </a:lnTo>
                  <a:lnTo>
                    <a:pt x="2237145" y="2913424"/>
                  </a:lnTo>
                  <a:close/>
                </a:path>
                <a:path w="9542780" h="6570345">
                  <a:moveTo>
                    <a:pt x="2237145" y="2957790"/>
                  </a:moveTo>
                  <a:lnTo>
                    <a:pt x="2218071" y="2957790"/>
                  </a:lnTo>
                  <a:lnTo>
                    <a:pt x="2209581" y="2964289"/>
                  </a:lnTo>
                  <a:lnTo>
                    <a:pt x="2209581" y="2983222"/>
                  </a:lnTo>
                  <a:lnTo>
                    <a:pt x="2215949" y="2991699"/>
                  </a:lnTo>
                  <a:lnTo>
                    <a:pt x="2237145" y="2991699"/>
                  </a:lnTo>
                  <a:lnTo>
                    <a:pt x="2243513" y="2985482"/>
                  </a:lnTo>
                  <a:lnTo>
                    <a:pt x="2243513" y="2966267"/>
                  </a:lnTo>
                  <a:lnTo>
                    <a:pt x="2237145" y="2957790"/>
                  </a:lnTo>
                  <a:close/>
                </a:path>
                <a:path w="9542780" h="6570345">
                  <a:moveTo>
                    <a:pt x="2237145" y="3002155"/>
                  </a:moveTo>
                  <a:lnTo>
                    <a:pt x="2218071" y="3002155"/>
                  </a:lnTo>
                  <a:lnTo>
                    <a:pt x="2209581" y="3008655"/>
                  </a:lnTo>
                  <a:lnTo>
                    <a:pt x="2209581" y="3027588"/>
                  </a:lnTo>
                  <a:lnTo>
                    <a:pt x="2215949" y="3036065"/>
                  </a:lnTo>
                  <a:lnTo>
                    <a:pt x="2237145" y="3036065"/>
                  </a:lnTo>
                  <a:lnTo>
                    <a:pt x="2243513" y="3027588"/>
                  </a:lnTo>
                  <a:lnTo>
                    <a:pt x="2243513" y="3010632"/>
                  </a:lnTo>
                  <a:lnTo>
                    <a:pt x="2237145" y="3002155"/>
                  </a:lnTo>
                  <a:close/>
                </a:path>
                <a:path w="9542780" h="6570345">
                  <a:moveTo>
                    <a:pt x="2237145" y="3046803"/>
                  </a:moveTo>
                  <a:lnTo>
                    <a:pt x="2218071" y="3046803"/>
                  </a:lnTo>
                  <a:lnTo>
                    <a:pt x="2209581" y="3053020"/>
                  </a:lnTo>
                  <a:lnTo>
                    <a:pt x="2209581" y="3072236"/>
                  </a:lnTo>
                  <a:lnTo>
                    <a:pt x="2215949" y="3080713"/>
                  </a:lnTo>
                  <a:lnTo>
                    <a:pt x="2237145" y="3080713"/>
                  </a:lnTo>
                  <a:lnTo>
                    <a:pt x="2243513" y="3072236"/>
                  </a:lnTo>
                  <a:lnTo>
                    <a:pt x="2243513" y="3055280"/>
                  </a:lnTo>
                  <a:lnTo>
                    <a:pt x="2237145" y="3046803"/>
                  </a:lnTo>
                  <a:close/>
                </a:path>
                <a:path w="9542780" h="6570345">
                  <a:moveTo>
                    <a:pt x="2237145" y="3091168"/>
                  </a:moveTo>
                  <a:lnTo>
                    <a:pt x="2218071" y="3091168"/>
                  </a:lnTo>
                  <a:lnTo>
                    <a:pt x="2209581" y="3097668"/>
                  </a:lnTo>
                  <a:lnTo>
                    <a:pt x="2209581" y="3118862"/>
                  </a:lnTo>
                  <a:lnTo>
                    <a:pt x="2215949" y="3125078"/>
                  </a:lnTo>
                  <a:lnTo>
                    <a:pt x="2237145" y="3125078"/>
                  </a:lnTo>
                  <a:lnTo>
                    <a:pt x="2243513" y="3116601"/>
                  </a:lnTo>
                  <a:lnTo>
                    <a:pt x="2243513" y="3099647"/>
                  </a:lnTo>
                  <a:lnTo>
                    <a:pt x="2237145" y="3091168"/>
                  </a:lnTo>
                  <a:close/>
                </a:path>
                <a:path w="9542780" h="6570345">
                  <a:moveTo>
                    <a:pt x="2237145" y="3135816"/>
                  </a:moveTo>
                  <a:lnTo>
                    <a:pt x="2218071" y="3135816"/>
                  </a:lnTo>
                  <a:lnTo>
                    <a:pt x="2209581" y="3142034"/>
                  </a:lnTo>
                  <a:lnTo>
                    <a:pt x="2209581" y="3163227"/>
                  </a:lnTo>
                  <a:lnTo>
                    <a:pt x="2215949" y="3169445"/>
                  </a:lnTo>
                  <a:lnTo>
                    <a:pt x="2226561" y="3169445"/>
                  </a:lnTo>
                  <a:lnTo>
                    <a:pt x="2237145" y="3167466"/>
                  </a:lnTo>
                  <a:lnTo>
                    <a:pt x="2243513" y="3160966"/>
                  </a:lnTo>
                  <a:lnTo>
                    <a:pt x="2243513" y="3144011"/>
                  </a:lnTo>
                  <a:lnTo>
                    <a:pt x="2237145" y="3135816"/>
                  </a:lnTo>
                  <a:close/>
                </a:path>
                <a:path w="9542780" h="6570345">
                  <a:moveTo>
                    <a:pt x="2237145" y="3180182"/>
                  </a:moveTo>
                  <a:lnTo>
                    <a:pt x="2218071" y="3180182"/>
                  </a:lnTo>
                  <a:lnTo>
                    <a:pt x="2209581" y="3186399"/>
                  </a:lnTo>
                  <a:lnTo>
                    <a:pt x="2209581" y="3205614"/>
                  </a:lnTo>
                  <a:lnTo>
                    <a:pt x="2215949" y="3214093"/>
                  </a:lnTo>
                  <a:lnTo>
                    <a:pt x="2226561" y="3214093"/>
                  </a:lnTo>
                  <a:lnTo>
                    <a:pt x="2237145" y="3211831"/>
                  </a:lnTo>
                  <a:lnTo>
                    <a:pt x="2243513" y="3205614"/>
                  </a:lnTo>
                  <a:lnTo>
                    <a:pt x="2243513" y="3188660"/>
                  </a:lnTo>
                  <a:lnTo>
                    <a:pt x="2237145" y="3180182"/>
                  </a:lnTo>
                  <a:close/>
                </a:path>
                <a:path w="9542780" h="6570345">
                  <a:moveTo>
                    <a:pt x="2237145" y="3222570"/>
                  </a:moveTo>
                  <a:lnTo>
                    <a:pt x="2218071" y="3222570"/>
                  </a:lnTo>
                  <a:lnTo>
                    <a:pt x="2209581" y="3228787"/>
                  </a:lnTo>
                  <a:lnTo>
                    <a:pt x="2209581" y="3248002"/>
                  </a:lnTo>
                  <a:lnTo>
                    <a:pt x="2215949" y="3256479"/>
                  </a:lnTo>
                  <a:lnTo>
                    <a:pt x="2237145" y="3256479"/>
                  </a:lnTo>
                  <a:lnTo>
                    <a:pt x="2243513" y="3249980"/>
                  </a:lnTo>
                  <a:lnTo>
                    <a:pt x="2243513" y="3231047"/>
                  </a:lnTo>
                  <a:lnTo>
                    <a:pt x="2237145" y="3222570"/>
                  </a:lnTo>
                  <a:close/>
                </a:path>
                <a:path w="9542780" h="6570345">
                  <a:moveTo>
                    <a:pt x="2237145" y="3266935"/>
                  </a:moveTo>
                  <a:lnTo>
                    <a:pt x="2218071" y="3266935"/>
                  </a:lnTo>
                  <a:lnTo>
                    <a:pt x="2209581" y="3273435"/>
                  </a:lnTo>
                  <a:lnTo>
                    <a:pt x="2209581" y="3292368"/>
                  </a:lnTo>
                  <a:lnTo>
                    <a:pt x="2215949" y="3300845"/>
                  </a:lnTo>
                  <a:lnTo>
                    <a:pt x="2237145" y="3300845"/>
                  </a:lnTo>
                  <a:lnTo>
                    <a:pt x="2243513" y="3294345"/>
                  </a:lnTo>
                  <a:lnTo>
                    <a:pt x="2243513" y="3275412"/>
                  </a:lnTo>
                  <a:lnTo>
                    <a:pt x="2237145" y="3266935"/>
                  </a:lnTo>
                  <a:close/>
                </a:path>
                <a:path w="9542780" h="6570345">
                  <a:moveTo>
                    <a:pt x="2237146" y="5034912"/>
                  </a:moveTo>
                  <a:lnTo>
                    <a:pt x="2218071" y="5034912"/>
                  </a:lnTo>
                  <a:lnTo>
                    <a:pt x="2209581" y="5041270"/>
                  </a:lnTo>
                  <a:lnTo>
                    <a:pt x="2209581" y="5060316"/>
                  </a:lnTo>
                  <a:lnTo>
                    <a:pt x="2215949" y="5068793"/>
                  </a:lnTo>
                  <a:lnTo>
                    <a:pt x="2226561" y="5068793"/>
                  </a:lnTo>
                  <a:lnTo>
                    <a:pt x="2237146" y="5066673"/>
                  </a:lnTo>
                  <a:lnTo>
                    <a:pt x="2243514" y="5060316"/>
                  </a:lnTo>
                  <a:lnTo>
                    <a:pt x="2243514" y="5043389"/>
                  </a:lnTo>
                  <a:lnTo>
                    <a:pt x="2237146" y="5034912"/>
                  </a:lnTo>
                  <a:close/>
                </a:path>
                <a:path w="9542780" h="6570345">
                  <a:moveTo>
                    <a:pt x="2237146" y="5077270"/>
                  </a:moveTo>
                  <a:lnTo>
                    <a:pt x="2218071" y="5077270"/>
                  </a:lnTo>
                  <a:lnTo>
                    <a:pt x="2209581" y="5083629"/>
                  </a:lnTo>
                  <a:lnTo>
                    <a:pt x="2209581" y="5102675"/>
                  </a:lnTo>
                  <a:lnTo>
                    <a:pt x="2215949" y="5111153"/>
                  </a:lnTo>
                  <a:lnTo>
                    <a:pt x="2237146" y="5111153"/>
                  </a:lnTo>
                  <a:lnTo>
                    <a:pt x="2243514" y="5104794"/>
                  </a:lnTo>
                  <a:lnTo>
                    <a:pt x="2243514" y="5085720"/>
                  </a:lnTo>
                  <a:lnTo>
                    <a:pt x="2237146" y="5077270"/>
                  </a:lnTo>
                  <a:close/>
                </a:path>
                <a:path w="9542780" h="6570345">
                  <a:moveTo>
                    <a:pt x="2237146" y="5121720"/>
                  </a:moveTo>
                  <a:lnTo>
                    <a:pt x="2218071" y="5121720"/>
                  </a:lnTo>
                  <a:lnTo>
                    <a:pt x="2209581" y="5128079"/>
                  </a:lnTo>
                  <a:lnTo>
                    <a:pt x="2209581" y="5147125"/>
                  </a:lnTo>
                  <a:lnTo>
                    <a:pt x="2215949" y="5155603"/>
                  </a:lnTo>
                  <a:lnTo>
                    <a:pt x="2237146" y="5155603"/>
                  </a:lnTo>
                  <a:lnTo>
                    <a:pt x="2243514" y="5149245"/>
                  </a:lnTo>
                  <a:lnTo>
                    <a:pt x="2243514" y="5130199"/>
                  </a:lnTo>
                  <a:lnTo>
                    <a:pt x="2237146" y="5121720"/>
                  </a:lnTo>
                  <a:close/>
                </a:path>
                <a:path w="9542780" h="6570345">
                  <a:moveTo>
                    <a:pt x="2237146" y="5299579"/>
                  </a:moveTo>
                  <a:lnTo>
                    <a:pt x="2218071" y="5299579"/>
                  </a:lnTo>
                  <a:lnTo>
                    <a:pt x="2209581" y="5305936"/>
                  </a:lnTo>
                  <a:lnTo>
                    <a:pt x="2209581" y="5327102"/>
                  </a:lnTo>
                  <a:lnTo>
                    <a:pt x="2215949" y="5333460"/>
                  </a:lnTo>
                  <a:lnTo>
                    <a:pt x="2237146" y="5333460"/>
                  </a:lnTo>
                  <a:lnTo>
                    <a:pt x="2243514" y="5324983"/>
                  </a:lnTo>
                  <a:lnTo>
                    <a:pt x="2243514" y="5308056"/>
                  </a:lnTo>
                  <a:lnTo>
                    <a:pt x="2237146" y="5299579"/>
                  </a:lnTo>
                  <a:close/>
                </a:path>
                <a:path w="9542780" h="6570345">
                  <a:moveTo>
                    <a:pt x="2237146" y="5344057"/>
                  </a:moveTo>
                  <a:lnTo>
                    <a:pt x="2218071" y="5344057"/>
                  </a:lnTo>
                  <a:lnTo>
                    <a:pt x="2209581" y="5350386"/>
                  </a:lnTo>
                  <a:lnTo>
                    <a:pt x="2209581" y="5369460"/>
                  </a:lnTo>
                  <a:lnTo>
                    <a:pt x="2215949" y="5377910"/>
                  </a:lnTo>
                  <a:lnTo>
                    <a:pt x="2226561" y="5377910"/>
                  </a:lnTo>
                  <a:lnTo>
                    <a:pt x="2237146" y="5375790"/>
                  </a:lnTo>
                  <a:lnTo>
                    <a:pt x="2243514" y="5369460"/>
                  </a:lnTo>
                  <a:lnTo>
                    <a:pt x="2243514" y="5352506"/>
                  </a:lnTo>
                  <a:lnTo>
                    <a:pt x="2237146" y="5344057"/>
                  </a:lnTo>
                  <a:close/>
                </a:path>
                <a:path w="9542780" h="6570345">
                  <a:moveTo>
                    <a:pt x="2237146" y="5386387"/>
                  </a:moveTo>
                  <a:lnTo>
                    <a:pt x="2218071" y="5386387"/>
                  </a:lnTo>
                  <a:lnTo>
                    <a:pt x="2209581" y="5392746"/>
                  </a:lnTo>
                  <a:lnTo>
                    <a:pt x="2209581" y="5411792"/>
                  </a:lnTo>
                  <a:lnTo>
                    <a:pt x="2215949" y="5420269"/>
                  </a:lnTo>
                  <a:lnTo>
                    <a:pt x="2237146" y="5420269"/>
                  </a:lnTo>
                  <a:lnTo>
                    <a:pt x="2243514" y="5413910"/>
                  </a:lnTo>
                  <a:lnTo>
                    <a:pt x="2243514" y="5394866"/>
                  </a:lnTo>
                  <a:lnTo>
                    <a:pt x="2237146" y="5386387"/>
                  </a:lnTo>
                  <a:close/>
                </a:path>
                <a:path w="9542780" h="6570345">
                  <a:moveTo>
                    <a:pt x="2237146" y="5430866"/>
                  </a:moveTo>
                  <a:lnTo>
                    <a:pt x="2218071" y="5430866"/>
                  </a:lnTo>
                  <a:lnTo>
                    <a:pt x="2209581" y="5437196"/>
                  </a:lnTo>
                  <a:lnTo>
                    <a:pt x="2209581" y="5458390"/>
                  </a:lnTo>
                  <a:lnTo>
                    <a:pt x="2215949" y="5464719"/>
                  </a:lnTo>
                  <a:lnTo>
                    <a:pt x="2237146" y="5464719"/>
                  </a:lnTo>
                  <a:lnTo>
                    <a:pt x="2243514" y="5458390"/>
                  </a:lnTo>
                  <a:lnTo>
                    <a:pt x="2243514" y="5439316"/>
                  </a:lnTo>
                  <a:lnTo>
                    <a:pt x="2237146" y="5430866"/>
                  </a:lnTo>
                  <a:close/>
                </a:path>
                <a:path w="9542780" h="6570345">
                  <a:moveTo>
                    <a:pt x="2237146" y="5475316"/>
                  </a:moveTo>
                  <a:lnTo>
                    <a:pt x="2218071" y="5475316"/>
                  </a:lnTo>
                  <a:lnTo>
                    <a:pt x="2209581" y="5481674"/>
                  </a:lnTo>
                  <a:lnTo>
                    <a:pt x="2209581" y="5502840"/>
                  </a:lnTo>
                  <a:lnTo>
                    <a:pt x="2215949" y="5509197"/>
                  </a:lnTo>
                  <a:lnTo>
                    <a:pt x="2237146" y="5509197"/>
                  </a:lnTo>
                  <a:lnTo>
                    <a:pt x="2243514" y="5500720"/>
                  </a:lnTo>
                  <a:lnTo>
                    <a:pt x="2243514" y="5483793"/>
                  </a:lnTo>
                  <a:lnTo>
                    <a:pt x="2237146" y="5475316"/>
                  </a:lnTo>
                  <a:close/>
                </a:path>
                <a:path w="9542780" h="6570345">
                  <a:moveTo>
                    <a:pt x="2237146" y="5653173"/>
                  </a:moveTo>
                  <a:lnTo>
                    <a:pt x="2218071" y="5653173"/>
                  </a:lnTo>
                  <a:lnTo>
                    <a:pt x="2209581" y="5659531"/>
                  </a:lnTo>
                  <a:lnTo>
                    <a:pt x="2209581" y="5678577"/>
                  </a:lnTo>
                  <a:lnTo>
                    <a:pt x="2215949" y="5687056"/>
                  </a:lnTo>
                  <a:lnTo>
                    <a:pt x="2226561" y="5687056"/>
                  </a:lnTo>
                  <a:lnTo>
                    <a:pt x="2237146" y="5684936"/>
                  </a:lnTo>
                  <a:lnTo>
                    <a:pt x="2243514" y="5678577"/>
                  </a:lnTo>
                  <a:lnTo>
                    <a:pt x="2243514" y="5661651"/>
                  </a:lnTo>
                  <a:lnTo>
                    <a:pt x="2237146" y="5653173"/>
                  </a:lnTo>
                  <a:close/>
                </a:path>
                <a:path w="9542780" h="6570345">
                  <a:moveTo>
                    <a:pt x="2237146" y="5695533"/>
                  </a:moveTo>
                  <a:lnTo>
                    <a:pt x="2218071" y="5695533"/>
                  </a:lnTo>
                  <a:lnTo>
                    <a:pt x="2209581" y="5701863"/>
                  </a:lnTo>
                  <a:lnTo>
                    <a:pt x="2209581" y="5720937"/>
                  </a:lnTo>
                  <a:lnTo>
                    <a:pt x="2215949" y="5729386"/>
                  </a:lnTo>
                  <a:lnTo>
                    <a:pt x="2237146" y="5729386"/>
                  </a:lnTo>
                  <a:lnTo>
                    <a:pt x="2243514" y="5723056"/>
                  </a:lnTo>
                  <a:lnTo>
                    <a:pt x="2243514" y="5703982"/>
                  </a:lnTo>
                  <a:lnTo>
                    <a:pt x="2237146" y="5695533"/>
                  </a:lnTo>
                  <a:close/>
                </a:path>
                <a:path w="9542780" h="6570345">
                  <a:moveTo>
                    <a:pt x="2237146" y="5739983"/>
                  </a:moveTo>
                  <a:lnTo>
                    <a:pt x="2218071" y="5739983"/>
                  </a:lnTo>
                  <a:lnTo>
                    <a:pt x="2209581" y="5746341"/>
                  </a:lnTo>
                  <a:lnTo>
                    <a:pt x="2209581" y="5765387"/>
                  </a:lnTo>
                  <a:lnTo>
                    <a:pt x="2215949" y="5773864"/>
                  </a:lnTo>
                  <a:lnTo>
                    <a:pt x="2237146" y="5773864"/>
                  </a:lnTo>
                  <a:lnTo>
                    <a:pt x="2243514" y="5767506"/>
                  </a:lnTo>
                  <a:lnTo>
                    <a:pt x="2243514" y="5748460"/>
                  </a:lnTo>
                  <a:lnTo>
                    <a:pt x="2237146" y="5739983"/>
                  </a:lnTo>
                  <a:close/>
                </a:path>
                <a:path w="9542780" h="6570345">
                  <a:moveTo>
                    <a:pt x="2237146" y="5828911"/>
                  </a:moveTo>
                  <a:lnTo>
                    <a:pt x="2218071" y="5828911"/>
                  </a:lnTo>
                  <a:lnTo>
                    <a:pt x="2209581" y="5835270"/>
                  </a:lnTo>
                  <a:lnTo>
                    <a:pt x="2209581" y="5854316"/>
                  </a:lnTo>
                  <a:lnTo>
                    <a:pt x="2215949" y="5862793"/>
                  </a:lnTo>
                  <a:lnTo>
                    <a:pt x="2237146" y="5862793"/>
                  </a:lnTo>
                  <a:lnTo>
                    <a:pt x="2243514" y="5854316"/>
                  </a:lnTo>
                  <a:lnTo>
                    <a:pt x="2243514" y="5837389"/>
                  </a:lnTo>
                  <a:lnTo>
                    <a:pt x="2237146" y="5828911"/>
                  </a:lnTo>
                  <a:close/>
                </a:path>
                <a:path w="9542780" h="6570345">
                  <a:moveTo>
                    <a:pt x="2237146" y="5873362"/>
                  </a:moveTo>
                  <a:lnTo>
                    <a:pt x="2218071" y="5873362"/>
                  </a:lnTo>
                  <a:lnTo>
                    <a:pt x="2209581" y="5879720"/>
                  </a:lnTo>
                  <a:lnTo>
                    <a:pt x="2209581" y="5898794"/>
                  </a:lnTo>
                  <a:lnTo>
                    <a:pt x="2215949" y="5907243"/>
                  </a:lnTo>
                  <a:lnTo>
                    <a:pt x="2237146" y="5907243"/>
                  </a:lnTo>
                  <a:lnTo>
                    <a:pt x="2243514" y="5898794"/>
                  </a:lnTo>
                  <a:lnTo>
                    <a:pt x="2243514" y="5881839"/>
                  </a:lnTo>
                  <a:lnTo>
                    <a:pt x="2237146" y="5873362"/>
                  </a:lnTo>
                  <a:close/>
                </a:path>
                <a:path w="9542780" h="6570345">
                  <a:moveTo>
                    <a:pt x="2194750" y="882788"/>
                  </a:moveTo>
                  <a:lnTo>
                    <a:pt x="2175648" y="882788"/>
                  </a:lnTo>
                  <a:lnTo>
                    <a:pt x="2167186" y="889287"/>
                  </a:lnTo>
                  <a:lnTo>
                    <a:pt x="2167186" y="908220"/>
                  </a:lnTo>
                  <a:lnTo>
                    <a:pt x="2173554" y="916697"/>
                  </a:lnTo>
                  <a:lnTo>
                    <a:pt x="2192628" y="916697"/>
                  </a:lnTo>
                  <a:lnTo>
                    <a:pt x="2201118" y="908220"/>
                  </a:lnTo>
                  <a:lnTo>
                    <a:pt x="2201118" y="891265"/>
                  </a:lnTo>
                  <a:lnTo>
                    <a:pt x="2194750" y="882788"/>
                  </a:lnTo>
                  <a:close/>
                </a:path>
                <a:path w="9542780" h="6570345">
                  <a:moveTo>
                    <a:pt x="2194750" y="927436"/>
                  </a:moveTo>
                  <a:lnTo>
                    <a:pt x="2175648" y="927436"/>
                  </a:lnTo>
                  <a:lnTo>
                    <a:pt x="2167186" y="933653"/>
                  </a:lnTo>
                  <a:lnTo>
                    <a:pt x="2167186" y="954846"/>
                  </a:lnTo>
                  <a:lnTo>
                    <a:pt x="2173554" y="961063"/>
                  </a:lnTo>
                  <a:lnTo>
                    <a:pt x="2192628" y="961063"/>
                  </a:lnTo>
                  <a:lnTo>
                    <a:pt x="2201118" y="952586"/>
                  </a:lnTo>
                  <a:lnTo>
                    <a:pt x="2201118" y="935913"/>
                  </a:lnTo>
                  <a:lnTo>
                    <a:pt x="2194750" y="927436"/>
                  </a:lnTo>
                  <a:close/>
                </a:path>
                <a:path w="9542780" h="6570345">
                  <a:moveTo>
                    <a:pt x="2194750" y="971801"/>
                  </a:moveTo>
                  <a:lnTo>
                    <a:pt x="2175648" y="971801"/>
                  </a:lnTo>
                  <a:lnTo>
                    <a:pt x="2167186" y="978018"/>
                  </a:lnTo>
                  <a:lnTo>
                    <a:pt x="2167186" y="997233"/>
                  </a:lnTo>
                  <a:lnTo>
                    <a:pt x="2173554" y="1005711"/>
                  </a:lnTo>
                  <a:lnTo>
                    <a:pt x="2184138" y="1005711"/>
                  </a:lnTo>
                  <a:lnTo>
                    <a:pt x="2192628" y="1003451"/>
                  </a:lnTo>
                  <a:lnTo>
                    <a:pt x="2201118" y="997233"/>
                  </a:lnTo>
                  <a:lnTo>
                    <a:pt x="2201118" y="980278"/>
                  </a:lnTo>
                  <a:lnTo>
                    <a:pt x="2194750" y="971801"/>
                  </a:lnTo>
                  <a:close/>
                </a:path>
                <a:path w="9542780" h="6570345">
                  <a:moveTo>
                    <a:pt x="2194750" y="1016166"/>
                  </a:moveTo>
                  <a:lnTo>
                    <a:pt x="2175648" y="1016166"/>
                  </a:lnTo>
                  <a:lnTo>
                    <a:pt x="2167186" y="1022666"/>
                  </a:lnTo>
                  <a:lnTo>
                    <a:pt x="2167186" y="1041599"/>
                  </a:lnTo>
                  <a:lnTo>
                    <a:pt x="2173554" y="1050076"/>
                  </a:lnTo>
                  <a:lnTo>
                    <a:pt x="2184138" y="1050076"/>
                  </a:lnTo>
                  <a:lnTo>
                    <a:pt x="2192628" y="1048099"/>
                  </a:lnTo>
                  <a:lnTo>
                    <a:pt x="2201118" y="1041599"/>
                  </a:lnTo>
                  <a:lnTo>
                    <a:pt x="2201118" y="1024644"/>
                  </a:lnTo>
                  <a:lnTo>
                    <a:pt x="2194750" y="1016166"/>
                  </a:lnTo>
                  <a:close/>
                </a:path>
                <a:path w="9542780" h="6570345">
                  <a:moveTo>
                    <a:pt x="2194750" y="1058553"/>
                  </a:moveTo>
                  <a:lnTo>
                    <a:pt x="2175648" y="1058553"/>
                  </a:lnTo>
                  <a:lnTo>
                    <a:pt x="2167186" y="1065053"/>
                  </a:lnTo>
                  <a:lnTo>
                    <a:pt x="2167186" y="1086247"/>
                  </a:lnTo>
                  <a:lnTo>
                    <a:pt x="2173554" y="1092464"/>
                  </a:lnTo>
                  <a:lnTo>
                    <a:pt x="2192628" y="1092464"/>
                  </a:lnTo>
                  <a:lnTo>
                    <a:pt x="2201118" y="1086247"/>
                  </a:lnTo>
                  <a:lnTo>
                    <a:pt x="2201118" y="1067031"/>
                  </a:lnTo>
                  <a:lnTo>
                    <a:pt x="2194750" y="1058553"/>
                  </a:lnTo>
                  <a:close/>
                </a:path>
                <a:path w="9542780" h="6570345">
                  <a:moveTo>
                    <a:pt x="2194750" y="1102920"/>
                  </a:moveTo>
                  <a:lnTo>
                    <a:pt x="2175648" y="1102920"/>
                  </a:lnTo>
                  <a:lnTo>
                    <a:pt x="2167186" y="1109418"/>
                  </a:lnTo>
                  <a:lnTo>
                    <a:pt x="2167186" y="1128351"/>
                  </a:lnTo>
                  <a:lnTo>
                    <a:pt x="2173554" y="1136829"/>
                  </a:lnTo>
                  <a:lnTo>
                    <a:pt x="2192628" y="1136829"/>
                  </a:lnTo>
                  <a:lnTo>
                    <a:pt x="2201118" y="1130612"/>
                  </a:lnTo>
                  <a:lnTo>
                    <a:pt x="2201118" y="1111397"/>
                  </a:lnTo>
                  <a:lnTo>
                    <a:pt x="2194750" y="1102920"/>
                  </a:lnTo>
                  <a:close/>
                </a:path>
                <a:path w="9542780" h="6570345">
                  <a:moveTo>
                    <a:pt x="2194750" y="1147568"/>
                  </a:moveTo>
                  <a:lnTo>
                    <a:pt x="2175648" y="1147568"/>
                  </a:lnTo>
                  <a:lnTo>
                    <a:pt x="2167186" y="1153784"/>
                  </a:lnTo>
                  <a:lnTo>
                    <a:pt x="2167186" y="1172999"/>
                  </a:lnTo>
                  <a:lnTo>
                    <a:pt x="2173554" y="1181477"/>
                  </a:lnTo>
                  <a:lnTo>
                    <a:pt x="2192628" y="1181477"/>
                  </a:lnTo>
                  <a:lnTo>
                    <a:pt x="2201118" y="1172999"/>
                  </a:lnTo>
                  <a:lnTo>
                    <a:pt x="2201118" y="1156045"/>
                  </a:lnTo>
                  <a:lnTo>
                    <a:pt x="2194750" y="1147568"/>
                  </a:lnTo>
                  <a:close/>
                </a:path>
                <a:path w="9542780" h="6570345">
                  <a:moveTo>
                    <a:pt x="2194750" y="1191933"/>
                  </a:moveTo>
                  <a:lnTo>
                    <a:pt x="2175648" y="1191933"/>
                  </a:lnTo>
                  <a:lnTo>
                    <a:pt x="2167186" y="1198432"/>
                  </a:lnTo>
                  <a:lnTo>
                    <a:pt x="2167186" y="1217364"/>
                  </a:lnTo>
                  <a:lnTo>
                    <a:pt x="2173554" y="1225843"/>
                  </a:lnTo>
                  <a:lnTo>
                    <a:pt x="2192628" y="1225843"/>
                  </a:lnTo>
                  <a:lnTo>
                    <a:pt x="2201118" y="1217364"/>
                  </a:lnTo>
                  <a:lnTo>
                    <a:pt x="2201118" y="1200410"/>
                  </a:lnTo>
                  <a:lnTo>
                    <a:pt x="2194750" y="1191933"/>
                  </a:lnTo>
                  <a:close/>
                </a:path>
                <a:path w="9542780" h="6570345">
                  <a:moveTo>
                    <a:pt x="2194750" y="1236581"/>
                  </a:moveTo>
                  <a:lnTo>
                    <a:pt x="2175648" y="1236581"/>
                  </a:lnTo>
                  <a:lnTo>
                    <a:pt x="2167186" y="1242797"/>
                  </a:lnTo>
                  <a:lnTo>
                    <a:pt x="2167186" y="1261731"/>
                  </a:lnTo>
                  <a:lnTo>
                    <a:pt x="2173554" y="1270208"/>
                  </a:lnTo>
                  <a:lnTo>
                    <a:pt x="2192628" y="1270208"/>
                  </a:lnTo>
                  <a:lnTo>
                    <a:pt x="2201118" y="1261731"/>
                  </a:lnTo>
                  <a:lnTo>
                    <a:pt x="2201118" y="1244776"/>
                  </a:lnTo>
                  <a:lnTo>
                    <a:pt x="2194750" y="1236581"/>
                  </a:lnTo>
                  <a:close/>
                </a:path>
                <a:path w="9542780" h="6570345">
                  <a:moveTo>
                    <a:pt x="2194751" y="1280946"/>
                  </a:moveTo>
                  <a:lnTo>
                    <a:pt x="2175648" y="1280946"/>
                  </a:lnTo>
                  <a:lnTo>
                    <a:pt x="2167186" y="1287162"/>
                  </a:lnTo>
                  <a:lnTo>
                    <a:pt x="2167186" y="1306379"/>
                  </a:lnTo>
                  <a:lnTo>
                    <a:pt x="2173554" y="1314856"/>
                  </a:lnTo>
                  <a:lnTo>
                    <a:pt x="2184138" y="1314856"/>
                  </a:lnTo>
                  <a:lnTo>
                    <a:pt x="2192628" y="1312595"/>
                  </a:lnTo>
                  <a:lnTo>
                    <a:pt x="2201118" y="1306379"/>
                  </a:lnTo>
                  <a:lnTo>
                    <a:pt x="2201118" y="1289423"/>
                  </a:lnTo>
                  <a:lnTo>
                    <a:pt x="2194751" y="1280946"/>
                  </a:lnTo>
                  <a:close/>
                </a:path>
                <a:path w="9542780" h="6570345">
                  <a:moveTo>
                    <a:pt x="2194751" y="1325312"/>
                  </a:moveTo>
                  <a:lnTo>
                    <a:pt x="2175648" y="1325312"/>
                  </a:lnTo>
                  <a:lnTo>
                    <a:pt x="2167186" y="1331810"/>
                  </a:lnTo>
                  <a:lnTo>
                    <a:pt x="2167186" y="1350744"/>
                  </a:lnTo>
                  <a:lnTo>
                    <a:pt x="2173554" y="1359221"/>
                  </a:lnTo>
                  <a:lnTo>
                    <a:pt x="2184138" y="1359221"/>
                  </a:lnTo>
                  <a:lnTo>
                    <a:pt x="2192628" y="1357243"/>
                  </a:lnTo>
                  <a:lnTo>
                    <a:pt x="2201118" y="1350744"/>
                  </a:lnTo>
                  <a:lnTo>
                    <a:pt x="2201118" y="1333789"/>
                  </a:lnTo>
                  <a:lnTo>
                    <a:pt x="2194751" y="1325312"/>
                  </a:lnTo>
                  <a:close/>
                </a:path>
                <a:path w="9542780" h="6570345">
                  <a:moveTo>
                    <a:pt x="2194751" y="1367699"/>
                  </a:moveTo>
                  <a:lnTo>
                    <a:pt x="2175648" y="1367699"/>
                  </a:lnTo>
                  <a:lnTo>
                    <a:pt x="2167186" y="1374198"/>
                  </a:lnTo>
                  <a:lnTo>
                    <a:pt x="2167186" y="1393131"/>
                  </a:lnTo>
                  <a:lnTo>
                    <a:pt x="2173554" y="1401608"/>
                  </a:lnTo>
                  <a:lnTo>
                    <a:pt x="2192628" y="1401608"/>
                  </a:lnTo>
                  <a:lnTo>
                    <a:pt x="2201118" y="1395110"/>
                  </a:lnTo>
                  <a:lnTo>
                    <a:pt x="2201118" y="1376177"/>
                  </a:lnTo>
                  <a:lnTo>
                    <a:pt x="2194751" y="1367699"/>
                  </a:lnTo>
                  <a:close/>
                </a:path>
                <a:path w="9542780" h="6570345">
                  <a:moveTo>
                    <a:pt x="2194751" y="1412064"/>
                  </a:moveTo>
                  <a:lnTo>
                    <a:pt x="2175648" y="1412064"/>
                  </a:lnTo>
                  <a:lnTo>
                    <a:pt x="2167186" y="1418564"/>
                  </a:lnTo>
                  <a:lnTo>
                    <a:pt x="2167186" y="1439758"/>
                  </a:lnTo>
                  <a:lnTo>
                    <a:pt x="2173554" y="1445975"/>
                  </a:lnTo>
                  <a:lnTo>
                    <a:pt x="2192628" y="1445975"/>
                  </a:lnTo>
                  <a:lnTo>
                    <a:pt x="2201118" y="1439758"/>
                  </a:lnTo>
                  <a:lnTo>
                    <a:pt x="2201118" y="1420541"/>
                  </a:lnTo>
                  <a:lnTo>
                    <a:pt x="2194751" y="1412064"/>
                  </a:lnTo>
                  <a:close/>
                </a:path>
                <a:path w="9542780" h="6570345">
                  <a:moveTo>
                    <a:pt x="2194751" y="1456712"/>
                  </a:moveTo>
                  <a:lnTo>
                    <a:pt x="2175648" y="1456712"/>
                  </a:lnTo>
                  <a:lnTo>
                    <a:pt x="2167186" y="1462929"/>
                  </a:lnTo>
                  <a:lnTo>
                    <a:pt x="2167186" y="1484123"/>
                  </a:lnTo>
                  <a:lnTo>
                    <a:pt x="2173554" y="1490623"/>
                  </a:lnTo>
                  <a:lnTo>
                    <a:pt x="2192628" y="1490623"/>
                  </a:lnTo>
                  <a:lnTo>
                    <a:pt x="2201118" y="1482144"/>
                  </a:lnTo>
                  <a:lnTo>
                    <a:pt x="2201118" y="1465190"/>
                  </a:lnTo>
                  <a:lnTo>
                    <a:pt x="2194751" y="1456712"/>
                  </a:lnTo>
                  <a:close/>
                </a:path>
                <a:path w="9542780" h="6570345">
                  <a:moveTo>
                    <a:pt x="2194751" y="1501077"/>
                  </a:moveTo>
                  <a:lnTo>
                    <a:pt x="2175648" y="1501077"/>
                  </a:lnTo>
                  <a:lnTo>
                    <a:pt x="2167186" y="1507577"/>
                  </a:lnTo>
                  <a:lnTo>
                    <a:pt x="2167186" y="1528771"/>
                  </a:lnTo>
                  <a:lnTo>
                    <a:pt x="2173554" y="1534988"/>
                  </a:lnTo>
                  <a:lnTo>
                    <a:pt x="2192628" y="1534988"/>
                  </a:lnTo>
                  <a:lnTo>
                    <a:pt x="2201118" y="1526510"/>
                  </a:lnTo>
                  <a:lnTo>
                    <a:pt x="2201118" y="1509555"/>
                  </a:lnTo>
                  <a:lnTo>
                    <a:pt x="2194751" y="1501077"/>
                  </a:lnTo>
                  <a:close/>
                </a:path>
                <a:path w="9542780" h="6570345">
                  <a:moveTo>
                    <a:pt x="2194751" y="1545443"/>
                  </a:moveTo>
                  <a:lnTo>
                    <a:pt x="2175648" y="1545443"/>
                  </a:lnTo>
                  <a:lnTo>
                    <a:pt x="2167186" y="1551942"/>
                  </a:lnTo>
                  <a:lnTo>
                    <a:pt x="2167186" y="1573136"/>
                  </a:lnTo>
                  <a:lnTo>
                    <a:pt x="2173554" y="1579352"/>
                  </a:lnTo>
                  <a:lnTo>
                    <a:pt x="2192628" y="1579352"/>
                  </a:lnTo>
                  <a:lnTo>
                    <a:pt x="2201118" y="1570875"/>
                  </a:lnTo>
                  <a:lnTo>
                    <a:pt x="2201118" y="1553921"/>
                  </a:lnTo>
                  <a:lnTo>
                    <a:pt x="2194751" y="1545443"/>
                  </a:lnTo>
                  <a:close/>
                </a:path>
                <a:path w="9542780" h="6570345">
                  <a:moveTo>
                    <a:pt x="2194751" y="1590092"/>
                  </a:moveTo>
                  <a:lnTo>
                    <a:pt x="2175648" y="1590092"/>
                  </a:lnTo>
                  <a:lnTo>
                    <a:pt x="2167186" y="1596308"/>
                  </a:lnTo>
                  <a:lnTo>
                    <a:pt x="2167186" y="1615523"/>
                  </a:lnTo>
                  <a:lnTo>
                    <a:pt x="2173554" y="1624001"/>
                  </a:lnTo>
                  <a:lnTo>
                    <a:pt x="2184138" y="1624001"/>
                  </a:lnTo>
                  <a:lnTo>
                    <a:pt x="2192628" y="1621740"/>
                  </a:lnTo>
                  <a:lnTo>
                    <a:pt x="2201118" y="1615523"/>
                  </a:lnTo>
                  <a:lnTo>
                    <a:pt x="2201118" y="1598569"/>
                  </a:lnTo>
                  <a:lnTo>
                    <a:pt x="2194751" y="1590092"/>
                  </a:lnTo>
                  <a:close/>
                </a:path>
                <a:path w="9542780" h="6570345">
                  <a:moveTo>
                    <a:pt x="2194751" y="1634456"/>
                  </a:moveTo>
                  <a:lnTo>
                    <a:pt x="2175648" y="1634456"/>
                  </a:lnTo>
                  <a:lnTo>
                    <a:pt x="2167186" y="1640956"/>
                  </a:lnTo>
                  <a:lnTo>
                    <a:pt x="2167186" y="1659889"/>
                  </a:lnTo>
                  <a:lnTo>
                    <a:pt x="2173554" y="1668367"/>
                  </a:lnTo>
                  <a:lnTo>
                    <a:pt x="2184138" y="1668367"/>
                  </a:lnTo>
                  <a:lnTo>
                    <a:pt x="2192628" y="1666388"/>
                  </a:lnTo>
                  <a:lnTo>
                    <a:pt x="2201118" y="1659889"/>
                  </a:lnTo>
                  <a:lnTo>
                    <a:pt x="2201118" y="1642934"/>
                  </a:lnTo>
                  <a:lnTo>
                    <a:pt x="2194751" y="1634456"/>
                  </a:lnTo>
                  <a:close/>
                </a:path>
                <a:path w="9542780" h="6570345">
                  <a:moveTo>
                    <a:pt x="2194751" y="1676844"/>
                  </a:moveTo>
                  <a:lnTo>
                    <a:pt x="2175648" y="1676844"/>
                  </a:lnTo>
                  <a:lnTo>
                    <a:pt x="2167186" y="1683061"/>
                  </a:lnTo>
                  <a:lnTo>
                    <a:pt x="2167186" y="1704254"/>
                  </a:lnTo>
                  <a:lnTo>
                    <a:pt x="2173554" y="1710754"/>
                  </a:lnTo>
                  <a:lnTo>
                    <a:pt x="2192628" y="1710754"/>
                  </a:lnTo>
                  <a:lnTo>
                    <a:pt x="2201118" y="1704254"/>
                  </a:lnTo>
                  <a:lnTo>
                    <a:pt x="2201118" y="1685321"/>
                  </a:lnTo>
                  <a:lnTo>
                    <a:pt x="2194751" y="1676844"/>
                  </a:lnTo>
                  <a:close/>
                </a:path>
                <a:path w="9542780" h="6570345">
                  <a:moveTo>
                    <a:pt x="2194751" y="1721209"/>
                  </a:moveTo>
                  <a:lnTo>
                    <a:pt x="2175648" y="1721209"/>
                  </a:lnTo>
                  <a:lnTo>
                    <a:pt x="2167186" y="1727709"/>
                  </a:lnTo>
                  <a:lnTo>
                    <a:pt x="2167186" y="1748903"/>
                  </a:lnTo>
                  <a:lnTo>
                    <a:pt x="2173554" y="1755119"/>
                  </a:lnTo>
                  <a:lnTo>
                    <a:pt x="2192628" y="1755119"/>
                  </a:lnTo>
                  <a:lnTo>
                    <a:pt x="2201118" y="1748903"/>
                  </a:lnTo>
                  <a:lnTo>
                    <a:pt x="2201118" y="1729687"/>
                  </a:lnTo>
                  <a:lnTo>
                    <a:pt x="2194751" y="1721209"/>
                  </a:lnTo>
                  <a:close/>
                </a:path>
                <a:path w="9542780" h="6570345">
                  <a:moveTo>
                    <a:pt x="2194751" y="1765857"/>
                  </a:moveTo>
                  <a:lnTo>
                    <a:pt x="2175648" y="1765857"/>
                  </a:lnTo>
                  <a:lnTo>
                    <a:pt x="2167186" y="1772074"/>
                  </a:lnTo>
                  <a:lnTo>
                    <a:pt x="2167186" y="1793267"/>
                  </a:lnTo>
                  <a:lnTo>
                    <a:pt x="2173554" y="1799767"/>
                  </a:lnTo>
                  <a:lnTo>
                    <a:pt x="2192628" y="1799767"/>
                  </a:lnTo>
                  <a:lnTo>
                    <a:pt x="2201118" y="1791290"/>
                  </a:lnTo>
                  <a:lnTo>
                    <a:pt x="2201118" y="1774334"/>
                  </a:lnTo>
                  <a:lnTo>
                    <a:pt x="2194751" y="1765857"/>
                  </a:lnTo>
                  <a:close/>
                </a:path>
                <a:path w="9542780" h="6570345">
                  <a:moveTo>
                    <a:pt x="2194751" y="1810223"/>
                  </a:moveTo>
                  <a:lnTo>
                    <a:pt x="2175648" y="1810223"/>
                  </a:lnTo>
                  <a:lnTo>
                    <a:pt x="2167186" y="1816722"/>
                  </a:lnTo>
                  <a:lnTo>
                    <a:pt x="2167186" y="1837634"/>
                  </a:lnTo>
                  <a:lnTo>
                    <a:pt x="2173554" y="1844132"/>
                  </a:lnTo>
                  <a:lnTo>
                    <a:pt x="2192628" y="1844132"/>
                  </a:lnTo>
                  <a:lnTo>
                    <a:pt x="2201118" y="1835655"/>
                  </a:lnTo>
                  <a:lnTo>
                    <a:pt x="2201118" y="1818700"/>
                  </a:lnTo>
                  <a:lnTo>
                    <a:pt x="2194751" y="1810223"/>
                  </a:lnTo>
                  <a:close/>
                </a:path>
                <a:path w="9542780" h="6570345">
                  <a:moveTo>
                    <a:pt x="2194751" y="1854588"/>
                  </a:moveTo>
                  <a:lnTo>
                    <a:pt x="2175648" y="1854588"/>
                  </a:lnTo>
                  <a:lnTo>
                    <a:pt x="2167186" y="1861088"/>
                  </a:lnTo>
                  <a:lnTo>
                    <a:pt x="2167186" y="1880021"/>
                  </a:lnTo>
                  <a:lnTo>
                    <a:pt x="2173554" y="1888498"/>
                  </a:lnTo>
                  <a:lnTo>
                    <a:pt x="2192628" y="1888498"/>
                  </a:lnTo>
                  <a:lnTo>
                    <a:pt x="2201118" y="1880021"/>
                  </a:lnTo>
                  <a:lnTo>
                    <a:pt x="2201118" y="1863065"/>
                  </a:lnTo>
                  <a:lnTo>
                    <a:pt x="2194751" y="1854588"/>
                  </a:lnTo>
                  <a:close/>
                </a:path>
                <a:path w="9542780" h="6570345">
                  <a:moveTo>
                    <a:pt x="2194751" y="1899236"/>
                  </a:moveTo>
                  <a:lnTo>
                    <a:pt x="2175648" y="1899236"/>
                  </a:lnTo>
                  <a:lnTo>
                    <a:pt x="2167186" y="1905453"/>
                  </a:lnTo>
                  <a:lnTo>
                    <a:pt x="2167186" y="1924669"/>
                  </a:lnTo>
                  <a:lnTo>
                    <a:pt x="2173554" y="1933147"/>
                  </a:lnTo>
                  <a:lnTo>
                    <a:pt x="2184138" y="1933147"/>
                  </a:lnTo>
                  <a:lnTo>
                    <a:pt x="2192628" y="1930886"/>
                  </a:lnTo>
                  <a:lnTo>
                    <a:pt x="2201118" y="1924669"/>
                  </a:lnTo>
                  <a:lnTo>
                    <a:pt x="2201118" y="1907713"/>
                  </a:lnTo>
                  <a:lnTo>
                    <a:pt x="2194751" y="1899236"/>
                  </a:lnTo>
                  <a:close/>
                </a:path>
                <a:path w="9542780" h="6570345">
                  <a:moveTo>
                    <a:pt x="2194751" y="1943601"/>
                  </a:moveTo>
                  <a:lnTo>
                    <a:pt x="2175648" y="1943601"/>
                  </a:lnTo>
                  <a:lnTo>
                    <a:pt x="2167186" y="1950101"/>
                  </a:lnTo>
                  <a:lnTo>
                    <a:pt x="2167186" y="1971295"/>
                  </a:lnTo>
                  <a:lnTo>
                    <a:pt x="2173554" y="1977511"/>
                  </a:lnTo>
                  <a:lnTo>
                    <a:pt x="2184138" y="1977511"/>
                  </a:lnTo>
                  <a:lnTo>
                    <a:pt x="2192628" y="1975251"/>
                  </a:lnTo>
                  <a:lnTo>
                    <a:pt x="2201119" y="1969034"/>
                  </a:lnTo>
                  <a:lnTo>
                    <a:pt x="2201118" y="1952080"/>
                  </a:lnTo>
                  <a:lnTo>
                    <a:pt x="2194751" y="1943601"/>
                  </a:lnTo>
                  <a:close/>
                </a:path>
                <a:path w="9542780" h="6570345">
                  <a:moveTo>
                    <a:pt x="2194751" y="1985989"/>
                  </a:moveTo>
                  <a:lnTo>
                    <a:pt x="2175648" y="1985989"/>
                  </a:lnTo>
                  <a:lnTo>
                    <a:pt x="2167186" y="1992205"/>
                  </a:lnTo>
                  <a:lnTo>
                    <a:pt x="2167186" y="2013399"/>
                  </a:lnTo>
                  <a:lnTo>
                    <a:pt x="2173554" y="2019899"/>
                  </a:lnTo>
                  <a:lnTo>
                    <a:pt x="2192628" y="2019899"/>
                  </a:lnTo>
                  <a:lnTo>
                    <a:pt x="2201119" y="2013399"/>
                  </a:lnTo>
                  <a:lnTo>
                    <a:pt x="2201119" y="1994466"/>
                  </a:lnTo>
                  <a:lnTo>
                    <a:pt x="2194751" y="1985989"/>
                  </a:lnTo>
                  <a:close/>
                </a:path>
                <a:path w="9542780" h="6570345">
                  <a:moveTo>
                    <a:pt x="2194751" y="2030355"/>
                  </a:moveTo>
                  <a:lnTo>
                    <a:pt x="2175648" y="2030355"/>
                  </a:lnTo>
                  <a:lnTo>
                    <a:pt x="2167186" y="2036853"/>
                  </a:lnTo>
                  <a:lnTo>
                    <a:pt x="2167186" y="2058047"/>
                  </a:lnTo>
                  <a:lnTo>
                    <a:pt x="2173554" y="2064264"/>
                  </a:lnTo>
                  <a:lnTo>
                    <a:pt x="2192628" y="2064264"/>
                  </a:lnTo>
                  <a:lnTo>
                    <a:pt x="2201119" y="2058047"/>
                  </a:lnTo>
                  <a:lnTo>
                    <a:pt x="2201119" y="2038832"/>
                  </a:lnTo>
                  <a:lnTo>
                    <a:pt x="2194751" y="2030355"/>
                  </a:lnTo>
                  <a:close/>
                </a:path>
                <a:path w="9542780" h="6570345">
                  <a:moveTo>
                    <a:pt x="2194751" y="2075003"/>
                  </a:moveTo>
                  <a:lnTo>
                    <a:pt x="2175648" y="2075003"/>
                  </a:lnTo>
                  <a:lnTo>
                    <a:pt x="2167186" y="2081220"/>
                  </a:lnTo>
                  <a:lnTo>
                    <a:pt x="2167186" y="2102413"/>
                  </a:lnTo>
                  <a:lnTo>
                    <a:pt x="2173554" y="2108912"/>
                  </a:lnTo>
                  <a:lnTo>
                    <a:pt x="2192628" y="2108912"/>
                  </a:lnTo>
                  <a:lnTo>
                    <a:pt x="2201119" y="2100435"/>
                  </a:lnTo>
                  <a:lnTo>
                    <a:pt x="2201119" y="2083480"/>
                  </a:lnTo>
                  <a:lnTo>
                    <a:pt x="2194751" y="2075003"/>
                  </a:lnTo>
                  <a:close/>
                </a:path>
                <a:path w="9542780" h="6570345">
                  <a:moveTo>
                    <a:pt x="2194751" y="2119368"/>
                  </a:moveTo>
                  <a:lnTo>
                    <a:pt x="2175648" y="2119368"/>
                  </a:lnTo>
                  <a:lnTo>
                    <a:pt x="2167186" y="2125585"/>
                  </a:lnTo>
                  <a:lnTo>
                    <a:pt x="2167186" y="2144801"/>
                  </a:lnTo>
                  <a:lnTo>
                    <a:pt x="2173554" y="2153278"/>
                  </a:lnTo>
                  <a:lnTo>
                    <a:pt x="2192628" y="2153278"/>
                  </a:lnTo>
                  <a:lnTo>
                    <a:pt x="2201119" y="2144801"/>
                  </a:lnTo>
                  <a:lnTo>
                    <a:pt x="2201119" y="2127845"/>
                  </a:lnTo>
                  <a:lnTo>
                    <a:pt x="2194751" y="2119368"/>
                  </a:lnTo>
                  <a:close/>
                </a:path>
                <a:path w="9542780" h="6570345">
                  <a:moveTo>
                    <a:pt x="2194751" y="2163733"/>
                  </a:moveTo>
                  <a:lnTo>
                    <a:pt x="2175648" y="2163733"/>
                  </a:lnTo>
                  <a:lnTo>
                    <a:pt x="2167186" y="2170233"/>
                  </a:lnTo>
                  <a:lnTo>
                    <a:pt x="2167186" y="2189166"/>
                  </a:lnTo>
                  <a:lnTo>
                    <a:pt x="2173554" y="2197643"/>
                  </a:lnTo>
                  <a:lnTo>
                    <a:pt x="2192628" y="2197643"/>
                  </a:lnTo>
                  <a:lnTo>
                    <a:pt x="2201119" y="2189166"/>
                  </a:lnTo>
                  <a:lnTo>
                    <a:pt x="2201119" y="2172211"/>
                  </a:lnTo>
                  <a:lnTo>
                    <a:pt x="2194751" y="2163733"/>
                  </a:lnTo>
                  <a:close/>
                </a:path>
                <a:path w="9542780" h="6570345">
                  <a:moveTo>
                    <a:pt x="2194751" y="2208381"/>
                  </a:moveTo>
                  <a:lnTo>
                    <a:pt x="2175648" y="2208381"/>
                  </a:lnTo>
                  <a:lnTo>
                    <a:pt x="2167186" y="2214598"/>
                  </a:lnTo>
                  <a:lnTo>
                    <a:pt x="2167186" y="2233814"/>
                  </a:lnTo>
                  <a:lnTo>
                    <a:pt x="2173554" y="2242291"/>
                  </a:lnTo>
                  <a:lnTo>
                    <a:pt x="2184138" y="2242291"/>
                  </a:lnTo>
                  <a:lnTo>
                    <a:pt x="2192628" y="2240031"/>
                  </a:lnTo>
                  <a:lnTo>
                    <a:pt x="2201119" y="2233814"/>
                  </a:lnTo>
                  <a:lnTo>
                    <a:pt x="2201119" y="2216859"/>
                  </a:lnTo>
                  <a:lnTo>
                    <a:pt x="2194751" y="2208381"/>
                  </a:lnTo>
                  <a:close/>
                </a:path>
                <a:path w="9542780" h="6570345">
                  <a:moveTo>
                    <a:pt x="2194751" y="2252747"/>
                  </a:moveTo>
                  <a:lnTo>
                    <a:pt x="2175648" y="2252747"/>
                  </a:lnTo>
                  <a:lnTo>
                    <a:pt x="2167186" y="2259246"/>
                  </a:lnTo>
                  <a:lnTo>
                    <a:pt x="2167186" y="2280157"/>
                  </a:lnTo>
                  <a:lnTo>
                    <a:pt x="2173554" y="2286656"/>
                  </a:lnTo>
                  <a:lnTo>
                    <a:pt x="2184138" y="2286656"/>
                  </a:lnTo>
                  <a:lnTo>
                    <a:pt x="2192628" y="2284395"/>
                  </a:lnTo>
                  <a:lnTo>
                    <a:pt x="2201119" y="2278179"/>
                  </a:lnTo>
                  <a:lnTo>
                    <a:pt x="2201119" y="2261224"/>
                  </a:lnTo>
                  <a:lnTo>
                    <a:pt x="2194751" y="2252747"/>
                  </a:lnTo>
                  <a:close/>
                </a:path>
                <a:path w="9542780" h="6570345">
                  <a:moveTo>
                    <a:pt x="2194751" y="2295135"/>
                  </a:moveTo>
                  <a:lnTo>
                    <a:pt x="2175648" y="2295135"/>
                  </a:lnTo>
                  <a:lnTo>
                    <a:pt x="2167186" y="2301351"/>
                  </a:lnTo>
                  <a:lnTo>
                    <a:pt x="2167186" y="2322545"/>
                  </a:lnTo>
                  <a:lnTo>
                    <a:pt x="2173554" y="2329044"/>
                  </a:lnTo>
                  <a:lnTo>
                    <a:pt x="2192628" y="2329044"/>
                  </a:lnTo>
                  <a:lnTo>
                    <a:pt x="2201119" y="2322545"/>
                  </a:lnTo>
                  <a:lnTo>
                    <a:pt x="2201119" y="2303612"/>
                  </a:lnTo>
                  <a:lnTo>
                    <a:pt x="2194751" y="2295135"/>
                  </a:lnTo>
                  <a:close/>
                </a:path>
                <a:path w="9542780" h="6570345">
                  <a:moveTo>
                    <a:pt x="2194751" y="2339500"/>
                  </a:moveTo>
                  <a:lnTo>
                    <a:pt x="2175648" y="2339500"/>
                  </a:lnTo>
                  <a:lnTo>
                    <a:pt x="2167186" y="2345999"/>
                  </a:lnTo>
                  <a:lnTo>
                    <a:pt x="2167186" y="2367193"/>
                  </a:lnTo>
                  <a:lnTo>
                    <a:pt x="2173554" y="2373410"/>
                  </a:lnTo>
                  <a:lnTo>
                    <a:pt x="2192628" y="2373410"/>
                  </a:lnTo>
                  <a:lnTo>
                    <a:pt x="2201119" y="2367193"/>
                  </a:lnTo>
                  <a:lnTo>
                    <a:pt x="2201119" y="2347977"/>
                  </a:lnTo>
                  <a:lnTo>
                    <a:pt x="2194751" y="2339500"/>
                  </a:lnTo>
                  <a:close/>
                </a:path>
                <a:path w="9542780" h="6570345">
                  <a:moveTo>
                    <a:pt x="2194751" y="2384148"/>
                  </a:moveTo>
                  <a:lnTo>
                    <a:pt x="2175648" y="2384148"/>
                  </a:lnTo>
                  <a:lnTo>
                    <a:pt x="2167186" y="2390364"/>
                  </a:lnTo>
                  <a:lnTo>
                    <a:pt x="2167186" y="2411558"/>
                  </a:lnTo>
                  <a:lnTo>
                    <a:pt x="2173554" y="2417775"/>
                  </a:lnTo>
                  <a:lnTo>
                    <a:pt x="2192628" y="2417775"/>
                  </a:lnTo>
                  <a:lnTo>
                    <a:pt x="2201119" y="2409579"/>
                  </a:lnTo>
                  <a:lnTo>
                    <a:pt x="2201119" y="2392625"/>
                  </a:lnTo>
                  <a:lnTo>
                    <a:pt x="2194751" y="2384148"/>
                  </a:lnTo>
                  <a:close/>
                </a:path>
                <a:path w="9542780" h="6570345">
                  <a:moveTo>
                    <a:pt x="2194751" y="2428513"/>
                  </a:moveTo>
                  <a:lnTo>
                    <a:pt x="2175648" y="2428513"/>
                  </a:lnTo>
                  <a:lnTo>
                    <a:pt x="2167186" y="2434729"/>
                  </a:lnTo>
                  <a:lnTo>
                    <a:pt x="2167186" y="2453946"/>
                  </a:lnTo>
                  <a:lnTo>
                    <a:pt x="2173554" y="2462423"/>
                  </a:lnTo>
                  <a:lnTo>
                    <a:pt x="2192628" y="2462423"/>
                  </a:lnTo>
                  <a:lnTo>
                    <a:pt x="2201119" y="2453946"/>
                  </a:lnTo>
                  <a:lnTo>
                    <a:pt x="2201119" y="2436991"/>
                  </a:lnTo>
                  <a:lnTo>
                    <a:pt x="2194751" y="2428513"/>
                  </a:lnTo>
                  <a:close/>
                </a:path>
                <a:path w="9542780" h="6570345">
                  <a:moveTo>
                    <a:pt x="2194751" y="2472879"/>
                  </a:moveTo>
                  <a:lnTo>
                    <a:pt x="2175648" y="2472879"/>
                  </a:lnTo>
                  <a:lnTo>
                    <a:pt x="2167186" y="2479377"/>
                  </a:lnTo>
                  <a:lnTo>
                    <a:pt x="2167186" y="2498310"/>
                  </a:lnTo>
                  <a:lnTo>
                    <a:pt x="2173554" y="2506788"/>
                  </a:lnTo>
                  <a:lnTo>
                    <a:pt x="2192628" y="2506788"/>
                  </a:lnTo>
                  <a:lnTo>
                    <a:pt x="2201119" y="2498310"/>
                  </a:lnTo>
                  <a:lnTo>
                    <a:pt x="2201119" y="2481356"/>
                  </a:lnTo>
                  <a:lnTo>
                    <a:pt x="2194751" y="2472879"/>
                  </a:lnTo>
                  <a:close/>
                </a:path>
                <a:path w="9542780" h="6570345">
                  <a:moveTo>
                    <a:pt x="2194751" y="2517527"/>
                  </a:moveTo>
                  <a:lnTo>
                    <a:pt x="2175648" y="2517527"/>
                  </a:lnTo>
                  <a:lnTo>
                    <a:pt x="2167186" y="2523743"/>
                  </a:lnTo>
                  <a:lnTo>
                    <a:pt x="2167186" y="2544937"/>
                  </a:lnTo>
                  <a:lnTo>
                    <a:pt x="2173554" y="2551436"/>
                  </a:lnTo>
                  <a:lnTo>
                    <a:pt x="2184138" y="2551436"/>
                  </a:lnTo>
                  <a:lnTo>
                    <a:pt x="2192628" y="2549175"/>
                  </a:lnTo>
                  <a:lnTo>
                    <a:pt x="2201119" y="2542959"/>
                  </a:lnTo>
                  <a:lnTo>
                    <a:pt x="2201119" y="2526004"/>
                  </a:lnTo>
                  <a:lnTo>
                    <a:pt x="2194751" y="2517527"/>
                  </a:lnTo>
                  <a:close/>
                </a:path>
                <a:path w="9542780" h="6570345">
                  <a:moveTo>
                    <a:pt x="2194751" y="2561892"/>
                  </a:moveTo>
                  <a:lnTo>
                    <a:pt x="2175648" y="2561892"/>
                  </a:lnTo>
                  <a:lnTo>
                    <a:pt x="2167186" y="2568108"/>
                  </a:lnTo>
                  <a:lnTo>
                    <a:pt x="2167186" y="2589302"/>
                  </a:lnTo>
                  <a:lnTo>
                    <a:pt x="2173554" y="2595802"/>
                  </a:lnTo>
                  <a:lnTo>
                    <a:pt x="2184138" y="2595802"/>
                  </a:lnTo>
                  <a:lnTo>
                    <a:pt x="2192628" y="2593541"/>
                  </a:lnTo>
                  <a:lnTo>
                    <a:pt x="2201119" y="2587325"/>
                  </a:lnTo>
                  <a:lnTo>
                    <a:pt x="2201119" y="2570369"/>
                  </a:lnTo>
                  <a:lnTo>
                    <a:pt x="2194751" y="2561892"/>
                  </a:lnTo>
                  <a:close/>
                </a:path>
                <a:path w="9542780" h="6570345">
                  <a:moveTo>
                    <a:pt x="2194751" y="2604279"/>
                  </a:moveTo>
                  <a:lnTo>
                    <a:pt x="2175648" y="2604279"/>
                  </a:lnTo>
                  <a:lnTo>
                    <a:pt x="2167186" y="2610496"/>
                  </a:lnTo>
                  <a:lnTo>
                    <a:pt x="2167186" y="2631690"/>
                  </a:lnTo>
                  <a:lnTo>
                    <a:pt x="2173554" y="2638190"/>
                  </a:lnTo>
                  <a:lnTo>
                    <a:pt x="2192628" y="2638190"/>
                  </a:lnTo>
                  <a:lnTo>
                    <a:pt x="2201119" y="2631690"/>
                  </a:lnTo>
                  <a:lnTo>
                    <a:pt x="2201119" y="2612757"/>
                  </a:lnTo>
                  <a:lnTo>
                    <a:pt x="2194751" y="2604279"/>
                  </a:lnTo>
                  <a:close/>
                </a:path>
                <a:path w="9542780" h="6570345">
                  <a:moveTo>
                    <a:pt x="2194751" y="2648644"/>
                  </a:moveTo>
                  <a:lnTo>
                    <a:pt x="2175648" y="2648644"/>
                  </a:lnTo>
                  <a:lnTo>
                    <a:pt x="2167186" y="2655144"/>
                  </a:lnTo>
                  <a:lnTo>
                    <a:pt x="2167186" y="2676338"/>
                  </a:lnTo>
                  <a:lnTo>
                    <a:pt x="2173554" y="2682554"/>
                  </a:lnTo>
                  <a:lnTo>
                    <a:pt x="2192628" y="2682554"/>
                  </a:lnTo>
                  <a:lnTo>
                    <a:pt x="2201119" y="2676338"/>
                  </a:lnTo>
                  <a:lnTo>
                    <a:pt x="2201119" y="2657123"/>
                  </a:lnTo>
                  <a:lnTo>
                    <a:pt x="2194751" y="2648644"/>
                  </a:lnTo>
                  <a:close/>
                </a:path>
                <a:path w="9542780" h="6570345">
                  <a:moveTo>
                    <a:pt x="2194751" y="2693292"/>
                  </a:moveTo>
                  <a:lnTo>
                    <a:pt x="2175648" y="2693292"/>
                  </a:lnTo>
                  <a:lnTo>
                    <a:pt x="2167186" y="2699509"/>
                  </a:lnTo>
                  <a:lnTo>
                    <a:pt x="2167186" y="2718442"/>
                  </a:lnTo>
                  <a:lnTo>
                    <a:pt x="2173554" y="2726919"/>
                  </a:lnTo>
                  <a:lnTo>
                    <a:pt x="2192628" y="2726919"/>
                  </a:lnTo>
                  <a:lnTo>
                    <a:pt x="2201119" y="2718442"/>
                  </a:lnTo>
                  <a:lnTo>
                    <a:pt x="2201119" y="2701770"/>
                  </a:lnTo>
                  <a:lnTo>
                    <a:pt x="2194751" y="2693292"/>
                  </a:lnTo>
                  <a:close/>
                </a:path>
                <a:path w="9542780" h="6570345">
                  <a:moveTo>
                    <a:pt x="2194751" y="2737658"/>
                  </a:moveTo>
                  <a:lnTo>
                    <a:pt x="2175648" y="2737658"/>
                  </a:lnTo>
                  <a:lnTo>
                    <a:pt x="2167186" y="2743875"/>
                  </a:lnTo>
                  <a:lnTo>
                    <a:pt x="2167186" y="2763090"/>
                  </a:lnTo>
                  <a:lnTo>
                    <a:pt x="2173554" y="2771567"/>
                  </a:lnTo>
                  <a:lnTo>
                    <a:pt x="2192628" y="2771567"/>
                  </a:lnTo>
                  <a:lnTo>
                    <a:pt x="2201119" y="2763090"/>
                  </a:lnTo>
                  <a:lnTo>
                    <a:pt x="2201119" y="2746136"/>
                  </a:lnTo>
                  <a:lnTo>
                    <a:pt x="2194751" y="2737658"/>
                  </a:lnTo>
                  <a:close/>
                </a:path>
                <a:path w="9542780" h="6570345">
                  <a:moveTo>
                    <a:pt x="2194751" y="2782023"/>
                  </a:moveTo>
                  <a:lnTo>
                    <a:pt x="2175648" y="2782023"/>
                  </a:lnTo>
                  <a:lnTo>
                    <a:pt x="2167186" y="2788523"/>
                  </a:lnTo>
                  <a:lnTo>
                    <a:pt x="2167186" y="2807456"/>
                  </a:lnTo>
                  <a:lnTo>
                    <a:pt x="2173554" y="2815934"/>
                  </a:lnTo>
                  <a:lnTo>
                    <a:pt x="2192628" y="2815934"/>
                  </a:lnTo>
                  <a:lnTo>
                    <a:pt x="2201119" y="2807456"/>
                  </a:lnTo>
                  <a:lnTo>
                    <a:pt x="2201119" y="2790501"/>
                  </a:lnTo>
                  <a:lnTo>
                    <a:pt x="2194751" y="2782023"/>
                  </a:lnTo>
                  <a:close/>
                </a:path>
                <a:path w="9542780" h="6570345">
                  <a:moveTo>
                    <a:pt x="2194751" y="2826672"/>
                  </a:moveTo>
                  <a:lnTo>
                    <a:pt x="2175648" y="2826672"/>
                  </a:lnTo>
                  <a:lnTo>
                    <a:pt x="2167186" y="2832888"/>
                  </a:lnTo>
                  <a:lnTo>
                    <a:pt x="2167186" y="2851821"/>
                  </a:lnTo>
                  <a:lnTo>
                    <a:pt x="2173554" y="2860299"/>
                  </a:lnTo>
                  <a:lnTo>
                    <a:pt x="2184138" y="2860299"/>
                  </a:lnTo>
                  <a:lnTo>
                    <a:pt x="2192628" y="2858321"/>
                  </a:lnTo>
                  <a:lnTo>
                    <a:pt x="2201119" y="2851821"/>
                  </a:lnTo>
                  <a:lnTo>
                    <a:pt x="2201119" y="2835149"/>
                  </a:lnTo>
                  <a:lnTo>
                    <a:pt x="2194751" y="2826672"/>
                  </a:lnTo>
                  <a:close/>
                </a:path>
                <a:path w="9542780" h="6570345">
                  <a:moveTo>
                    <a:pt x="2194751" y="2871036"/>
                  </a:moveTo>
                  <a:lnTo>
                    <a:pt x="2175648" y="2871036"/>
                  </a:lnTo>
                  <a:lnTo>
                    <a:pt x="2167186" y="2877254"/>
                  </a:lnTo>
                  <a:lnTo>
                    <a:pt x="2167186" y="2896469"/>
                  </a:lnTo>
                  <a:lnTo>
                    <a:pt x="2173554" y="2904947"/>
                  </a:lnTo>
                  <a:lnTo>
                    <a:pt x="2184138" y="2904947"/>
                  </a:lnTo>
                  <a:lnTo>
                    <a:pt x="2192628" y="2902686"/>
                  </a:lnTo>
                  <a:lnTo>
                    <a:pt x="2201119" y="2896469"/>
                  </a:lnTo>
                  <a:lnTo>
                    <a:pt x="2201119" y="2879515"/>
                  </a:lnTo>
                  <a:lnTo>
                    <a:pt x="2194751" y="2871036"/>
                  </a:lnTo>
                  <a:close/>
                </a:path>
                <a:path w="9542780" h="6570345">
                  <a:moveTo>
                    <a:pt x="2194751" y="2913424"/>
                  </a:moveTo>
                  <a:lnTo>
                    <a:pt x="2175648" y="2913424"/>
                  </a:lnTo>
                  <a:lnTo>
                    <a:pt x="2167186" y="2919641"/>
                  </a:lnTo>
                  <a:lnTo>
                    <a:pt x="2167186" y="2938857"/>
                  </a:lnTo>
                  <a:lnTo>
                    <a:pt x="2173554" y="2947334"/>
                  </a:lnTo>
                  <a:lnTo>
                    <a:pt x="2192628" y="2947334"/>
                  </a:lnTo>
                  <a:lnTo>
                    <a:pt x="2201119" y="2940834"/>
                  </a:lnTo>
                  <a:lnTo>
                    <a:pt x="2201119" y="2921902"/>
                  </a:lnTo>
                  <a:lnTo>
                    <a:pt x="2194751" y="2913424"/>
                  </a:lnTo>
                  <a:close/>
                </a:path>
                <a:path w="9542780" h="6570345">
                  <a:moveTo>
                    <a:pt x="2194751" y="2957790"/>
                  </a:moveTo>
                  <a:lnTo>
                    <a:pt x="2175648" y="2957790"/>
                  </a:lnTo>
                  <a:lnTo>
                    <a:pt x="2167186" y="2964289"/>
                  </a:lnTo>
                  <a:lnTo>
                    <a:pt x="2167186" y="2983222"/>
                  </a:lnTo>
                  <a:lnTo>
                    <a:pt x="2173554" y="2991699"/>
                  </a:lnTo>
                  <a:lnTo>
                    <a:pt x="2192628" y="2991699"/>
                  </a:lnTo>
                  <a:lnTo>
                    <a:pt x="2201119" y="2985482"/>
                  </a:lnTo>
                  <a:lnTo>
                    <a:pt x="2201119" y="2966267"/>
                  </a:lnTo>
                  <a:lnTo>
                    <a:pt x="2194751" y="2957790"/>
                  </a:lnTo>
                  <a:close/>
                </a:path>
                <a:path w="9542780" h="6570345">
                  <a:moveTo>
                    <a:pt x="2194751" y="3002155"/>
                  </a:moveTo>
                  <a:lnTo>
                    <a:pt x="2175648" y="3002155"/>
                  </a:lnTo>
                  <a:lnTo>
                    <a:pt x="2167186" y="3008655"/>
                  </a:lnTo>
                  <a:lnTo>
                    <a:pt x="2167186" y="3027588"/>
                  </a:lnTo>
                  <a:lnTo>
                    <a:pt x="2173554" y="3036065"/>
                  </a:lnTo>
                  <a:lnTo>
                    <a:pt x="2192628" y="3036065"/>
                  </a:lnTo>
                  <a:lnTo>
                    <a:pt x="2201119" y="3027588"/>
                  </a:lnTo>
                  <a:lnTo>
                    <a:pt x="2201119" y="3010632"/>
                  </a:lnTo>
                  <a:lnTo>
                    <a:pt x="2194751" y="3002155"/>
                  </a:lnTo>
                  <a:close/>
                </a:path>
                <a:path w="9542780" h="6570345">
                  <a:moveTo>
                    <a:pt x="2194751" y="3046803"/>
                  </a:moveTo>
                  <a:lnTo>
                    <a:pt x="2175648" y="3046803"/>
                  </a:lnTo>
                  <a:lnTo>
                    <a:pt x="2167186" y="3053020"/>
                  </a:lnTo>
                  <a:lnTo>
                    <a:pt x="2167186" y="3072236"/>
                  </a:lnTo>
                  <a:lnTo>
                    <a:pt x="2173554" y="3080713"/>
                  </a:lnTo>
                  <a:lnTo>
                    <a:pt x="2192628" y="3080713"/>
                  </a:lnTo>
                  <a:lnTo>
                    <a:pt x="2201119" y="3072236"/>
                  </a:lnTo>
                  <a:lnTo>
                    <a:pt x="2201119" y="3055280"/>
                  </a:lnTo>
                  <a:lnTo>
                    <a:pt x="2194751" y="3046803"/>
                  </a:lnTo>
                  <a:close/>
                </a:path>
                <a:path w="9542780" h="6570345">
                  <a:moveTo>
                    <a:pt x="2194751" y="3091168"/>
                  </a:moveTo>
                  <a:lnTo>
                    <a:pt x="2175648" y="3091168"/>
                  </a:lnTo>
                  <a:lnTo>
                    <a:pt x="2167186" y="3097668"/>
                  </a:lnTo>
                  <a:lnTo>
                    <a:pt x="2167186" y="3118862"/>
                  </a:lnTo>
                  <a:lnTo>
                    <a:pt x="2173554" y="3125078"/>
                  </a:lnTo>
                  <a:lnTo>
                    <a:pt x="2192628" y="3125078"/>
                  </a:lnTo>
                  <a:lnTo>
                    <a:pt x="2201119" y="3116601"/>
                  </a:lnTo>
                  <a:lnTo>
                    <a:pt x="2201119" y="3099647"/>
                  </a:lnTo>
                  <a:lnTo>
                    <a:pt x="2194751" y="3091168"/>
                  </a:lnTo>
                  <a:close/>
                </a:path>
                <a:path w="9542780" h="6570345">
                  <a:moveTo>
                    <a:pt x="2194751" y="3135816"/>
                  </a:moveTo>
                  <a:lnTo>
                    <a:pt x="2175648" y="3135816"/>
                  </a:lnTo>
                  <a:lnTo>
                    <a:pt x="2167186" y="3142034"/>
                  </a:lnTo>
                  <a:lnTo>
                    <a:pt x="2167186" y="3163227"/>
                  </a:lnTo>
                  <a:lnTo>
                    <a:pt x="2173554" y="3169445"/>
                  </a:lnTo>
                  <a:lnTo>
                    <a:pt x="2184138" y="3169445"/>
                  </a:lnTo>
                  <a:lnTo>
                    <a:pt x="2192628" y="3167466"/>
                  </a:lnTo>
                  <a:lnTo>
                    <a:pt x="2201119" y="3160966"/>
                  </a:lnTo>
                  <a:lnTo>
                    <a:pt x="2201119" y="3144011"/>
                  </a:lnTo>
                  <a:lnTo>
                    <a:pt x="2194751" y="3135816"/>
                  </a:lnTo>
                  <a:close/>
                </a:path>
                <a:path w="9542780" h="6570345">
                  <a:moveTo>
                    <a:pt x="2194751" y="3180182"/>
                  </a:moveTo>
                  <a:lnTo>
                    <a:pt x="2175648" y="3180182"/>
                  </a:lnTo>
                  <a:lnTo>
                    <a:pt x="2167186" y="3186399"/>
                  </a:lnTo>
                  <a:lnTo>
                    <a:pt x="2167186" y="3205614"/>
                  </a:lnTo>
                  <a:lnTo>
                    <a:pt x="2173554" y="3214093"/>
                  </a:lnTo>
                  <a:lnTo>
                    <a:pt x="2184138" y="3214093"/>
                  </a:lnTo>
                  <a:lnTo>
                    <a:pt x="2192628" y="3211831"/>
                  </a:lnTo>
                  <a:lnTo>
                    <a:pt x="2201119" y="3205614"/>
                  </a:lnTo>
                  <a:lnTo>
                    <a:pt x="2201119" y="3188660"/>
                  </a:lnTo>
                  <a:lnTo>
                    <a:pt x="2194751" y="3180182"/>
                  </a:lnTo>
                  <a:close/>
                </a:path>
                <a:path w="9542780" h="6570345">
                  <a:moveTo>
                    <a:pt x="2194751" y="3222570"/>
                  </a:moveTo>
                  <a:lnTo>
                    <a:pt x="2175648" y="3222570"/>
                  </a:lnTo>
                  <a:lnTo>
                    <a:pt x="2167186" y="3228787"/>
                  </a:lnTo>
                  <a:lnTo>
                    <a:pt x="2167186" y="3248002"/>
                  </a:lnTo>
                  <a:lnTo>
                    <a:pt x="2173554" y="3256479"/>
                  </a:lnTo>
                  <a:lnTo>
                    <a:pt x="2192628" y="3256479"/>
                  </a:lnTo>
                  <a:lnTo>
                    <a:pt x="2201119" y="3249980"/>
                  </a:lnTo>
                  <a:lnTo>
                    <a:pt x="2201119" y="3231047"/>
                  </a:lnTo>
                  <a:lnTo>
                    <a:pt x="2194751" y="3222570"/>
                  </a:lnTo>
                  <a:close/>
                </a:path>
                <a:path w="9542780" h="6570345">
                  <a:moveTo>
                    <a:pt x="2194751" y="3266935"/>
                  </a:moveTo>
                  <a:lnTo>
                    <a:pt x="2175648" y="3266935"/>
                  </a:lnTo>
                  <a:lnTo>
                    <a:pt x="2167186" y="3273435"/>
                  </a:lnTo>
                  <a:lnTo>
                    <a:pt x="2167186" y="3292368"/>
                  </a:lnTo>
                  <a:lnTo>
                    <a:pt x="2173554" y="3300845"/>
                  </a:lnTo>
                  <a:lnTo>
                    <a:pt x="2192628" y="3300845"/>
                  </a:lnTo>
                  <a:lnTo>
                    <a:pt x="2201119" y="3294345"/>
                  </a:lnTo>
                  <a:lnTo>
                    <a:pt x="2201119" y="3275412"/>
                  </a:lnTo>
                  <a:lnTo>
                    <a:pt x="2194751" y="3266935"/>
                  </a:lnTo>
                  <a:close/>
                </a:path>
                <a:path w="9542780" h="6570345">
                  <a:moveTo>
                    <a:pt x="2194751" y="5034912"/>
                  </a:moveTo>
                  <a:lnTo>
                    <a:pt x="2175648" y="5034912"/>
                  </a:lnTo>
                  <a:lnTo>
                    <a:pt x="2167186" y="5041270"/>
                  </a:lnTo>
                  <a:lnTo>
                    <a:pt x="2167186" y="5060316"/>
                  </a:lnTo>
                  <a:lnTo>
                    <a:pt x="2173554" y="5068793"/>
                  </a:lnTo>
                  <a:lnTo>
                    <a:pt x="2184138" y="5068793"/>
                  </a:lnTo>
                  <a:lnTo>
                    <a:pt x="2192628" y="5066673"/>
                  </a:lnTo>
                  <a:lnTo>
                    <a:pt x="2201119" y="5060316"/>
                  </a:lnTo>
                  <a:lnTo>
                    <a:pt x="2201119" y="5043389"/>
                  </a:lnTo>
                  <a:lnTo>
                    <a:pt x="2194751" y="5034912"/>
                  </a:lnTo>
                  <a:close/>
                </a:path>
                <a:path w="9542780" h="6570345">
                  <a:moveTo>
                    <a:pt x="2194751" y="5077270"/>
                  </a:moveTo>
                  <a:lnTo>
                    <a:pt x="2175648" y="5077270"/>
                  </a:lnTo>
                  <a:lnTo>
                    <a:pt x="2167186" y="5083629"/>
                  </a:lnTo>
                  <a:lnTo>
                    <a:pt x="2167186" y="5102675"/>
                  </a:lnTo>
                  <a:lnTo>
                    <a:pt x="2173554" y="5111153"/>
                  </a:lnTo>
                  <a:lnTo>
                    <a:pt x="2192628" y="5111153"/>
                  </a:lnTo>
                  <a:lnTo>
                    <a:pt x="2201119" y="5104794"/>
                  </a:lnTo>
                  <a:lnTo>
                    <a:pt x="2201119" y="5085720"/>
                  </a:lnTo>
                  <a:lnTo>
                    <a:pt x="2194751" y="5077270"/>
                  </a:lnTo>
                  <a:close/>
                </a:path>
                <a:path w="9542780" h="6570345">
                  <a:moveTo>
                    <a:pt x="2194751" y="5121720"/>
                  </a:moveTo>
                  <a:lnTo>
                    <a:pt x="2175648" y="5121720"/>
                  </a:lnTo>
                  <a:lnTo>
                    <a:pt x="2167186" y="5128079"/>
                  </a:lnTo>
                  <a:lnTo>
                    <a:pt x="2167186" y="5147125"/>
                  </a:lnTo>
                  <a:lnTo>
                    <a:pt x="2173554" y="5155603"/>
                  </a:lnTo>
                  <a:lnTo>
                    <a:pt x="2192628" y="5155603"/>
                  </a:lnTo>
                  <a:lnTo>
                    <a:pt x="2201119" y="5149245"/>
                  </a:lnTo>
                  <a:lnTo>
                    <a:pt x="2201119" y="5130199"/>
                  </a:lnTo>
                  <a:lnTo>
                    <a:pt x="2194751" y="5121720"/>
                  </a:lnTo>
                  <a:close/>
                </a:path>
                <a:path w="9542780" h="6570345">
                  <a:moveTo>
                    <a:pt x="2194751" y="5255127"/>
                  </a:moveTo>
                  <a:lnTo>
                    <a:pt x="2175648" y="5255127"/>
                  </a:lnTo>
                  <a:lnTo>
                    <a:pt x="2167186" y="5261458"/>
                  </a:lnTo>
                  <a:lnTo>
                    <a:pt x="2167186" y="5282651"/>
                  </a:lnTo>
                  <a:lnTo>
                    <a:pt x="2173554" y="5288982"/>
                  </a:lnTo>
                  <a:lnTo>
                    <a:pt x="2192628" y="5288982"/>
                  </a:lnTo>
                  <a:lnTo>
                    <a:pt x="2201119" y="5280533"/>
                  </a:lnTo>
                  <a:lnTo>
                    <a:pt x="2201119" y="5263577"/>
                  </a:lnTo>
                  <a:lnTo>
                    <a:pt x="2194751" y="5255127"/>
                  </a:lnTo>
                  <a:close/>
                </a:path>
                <a:path w="9542780" h="6570345">
                  <a:moveTo>
                    <a:pt x="2194751" y="5299579"/>
                  </a:moveTo>
                  <a:lnTo>
                    <a:pt x="2175648" y="5299579"/>
                  </a:lnTo>
                  <a:lnTo>
                    <a:pt x="2167186" y="5305936"/>
                  </a:lnTo>
                  <a:lnTo>
                    <a:pt x="2167186" y="5327102"/>
                  </a:lnTo>
                  <a:lnTo>
                    <a:pt x="2173554" y="5333460"/>
                  </a:lnTo>
                  <a:lnTo>
                    <a:pt x="2192628" y="5333460"/>
                  </a:lnTo>
                  <a:lnTo>
                    <a:pt x="2201119" y="5324983"/>
                  </a:lnTo>
                  <a:lnTo>
                    <a:pt x="2201119" y="5308056"/>
                  </a:lnTo>
                  <a:lnTo>
                    <a:pt x="2194751" y="5299579"/>
                  </a:lnTo>
                  <a:close/>
                </a:path>
                <a:path w="9542780" h="6570345">
                  <a:moveTo>
                    <a:pt x="2194751" y="5344057"/>
                  </a:moveTo>
                  <a:lnTo>
                    <a:pt x="2175648" y="5344057"/>
                  </a:lnTo>
                  <a:lnTo>
                    <a:pt x="2167186" y="5350386"/>
                  </a:lnTo>
                  <a:lnTo>
                    <a:pt x="2167186" y="5369460"/>
                  </a:lnTo>
                  <a:lnTo>
                    <a:pt x="2173554" y="5377910"/>
                  </a:lnTo>
                  <a:lnTo>
                    <a:pt x="2184138" y="5377910"/>
                  </a:lnTo>
                  <a:lnTo>
                    <a:pt x="2192628" y="5375790"/>
                  </a:lnTo>
                  <a:lnTo>
                    <a:pt x="2201119" y="5369460"/>
                  </a:lnTo>
                  <a:lnTo>
                    <a:pt x="2201119" y="5352506"/>
                  </a:lnTo>
                  <a:lnTo>
                    <a:pt x="2194751" y="5344057"/>
                  </a:lnTo>
                  <a:close/>
                </a:path>
                <a:path w="9542780" h="6570345">
                  <a:moveTo>
                    <a:pt x="2194751" y="5386387"/>
                  </a:moveTo>
                  <a:lnTo>
                    <a:pt x="2175648" y="5386387"/>
                  </a:lnTo>
                  <a:lnTo>
                    <a:pt x="2167186" y="5392746"/>
                  </a:lnTo>
                  <a:lnTo>
                    <a:pt x="2167186" y="5411792"/>
                  </a:lnTo>
                  <a:lnTo>
                    <a:pt x="2173554" y="5420269"/>
                  </a:lnTo>
                  <a:lnTo>
                    <a:pt x="2192628" y="5420269"/>
                  </a:lnTo>
                  <a:lnTo>
                    <a:pt x="2201119" y="5413910"/>
                  </a:lnTo>
                  <a:lnTo>
                    <a:pt x="2201119" y="5394866"/>
                  </a:lnTo>
                  <a:lnTo>
                    <a:pt x="2194751" y="5386387"/>
                  </a:lnTo>
                  <a:close/>
                </a:path>
                <a:path w="9542780" h="6570345">
                  <a:moveTo>
                    <a:pt x="2194751" y="5430866"/>
                  </a:moveTo>
                  <a:lnTo>
                    <a:pt x="2175648" y="5430866"/>
                  </a:lnTo>
                  <a:lnTo>
                    <a:pt x="2167186" y="5437196"/>
                  </a:lnTo>
                  <a:lnTo>
                    <a:pt x="2167186" y="5458390"/>
                  </a:lnTo>
                  <a:lnTo>
                    <a:pt x="2173554" y="5464719"/>
                  </a:lnTo>
                  <a:lnTo>
                    <a:pt x="2192628" y="5464719"/>
                  </a:lnTo>
                  <a:lnTo>
                    <a:pt x="2201119" y="5458390"/>
                  </a:lnTo>
                  <a:lnTo>
                    <a:pt x="2201119" y="5439316"/>
                  </a:lnTo>
                  <a:lnTo>
                    <a:pt x="2194751" y="5430866"/>
                  </a:lnTo>
                  <a:close/>
                </a:path>
                <a:path w="9542780" h="6570345">
                  <a:moveTo>
                    <a:pt x="2194751" y="5475316"/>
                  </a:moveTo>
                  <a:lnTo>
                    <a:pt x="2175648" y="5475316"/>
                  </a:lnTo>
                  <a:lnTo>
                    <a:pt x="2167186" y="5481674"/>
                  </a:lnTo>
                  <a:lnTo>
                    <a:pt x="2167186" y="5502840"/>
                  </a:lnTo>
                  <a:lnTo>
                    <a:pt x="2173554" y="5509197"/>
                  </a:lnTo>
                  <a:lnTo>
                    <a:pt x="2192628" y="5509197"/>
                  </a:lnTo>
                  <a:lnTo>
                    <a:pt x="2201119" y="5500720"/>
                  </a:lnTo>
                  <a:lnTo>
                    <a:pt x="2201119" y="5483793"/>
                  </a:lnTo>
                  <a:lnTo>
                    <a:pt x="2194751" y="5475316"/>
                  </a:lnTo>
                  <a:close/>
                </a:path>
                <a:path w="9542780" h="6570345">
                  <a:moveTo>
                    <a:pt x="2194751" y="5519794"/>
                  </a:moveTo>
                  <a:lnTo>
                    <a:pt x="2175648" y="5519794"/>
                  </a:lnTo>
                  <a:lnTo>
                    <a:pt x="2167186" y="5526124"/>
                  </a:lnTo>
                  <a:lnTo>
                    <a:pt x="2167186" y="5545199"/>
                  </a:lnTo>
                  <a:lnTo>
                    <a:pt x="2173554" y="5553649"/>
                  </a:lnTo>
                  <a:lnTo>
                    <a:pt x="2192628" y="5553649"/>
                  </a:lnTo>
                  <a:lnTo>
                    <a:pt x="2201119" y="5545199"/>
                  </a:lnTo>
                  <a:lnTo>
                    <a:pt x="2201119" y="5528243"/>
                  </a:lnTo>
                  <a:lnTo>
                    <a:pt x="2194751" y="5519794"/>
                  </a:lnTo>
                  <a:close/>
                </a:path>
                <a:path w="9542780" h="6570345">
                  <a:moveTo>
                    <a:pt x="2194751" y="5564245"/>
                  </a:moveTo>
                  <a:lnTo>
                    <a:pt x="2175648" y="5564245"/>
                  </a:lnTo>
                  <a:lnTo>
                    <a:pt x="2167186" y="5570603"/>
                  </a:lnTo>
                  <a:lnTo>
                    <a:pt x="2167186" y="5589649"/>
                  </a:lnTo>
                  <a:lnTo>
                    <a:pt x="2173554" y="5598126"/>
                  </a:lnTo>
                  <a:lnTo>
                    <a:pt x="2192628" y="5598126"/>
                  </a:lnTo>
                  <a:lnTo>
                    <a:pt x="2201119" y="5589649"/>
                  </a:lnTo>
                  <a:lnTo>
                    <a:pt x="2201119" y="5572723"/>
                  </a:lnTo>
                  <a:lnTo>
                    <a:pt x="2194751" y="5564245"/>
                  </a:lnTo>
                  <a:close/>
                </a:path>
                <a:path w="9542780" h="6570345">
                  <a:moveTo>
                    <a:pt x="2194751" y="5608723"/>
                  </a:moveTo>
                  <a:lnTo>
                    <a:pt x="2175648" y="5608723"/>
                  </a:lnTo>
                  <a:lnTo>
                    <a:pt x="2167186" y="5615053"/>
                  </a:lnTo>
                  <a:lnTo>
                    <a:pt x="2167186" y="5634127"/>
                  </a:lnTo>
                  <a:lnTo>
                    <a:pt x="2173554" y="5642576"/>
                  </a:lnTo>
                  <a:lnTo>
                    <a:pt x="2192628" y="5642576"/>
                  </a:lnTo>
                  <a:lnTo>
                    <a:pt x="2201119" y="5634127"/>
                  </a:lnTo>
                  <a:lnTo>
                    <a:pt x="2201119" y="5617173"/>
                  </a:lnTo>
                  <a:lnTo>
                    <a:pt x="2194751" y="5608723"/>
                  </a:lnTo>
                  <a:close/>
                </a:path>
                <a:path w="9542780" h="6570345">
                  <a:moveTo>
                    <a:pt x="2194751" y="5653173"/>
                  </a:moveTo>
                  <a:lnTo>
                    <a:pt x="2175648" y="5653173"/>
                  </a:lnTo>
                  <a:lnTo>
                    <a:pt x="2167186" y="5659531"/>
                  </a:lnTo>
                  <a:lnTo>
                    <a:pt x="2167186" y="5678577"/>
                  </a:lnTo>
                  <a:lnTo>
                    <a:pt x="2173554" y="5687056"/>
                  </a:lnTo>
                  <a:lnTo>
                    <a:pt x="2184138" y="5687056"/>
                  </a:lnTo>
                  <a:lnTo>
                    <a:pt x="2192628" y="5684936"/>
                  </a:lnTo>
                  <a:lnTo>
                    <a:pt x="2201119" y="5678577"/>
                  </a:lnTo>
                  <a:lnTo>
                    <a:pt x="2201119" y="5661651"/>
                  </a:lnTo>
                  <a:lnTo>
                    <a:pt x="2194751" y="5653173"/>
                  </a:lnTo>
                  <a:close/>
                </a:path>
                <a:path w="9542780" h="6570345">
                  <a:moveTo>
                    <a:pt x="2194751" y="5695533"/>
                  </a:moveTo>
                  <a:lnTo>
                    <a:pt x="2175648" y="5695533"/>
                  </a:lnTo>
                  <a:lnTo>
                    <a:pt x="2167186" y="5701863"/>
                  </a:lnTo>
                  <a:lnTo>
                    <a:pt x="2167186" y="5720937"/>
                  </a:lnTo>
                  <a:lnTo>
                    <a:pt x="2173554" y="5729386"/>
                  </a:lnTo>
                  <a:lnTo>
                    <a:pt x="2192628" y="5729386"/>
                  </a:lnTo>
                  <a:lnTo>
                    <a:pt x="2201119" y="5723056"/>
                  </a:lnTo>
                  <a:lnTo>
                    <a:pt x="2201119" y="5703982"/>
                  </a:lnTo>
                  <a:lnTo>
                    <a:pt x="2194751" y="5695533"/>
                  </a:lnTo>
                  <a:close/>
                </a:path>
                <a:path w="9542780" h="6570345">
                  <a:moveTo>
                    <a:pt x="2194751" y="5873362"/>
                  </a:moveTo>
                  <a:lnTo>
                    <a:pt x="2175648" y="5873362"/>
                  </a:lnTo>
                  <a:lnTo>
                    <a:pt x="2167186" y="5879720"/>
                  </a:lnTo>
                  <a:lnTo>
                    <a:pt x="2167186" y="5898794"/>
                  </a:lnTo>
                  <a:lnTo>
                    <a:pt x="2173554" y="5907243"/>
                  </a:lnTo>
                  <a:lnTo>
                    <a:pt x="2192628" y="5907243"/>
                  </a:lnTo>
                  <a:lnTo>
                    <a:pt x="2201119" y="5898794"/>
                  </a:lnTo>
                  <a:lnTo>
                    <a:pt x="2201119" y="5881839"/>
                  </a:lnTo>
                  <a:lnTo>
                    <a:pt x="2194751" y="5873362"/>
                  </a:lnTo>
                  <a:close/>
                </a:path>
                <a:path w="9542780" h="6570345">
                  <a:moveTo>
                    <a:pt x="2150205" y="882788"/>
                  </a:moveTo>
                  <a:lnTo>
                    <a:pt x="2131129" y="882788"/>
                  </a:lnTo>
                  <a:lnTo>
                    <a:pt x="2122639" y="889287"/>
                  </a:lnTo>
                  <a:lnTo>
                    <a:pt x="2122639" y="908220"/>
                  </a:lnTo>
                  <a:lnTo>
                    <a:pt x="2129007" y="916697"/>
                  </a:lnTo>
                  <a:lnTo>
                    <a:pt x="2148083" y="916697"/>
                  </a:lnTo>
                  <a:lnTo>
                    <a:pt x="2156573" y="908220"/>
                  </a:lnTo>
                  <a:lnTo>
                    <a:pt x="2156573" y="891265"/>
                  </a:lnTo>
                  <a:lnTo>
                    <a:pt x="2150205" y="882788"/>
                  </a:lnTo>
                  <a:close/>
                </a:path>
                <a:path w="9542780" h="6570345">
                  <a:moveTo>
                    <a:pt x="2150205" y="927436"/>
                  </a:moveTo>
                  <a:lnTo>
                    <a:pt x="2131129" y="927436"/>
                  </a:lnTo>
                  <a:lnTo>
                    <a:pt x="2122639" y="933653"/>
                  </a:lnTo>
                  <a:lnTo>
                    <a:pt x="2122639" y="954846"/>
                  </a:lnTo>
                  <a:lnTo>
                    <a:pt x="2129007" y="961063"/>
                  </a:lnTo>
                  <a:lnTo>
                    <a:pt x="2148083" y="961063"/>
                  </a:lnTo>
                  <a:lnTo>
                    <a:pt x="2156573" y="952586"/>
                  </a:lnTo>
                  <a:lnTo>
                    <a:pt x="2156573" y="935913"/>
                  </a:lnTo>
                  <a:lnTo>
                    <a:pt x="2150205" y="927436"/>
                  </a:lnTo>
                  <a:close/>
                </a:path>
                <a:path w="9542780" h="6570345">
                  <a:moveTo>
                    <a:pt x="2150205" y="971801"/>
                  </a:moveTo>
                  <a:lnTo>
                    <a:pt x="2131129" y="971801"/>
                  </a:lnTo>
                  <a:lnTo>
                    <a:pt x="2122639" y="978018"/>
                  </a:lnTo>
                  <a:lnTo>
                    <a:pt x="2122639" y="997233"/>
                  </a:lnTo>
                  <a:lnTo>
                    <a:pt x="2129007" y="1005711"/>
                  </a:lnTo>
                  <a:lnTo>
                    <a:pt x="2139621" y="1005711"/>
                  </a:lnTo>
                  <a:lnTo>
                    <a:pt x="2148083" y="1003451"/>
                  </a:lnTo>
                  <a:lnTo>
                    <a:pt x="2156573" y="997233"/>
                  </a:lnTo>
                  <a:lnTo>
                    <a:pt x="2156573" y="980278"/>
                  </a:lnTo>
                  <a:lnTo>
                    <a:pt x="2150205" y="971801"/>
                  </a:lnTo>
                  <a:close/>
                </a:path>
                <a:path w="9542780" h="6570345">
                  <a:moveTo>
                    <a:pt x="2150205" y="1016166"/>
                  </a:moveTo>
                  <a:lnTo>
                    <a:pt x="2131129" y="1016166"/>
                  </a:lnTo>
                  <a:lnTo>
                    <a:pt x="2122639" y="1022666"/>
                  </a:lnTo>
                  <a:lnTo>
                    <a:pt x="2122639" y="1041599"/>
                  </a:lnTo>
                  <a:lnTo>
                    <a:pt x="2129007" y="1050076"/>
                  </a:lnTo>
                  <a:lnTo>
                    <a:pt x="2139621" y="1050076"/>
                  </a:lnTo>
                  <a:lnTo>
                    <a:pt x="2148083" y="1048099"/>
                  </a:lnTo>
                  <a:lnTo>
                    <a:pt x="2156573" y="1041599"/>
                  </a:lnTo>
                  <a:lnTo>
                    <a:pt x="2156573" y="1024644"/>
                  </a:lnTo>
                  <a:lnTo>
                    <a:pt x="2150205" y="1016166"/>
                  </a:lnTo>
                  <a:close/>
                </a:path>
                <a:path w="9542780" h="6570345">
                  <a:moveTo>
                    <a:pt x="2150205" y="1058553"/>
                  </a:moveTo>
                  <a:lnTo>
                    <a:pt x="2131129" y="1058553"/>
                  </a:lnTo>
                  <a:lnTo>
                    <a:pt x="2122639" y="1065053"/>
                  </a:lnTo>
                  <a:lnTo>
                    <a:pt x="2122639" y="1086247"/>
                  </a:lnTo>
                  <a:lnTo>
                    <a:pt x="2129007" y="1092464"/>
                  </a:lnTo>
                  <a:lnTo>
                    <a:pt x="2148083" y="1092464"/>
                  </a:lnTo>
                  <a:lnTo>
                    <a:pt x="2156573" y="1086247"/>
                  </a:lnTo>
                  <a:lnTo>
                    <a:pt x="2156573" y="1067031"/>
                  </a:lnTo>
                  <a:lnTo>
                    <a:pt x="2150205" y="1058553"/>
                  </a:lnTo>
                  <a:close/>
                </a:path>
                <a:path w="9542780" h="6570345">
                  <a:moveTo>
                    <a:pt x="2150205" y="1102920"/>
                  </a:moveTo>
                  <a:lnTo>
                    <a:pt x="2131129" y="1102920"/>
                  </a:lnTo>
                  <a:lnTo>
                    <a:pt x="2122639" y="1109418"/>
                  </a:lnTo>
                  <a:lnTo>
                    <a:pt x="2122639" y="1128351"/>
                  </a:lnTo>
                  <a:lnTo>
                    <a:pt x="2129007" y="1136829"/>
                  </a:lnTo>
                  <a:lnTo>
                    <a:pt x="2148083" y="1136829"/>
                  </a:lnTo>
                  <a:lnTo>
                    <a:pt x="2156573" y="1130612"/>
                  </a:lnTo>
                  <a:lnTo>
                    <a:pt x="2156573" y="1111397"/>
                  </a:lnTo>
                  <a:lnTo>
                    <a:pt x="2150205" y="1102920"/>
                  </a:lnTo>
                  <a:close/>
                </a:path>
                <a:path w="9542780" h="6570345">
                  <a:moveTo>
                    <a:pt x="2150205" y="1147568"/>
                  </a:moveTo>
                  <a:lnTo>
                    <a:pt x="2131129" y="1147568"/>
                  </a:lnTo>
                  <a:lnTo>
                    <a:pt x="2122639" y="1153784"/>
                  </a:lnTo>
                  <a:lnTo>
                    <a:pt x="2122639" y="1172999"/>
                  </a:lnTo>
                  <a:lnTo>
                    <a:pt x="2129007" y="1181477"/>
                  </a:lnTo>
                  <a:lnTo>
                    <a:pt x="2148083" y="1181477"/>
                  </a:lnTo>
                  <a:lnTo>
                    <a:pt x="2156573" y="1172999"/>
                  </a:lnTo>
                  <a:lnTo>
                    <a:pt x="2156573" y="1156045"/>
                  </a:lnTo>
                  <a:lnTo>
                    <a:pt x="2150205" y="1147568"/>
                  </a:lnTo>
                  <a:close/>
                </a:path>
                <a:path w="9542780" h="6570345">
                  <a:moveTo>
                    <a:pt x="2150205" y="1191933"/>
                  </a:moveTo>
                  <a:lnTo>
                    <a:pt x="2131129" y="1191933"/>
                  </a:lnTo>
                  <a:lnTo>
                    <a:pt x="2122639" y="1198432"/>
                  </a:lnTo>
                  <a:lnTo>
                    <a:pt x="2122639" y="1217364"/>
                  </a:lnTo>
                  <a:lnTo>
                    <a:pt x="2129007" y="1225843"/>
                  </a:lnTo>
                  <a:lnTo>
                    <a:pt x="2148083" y="1225843"/>
                  </a:lnTo>
                  <a:lnTo>
                    <a:pt x="2156573" y="1217364"/>
                  </a:lnTo>
                  <a:lnTo>
                    <a:pt x="2156573" y="1200410"/>
                  </a:lnTo>
                  <a:lnTo>
                    <a:pt x="2150205" y="1191933"/>
                  </a:lnTo>
                  <a:close/>
                </a:path>
                <a:path w="9542780" h="6570345">
                  <a:moveTo>
                    <a:pt x="2150205" y="1236581"/>
                  </a:moveTo>
                  <a:lnTo>
                    <a:pt x="2131129" y="1236581"/>
                  </a:lnTo>
                  <a:lnTo>
                    <a:pt x="2122639" y="1242797"/>
                  </a:lnTo>
                  <a:lnTo>
                    <a:pt x="2122639" y="1261731"/>
                  </a:lnTo>
                  <a:lnTo>
                    <a:pt x="2129007" y="1270208"/>
                  </a:lnTo>
                  <a:lnTo>
                    <a:pt x="2148083" y="1270208"/>
                  </a:lnTo>
                  <a:lnTo>
                    <a:pt x="2156573" y="1261731"/>
                  </a:lnTo>
                  <a:lnTo>
                    <a:pt x="2156573" y="1244776"/>
                  </a:lnTo>
                  <a:lnTo>
                    <a:pt x="2150205" y="1236581"/>
                  </a:lnTo>
                  <a:close/>
                </a:path>
                <a:path w="9542780" h="6570345">
                  <a:moveTo>
                    <a:pt x="2150205" y="1280946"/>
                  </a:moveTo>
                  <a:lnTo>
                    <a:pt x="2131129" y="1280946"/>
                  </a:lnTo>
                  <a:lnTo>
                    <a:pt x="2122639" y="1287162"/>
                  </a:lnTo>
                  <a:lnTo>
                    <a:pt x="2122639" y="1306379"/>
                  </a:lnTo>
                  <a:lnTo>
                    <a:pt x="2129007" y="1314856"/>
                  </a:lnTo>
                  <a:lnTo>
                    <a:pt x="2139621" y="1314856"/>
                  </a:lnTo>
                  <a:lnTo>
                    <a:pt x="2148083" y="1312595"/>
                  </a:lnTo>
                  <a:lnTo>
                    <a:pt x="2156573" y="1306379"/>
                  </a:lnTo>
                  <a:lnTo>
                    <a:pt x="2156573" y="1289423"/>
                  </a:lnTo>
                  <a:lnTo>
                    <a:pt x="2150205" y="1280946"/>
                  </a:lnTo>
                  <a:close/>
                </a:path>
                <a:path w="9542780" h="6570345">
                  <a:moveTo>
                    <a:pt x="2150205" y="1325312"/>
                  </a:moveTo>
                  <a:lnTo>
                    <a:pt x="2131129" y="1325312"/>
                  </a:lnTo>
                  <a:lnTo>
                    <a:pt x="2122639" y="1331810"/>
                  </a:lnTo>
                  <a:lnTo>
                    <a:pt x="2122639" y="1350744"/>
                  </a:lnTo>
                  <a:lnTo>
                    <a:pt x="2129007" y="1359221"/>
                  </a:lnTo>
                  <a:lnTo>
                    <a:pt x="2139621" y="1359221"/>
                  </a:lnTo>
                  <a:lnTo>
                    <a:pt x="2148083" y="1357243"/>
                  </a:lnTo>
                  <a:lnTo>
                    <a:pt x="2156573" y="1350744"/>
                  </a:lnTo>
                  <a:lnTo>
                    <a:pt x="2156573" y="1333789"/>
                  </a:lnTo>
                  <a:lnTo>
                    <a:pt x="2150205" y="1325312"/>
                  </a:lnTo>
                  <a:close/>
                </a:path>
                <a:path w="9542780" h="6570345">
                  <a:moveTo>
                    <a:pt x="2150205" y="1367699"/>
                  </a:moveTo>
                  <a:lnTo>
                    <a:pt x="2131129" y="1367699"/>
                  </a:lnTo>
                  <a:lnTo>
                    <a:pt x="2122639" y="1374198"/>
                  </a:lnTo>
                  <a:lnTo>
                    <a:pt x="2122639" y="1393131"/>
                  </a:lnTo>
                  <a:lnTo>
                    <a:pt x="2129007" y="1401608"/>
                  </a:lnTo>
                  <a:lnTo>
                    <a:pt x="2148083" y="1401608"/>
                  </a:lnTo>
                  <a:lnTo>
                    <a:pt x="2156573" y="1395110"/>
                  </a:lnTo>
                  <a:lnTo>
                    <a:pt x="2156573" y="1376177"/>
                  </a:lnTo>
                  <a:lnTo>
                    <a:pt x="2150205" y="1367699"/>
                  </a:lnTo>
                  <a:close/>
                </a:path>
                <a:path w="9542780" h="6570345">
                  <a:moveTo>
                    <a:pt x="2150205" y="1412064"/>
                  </a:moveTo>
                  <a:lnTo>
                    <a:pt x="2131129" y="1412064"/>
                  </a:lnTo>
                  <a:lnTo>
                    <a:pt x="2122639" y="1418564"/>
                  </a:lnTo>
                  <a:lnTo>
                    <a:pt x="2122639" y="1439758"/>
                  </a:lnTo>
                  <a:lnTo>
                    <a:pt x="2129007" y="1445975"/>
                  </a:lnTo>
                  <a:lnTo>
                    <a:pt x="2148083" y="1445975"/>
                  </a:lnTo>
                  <a:lnTo>
                    <a:pt x="2156573" y="1439758"/>
                  </a:lnTo>
                  <a:lnTo>
                    <a:pt x="2156573" y="1420541"/>
                  </a:lnTo>
                  <a:lnTo>
                    <a:pt x="2150205" y="1412064"/>
                  </a:lnTo>
                  <a:close/>
                </a:path>
                <a:path w="9542780" h="6570345">
                  <a:moveTo>
                    <a:pt x="2150205" y="1456712"/>
                  </a:moveTo>
                  <a:lnTo>
                    <a:pt x="2131129" y="1456712"/>
                  </a:lnTo>
                  <a:lnTo>
                    <a:pt x="2122639" y="1462929"/>
                  </a:lnTo>
                  <a:lnTo>
                    <a:pt x="2122639" y="1484123"/>
                  </a:lnTo>
                  <a:lnTo>
                    <a:pt x="2129007" y="1490623"/>
                  </a:lnTo>
                  <a:lnTo>
                    <a:pt x="2148083" y="1490623"/>
                  </a:lnTo>
                  <a:lnTo>
                    <a:pt x="2156573" y="1482144"/>
                  </a:lnTo>
                  <a:lnTo>
                    <a:pt x="2156573" y="1465190"/>
                  </a:lnTo>
                  <a:lnTo>
                    <a:pt x="2150205" y="1456712"/>
                  </a:lnTo>
                  <a:close/>
                </a:path>
                <a:path w="9542780" h="6570345">
                  <a:moveTo>
                    <a:pt x="2150205" y="1501077"/>
                  </a:moveTo>
                  <a:lnTo>
                    <a:pt x="2131129" y="1501077"/>
                  </a:lnTo>
                  <a:lnTo>
                    <a:pt x="2122639" y="1507577"/>
                  </a:lnTo>
                  <a:lnTo>
                    <a:pt x="2122639" y="1528771"/>
                  </a:lnTo>
                  <a:lnTo>
                    <a:pt x="2129007" y="1534988"/>
                  </a:lnTo>
                  <a:lnTo>
                    <a:pt x="2148083" y="1534988"/>
                  </a:lnTo>
                  <a:lnTo>
                    <a:pt x="2156573" y="1526510"/>
                  </a:lnTo>
                  <a:lnTo>
                    <a:pt x="2156573" y="1509555"/>
                  </a:lnTo>
                  <a:lnTo>
                    <a:pt x="2150205" y="1501077"/>
                  </a:lnTo>
                  <a:close/>
                </a:path>
                <a:path w="9542780" h="6570345">
                  <a:moveTo>
                    <a:pt x="2150205" y="1545443"/>
                  </a:moveTo>
                  <a:lnTo>
                    <a:pt x="2131129" y="1545443"/>
                  </a:lnTo>
                  <a:lnTo>
                    <a:pt x="2122639" y="1551942"/>
                  </a:lnTo>
                  <a:lnTo>
                    <a:pt x="2122639" y="1573136"/>
                  </a:lnTo>
                  <a:lnTo>
                    <a:pt x="2129007" y="1579352"/>
                  </a:lnTo>
                  <a:lnTo>
                    <a:pt x="2148083" y="1579352"/>
                  </a:lnTo>
                  <a:lnTo>
                    <a:pt x="2156573" y="1570875"/>
                  </a:lnTo>
                  <a:lnTo>
                    <a:pt x="2156573" y="1553921"/>
                  </a:lnTo>
                  <a:lnTo>
                    <a:pt x="2150205" y="1545443"/>
                  </a:lnTo>
                  <a:close/>
                </a:path>
                <a:path w="9542780" h="6570345">
                  <a:moveTo>
                    <a:pt x="2150205" y="1590092"/>
                  </a:moveTo>
                  <a:lnTo>
                    <a:pt x="2131129" y="1590092"/>
                  </a:lnTo>
                  <a:lnTo>
                    <a:pt x="2122639" y="1596308"/>
                  </a:lnTo>
                  <a:lnTo>
                    <a:pt x="2122639" y="1615523"/>
                  </a:lnTo>
                  <a:lnTo>
                    <a:pt x="2129007" y="1624001"/>
                  </a:lnTo>
                  <a:lnTo>
                    <a:pt x="2139621" y="1624001"/>
                  </a:lnTo>
                  <a:lnTo>
                    <a:pt x="2148083" y="1621740"/>
                  </a:lnTo>
                  <a:lnTo>
                    <a:pt x="2156573" y="1615523"/>
                  </a:lnTo>
                  <a:lnTo>
                    <a:pt x="2156573" y="1598569"/>
                  </a:lnTo>
                  <a:lnTo>
                    <a:pt x="2150205" y="1590092"/>
                  </a:lnTo>
                  <a:close/>
                </a:path>
                <a:path w="9542780" h="6570345">
                  <a:moveTo>
                    <a:pt x="2150205" y="1634456"/>
                  </a:moveTo>
                  <a:lnTo>
                    <a:pt x="2131129" y="1634456"/>
                  </a:lnTo>
                  <a:lnTo>
                    <a:pt x="2122639" y="1640956"/>
                  </a:lnTo>
                  <a:lnTo>
                    <a:pt x="2122639" y="1659889"/>
                  </a:lnTo>
                  <a:lnTo>
                    <a:pt x="2129007" y="1668367"/>
                  </a:lnTo>
                  <a:lnTo>
                    <a:pt x="2139621" y="1668367"/>
                  </a:lnTo>
                  <a:lnTo>
                    <a:pt x="2148083" y="1666388"/>
                  </a:lnTo>
                  <a:lnTo>
                    <a:pt x="2156573" y="1659889"/>
                  </a:lnTo>
                  <a:lnTo>
                    <a:pt x="2156573" y="1642934"/>
                  </a:lnTo>
                  <a:lnTo>
                    <a:pt x="2150205" y="1634456"/>
                  </a:lnTo>
                  <a:close/>
                </a:path>
                <a:path w="9542780" h="6570345">
                  <a:moveTo>
                    <a:pt x="2150205" y="1676844"/>
                  </a:moveTo>
                  <a:lnTo>
                    <a:pt x="2131129" y="1676844"/>
                  </a:lnTo>
                  <a:lnTo>
                    <a:pt x="2122639" y="1683061"/>
                  </a:lnTo>
                  <a:lnTo>
                    <a:pt x="2122639" y="1704254"/>
                  </a:lnTo>
                  <a:lnTo>
                    <a:pt x="2129007" y="1710754"/>
                  </a:lnTo>
                  <a:lnTo>
                    <a:pt x="2148083" y="1710754"/>
                  </a:lnTo>
                  <a:lnTo>
                    <a:pt x="2156573" y="1704254"/>
                  </a:lnTo>
                  <a:lnTo>
                    <a:pt x="2156573" y="1685321"/>
                  </a:lnTo>
                  <a:lnTo>
                    <a:pt x="2150205" y="1676844"/>
                  </a:lnTo>
                  <a:close/>
                </a:path>
                <a:path w="9542780" h="6570345">
                  <a:moveTo>
                    <a:pt x="2150205" y="1721209"/>
                  </a:moveTo>
                  <a:lnTo>
                    <a:pt x="2131129" y="1721209"/>
                  </a:lnTo>
                  <a:lnTo>
                    <a:pt x="2122639" y="1727709"/>
                  </a:lnTo>
                  <a:lnTo>
                    <a:pt x="2122639" y="1748903"/>
                  </a:lnTo>
                  <a:lnTo>
                    <a:pt x="2129007" y="1755119"/>
                  </a:lnTo>
                  <a:lnTo>
                    <a:pt x="2148083" y="1755119"/>
                  </a:lnTo>
                  <a:lnTo>
                    <a:pt x="2156573" y="1748903"/>
                  </a:lnTo>
                  <a:lnTo>
                    <a:pt x="2156573" y="1729687"/>
                  </a:lnTo>
                  <a:lnTo>
                    <a:pt x="2150205" y="1721209"/>
                  </a:lnTo>
                  <a:close/>
                </a:path>
                <a:path w="9542780" h="6570345">
                  <a:moveTo>
                    <a:pt x="2150205" y="1765857"/>
                  </a:moveTo>
                  <a:lnTo>
                    <a:pt x="2131129" y="1765857"/>
                  </a:lnTo>
                  <a:lnTo>
                    <a:pt x="2122639" y="1772074"/>
                  </a:lnTo>
                  <a:lnTo>
                    <a:pt x="2122639" y="1793267"/>
                  </a:lnTo>
                  <a:lnTo>
                    <a:pt x="2129007" y="1799767"/>
                  </a:lnTo>
                  <a:lnTo>
                    <a:pt x="2148083" y="1799767"/>
                  </a:lnTo>
                  <a:lnTo>
                    <a:pt x="2156573" y="1791290"/>
                  </a:lnTo>
                  <a:lnTo>
                    <a:pt x="2156573" y="1774334"/>
                  </a:lnTo>
                  <a:lnTo>
                    <a:pt x="2150205" y="1765857"/>
                  </a:lnTo>
                  <a:close/>
                </a:path>
                <a:path w="9542780" h="6570345">
                  <a:moveTo>
                    <a:pt x="2150205" y="1810223"/>
                  </a:moveTo>
                  <a:lnTo>
                    <a:pt x="2131129" y="1810223"/>
                  </a:lnTo>
                  <a:lnTo>
                    <a:pt x="2122639" y="1816722"/>
                  </a:lnTo>
                  <a:lnTo>
                    <a:pt x="2122639" y="1837634"/>
                  </a:lnTo>
                  <a:lnTo>
                    <a:pt x="2129007" y="1844132"/>
                  </a:lnTo>
                  <a:lnTo>
                    <a:pt x="2148083" y="1844132"/>
                  </a:lnTo>
                  <a:lnTo>
                    <a:pt x="2156573" y="1835655"/>
                  </a:lnTo>
                  <a:lnTo>
                    <a:pt x="2156573" y="1818700"/>
                  </a:lnTo>
                  <a:lnTo>
                    <a:pt x="2150205" y="1810223"/>
                  </a:lnTo>
                  <a:close/>
                </a:path>
                <a:path w="9542780" h="6570345">
                  <a:moveTo>
                    <a:pt x="2150205" y="1854588"/>
                  </a:moveTo>
                  <a:lnTo>
                    <a:pt x="2131129" y="1854588"/>
                  </a:lnTo>
                  <a:lnTo>
                    <a:pt x="2122639" y="1861088"/>
                  </a:lnTo>
                  <a:lnTo>
                    <a:pt x="2122639" y="1880021"/>
                  </a:lnTo>
                  <a:lnTo>
                    <a:pt x="2129007" y="1888498"/>
                  </a:lnTo>
                  <a:lnTo>
                    <a:pt x="2148083" y="1888498"/>
                  </a:lnTo>
                  <a:lnTo>
                    <a:pt x="2156573" y="1880021"/>
                  </a:lnTo>
                  <a:lnTo>
                    <a:pt x="2156573" y="1863065"/>
                  </a:lnTo>
                  <a:lnTo>
                    <a:pt x="2150205" y="1854588"/>
                  </a:lnTo>
                  <a:close/>
                </a:path>
                <a:path w="9542780" h="6570345">
                  <a:moveTo>
                    <a:pt x="2150205" y="1899236"/>
                  </a:moveTo>
                  <a:lnTo>
                    <a:pt x="2131129" y="1899236"/>
                  </a:lnTo>
                  <a:lnTo>
                    <a:pt x="2122639" y="1905453"/>
                  </a:lnTo>
                  <a:lnTo>
                    <a:pt x="2122639" y="1924669"/>
                  </a:lnTo>
                  <a:lnTo>
                    <a:pt x="2129007" y="1933147"/>
                  </a:lnTo>
                  <a:lnTo>
                    <a:pt x="2139621" y="1933147"/>
                  </a:lnTo>
                  <a:lnTo>
                    <a:pt x="2148083" y="1930886"/>
                  </a:lnTo>
                  <a:lnTo>
                    <a:pt x="2156573" y="1924669"/>
                  </a:lnTo>
                  <a:lnTo>
                    <a:pt x="2156573" y="1907713"/>
                  </a:lnTo>
                  <a:lnTo>
                    <a:pt x="2150205" y="1899236"/>
                  </a:lnTo>
                  <a:close/>
                </a:path>
                <a:path w="9542780" h="6570345">
                  <a:moveTo>
                    <a:pt x="2150205" y="1943601"/>
                  </a:moveTo>
                  <a:lnTo>
                    <a:pt x="2131129" y="1943601"/>
                  </a:lnTo>
                  <a:lnTo>
                    <a:pt x="2122639" y="1950101"/>
                  </a:lnTo>
                  <a:lnTo>
                    <a:pt x="2122639" y="1971295"/>
                  </a:lnTo>
                  <a:lnTo>
                    <a:pt x="2129007" y="1977511"/>
                  </a:lnTo>
                  <a:lnTo>
                    <a:pt x="2139621" y="1977511"/>
                  </a:lnTo>
                  <a:lnTo>
                    <a:pt x="2148083" y="1975251"/>
                  </a:lnTo>
                  <a:lnTo>
                    <a:pt x="2156573" y="1969034"/>
                  </a:lnTo>
                  <a:lnTo>
                    <a:pt x="2156573" y="1952080"/>
                  </a:lnTo>
                  <a:lnTo>
                    <a:pt x="2150205" y="1943601"/>
                  </a:lnTo>
                  <a:close/>
                </a:path>
                <a:path w="9542780" h="6570345">
                  <a:moveTo>
                    <a:pt x="2150205" y="1985989"/>
                  </a:moveTo>
                  <a:lnTo>
                    <a:pt x="2131129" y="1985989"/>
                  </a:lnTo>
                  <a:lnTo>
                    <a:pt x="2122639" y="1992205"/>
                  </a:lnTo>
                  <a:lnTo>
                    <a:pt x="2122639" y="2013399"/>
                  </a:lnTo>
                  <a:lnTo>
                    <a:pt x="2129007" y="2019899"/>
                  </a:lnTo>
                  <a:lnTo>
                    <a:pt x="2148083" y="2019899"/>
                  </a:lnTo>
                  <a:lnTo>
                    <a:pt x="2156573" y="2013399"/>
                  </a:lnTo>
                  <a:lnTo>
                    <a:pt x="2156573" y="1994466"/>
                  </a:lnTo>
                  <a:lnTo>
                    <a:pt x="2150205" y="1985989"/>
                  </a:lnTo>
                  <a:close/>
                </a:path>
                <a:path w="9542780" h="6570345">
                  <a:moveTo>
                    <a:pt x="2150205" y="2030355"/>
                  </a:moveTo>
                  <a:lnTo>
                    <a:pt x="2131129" y="2030355"/>
                  </a:lnTo>
                  <a:lnTo>
                    <a:pt x="2122639" y="2036853"/>
                  </a:lnTo>
                  <a:lnTo>
                    <a:pt x="2122639" y="2058047"/>
                  </a:lnTo>
                  <a:lnTo>
                    <a:pt x="2129007" y="2064264"/>
                  </a:lnTo>
                  <a:lnTo>
                    <a:pt x="2148083" y="2064264"/>
                  </a:lnTo>
                  <a:lnTo>
                    <a:pt x="2156573" y="2058047"/>
                  </a:lnTo>
                  <a:lnTo>
                    <a:pt x="2156573" y="2038832"/>
                  </a:lnTo>
                  <a:lnTo>
                    <a:pt x="2150205" y="2030355"/>
                  </a:lnTo>
                  <a:close/>
                </a:path>
                <a:path w="9542780" h="6570345">
                  <a:moveTo>
                    <a:pt x="2150205" y="2075003"/>
                  </a:moveTo>
                  <a:lnTo>
                    <a:pt x="2131129" y="2075003"/>
                  </a:lnTo>
                  <a:lnTo>
                    <a:pt x="2122639" y="2081220"/>
                  </a:lnTo>
                  <a:lnTo>
                    <a:pt x="2122639" y="2102413"/>
                  </a:lnTo>
                  <a:lnTo>
                    <a:pt x="2129007" y="2108912"/>
                  </a:lnTo>
                  <a:lnTo>
                    <a:pt x="2148083" y="2108912"/>
                  </a:lnTo>
                  <a:lnTo>
                    <a:pt x="2156573" y="2100435"/>
                  </a:lnTo>
                  <a:lnTo>
                    <a:pt x="2156573" y="2083480"/>
                  </a:lnTo>
                  <a:lnTo>
                    <a:pt x="2150205" y="2075003"/>
                  </a:lnTo>
                  <a:close/>
                </a:path>
                <a:path w="9542780" h="6570345">
                  <a:moveTo>
                    <a:pt x="2150205" y="2119368"/>
                  </a:moveTo>
                  <a:lnTo>
                    <a:pt x="2131129" y="2119368"/>
                  </a:lnTo>
                  <a:lnTo>
                    <a:pt x="2122639" y="2125585"/>
                  </a:lnTo>
                  <a:lnTo>
                    <a:pt x="2122639" y="2144801"/>
                  </a:lnTo>
                  <a:lnTo>
                    <a:pt x="2129007" y="2153278"/>
                  </a:lnTo>
                  <a:lnTo>
                    <a:pt x="2148083" y="2153278"/>
                  </a:lnTo>
                  <a:lnTo>
                    <a:pt x="2156573" y="2144801"/>
                  </a:lnTo>
                  <a:lnTo>
                    <a:pt x="2156573" y="2127845"/>
                  </a:lnTo>
                  <a:lnTo>
                    <a:pt x="2150205" y="2119368"/>
                  </a:lnTo>
                  <a:close/>
                </a:path>
                <a:path w="9542780" h="6570345">
                  <a:moveTo>
                    <a:pt x="2150205" y="2163733"/>
                  </a:moveTo>
                  <a:lnTo>
                    <a:pt x="2131129" y="2163733"/>
                  </a:lnTo>
                  <a:lnTo>
                    <a:pt x="2122639" y="2170233"/>
                  </a:lnTo>
                  <a:lnTo>
                    <a:pt x="2122639" y="2189166"/>
                  </a:lnTo>
                  <a:lnTo>
                    <a:pt x="2129007" y="2197643"/>
                  </a:lnTo>
                  <a:lnTo>
                    <a:pt x="2148083" y="2197643"/>
                  </a:lnTo>
                  <a:lnTo>
                    <a:pt x="2156573" y="2189166"/>
                  </a:lnTo>
                  <a:lnTo>
                    <a:pt x="2156573" y="2172211"/>
                  </a:lnTo>
                  <a:lnTo>
                    <a:pt x="2150205" y="2163733"/>
                  </a:lnTo>
                  <a:close/>
                </a:path>
                <a:path w="9542780" h="6570345">
                  <a:moveTo>
                    <a:pt x="2150205" y="2208381"/>
                  </a:moveTo>
                  <a:lnTo>
                    <a:pt x="2131129" y="2208381"/>
                  </a:lnTo>
                  <a:lnTo>
                    <a:pt x="2122639" y="2214598"/>
                  </a:lnTo>
                  <a:lnTo>
                    <a:pt x="2122639" y="2233814"/>
                  </a:lnTo>
                  <a:lnTo>
                    <a:pt x="2129007" y="2242291"/>
                  </a:lnTo>
                  <a:lnTo>
                    <a:pt x="2139621" y="2242291"/>
                  </a:lnTo>
                  <a:lnTo>
                    <a:pt x="2148083" y="2240031"/>
                  </a:lnTo>
                  <a:lnTo>
                    <a:pt x="2156573" y="2233814"/>
                  </a:lnTo>
                  <a:lnTo>
                    <a:pt x="2156573" y="2216859"/>
                  </a:lnTo>
                  <a:lnTo>
                    <a:pt x="2150205" y="2208381"/>
                  </a:lnTo>
                  <a:close/>
                </a:path>
                <a:path w="9542780" h="6570345">
                  <a:moveTo>
                    <a:pt x="2150205" y="2252747"/>
                  </a:moveTo>
                  <a:lnTo>
                    <a:pt x="2131129" y="2252747"/>
                  </a:lnTo>
                  <a:lnTo>
                    <a:pt x="2122639" y="2259246"/>
                  </a:lnTo>
                  <a:lnTo>
                    <a:pt x="2122639" y="2280157"/>
                  </a:lnTo>
                  <a:lnTo>
                    <a:pt x="2129007" y="2286656"/>
                  </a:lnTo>
                  <a:lnTo>
                    <a:pt x="2139621" y="2286656"/>
                  </a:lnTo>
                  <a:lnTo>
                    <a:pt x="2148083" y="2284395"/>
                  </a:lnTo>
                  <a:lnTo>
                    <a:pt x="2156573" y="2278179"/>
                  </a:lnTo>
                  <a:lnTo>
                    <a:pt x="2156573" y="2261224"/>
                  </a:lnTo>
                  <a:lnTo>
                    <a:pt x="2150205" y="2252747"/>
                  </a:lnTo>
                  <a:close/>
                </a:path>
                <a:path w="9542780" h="6570345">
                  <a:moveTo>
                    <a:pt x="2150205" y="2295135"/>
                  </a:moveTo>
                  <a:lnTo>
                    <a:pt x="2131129" y="2295135"/>
                  </a:lnTo>
                  <a:lnTo>
                    <a:pt x="2122639" y="2301351"/>
                  </a:lnTo>
                  <a:lnTo>
                    <a:pt x="2122639" y="2322545"/>
                  </a:lnTo>
                  <a:lnTo>
                    <a:pt x="2129007" y="2329044"/>
                  </a:lnTo>
                  <a:lnTo>
                    <a:pt x="2148083" y="2329044"/>
                  </a:lnTo>
                  <a:lnTo>
                    <a:pt x="2156573" y="2322545"/>
                  </a:lnTo>
                  <a:lnTo>
                    <a:pt x="2156573" y="2303612"/>
                  </a:lnTo>
                  <a:lnTo>
                    <a:pt x="2150205" y="2295135"/>
                  </a:lnTo>
                  <a:close/>
                </a:path>
                <a:path w="9542780" h="6570345">
                  <a:moveTo>
                    <a:pt x="2150205" y="2339500"/>
                  </a:moveTo>
                  <a:lnTo>
                    <a:pt x="2131129" y="2339500"/>
                  </a:lnTo>
                  <a:lnTo>
                    <a:pt x="2122639" y="2345999"/>
                  </a:lnTo>
                  <a:lnTo>
                    <a:pt x="2122639" y="2367193"/>
                  </a:lnTo>
                  <a:lnTo>
                    <a:pt x="2129007" y="2373410"/>
                  </a:lnTo>
                  <a:lnTo>
                    <a:pt x="2148083" y="2373410"/>
                  </a:lnTo>
                  <a:lnTo>
                    <a:pt x="2156573" y="2367193"/>
                  </a:lnTo>
                  <a:lnTo>
                    <a:pt x="2156573" y="2347977"/>
                  </a:lnTo>
                  <a:lnTo>
                    <a:pt x="2150205" y="2339500"/>
                  </a:lnTo>
                  <a:close/>
                </a:path>
                <a:path w="9542780" h="6570345">
                  <a:moveTo>
                    <a:pt x="2150205" y="2384148"/>
                  </a:moveTo>
                  <a:lnTo>
                    <a:pt x="2131129" y="2384148"/>
                  </a:lnTo>
                  <a:lnTo>
                    <a:pt x="2122639" y="2390364"/>
                  </a:lnTo>
                  <a:lnTo>
                    <a:pt x="2122639" y="2411558"/>
                  </a:lnTo>
                  <a:lnTo>
                    <a:pt x="2129007" y="2417775"/>
                  </a:lnTo>
                  <a:lnTo>
                    <a:pt x="2148083" y="2417775"/>
                  </a:lnTo>
                  <a:lnTo>
                    <a:pt x="2156573" y="2409579"/>
                  </a:lnTo>
                  <a:lnTo>
                    <a:pt x="2156573" y="2392625"/>
                  </a:lnTo>
                  <a:lnTo>
                    <a:pt x="2150205" y="2384148"/>
                  </a:lnTo>
                  <a:close/>
                </a:path>
                <a:path w="9542780" h="6570345">
                  <a:moveTo>
                    <a:pt x="2150205" y="2428513"/>
                  </a:moveTo>
                  <a:lnTo>
                    <a:pt x="2131129" y="2428513"/>
                  </a:lnTo>
                  <a:lnTo>
                    <a:pt x="2122639" y="2434729"/>
                  </a:lnTo>
                  <a:lnTo>
                    <a:pt x="2122639" y="2453946"/>
                  </a:lnTo>
                  <a:lnTo>
                    <a:pt x="2129007" y="2462423"/>
                  </a:lnTo>
                  <a:lnTo>
                    <a:pt x="2148083" y="2462423"/>
                  </a:lnTo>
                  <a:lnTo>
                    <a:pt x="2156573" y="2453946"/>
                  </a:lnTo>
                  <a:lnTo>
                    <a:pt x="2156573" y="2436991"/>
                  </a:lnTo>
                  <a:lnTo>
                    <a:pt x="2150205" y="2428513"/>
                  </a:lnTo>
                  <a:close/>
                </a:path>
                <a:path w="9542780" h="6570345">
                  <a:moveTo>
                    <a:pt x="2150205" y="2472879"/>
                  </a:moveTo>
                  <a:lnTo>
                    <a:pt x="2131129" y="2472879"/>
                  </a:lnTo>
                  <a:lnTo>
                    <a:pt x="2122639" y="2479377"/>
                  </a:lnTo>
                  <a:lnTo>
                    <a:pt x="2122639" y="2498310"/>
                  </a:lnTo>
                  <a:lnTo>
                    <a:pt x="2129007" y="2506788"/>
                  </a:lnTo>
                  <a:lnTo>
                    <a:pt x="2148083" y="2506788"/>
                  </a:lnTo>
                  <a:lnTo>
                    <a:pt x="2156573" y="2498310"/>
                  </a:lnTo>
                  <a:lnTo>
                    <a:pt x="2156573" y="2481356"/>
                  </a:lnTo>
                  <a:lnTo>
                    <a:pt x="2150205" y="2472879"/>
                  </a:lnTo>
                  <a:close/>
                </a:path>
                <a:path w="9542780" h="6570345">
                  <a:moveTo>
                    <a:pt x="2150205" y="2517527"/>
                  </a:moveTo>
                  <a:lnTo>
                    <a:pt x="2131129" y="2517527"/>
                  </a:lnTo>
                  <a:lnTo>
                    <a:pt x="2122639" y="2523743"/>
                  </a:lnTo>
                  <a:lnTo>
                    <a:pt x="2122639" y="2544937"/>
                  </a:lnTo>
                  <a:lnTo>
                    <a:pt x="2129007" y="2551436"/>
                  </a:lnTo>
                  <a:lnTo>
                    <a:pt x="2139621" y="2551436"/>
                  </a:lnTo>
                  <a:lnTo>
                    <a:pt x="2148083" y="2549175"/>
                  </a:lnTo>
                  <a:lnTo>
                    <a:pt x="2156573" y="2542959"/>
                  </a:lnTo>
                  <a:lnTo>
                    <a:pt x="2156573" y="2526004"/>
                  </a:lnTo>
                  <a:lnTo>
                    <a:pt x="2150205" y="2517527"/>
                  </a:lnTo>
                  <a:close/>
                </a:path>
                <a:path w="9542780" h="6570345">
                  <a:moveTo>
                    <a:pt x="2150205" y="2561892"/>
                  </a:moveTo>
                  <a:lnTo>
                    <a:pt x="2131129" y="2561892"/>
                  </a:lnTo>
                  <a:lnTo>
                    <a:pt x="2122639" y="2568108"/>
                  </a:lnTo>
                  <a:lnTo>
                    <a:pt x="2122639" y="2589302"/>
                  </a:lnTo>
                  <a:lnTo>
                    <a:pt x="2129007" y="2595802"/>
                  </a:lnTo>
                  <a:lnTo>
                    <a:pt x="2139621" y="2595802"/>
                  </a:lnTo>
                  <a:lnTo>
                    <a:pt x="2148083" y="2593541"/>
                  </a:lnTo>
                  <a:lnTo>
                    <a:pt x="2156573" y="2587325"/>
                  </a:lnTo>
                  <a:lnTo>
                    <a:pt x="2156573" y="2570369"/>
                  </a:lnTo>
                  <a:lnTo>
                    <a:pt x="2150205" y="2561892"/>
                  </a:lnTo>
                  <a:close/>
                </a:path>
                <a:path w="9542780" h="6570345">
                  <a:moveTo>
                    <a:pt x="2150205" y="2604279"/>
                  </a:moveTo>
                  <a:lnTo>
                    <a:pt x="2131129" y="2604279"/>
                  </a:lnTo>
                  <a:lnTo>
                    <a:pt x="2122639" y="2610496"/>
                  </a:lnTo>
                  <a:lnTo>
                    <a:pt x="2122639" y="2631690"/>
                  </a:lnTo>
                  <a:lnTo>
                    <a:pt x="2129007" y="2638190"/>
                  </a:lnTo>
                  <a:lnTo>
                    <a:pt x="2148083" y="2638190"/>
                  </a:lnTo>
                  <a:lnTo>
                    <a:pt x="2156573" y="2631690"/>
                  </a:lnTo>
                  <a:lnTo>
                    <a:pt x="2156573" y="2612757"/>
                  </a:lnTo>
                  <a:lnTo>
                    <a:pt x="2150205" y="2604279"/>
                  </a:lnTo>
                  <a:close/>
                </a:path>
                <a:path w="9542780" h="6570345">
                  <a:moveTo>
                    <a:pt x="2150205" y="2648644"/>
                  </a:moveTo>
                  <a:lnTo>
                    <a:pt x="2131129" y="2648644"/>
                  </a:lnTo>
                  <a:lnTo>
                    <a:pt x="2122639" y="2655144"/>
                  </a:lnTo>
                  <a:lnTo>
                    <a:pt x="2122639" y="2676338"/>
                  </a:lnTo>
                  <a:lnTo>
                    <a:pt x="2129007" y="2682554"/>
                  </a:lnTo>
                  <a:lnTo>
                    <a:pt x="2148083" y="2682554"/>
                  </a:lnTo>
                  <a:lnTo>
                    <a:pt x="2156573" y="2676338"/>
                  </a:lnTo>
                  <a:lnTo>
                    <a:pt x="2156573" y="2657123"/>
                  </a:lnTo>
                  <a:lnTo>
                    <a:pt x="2150205" y="2648644"/>
                  </a:lnTo>
                  <a:close/>
                </a:path>
                <a:path w="9542780" h="6570345">
                  <a:moveTo>
                    <a:pt x="2150205" y="2693292"/>
                  </a:moveTo>
                  <a:lnTo>
                    <a:pt x="2131129" y="2693292"/>
                  </a:lnTo>
                  <a:lnTo>
                    <a:pt x="2122639" y="2699509"/>
                  </a:lnTo>
                  <a:lnTo>
                    <a:pt x="2122639" y="2718442"/>
                  </a:lnTo>
                  <a:lnTo>
                    <a:pt x="2129007" y="2726919"/>
                  </a:lnTo>
                  <a:lnTo>
                    <a:pt x="2148083" y="2726919"/>
                  </a:lnTo>
                  <a:lnTo>
                    <a:pt x="2156573" y="2718442"/>
                  </a:lnTo>
                  <a:lnTo>
                    <a:pt x="2156573" y="2701770"/>
                  </a:lnTo>
                  <a:lnTo>
                    <a:pt x="2150205" y="2693292"/>
                  </a:lnTo>
                  <a:close/>
                </a:path>
                <a:path w="9542780" h="6570345">
                  <a:moveTo>
                    <a:pt x="2150205" y="2737658"/>
                  </a:moveTo>
                  <a:lnTo>
                    <a:pt x="2131129" y="2737658"/>
                  </a:lnTo>
                  <a:lnTo>
                    <a:pt x="2122639" y="2743875"/>
                  </a:lnTo>
                  <a:lnTo>
                    <a:pt x="2122639" y="2763090"/>
                  </a:lnTo>
                  <a:lnTo>
                    <a:pt x="2129007" y="2771567"/>
                  </a:lnTo>
                  <a:lnTo>
                    <a:pt x="2148083" y="2771567"/>
                  </a:lnTo>
                  <a:lnTo>
                    <a:pt x="2156573" y="2763090"/>
                  </a:lnTo>
                  <a:lnTo>
                    <a:pt x="2156573" y="2746136"/>
                  </a:lnTo>
                  <a:lnTo>
                    <a:pt x="2150205" y="2737658"/>
                  </a:lnTo>
                  <a:close/>
                </a:path>
                <a:path w="9542780" h="6570345">
                  <a:moveTo>
                    <a:pt x="2150205" y="2782023"/>
                  </a:moveTo>
                  <a:lnTo>
                    <a:pt x="2131129" y="2782023"/>
                  </a:lnTo>
                  <a:lnTo>
                    <a:pt x="2122639" y="2788523"/>
                  </a:lnTo>
                  <a:lnTo>
                    <a:pt x="2122639" y="2807456"/>
                  </a:lnTo>
                  <a:lnTo>
                    <a:pt x="2129007" y="2815934"/>
                  </a:lnTo>
                  <a:lnTo>
                    <a:pt x="2148083" y="2815934"/>
                  </a:lnTo>
                  <a:lnTo>
                    <a:pt x="2156573" y="2807456"/>
                  </a:lnTo>
                  <a:lnTo>
                    <a:pt x="2156573" y="2790501"/>
                  </a:lnTo>
                  <a:lnTo>
                    <a:pt x="2150205" y="2782023"/>
                  </a:lnTo>
                  <a:close/>
                </a:path>
                <a:path w="9542780" h="6570345">
                  <a:moveTo>
                    <a:pt x="2150205" y="2826672"/>
                  </a:moveTo>
                  <a:lnTo>
                    <a:pt x="2131129" y="2826672"/>
                  </a:lnTo>
                  <a:lnTo>
                    <a:pt x="2122639" y="2832888"/>
                  </a:lnTo>
                  <a:lnTo>
                    <a:pt x="2122639" y="2851821"/>
                  </a:lnTo>
                  <a:lnTo>
                    <a:pt x="2129007" y="2860299"/>
                  </a:lnTo>
                  <a:lnTo>
                    <a:pt x="2139621" y="2860299"/>
                  </a:lnTo>
                  <a:lnTo>
                    <a:pt x="2148083" y="2858321"/>
                  </a:lnTo>
                  <a:lnTo>
                    <a:pt x="2156573" y="2851821"/>
                  </a:lnTo>
                  <a:lnTo>
                    <a:pt x="2156573" y="2835149"/>
                  </a:lnTo>
                  <a:lnTo>
                    <a:pt x="2150205" y="2826672"/>
                  </a:lnTo>
                  <a:close/>
                </a:path>
                <a:path w="9542780" h="6570345">
                  <a:moveTo>
                    <a:pt x="2150205" y="2871036"/>
                  </a:moveTo>
                  <a:lnTo>
                    <a:pt x="2131129" y="2871036"/>
                  </a:lnTo>
                  <a:lnTo>
                    <a:pt x="2122639" y="2877254"/>
                  </a:lnTo>
                  <a:lnTo>
                    <a:pt x="2122639" y="2896469"/>
                  </a:lnTo>
                  <a:lnTo>
                    <a:pt x="2129007" y="2904947"/>
                  </a:lnTo>
                  <a:lnTo>
                    <a:pt x="2139621" y="2904947"/>
                  </a:lnTo>
                  <a:lnTo>
                    <a:pt x="2148083" y="2902686"/>
                  </a:lnTo>
                  <a:lnTo>
                    <a:pt x="2156573" y="2896469"/>
                  </a:lnTo>
                  <a:lnTo>
                    <a:pt x="2156573" y="2879515"/>
                  </a:lnTo>
                  <a:lnTo>
                    <a:pt x="2150205" y="2871036"/>
                  </a:lnTo>
                  <a:close/>
                </a:path>
                <a:path w="9542780" h="6570345">
                  <a:moveTo>
                    <a:pt x="2150205" y="2913424"/>
                  </a:moveTo>
                  <a:lnTo>
                    <a:pt x="2131129" y="2913424"/>
                  </a:lnTo>
                  <a:lnTo>
                    <a:pt x="2122639" y="2919641"/>
                  </a:lnTo>
                  <a:lnTo>
                    <a:pt x="2122639" y="2938857"/>
                  </a:lnTo>
                  <a:lnTo>
                    <a:pt x="2129007" y="2947334"/>
                  </a:lnTo>
                  <a:lnTo>
                    <a:pt x="2148083" y="2947334"/>
                  </a:lnTo>
                  <a:lnTo>
                    <a:pt x="2156573" y="2940834"/>
                  </a:lnTo>
                  <a:lnTo>
                    <a:pt x="2156573" y="2921902"/>
                  </a:lnTo>
                  <a:lnTo>
                    <a:pt x="2150205" y="2913424"/>
                  </a:lnTo>
                  <a:close/>
                </a:path>
                <a:path w="9542780" h="6570345">
                  <a:moveTo>
                    <a:pt x="2150205" y="2957790"/>
                  </a:moveTo>
                  <a:lnTo>
                    <a:pt x="2131129" y="2957790"/>
                  </a:lnTo>
                  <a:lnTo>
                    <a:pt x="2122639" y="2964289"/>
                  </a:lnTo>
                  <a:lnTo>
                    <a:pt x="2122639" y="2983222"/>
                  </a:lnTo>
                  <a:lnTo>
                    <a:pt x="2129007" y="2991699"/>
                  </a:lnTo>
                  <a:lnTo>
                    <a:pt x="2148083" y="2991699"/>
                  </a:lnTo>
                  <a:lnTo>
                    <a:pt x="2156573" y="2985482"/>
                  </a:lnTo>
                  <a:lnTo>
                    <a:pt x="2156573" y="2966267"/>
                  </a:lnTo>
                  <a:lnTo>
                    <a:pt x="2150205" y="2957790"/>
                  </a:lnTo>
                  <a:close/>
                </a:path>
                <a:path w="9542780" h="6570345">
                  <a:moveTo>
                    <a:pt x="2150205" y="3002155"/>
                  </a:moveTo>
                  <a:lnTo>
                    <a:pt x="2131129" y="3002155"/>
                  </a:lnTo>
                  <a:lnTo>
                    <a:pt x="2122639" y="3008655"/>
                  </a:lnTo>
                  <a:lnTo>
                    <a:pt x="2122639" y="3027588"/>
                  </a:lnTo>
                  <a:lnTo>
                    <a:pt x="2129007" y="3036065"/>
                  </a:lnTo>
                  <a:lnTo>
                    <a:pt x="2148083" y="3036065"/>
                  </a:lnTo>
                  <a:lnTo>
                    <a:pt x="2156573" y="3027588"/>
                  </a:lnTo>
                  <a:lnTo>
                    <a:pt x="2156573" y="3010632"/>
                  </a:lnTo>
                  <a:lnTo>
                    <a:pt x="2150205" y="3002155"/>
                  </a:lnTo>
                  <a:close/>
                </a:path>
                <a:path w="9542780" h="6570345">
                  <a:moveTo>
                    <a:pt x="2150205" y="3046803"/>
                  </a:moveTo>
                  <a:lnTo>
                    <a:pt x="2131129" y="3046803"/>
                  </a:lnTo>
                  <a:lnTo>
                    <a:pt x="2122639" y="3053020"/>
                  </a:lnTo>
                  <a:lnTo>
                    <a:pt x="2122639" y="3072236"/>
                  </a:lnTo>
                  <a:lnTo>
                    <a:pt x="2129007" y="3080713"/>
                  </a:lnTo>
                  <a:lnTo>
                    <a:pt x="2148083" y="3080713"/>
                  </a:lnTo>
                  <a:lnTo>
                    <a:pt x="2156573" y="3072236"/>
                  </a:lnTo>
                  <a:lnTo>
                    <a:pt x="2156573" y="3055280"/>
                  </a:lnTo>
                  <a:lnTo>
                    <a:pt x="2150205" y="3046803"/>
                  </a:lnTo>
                  <a:close/>
                </a:path>
                <a:path w="9542780" h="6570345">
                  <a:moveTo>
                    <a:pt x="2150205" y="3091168"/>
                  </a:moveTo>
                  <a:lnTo>
                    <a:pt x="2131129" y="3091168"/>
                  </a:lnTo>
                  <a:lnTo>
                    <a:pt x="2122639" y="3097668"/>
                  </a:lnTo>
                  <a:lnTo>
                    <a:pt x="2122639" y="3118862"/>
                  </a:lnTo>
                  <a:lnTo>
                    <a:pt x="2129007" y="3125078"/>
                  </a:lnTo>
                  <a:lnTo>
                    <a:pt x="2148083" y="3125078"/>
                  </a:lnTo>
                  <a:lnTo>
                    <a:pt x="2156573" y="3116601"/>
                  </a:lnTo>
                  <a:lnTo>
                    <a:pt x="2156573" y="3099647"/>
                  </a:lnTo>
                  <a:lnTo>
                    <a:pt x="2150205" y="3091168"/>
                  </a:lnTo>
                  <a:close/>
                </a:path>
                <a:path w="9542780" h="6570345">
                  <a:moveTo>
                    <a:pt x="2150205" y="3135816"/>
                  </a:moveTo>
                  <a:lnTo>
                    <a:pt x="2131129" y="3135816"/>
                  </a:lnTo>
                  <a:lnTo>
                    <a:pt x="2122639" y="3142034"/>
                  </a:lnTo>
                  <a:lnTo>
                    <a:pt x="2122639" y="3163227"/>
                  </a:lnTo>
                  <a:lnTo>
                    <a:pt x="2129007" y="3169445"/>
                  </a:lnTo>
                  <a:lnTo>
                    <a:pt x="2139621" y="3169445"/>
                  </a:lnTo>
                  <a:lnTo>
                    <a:pt x="2148083" y="3167466"/>
                  </a:lnTo>
                  <a:lnTo>
                    <a:pt x="2156573" y="3160966"/>
                  </a:lnTo>
                  <a:lnTo>
                    <a:pt x="2156573" y="3144011"/>
                  </a:lnTo>
                  <a:lnTo>
                    <a:pt x="2150205" y="3135816"/>
                  </a:lnTo>
                  <a:close/>
                </a:path>
                <a:path w="9542780" h="6570345">
                  <a:moveTo>
                    <a:pt x="2150205" y="3180182"/>
                  </a:moveTo>
                  <a:lnTo>
                    <a:pt x="2131129" y="3180182"/>
                  </a:lnTo>
                  <a:lnTo>
                    <a:pt x="2122639" y="3186399"/>
                  </a:lnTo>
                  <a:lnTo>
                    <a:pt x="2122639" y="3205614"/>
                  </a:lnTo>
                  <a:lnTo>
                    <a:pt x="2129007" y="3214093"/>
                  </a:lnTo>
                  <a:lnTo>
                    <a:pt x="2139621" y="3214093"/>
                  </a:lnTo>
                  <a:lnTo>
                    <a:pt x="2148083" y="3211831"/>
                  </a:lnTo>
                  <a:lnTo>
                    <a:pt x="2156573" y="3205614"/>
                  </a:lnTo>
                  <a:lnTo>
                    <a:pt x="2156573" y="3188660"/>
                  </a:lnTo>
                  <a:lnTo>
                    <a:pt x="2150205" y="3180182"/>
                  </a:lnTo>
                  <a:close/>
                </a:path>
                <a:path w="9542780" h="6570345">
                  <a:moveTo>
                    <a:pt x="2150205" y="3222570"/>
                  </a:moveTo>
                  <a:lnTo>
                    <a:pt x="2131129" y="3222570"/>
                  </a:lnTo>
                  <a:lnTo>
                    <a:pt x="2122639" y="3228787"/>
                  </a:lnTo>
                  <a:lnTo>
                    <a:pt x="2122639" y="3248002"/>
                  </a:lnTo>
                  <a:lnTo>
                    <a:pt x="2129007" y="3256479"/>
                  </a:lnTo>
                  <a:lnTo>
                    <a:pt x="2148083" y="3256479"/>
                  </a:lnTo>
                  <a:lnTo>
                    <a:pt x="2156573" y="3249980"/>
                  </a:lnTo>
                  <a:lnTo>
                    <a:pt x="2156573" y="3231047"/>
                  </a:lnTo>
                  <a:lnTo>
                    <a:pt x="2150205" y="3222570"/>
                  </a:lnTo>
                  <a:close/>
                </a:path>
                <a:path w="9542780" h="6570345">
                  <a:moveTo>
                    <a:pt x="2150205" y="3266935"/>
                  </a:moveTo>
                  <a:lnTo>
                    <a:pt x="2131129" y="3266935"/>
                  </a:lnTo>
                  <a:lnTo>
                    <a:pt x="2122639" y="3273435"/>
                  </a:lnTo>
                  <a:lnTo>
                    <a:pt x="2122639" y="3292368"/>
                  </a:lnTo>
                  <a:lnTo>
                    <a:pt x="2129007" y="3300845"/>
                  </a:lnTo>
                  <a:lnTo>
                    <a:pt x="2148083" y="3300845"/>
                  </a:lnTo>
                  <a:lnTo>
                    <a:pt x="2156573" y="3294345"/>
                  </a:lnTo>
                  <a:lnTo>
                    <a:pt x="2156573" y="3275412"/>
                  </a:lnTo>
                  <a:lnTo>
                    <a:pt x="2150205" y="3266935"/>
                  </a:lnTo>
                  <a:close/>
                </a:path>
                <a:path w="9542780" h="6570345">
                  <a:moveTo>
                    <a:pt x="2150205" y="3311300"/>
                  </a:moveTo>
                  <a:lnTo>
                    <a:pt x="2131129" y="3311300"/>
                  </a:lnTo>
                  <a:lnTo>
                    <a:pt x="2122639" y="3317800"/>
                  </a:lnTo>
                  <a:lnTo>
                    <a:pt x="2122639" y="3336733"/>
                  </a:lnTo>
                  <a:lnTo>
                    <a:pt x="2129007" y="3345210"/>
                  </a:lnTo>
                  <a:lnTo>
                    <a:pt x="2148083" y="3345210"/>
                  </a:lnTo>
                  <a:lnTo>
                    <a:pt x="2156573" y="3336733"/>
                  </a:lnTo>
                  <a:lnTo>
                    <a:pt x="2156573" y="3319778"/>
                  </a:lnTo>
                  <a:lnTo>
                    <a:pt x="2150205" y="3311300"/>
                  </a:lnTo>
                  <a:close/>
                </a:path>
                <a:path w="9542780" h="6570345">
                  <a:moveTo>
                    <a:pt x="2150205" y="5077270"/>
                  </a:moveTo>
                  <a:lnTo>
                    <a:pt x="2131131" y="5077270"/>
                  </a:lnTo>
                  <a:lnTo>
                    <a:pt x="2122639" y="5083629"/>
                  </a:lnTo>
                  <a:lnTo>
                    <a:pt x="2122639" y="5102675"/>
                  </a:lnTo>
                  <a:lnTo>
                    <a:pt x="2129007" y="5111153"/>
                  </a:lnTo>
                  <a:lnTo>
                    <a:pt x="2148083" y="5111153"/>
                  </a:lnTo>
                  <a:lnTo>
                    <a:pt x="2156573" y="5104794"/>
                  </a:lnTo>
                  <a:lnTo>
                    <a:pt x="2156573" y="5085720"/>
                  </a:lnTo>
                  <a:lnTo>
                    <a:pt x="2150205" y="5077270"/>
                  </a:lnTo>
                  <a:close/>
                </a:path>
                <a:path w="9542780" h="6570345">
                  <a:moveTo>
                    <a:pt x="2150205" y="5210649"/>
                  </a:moveTo>
                  <a:lnTo>
                    <a:pt x="2131131" y="5210649"/>
                  </a:lnTo>
                  <a:lnTo>
                    <a:pt x="2122639" y="5217007"/>
                  </a:lnTo>
                  <a:lnTo>
                    <a:pt x="2122639" y="5236053"/>
                  </a:lnTo>
                  <a:lnTo>
                    <a:pt x="2129007" y="5244531"/>
                  </a:lnTo>
                  <a:lnTo>
                    <a:pt x="2148083" y="5244531"/>
                  </a:lnTo>
                  <a:lnTo>
                    <a:pt x="2156573" y="5236053"/>
                  </a:lnTo>
                  <a:lnTo>
                    <a:pt x="2156573" y="5219127"/>
                  </a:lnTo>
                  <a:lnTo>
                    <a:pt x="2150205" y="5210649"/>
                  </a:lnTo>
                  <a:close/>
                </a:path>
                <a:path w="9542780" h="6570345">
                  <a:moveTo>
                    <a:pt x="2150205" y="5255127"/>
                  </a:moveTo>
                  <a:lnTo>
                    <a:pt x="2131131" y="5255127"/>
                  </a:lnTo>
                  <a:lnTo>
                    <a:pt x="2122639" y="5261458"/>
                  </a:lnTo>
                  <a:lnTo>
                    <a:pt x="2122639" y="5282651"/>
                  </a:lnTo>
                  <a:lnTo>
                    <a:pt x="2129007" y="5288982"/>
                  </a:lnTo>
                  <a:lnTo>
                    <a:pt x="2148083" y="5288982"/>
                  </a:lnTo>
                  <a:lnTo>
                    <a:pt x="2156573" y="5280533"/>
                  </a:lnTo>
                  <a:lnTo>
                    <a:pt x="2156573" y="5263577"/>
                  </a:lnTo>
                  <a:lnTo>
                    <a:pt x="2150205" y="5255127"/>
                  </a:lnTo>
                  <a:close/>
                </a:path>
                <a:path w="9542780" h="6570345">
                  <a:moveTo>
                    <a:pt x="2150205" y="5299579"/>
                  </a:moveTo>
                  <a:lnTo>
                    <a:pt x="2131131" y="5299579"/>
                  </a:lnTo>
                  <a:lnTo>
                    <a:pt x="2122639" y="5305936"/>
                  </a:lnTo>
                  <a:lnTo>
                    <a:pt x="2122639" y="5327102"/>
                  </a:lnTo>
                  <a:lnTo>
                    <a:pt x="2129007" y="5333460"/>
                  </a:lnTo>
                  <a:lnTo>
                    <a:pt x="2148083" y="5333460"/>
                  </a:lnTo>
                  <a:lnTo>
                    <a:pt x="2156573" y="5324983"/>
                  </a:lnTo>
                  <a:lnTo>
                    <a:pt x="2156573" y="5308056"/>
                  </a:lnTo>
                  <a:lnTo>
                    <a:pt x="2150205" y="5299579"/>
                  </a:lnTo>
                  <a:close/>
                </a:path>
                <a:path w="9542780" h="6570345">
                  <a:moveTo>
                    <a:pt x="2150205" y="5344057"/>
                  </a:moveTo>
                  <a:lnTo>
                    <a:pt x="2131131" y="5344057"/>
                  </a:lnTo>
                  <a:lnTo>
                    <a:pt x="2122639" y="5350386"/>
                  </a:lnTo>
                  <a:lnTo>
                    <a:pt x="2122639" y="5369460"/>
                  </a:lnTo>
                  <a:lnTo>
                    <a:pt x="2129007" y="5377910"/>
                  </a:lnTo>
                  <a:lnTo>
                    <a:pt x="2139621" y="5377910"/>
                  </a:lnTo>
                  <a:lnTo>
                    <a:pt x="2148083" y="5375790"/>
                  </a:lnTo>
                  <a:lnTo>
                    <a:pt x="2156573" y="5369460"/>
                  </a:lnTo>
                  <a:lnTo>
                    <a:pt x="2156573" y="5352506"/>
                  </a:lnTo>
                  <a:lnTo>
                    <a:pt x="2150205" y="5344057"/>
                  </a:lnTo>
                  <a:close/>
                </a:path>
                <a:path w="9542780" h="6570345">
                  <a:moveTo>
                    <a:pt x="2150205" y="5386387"/>
                  </a:moveTo>
                  <a:lnTo>
                    <a:pt x="2131131" y="5386387"/>
                  </a:lnTo>
                  <a:lnTo>
                    <a:pt x="2122639" y="5392746"/>
                  </a:lnTo>
                  <a:lnTo>
                    <a:pt x="2122639" y="5411792"/>
                  </a:lnTo>
                  <a:lnTo>
                    <a:pt x="2129007" y="5420269"/>
                  </a:lnTo>
                  <a:lnTo>
                    <a:pt x="2148083" y="5420269"/>
                  </a:lnTo>
                  <a:lnTo>
                    <a:pt x="2156573" y="5413910"/>
                  </a:lnTo>
                  <a:lnTo>
                    <a:pt x="2156573" y="5394866"/>
                  </a:lnTo>
                  <a:lnTo>
                    <a:pt x="2150205" y="5386387"/>
                  </a:lnTo>
                  <a:close/>
                </a:path>
                <a:path w="9542780" h="6570345">
                  <a:moveTo>
                    <a:pt x="2150205" y="5430866"/>
                  </a:moveTo>
                  <a:lnTo>
                    <a:pt x="2131131" y="5430866"/>
                  </a:lnTo>
                  <a:lnTo>
                    <a:pt x="2122639" y="5437196"/>
                  </a:lnTo>
                  <a:lnTo>
                    <a:pt x="2122639" y="5458390"/>
                  </a:lnTo>
                  <a:lnTo>
                    <a:pt x="2129007" y="5464719"/>
                  </a:lnTo>
                  <a:lnTo>
                    <a:pt x="2148083" y="5464719"/>
                  </a:lnTo>
                  <a:lnTo>
                    <a:pt x="2156573" y="5458390"/>
                  </a:lnTo>
                  <a:lnTo>
                    <a:pt x="2156573" y="5439316"/>
                  </a:lnTo>
                  <a:lnTo>
                    <a:pt x="2150205" y="5430866"/>
                  </a:lnTo>
                  <a:close/>
                </a:path>
                <a:path w="9542780" h="6570345">
                  <a:moveTo>
                    <a:pt x="2150205" y="5475316"/>
                  </a:moveTo>
                  <a:lnTo>
                    <a:pt x="2131131" y="5475316"/>
                  </a:lnTo>
                  <a:lnTo>
                    <a:pt x="2122639" y="5481674"/>
                  </a:lnTo>
                  <a:lnTo>
                    <a:pt x="2122639" y="5502840"/>
                  </a:lnTo>
                  <a:lnTo>
                    <a:pt x="2129007" y="5509197"/>
                  </a:lnTo>
                  <a:lnTo>
                    <a:pt x="2148083" y="5509197"/>
                  </a:lnTo>
                  <a:lnTo>
                    <a:pt x="2156573" y="5500720"/>
                  </a:lnTo>
                  <a:lnTo>
                    <a:pt x="2156573" y="5483793"/>
                  </a:lnTo>
                  <a:lnTo>
                    <a:pt x="2150205" y="5475316"/>
                  </a:lnTo>
                  <a:close/>
                </a:path>
                <a:path w="9542780" h="6570345">
                  <a:moveTo>
                    <a:pt x="2150205" y="5519794"/>
                  </a:moveTo>
                  <a:lnTo>
                    <a:pt x="2131131" y="5519794"/>
                  </a:lnTo>
                  <a:lnTo>
                    <a:pt x="2122639" y="5526124"/>
                  </a:lnTo>
                  <a:lnTo>
                    <a:pt x="2122639" y="5545199"/>
                  </a:lnTo>
                  <a:lnTo>
                    <a:pt x="2129007" y="5553649"/>
                  </a:lnTo>
                  <a:lnTo>
                    <a:pt x="2148083" y="5553649"/>
                  </a:lnTo>
                  <a:lnTo>
                    <a:pt x="2156573" y="5545199"/>
                  </a:lnTo>
                  <a:lnTo>
                    <a:pt x="2156573" y="5528243"/>
                  </a:lnTo>
                  <a:lnTo>
                    <a:pt x="2150205" y="5519794"/>
                  </a:lnTo>
                  <a:close/>
                </a:path>
                <a:path w="9542780" h="6570345">
                  <a:moveTo>
                    <a:pt x="2150205" y="5564245"/>
                  </a:moveTo>
                  <a:lnTo>
                    <a:pt x="2131131" y="5564245"/>
                  </a:lnTo>
                  <a:lnTo>
                    <a:pt x="2122639" y="5570603"/>
                  </a:lnTo>
                  <a:lnTo>
                    <a:pt x="2122639" y="5589649"/>
                  </a:lnTo>
                  <a:lnTo>
                    <a:pt x="2129007" y="5598126"/>
                  </a:lnTo>
                  <a:lnTo>
                    <a:pt x="2148083" y="5598126"/>
                  </a:lnTo>
                  <a:lnTo>
                    <a:pt x="2156573" y="5589649"/>
                  </a:lnTo>
                  <a:lnTo>
                    <a:pt x="2156573" y="5572723"/>
                  </a:lnTo>
                  <a:lnTo>
                    <a:pt x="2150205" y="5564245"/>
                  </a:lnTo>
                  <a:close/>
                </a:path>
                <a:path w="9542780" h="6570345">
                  <a:moveTo>
                    <a:pt x="2150205" y="5608723"/>
                  </a:moveTo>
                  <a:lnTo>
                    <a:pt x="2131131" y="5608723"/>
                  </a:lnTo>
                  <a:lnTo>
                    <a:pt x="2122639" y="5615053"/>
                  </a:lnTo>
                  <a:lnTo>
                    <a:pt x="2122639" y="5634127"/>
                  </a:lnTo>
                  <a:lnTo>
                    <a:pt x="2129007" y="5642576"/>
                  </a:lnTo>
                  <a:lnTo>
                    <a:pt x="2148083" y="5642576"/>
                  </a:lnTo>
                  <a:lnTo>
                    <a:pt x="2156573" y="5634127"/>
                  </a:lnTo>
                  <a:lnTo>
                    <a:pt x="2156573" y="5617173"/>
                  </a:lnTo>
                  <a:lnTo>
                    <a:pt x="2150205" y="5608723"/>
                  </a:lnTo>
                  <a:close/>
                </a:path>
                <a:path w="9542780" h="6570345">
                  <a:moveTo>
                    <a:pt x="2150205" y="5653173"/>
                  </a:moveTo>
                  <a:lnTo>
                    <a:pt x="2131131" y="5653173"/>
                  </a:lnTo>
                  <a:lnTo>
                    <a:pt x="2122639" y="5659531"/>
                  </a:lnTo>
                  <a:lnTo>
                    <a:pt x="2122639" y="5678577"/>
                  </a:lnTo>
                  <a:lnTo>
                    <a:pt x="2129007" y="5687056"/>
                  </a:lnTo>
                  <a:lnTo>
                    <a:pt x="2139621" y="5687056"/>
                  </a:lnTo>
                  <a:lnTo>
                    <a:pt x="2148083" y="5684936"/>
                  </a:lnTo>
                  <a:lnTo>
                    <a:pt x="2156573" y="5678577"/>
                  </a:lnTo>
                  <a:lnTo>
                    <a:pt x="2156573" y="5661651"/>
                  </a:lnTo>
                  <a:lnTo>
                    <a:pt x="2150205" y="5653173"/>
                  </a:lnTo>
                  <a:close/>
                </a:path>
                <a:path w="9542780" h="6570345">
                  <a:moveTo>
                    <a:pt x="2150205" y="5695533"/>
                  </a:moveTo>
                  <a:lnTo>
                    <a:pt x="2131131" y="5695533"/>
                  </a:lnTo>
                  <a:lnTo>
                    <a:pt x="2122639" y="5701863"/>
                  </a:lnTo>
                  <a:lnTo>
                    <a:pt x="2122639" y="5720937"/>
                  </a:lnTo>
                  <a:lnTo>
                    <a:pt x="2129007" y="5729386"/>
                  </a:lnTo>
                  <a:lnTo>
                    <a:pt x="2148083" y="5729386"/>
                  </a:lnTo>
                  <a:lnTo>
                    <a:pt x="2156573" y="5723056"/>
                  </a:lnTo>
                  <a:lnTo>
                    <a:pt x="2156573" y="5703982"/>
                  </a:lnTo>
                  <a:lnTo>
                    <a:pt x="2150205" y="5695533"/>
                  </a:lnTo>
                  <a:close/>
                </a:path>
                <a:path w="9542780" h="6570345">
                  <a:moveTo>
                    <a:pt x="2105687" y="927436"/>
                  </a:moveTo>
                  <a:lnTo>
                    <a:pt x="2084490" y="927436"/>
                  </a:lnTo>
                  <a:lnTo>
                    <a:pt x="2078122" y="933653"/>
                  </a:lnTo>
                  <a:lnTo>
                    <a:pt x="2078122" y="954846"/>
                  </a:lnTo>
                  <a:lnTo>
                    <a:pt x="2084490" y="961063"/>
                  </a:lnTo>
                  <a:lnTo>
                    <a:pt x="2105687" y="961063"/>
                  </a:lnTo>
                  <a:lnTo>
                    <a:pt x="2112055" y="952586"/>
                  </a:lnTo>
                  <a:lnTo>
                    <a:pt x="2112055" y="935913"/>
                  </a:lnTo>
                  <a:lnTo>
                    <a:pt x="2105687" y="927436"/>
                  </a:lnTo>
                  <a:close/>
                </a:path>
                <a:path w="9542780" h="6570345">
                  <a:moveTo>
                    <a:pt x="2105687" y="971801"/>
                  </a:moveTo>
                  <a:lnTo>
                    <a:pt x="2084490" y="971801"/>
                  </a:lnTo>
                  <a:lnTo>
                    <a:pt x="2078122" y="978018"/>
                  </a:lnTo>
                  <a:lnTo>
                    <a:pt x="2078122" y="997233"/>
                  </a:lnTo>
                  <a:lnTo>
                    <a:pt x="2084490" y="1005711"/>
                  </a:lnTo>
                  <a:lnTo>
                    <a:pt x="2105687" y="1005711"/>
                  </a:lnTo>
                  <a:lnTo>
                    <a:pt x="2112055" y="997233"/>
                  </a:lnTo>
                  <a:lnTo>
                    <a:pt x="2112055" y="980278"/>
                  </a:lnTo>
                  <a:lnTo>
                    <a:pt x="2105687" y="971801"/>
                  </a:lnTo>
                  <a:close/>
                </a:path>
                <a:path w="9542780" h="6570345">
                  <a:moveTo>
                    <a:pt x="2105687" y="1016166"/>
                  </a:moveTo>
                  <a:lnTo>
                    <a:pt x="2084490" y="1016166"/>
                  </a:lnTo>
                  <a:lnTo>
                    <a:pt x="2078122" y="1022666"/>
                  </a:lnTo>
                  <a:lnTo>
                    <a:pt x="2078122" y="1041599"/>
                  </a:lnTo>
                  <a:lnTo>
                    <a:pt x="2084490" y="1050076"/>
                  </a:lnTo>
                  <a:lnTo>
                    <a:pt x="2105687" y="1050076"/>
                  </a:lnTo>
                  <a:lnTo>
                    <a:pt x="2112055" y="1041599"/>
                  </a:lnTo>
                  <a:lnTo>
                    <a:pt x="2112055" y="1024644"/>
                  </a:lnTo>
                  <a:lnTo>
                    <a:pt x="2105687" y="1016166"/>
                  </a:lnTo>
                  <a:close/>
                </a:path>
                <a:path w="9542780" h="6570345">
                  <a:moveTo>
                    <a:pt x="2105687" y="1058553"/>
                  </a:moveTo>
                  <a:lnTo>
                    <a:pt x="2084490" y="1058553"/>
                  </a:lnTo>
                  <a:lnTo>
                    <a:pt x="2078122" y="1067031"/>
                  </a:lnTo>
                  <a:lnTo>
                    <a:pt x="2078122" y="1083986"/>
                  </a:lnTo>
                  <a:lnTo>
                    <a:pt x="2084490" y="1092464"/>
                  </a:lnTo>
                  <a:lnTo>
                    <a:pt x="2105687" y="1092464"/>
                  </a:lnTo>
                  <a:lnTo>
                    <a:pt x="2112055" y="1086247"/>
                  </a:lnTo>
                  <a:lnTo>
                    <a:pt x="2112055" y="1067031"/>
                  </a:lnTo>
                  <a:lnTo>
                    <a:pt x="2105687" y="1058553"/>
                  </a:lnTo>
                  <a:close/>
                </a:path>
                <a:path w="9542780" h="6570345">
                  <a:moveTo>
                    <a:pt x="2105687" y="1102920"/>
                  </a:moveTo>
                  <a:lnTo>
                    <a:pt x="2084490" y="1102920"/>
                  </a:lnTo>
                  <a:lnTo>
                    <a:pt x="2078122" y="1111397"/>
                  </a:lnTo>
                  <a:lnTo>
                    <a:pt x="2078122" y="1128351"/>
                  </a:lnTo>
                  <a:lnTo>
                    <a:pt x="2084490" y="1136829"/>
                  </a:lnTo>
                  <a:lnTo>
                    <a:pt x="2105687" y="1136829"/>
                  </a:lnTo>
                  <a:lnTo>
                    <a:pt x="2112055" y="1130612"/>
                  </a:lnTo>
                  <a:lnTo>
                    <a:pt x="2112055" y="1111397"/>
                  </a:lnTo>
                  <a:lnTo>
                    <a:pt x="2105687" y="1102920"/>
                  </a:lnTo>
                  <a:close/>
                </a:path>
                <a:path w="9542780" h="6570345">
                  <a:moveTo>
                    <a:pt x="2105687" y="1147568"/>
                  </a:moveTo>
                  <a:lnTo>
                    <a:pt x="2084490" y="1147568"/>
                  </a:lnTo>
                  <a:lnTo>
                    <a:pt x="2078122" y="1156045"/>
                  </a:lnTo>
                  <a:lnTo>
                    <a:pt x="2078122" y="1172999"/>
                  </a:lnTo>
                  <a:lnTo>
                    <a:pt x="2084490" y="1181477"/>
                  </a:lnTo>
                  <a:lnTo>
                    <a:pt x="2105687" y="1181477"/>
                  </a:lnTo>
                  <a:lnTo>
                    <a:pt x="2112055" y="1172999"/>
                  </a:lnTo>
                  <a:lnTo>
                    <a:pt x="2112055" y="1156045"/>
                  </a:lnTo>
                  <a:lnTo>
                    <a:pt x="2105687" y="1147568"/>
                  </a:lnTo>
                  <a:close/>
                </a:path>
                <a:path w="9542780" h="6570345">
                  <a:moveTo>
                    <a:pt x="2105687" y="1191933"/>
                  </a:moveTo>
                  <a:lnTo>
                    <a:pt x="2084490" y="1191933"/>
                  </a:lnTo>
                  <a:lnTo>
                    <a:pt x="2078122" y="1200410"/>
                  </a:lnTo>
                  <a:lnTo>
                    <a:pt x="2078122" y="1217364"/>
                  </a:lnTo>
                  <a:lnTo>
                    <a:pt x="2084490" y="1225843"/>
                  </a:lnTo>
                  <a:lnTo>
                    <a:pt x="2105687" y="1225843"/>
                  </a:lnTo>
                  <a:lnTo>
                    <a:pt x="2112055" y="1217364"/>
                  </a:lnTo>
                  <a:lnTo>
                    <a:pt x="2112055" y="1200410"/>
                  </a:lnTo>
                  <a:lnTo>
                    <a:pt x="2105687" y="1191933"/>
                  </a:lnTo>
                  <a:close/>
                </a:path>
                <a:path w="9542780" h="6570345">
                  <a:moveTo>
                    <a:pt x="2105687" y="1236581"/>
                  </a:moveTo>
                  <a:lnTo>
                    <a:pt x="2084490" y="1236581"/>
                  </a:lnTo>
                  <a:lnTo>
                    <a:pt x="2078122" y="1244776"/>
                  </a:lnTo>
                  <a:lnTo>
                    <a:pt x="2078122" y="1261731"/>
                  </a:lnTo>
                  <a:lnTo>
                    <a:pt x="2084490" y="1270208"/>
                  </a:lnTo>
                  <a:lnTo>
                    <a:pt x="2105687" y="1270208"/>
                  </a:lnTo>
                  <a:lnTo>
                    <a:pt x="2112055" y="1261731"/>
                  </a:lnTo>
                  <a:lnTo>
                    <a:pt x="2112055" y="1244776"/>
                  </a:lnTo>
                  <a:lnTo>
                    <a:pt x="2105687" y="1236581"/>
                  </a:lnTo>
                  <a:close/>
                </a:path>
                <a:path w="9542780" h="6570345">
                  <a:moveTo>
                    <a:pt x="2105687" y="1280946"/>
                  </a:moveTo>
                  <a:lnTo>
                    <a:pt x="2084490" y="1280946"/>
                  </a:lnTo>
                  <a:lnTo>
                    <a:pt x="2078122" y="1287162"/>
                  </a:lnTo>
                  <a:lnTo>
                    <a:pt x="2078122" y="1306379"/>
                  </a:lnTo>
                  <a:lnTo>
                    <a:pt x="2084490" y="1314856"/>
                  </a:lnTo>
                  <a:lnTo>
                    <a:pt x="2105687" y="1314856"/>
                  </a:lnTo>
                  <a:lnTo>
                    <a:pt x="2112055" y="1306379"/>
                  </a:lnTo>
                  <a:lnTo>
                    <a:pt x="2112055" y="1289423"/>
                  </a:lnTo>
                  <a:lnTo>
                    <a:pt x="2105687" y="1280946"/>
                  </a:lnTo>
                  <a:close/>
                </a:path>
                <a:path w="9542780" h="6570345">
                  <a:moveTo>
                    <a:pt x="2105687" y="1325312"/>
                  </a:moveTo>
                  <a:lnTo>
                    <a:pt x="2084490" y="1325312"/>
                  </a:lnTo>
                  <a:lnTo>
                    <a:pt x="2078122" y="1331810"/>
                  </a:lnTo>
                  <a:lnTo>
                    <a:pt x="2078122" y="1350744"/>
                  </a:lnTo>
                  <a:lnTo>
                    <a:pt x="2084490" y="1359221"/>
                  </a:lnTo>
                  <a:lnTo>
                    <a:pt x="2105687" y="1359221"/>
                  </a:lnTo>
                  <a:lnTo>
                    <a:pt x="2112055" y="1350744"/>
                  </a:lnTo>
                  <a:lnTo>
                    <a:pt x="2112055" y="1333789"/>
                  </a:lnTo>
                  <a:lnTo>
                    <a:pt x="2105687" y="1325312"/>
                  </a:lnTo>
                  <a:close/>
                </a:path>
                <a:path w="9542780" h="6570345">
                  <a:moveTo>
                    <a:pt x="2105687" y="1367699"/>
                  </a:moveTo>
                  <a:lnTo>
                    <a:pt x="2084490" y="1367699"/>
                  </a:lnTo>
                  <a:lnTo>
                    <a:pt x="2078122" y="1376177"/>
                  </a:lnTo>
                  <a:lnTo>
                    <a:pt x="2078122" y="1393131"/>
                  </a:lnTo>
                  <a:lnTo>
                    <a:pt x="2084490" y="1401608"/>
                  </a:lnTo>
                  <a:lnTo>
                    <a:pt x="2105687" y="1401608"/>
                  </a:lnTo>
                  <a:lnTo>
                    <a:pt x="2112055" y="1395110"/>
                  </a:lnTo>
                  <a:lnTo>
                    <a:pt x="2112055" y="1376177"/>
                  </a:lnTo>
                  <a:lnTo>
                    <a:pt x="2105687" y="1367699"/>
                  </a:lnTo>
                  <a:close/>
                </a:path>
                <a:path w="9542780" h="6570345">
                  <a:moveTo>
                    <a:pt x="2105687" y="1412064"/>
                  </a:moveTo>
                  <a:lnTo>
                    <a:pt x="2084490" y="1412064"/>
                  </a:lnTo>
                  <a:lnTo>
                    <a:pt x="2078122" y="1420541"/>
                  </a:lnTo>
                  <a:lnTo>
                    <a:pt x="2078122" y="1437497"/>
                  </a:lnTo>
                  <a:lnTo>
                    <a:pt x="2084490" y="1445975"/>
                  </a:lnTo>
                  <a:lnTo>
                    <a:pt x="2105687" y="1445975"/>
                  </a:lnTo>
                  <a:lnTo>
                    <a:pt x="2112055" y="1439758"/>
                  </a:lnTo>
                  <a:lnTo>
                    <a:pt x="2112055" y="1420541"/>
                  </a:lnTo>
                  <a:lnTo>
                    <a:pt x="2105687" y="1412064"/>
                  </a:lnTo>
                  <a:close/>
                </a:path>
                <a:path w="9542780" h="6570345">
                  <a:moveTo>
                    <a:pt x="2105687" y="1456712"/>
                  </a:moveTo>
                  <a:lnTo>
                    <a:pt x="2084490" y="1456712"/>
                  </a:lnTo>
                  <a:lnTo>
                    <a:pt x="2078122" y="1465190"/>
                  </a:lnTo>
                  <a:lnTo>
                    <a:pt x="2078122" y="1482144"/>
                  </a:lnTo>
                  <a:lnTo>
                    <a:pt x="2084490" y="1490623"/>
                  </a:lnTo>
                  <a:lnTo>
                    <a:pt x="2105687" y="1490623"/>
                  </a:lnTo>
                  <a:lnTo>
                    <a:pt x="2112055" y="1482144"/>
                  </a:lnTo>
                  <a:lnTo>
                    <a:pt x="2112055" y="1465190"/>
                  </a:lnTo>
                  <a:lnTo>
                    <a:pt x="2105687" y="1456712"/>
                  </a:lnTo>
                  <a:close/>
                </a:path>
                <a:path w="9542780" h="6570345">
                  <a:moveTo>
                    <a:pt x="2105687" y="1501077"/>
                  </a:moveTo>
                  <a:lnTo>
                    <a:pt x="2084490" y="1501077"/>
                  </a:lnTo>
                  <a:lnTo>
                    <a:pt x="2078122" y="1509555"/>
                  </a:lnTo>
                  <a:lnTo>
                    <a:pt x="2078122" y="1526510"/>
                  </a:lnTo>
                  <a:lnTo>
                    <a:pt x="2084490" y="1534988"/>
                  </a:lnTo>
                  <a:lnTo>
                    <a:pt x="2105687" y="1534988"/>
                  </a:lnTo>
                  <a:lnTo>
                    <a:pt x="2112055" y="1526510"/>
                  </a:lnTo>
                  <a:lnTo>
                    <a:pt x="2112055" y="1509555"/>
                  </a:lnTo>
                  <a:lnTo>
                    <a:pt x="2105687" y="1501077"/>
                  </a:lnTo>
                  <a:close/>
                </a:path>
                <a:path w="9542780" h="6570345">
                  <a:moveTo>
                    <a:pt x="2105687" y="1545443"/>
                  </a:moveTo>
                  <a:lnTo>
                    <a:pt x="2084490" y="1545443"/>
                  </a:lnTo>
                  <a:lnTo>
                    <a:pt x="2078122" y="1553921"/>
                  </a:lnTo>
                  <a:lnTo>
                    <a:pt x="2078122" y="1570875"/>
                  </a:lnTo>
                  <a:lnTo>
                    <a:pt x="2084490" y="1579352"/>
                  </a:lnTo>
                  <a:lnTo>
                    <a:pt x="2105687" y="1579352"/>
                  </a:lnTo>
                  <a:lnTo>
                    <a:pt x="2112055" y="1570875"/>
                  </a:lnTo>
                  <a:lnTo>
                    <a:pt x="2112055" y="1553921"/>
                  </a:lnTo>
                  <a:lnTo>
                    <a:pt x="2105687" y="1545443"/>
                  </a:lnTo>
                  <a:close/>
                </a:path>
                <a:path w="9542780" h="6570345">
                  <a:moveTo>
                    <a:pt x="2105687" y="1590092"/>
                  </a:moveTo>
                  <a:lnTo>
                    <a:pt x="2084490" y="1590092"/>
                  </a:lnTo>
                  <a:lnTo>
                    <a:pt x="2078122" y="1596308"/>
                  </a:lnTo>
                  <a:lnTo>
                    <a:pt x="2078122" y="1615523"/>
                  </a:lnTo>
                  <a:lnTo>
                    <a:pt x="2084490" y="1624001"/>
                  </a:lnTo>
                  <a:lnTo>
                    <a:pt x="2105687" y="1624001"/>
                  </a:lnTo>
                  <a:lnTo>
                    <a:pt x="2112055" y="1615523"/>
                  </a:lnTo>
                  <a:lnTo>
                    <a:pt x="2112055" y="1598569"/>
                  </a:lnTo>
                  <a:lnTo>
                    <a:pt x="2105687" y="1590092"/>
                  </a:lnTo>
                  <a:close/>
                </a:path>
                <a:path w="9542780" h="6570345">
                  <a:moveTo>
                    <a:pt x="2105687" y="1634456"/>
                  </a:moveTo>
                  <a:lnTo>
                    <a:pt x="2084490" y="1634456"/>
                  </a:lnTo>
                  <a:lnTo>
                    <a:pt x="2078122" y="1640956"/>
                  </a:lnTo>
                  <a:lnTo>
                    <a:pt x="2078122" y="1659889"/>
                  </a:lnTo>
                  <a:lnTo>
                    <a:pt x="2084490" y="1668367"/>
                  </a:lnTo>
                  <a:lnTo>
                    <a:pt x="2105687" y="1668367"/>
                  </a:lnTo>
                  <a:lnTo>
                    <a:pt x="2112055" y="1659889"/>
                  </a:lnTo>
                  <a:lnTo>
                    <a:pt x="2112055" y="1642934"/>
                  </a:lnTo>
                  <a:lnTo>
                    <a:pt x="2105687" y="1634456"/>
                  </a:lnTo>
                  <a:close/>
                </a:path>
                <a:path w="9542780" h="6570345">
                  <a:moveTo>
                    <a:pt x="2105687" y="1676844"/>
                  </a:moveTo>
                  <a:lnTo>
                    <a:pt x="2084490" y="1676844"/>
                  </a:lnTo>
                  <a:lnTo>
                    <a:pt x="2078122" y="1685321"/>
                  </a:lnTo>
                  <a:lnTo>
                    <a:pt x="2078122" y="1702276"/>
                  </a:lnTo>
                  <a:lnTo>
                    <a:pt x="2084490" y="1710754"/>
                  </a:lnTo>
                  <a:lnTo>
                    <a:pt x="2105687" y="1710754"/>
                  </a:lnTo>
                  <a:lnTo>
                    <a:pt x="2112055" y="1704254"/>
                  </a:lnTo>
                  <a:lnTo>
                    <a:pt x="2112055" y="1685321"/>
                  </a:lnTo>
                  <a:lnTo>
                    <a:pt x="2105687" y="1676844"/>
                  </a:lnTo>
                  <a:close/>
                </a:path>
                <a:path w="9542780" h="6570345">
                  <a:moveTo>
                    <a:pt x="2105687" y="1721209"/>
                  </a:moveTo>
                  <a:lnTo>
                    <a:pt x="2084490" y="1721209"/>
                  </a:lnTo>
                  <a:lnTo>
                    <a:pt x="2078122" y="1729687"/>
                  </a:lnTo>
                  <a:lnTo>
                    <a:pt x="2078122" y="1746642"/>
                  </a:lnTo>
                  <a:lnTo>
                    <a:pt x="2084490" y="1755119"/>
                  </a:lnTo>
                  <a:lnTo>
                    <a:pt x="2105687" y="1755119"/>
                  </a:lnTo>
                  <a:lnTo>
                    <a:pt x="2112055" y="1748903"/>
                  </a:lnTo>
                  <a:lnTo>
                    <a:pt x="2112055" y="1729687"/>
                  </a:lnTo>
                  <a:lnTo>
                    <a:pt x="2105687" y="1721209"/>
                  </a:lnTo>
                  <a:close/>
                </a:path>
                <a:path w="9542780" h="6570345">
                  <a:moveTo>
                    <a:pt x="2105687" y="1765857"/>
                  </a:moveTo>
                  <a:lnTo>
                    <a:pt x="2084490" y="1765857"/>
                  </a:lnTo>
                  <a:lnTo>
                    <a:pt x="2078122" y="1774334"/>
                  </a:lnTo>
                  <a:lnTo>
                    <a:pt x="2078122" y="1791290"/>
                  </a:lnTo>
                  <a:lnTo>
                    <a:pt x="2084490" y="1799767"/>
                  </a:lnTo>
                  <a:lnTo>
                    <a:pt x="2105687" y="1799767"/>
                  </a:lnTo>
                  <a:lnTo>
                    <a:pt x="2112055" y="1791290"/>
                  </a:lnTo>
                  <a:lnTo>
                    <a:pt x="2112055" y="1774334"/>
                  </a:lnTo>
                  <a:lnTo>
                    <a:pt x="2105687" y="1765857"/>
                  </a:lnTo>
                  <a:close/>
                </a:path>
                <a:path w="9542780" h="6570345">
                  <a:moveTo>
                    <a:pt x="2105687" y="1810223"/>
                  </a:moveTo>
                  <a:lnTo>
                    <a:pt x="2084490" y="1810223"/>
                  </a:lnTo>
                  <a:lnTo>
                    <a:pt x="2078122" y="1818700"/>
                  </a:lnTo>
                  <a:lnTo>
                    <a:pt x="2078122" y="1835655"/>
                  </a:lnTo>
                  <a:lnTo>
                    <a:pt x="2084490" y="1844132"/>
                  </a:lnTo>
                  <a:lnTo>
                    <a:pt x="2105687" y="1844132"/>
                  </a:lnTo>
                  <a:lnTo>
                    <a:pt x="2112055" y="1835655"/>
                  </a:lnTo>
                  <a:lnTo>
                    <a:pt x="2112055" y="1818700"/>
                  </a:lnTo>
                  <a:lnTo>
                    <a:pt x="2105687" y="1810223"/>
                  </a:lnTo>
                  <a:close/>
                </a:path>
                <a:path w="9542780" h="6570345">
                  <a:moveTo>
                    <a:pt x="2105687" y="1854588"/>
                  </a:moveTo>
                  <a:lnTo>
                    <a:pt x="2084490" y="1854588"/>
                  </a:lnTo>
                  <a:lnTo>
                    <a:pt x="2078122" y="1863065"/>
                  </a:lnTo>
                  <a:lnTo>
                    <a:pt x="2078122" y="1880021"/>
                  </a:lnTo>
                  <a:lnTo>
                    <a:pt x="2084490" y="1888498"/>
                  </a:lnTo>
                  <a:lnTo>
                    <a:pt x="2105687" y="1888498"/>
                  </a:lnTo>
                  <a:lnTo>
                    <a:pt x="2112055" y="1880021"/>
                  </a:lnTo>
                  <a:lnTo>
                    <a:pt x="2112055" y="1863065"/>
                  </a:lnTo>
                  <a:lnTo>
                    <a:pt x="2105687" y="1854588"/>
                  </a:lnTo>
                  <a:close/>
                </a:path>
                <a:path w="9542780" h="6570345">
                  <a:moveTo>
                    <a:pt x="2105687" y="1899236"/>
                  </a:moveTo>
                  <a:lnTo>
                    <a:pt x="2084490" y="1899236"/>
                  </a:lnTo>
                  <a:lnTo>
                    <a:pt x="2078122" y="1905453"/>
                  </a:lnTo>
                  <a:lnTo>
                    <a:pt x="2078122" y="1924669"/>
                  </a:lnTo>
                  <a:lnTo>
                    <a:pt x="2084490" y="1933147"/>
                  </a:lnTo>
                  <a:lnTo>
                    <a:pt x="2105687" y="1933147"/>
                  </a:lnTo>
                  <a:lnTo>
                    <a:pt x="2112055" y="1924669"/>
                  </a:lnTo>
                  <a:lnTo>
                    <a:pt x="2112055" y="1907713"/>
                  </a:lnTo>
                  <a:lnTo>
                    <a:pt x="2105687" y="1899236"/>
                  </a:lnTo>
                  <a:close/>
                </a:path>
                <a:path w="9542780" h="6570345">
                  <a:moveTo>
                    <a:pt x="2105687" y="1943601"/>
                  </a:moveTo>
                  <a:lnTo>
                    <a:pt x="2084490" y="1943601"/>
                  </a:lnTo>
                  <a:lnTo>
                    <a:pt x="2078122" y="1950101"/>
                  </a:lnTo>
                  <a:lnTo>
                    <a:pt x="2078122" y="1971295"/>
                  </a:lnTo>
                  <a:lnTo>
                    <a:pt x="2084490" y="1977511"/>
                  </a:lnTo>
                  <a:lnTo>
                    <a:pt x="2105687" y="1977511"/>
                  </a:lnTo>
                  <a:lnTo>
                    <a:pt x="2112055" y="1969034"/>
                  </a:lnTo>
                  <a:lnTo>
                    <a:pt x="2112055" y="1952080"/>
                  </a:lnTo>
                  <a:lnTo>
                    <a:pt x="2105687" y="1943601"/>
                  </a:lnTo>
                  <a:close/>
                </a:path>
                <a:path w="9542780" h="6570345">
                  <a:moveTo>
                    <a:pt x="2105687" y="1985989"/>
                  </a:moveTo>
                  <a:lnTo>
                    <a:pt x="2084490" y="1985989"/>
                  </a:lnTo>
                  <a:lnTo>
                    <a:pt x="2078122" y="1994466"/>
                  </a:lnTo>
                  <a:lnTo>
                    <a:pt x="2078122" y="2011422"/>
                  </a:lnTo>
                  <a:lnTo>
                    <a:pt x="2084490" y="2019899"/>
                  </a:lnTo>
                  <a:lnTo>
                    <a:pt x="2105687" y="2019899"/>
                  </a:lnTo>
                  <a:lnTo>
                    <a:pt x="2112055" y="2013399"/>
                  </a:lnTo>
                  <a:lnTo>
                    <a:pt x="2112055" y="1994466"/>
                  </a:lnTo>
                  <a:lnTo>
                    <a:pt x="2105687" y="1985989"/>
                  </a:lnTo>
                  <a:close/>
                </a:path>
                <a:path w="9542780" h="6570345">
                  <a:moveTo>
                    <a:pt x="2105687" y="2030355"/>
                  </a:moveTo>
                  <a:lnTo>
                    <a:pt x="2084490" y="2030355"/>
                  </a:lnTo>
                  <a:lnTo>
                    <a:pt x="2078122" y="2038832"/>
                  </a:lnTo>
                  <a:lnTo>
                    <a:pt x="2078122" y="2055787"/>
                  </a:lnTo>
                  <a:lnTo>
                    <a:pt x="2084490" y="2064264"/>
                  </a:lnTo>
                  <a:lnTo>
                    <a:pt x="2105687" y="2064264"/>
                  </a:lnTo>
                  <a:lnTo>
                    <a:pt x="2112055" y="2058047"/>
                  </a:lnTo>
                  <a:lnTo>
                    <a:pt x="2112055" y="2038832"/>
                  </a:lnTo>
                  <a:lnTo>
                    <a:pt x="2105687" y="2030355"/>
                  </a:lnTo>
                  <a:close/>
                </a:path>
                <a:path w="9542780" h="6570345">
                  <a:moveTo>
                    <a:pt x="2105687" y="2075003"/>
                  </a:moveTo>
                  <a:lnTo>
                    <a:pt x="2084490" y="2075003"/>
                  </a:lnTo>
                  <a:lnTo>
                    <a:pt x="2078122" y="2083480"/>
                  </a:lnTo>
                  <a:lnTo>
                    <a:pt x="2078122" y="2100435"/>
                  </a:lnTo>
                  <a:lnTo>
                    <a:pt x="2084490" y="2108912"/>
                  </a:lnTo>
                  <a:lnTo>
                    <a:pt x="2105687" y="2108912"/>
                  </a:lnTo>
                  <a:lnTo>
                    <a:pt x="2112055" y="2100435"/>
                  </a:lnTo>
                  <a:lnTo>
                    <a:pt x="2112055" y="2083480"/>
                  </a:lnTo>
                  <a:lnTo>
                    <a:pt x="2105687" y="2075003"/>
                  </a:lnTo>
                  <a:close/>
                </a:path>
                <a:path w="9542780" h="6570345">
                  <a:moveTo>
                    <a:pt x="2105687" y="2119368"/>
                  </a:moveTo>
                  <a:lnTo>
                    <a:pt x="2084490" y="2119368"/>
                  </a:lnTo>
                  <a:lnTo>
                    <a:pt x="2078122" y="2125585"/>
                  </a:lnTo>
                  <a:lnTo>
                    <a:pt x="2078122" y="2144801"/>
                  </a:lnTo>
                  <a:lnTo>
                    <a:pt x="2084490" y="2153278"/>
                  </a:lnTo>
                  <a:lnTo>
                    <a:pt x="2105687" y="2153278"/>
                  </a:lnTo>
                  <a:lnTo>
                    <a:pt x="2112055" y="2144801"/>
                  </a:lnTo>
                  <a:lnTo>
                    <a:pt x="2112055" y="2127845"/>
                  </a:lnTo>
                  <a:lnTo>
                    <a:pt x="2105687" y="2119368"/>
                  </a:lnTo>
                  <a:close/>
                </a:path>
                <a:path w="9542780" h="6570345">
                  <a:moveTo>
                    <a:pt x="2105687" y="2163733"/>
                  </a:moveTo>
                  <a:lnTo>
                    <a:pt x="2084490" y="2163733"/>
                  </a:lnTo>
                  <a:lnTo>
                    <a:pt x="2078122" y="2172211"/>
                  </a:lnTo>
                  <a:lnTo>
                    <a:pt x="2078122" y="2189166"/>
                  </a:lnTo>
                  <a:lnTo>
                    <a:pt x="2084490" y="2197643"/>
                  </a:lnTo>
                  <a:lnTo>
                    <a:pt x="2105687" y="2197643"/>
                  </a:lnTo>
                  <a:lnTo>
                    <a:pt x="2112055" y="2189166"/>
                  </a:lnTo>
                  <a:lnTo>
                    <a:pt x="2112055" y="2172211"/>
                  </a:lnTo>
                  <a:lnTo>
                    <a:pt x="2105687" y="2163733"/>
                  </a:lnTo>
                  <a:close/>
                </a:path>
                <a:path w="9542780" h="6570345">
                  <a:moveTo>
                    <a:pt x="2105687" y="2208381"/>
                  </a:moveTo>
                  <a:lnTo>
                    <a:pt x="2084490" y="2208381"/>
                  </a:lnTo>
                  <a:lnTo>
                    <a:pt x="2078122" y="2214598"/>
                  </a:lnTo>
                  <a:lnTo>
                    <a:pt x="2078122" y="2233814"/>
                  </a:lnTo>
                  <a:lnTo>
                    <a:pt x="2084490" y="2242291"/>
                  </a:lnTo>
                  <a:lnTo>
                    <a:pt x="2105687" y="2242291"/>
                  </a:lnTo>
                  <a:lnTo>
                    <a:pt x="2112055" y="2233814"/>
                  </a:lnTo>
                  <a:lnTo>
                    <a:pt x="2112055" y="2216859"/>
                  </a:lnTo>
                  <a:lnTo>
                    <a:pt x="2105687" y="2208381"/>
                  </a:lnTo>
                  <a:close/>
                </a:path>
                <a:path w="9542780" h="6570345">
                  <a:moveTo>
                    <a:pt x="2105687" y="2252747"/>
                  </a:moveTo>
                  <a:lnTo>
                    <a:pt x="2084490" y="2252747"/>
                  </a:lnTo>
                  <a:lnTo>
                    <a:pt x="2078122" y="2259246"/>
                  </a:lnTo>
                  <a:lnTo>
                    <a:pt x="2078122" y="2280157"/>
                  </a:lnTo>
                  <a:lnTo>
                    <a:pt x="2084490" y="2286656"/>
                  </a:lnTo>
                  <a:lnTo>
                    <a:pt x="2105687" y="2286656"/>
                  </a:lnTo>
                  <a:lnTo>
                    <a:pt x="2112055" y="2278179"/>
                  </a:lnTo>
                  <a:lnTo>
                    <a:pt x="2112055" y="2261224"/>
                  </a:lnTo>
                  <a:lnTo>
                    <a:pt x="2105687" y="2252747"/>
                  </a:lnTo>
                  <a:close/>
                </a:path>
                <a:path w="9542780" h="6570345">
                  <a:moveTo>
                    <a:pt x="2105687" y="2295135"/>
                  </a:moveTo>
                  <a:lnTo>
                    <a:pt x="2084490" y="2295135"/>
                  </a:lnTo>
                  <a:lnTo>
                    <a:pt x="2078122" y="2301351"/>
                  </a:lnTo>
                  <a:lnTo>
                    <a:pt x="2078122" y="2322545"/>
                  </a:lnTo>
                  <a:lnTo>
                    <a:pt x="2084490" y="2329044"/>
                  </a:lnTo>
                  <a:lnTo>
                    <a:pt x="2105687" y="2329044"/>
                  </a:lnTo>
                  <a:lnTo>
                    <a:pt x="2112055" y="2322545"/>
                  </a:lnTo>
                  <a:lnTo>
                    <a:pt x="2112055" y="2303612"/>
                  </a:lnTo>
                  <a:lnTo>
                    <a:pt x="2105687" y="2295135"/>
                  </a:lnTo>
                  <a:close/>
                </a:path>
                <a:path w="9542780" h="6570345">
                  <a:moveTo>
                    <a:pt x="2105687" y="2339500"/>
                  </a:moveTo>
                  <a:lnTo>
                    <a:pt x="2084490" y="2339500"/>
                  </a:lnTo>
                  <a:lnTo>
                    <a:pt x="2078122" y="2345999"/>
                  </a:lnTo>
                  <a:lnTo>
                    <a:pt x="2078122" y="2367193"/>
                  </a:lnTo>
                  <a:lnTo>
                    <a:pt x="2084490" y="2373410"/>
                  </a:lnTo>
                  <a:lnTo>
                    <a:pt x="2105687" y="2373410"/>
                  </a:lnTo>
                  <a:lnTo>
                    <a:pt x="2112055" y="2367193"/>
                  </a:lnTo>
                  <a:lnTo>
                    <a:pt x="2112055" y="2347977"/>
                  </a:lnTo>
                  <a:lnTo>
                    <a:pt x="2105687" y="2339500"/>
                  </a:lnTo>
                  <a:close/>
                </a:path>
                <a:path w="9542780" h="6570345">
                  <a:moveTo>
                    <a:pt x="2105687" y="2384148"/>
                  </a:moveTo>
                  <a:lnTo>
                    <a:pt x="2084490" y="2384148"/>
                  </a:lnTo>
                  <a:lnTo>
                    <a:pt x="2078122" y="2392625"/>
                  </a:lnTo>
                  <a:lnTo>
                    <a:pt x="2078122" y="2409579"/>
                  </a:lnTo>
                  <a:lnTo>
                    <a:pt x="2084490" y="2417775"/>
                  </a:lnTo>
                  <a:lnTo>
                    <a:pt x="2105687" y="2417775"/>
                  </a:lnTo>
                  <a:lnTo>
                    <a:pt x="2112055" y="2409579"/>
                  </a:lnTo>
                  <a:lnTo>
                    <a:pt x="2112055" y="2392625"/>
                  </a:lnTo>
                  <a:lnTo>
                    <a:pt x="2105687" y="2384148"/>
                  </a:lnTo>
                  <a:close/>
                </a:path>
                <a:path w="9542780" h="6570345">
                  <a:moveTo>
                    <a:pt x="2105687" y="2428513"/>
                  </a:moveTo>
                  <a:lnTo>
                    <a:pt x="2084490" y="2428513"/>
                  </a:lnTo>
                  <a:lnTo>
                    <a:pt x="2078122" y="2434729"/>
                  </a:lnTo>
                  <a:lnTo>
                    <a:pt x="2078122" y="2453946"/>
                  </a:lnTo>
                  <a:lnTo>
                    <a:pt x="2084490" y="2462423"/>
                  </a:lnTo>
                  <a:lnTo>
                    <a:pt x="2105687" y="2462423"/>
                  </a:lnTo>
                  <a:lnTo>
                    <a:pt x="2112055" y="2453946"/>
                  </a:lnTo>
                  <a:lnTo>
                    <a:pt x="2112055" y="2436991"/>
                  </a:lnTo>
                  <a:lnTo>
                    <a:pt x="2105687" y="2428513"/>
                  </a:lnTo>
                  <a:close/>
                </a:path>
                <a:path w="9542780" h="6570345">
                  <a:moveTo>
                    <a:pt x="2105687" y="2472879"/>
                  </a:moveTo>
                  <a:lnTo>
                    <a:pt x="2084490" y="2472879"/>
                  </a:lnTo>
                  <a:lnTo>
                    <a:pt x="2078122" y="2479377"/>
                  </a:lnTo>
                  <a:lnTo>
                    <a:pt x="2078122" y="2498310"/>
                  </a:lnTo>
                  <a:lnTo>
                    <a:pt x="2084490" y="2506788"/>
                  </a:lnTo>
                  <a:lnTo>
                    <a:pt x="2105687" y="2506788"/>
                  </a:lnTo>
                  <a:lnTo>
                    <a:pt x="2112055" y="2498310"/>
                  </a:lnTo>
                  <a:lnTo>
                    <a:pt x="2112055" y="2481356"/>
                  </a:lnTo>
                  <a:lnTo>
                    <a:pt x="2105687" y="2472879"/>
                  </a:lnTo>
                  <a:close/>
                </a:path>
                <a:path w="9542780" h="6570345">
                  <a:moveTo>
                    <a:pt x="2105687" y="2517527"/>
                  </a:moveTo>
                  <a:lnTo>
                    <a:pt x="2084490" y="2517527"/>
                  </a:lnTo>
                  <a:lnTo>
                    <a:pt x="2078122" y="2523743"/>
                  </a:lnTo>
                  <a:lnTo>
                    <a:pt x="2078122" y="2544937"/>
                  </a:lnTo>
                  <a:lnTo>
                    <a:pt x="2084490" y="2551436"/>
                  </a:lnTo>
                  <a:lnTo>
                    <a:pt x="2105687" y="2551436"/>
                  </a:lnTo>
                  <a:lnTo>
                    <a:pt x="2112055" y="2542959"/>
                  </a:lnTo>
                  <a:lnTo>
                    <a:pt x="2112055" y="2526004"/>
                  </a:lnTo>
                  <a:lnTo>
                    <a:pt x="2105687" y="2517527"/>
                  </a:lnTo>
                  <a:close/>
                </a:path>
                <a:path w="9542780" h="6570345">
                  <a:moveTo>
                    <a:pt x="2105687" y="2561892"/>
                  </a:moveTo>
                  <a:lnTo>
                    <a:pt x="2084490" y="2561892"/>
                  </a:lnTo>
                  <a:lnTo>
                    <a:pt x="2078122" y="2568108"/>
                  </a:lnTo>
                  <a:lnTo>
                    <a:pt x="2078122" y="2589302"/>
                  </a:lnTo>
                  <a:lnTo>
                    <a:pt x="2084490" y="2595802"/>
                  </a:lnTo>
                  <a:lnTo>
                    <a:pt x="2105687" y="2595802"/>
                  </a:lnTo>
                  <a:lnTo>
                    <a:pt x="2112055" y="2587325"/>
                  </a:lnTo>
                  <a:lnTo>
                    <a:pt x="2112055" y="2570369"/>
                  </a:lnTo>
                  <a:lnTo>
                    <a:pt x="2105687" y="2561892"/>
                  </a:lnTo>
                  <a:close/>
                </a:path>
                <a:path w="9542780" h="6570345">
                  <a:moveTo>
                    <a:pt x="2105687" y="2604279"/>
                  </a:moveTo>
                  <a:lnTo>
                    <a:pt x="2084490" y="2604279"/>
                  </a:lnTo>
                  <a:lnTo>
                    <a:pt x="2078122" y="2610496"/>
                  </a:lnTo>
                  <a:lnTo>
                    <a:pt x="2078122" y="2631690"/>
                  </a:lnTo>
                  <a:lnTo>
                    <a:pt x="2084490" y="2638190"/>
                  </a:lnTo>
                  <a:lnTo>
                    <a:pt x="2105687" y="2638190"/>
                  </a:lnTo>
                  <a:lnTo>
                    <a:pt x="2112055" y="2631690"/>
                  </a:lnTo>
                  <a:lnTo>
                    <a:pt x="2112055" y="2612757"/>
                  </a:lnTo>
                  <a:lnTo>
                    <a:pt x="2105687" y="2604279"/>
                  </a:lnTo>
                  <a:close/>
                </a:path>
                <a:path w="9542780" h="6570345">
                  <a:moveTo>
                    <a:pt x="2105687" y="2648644"/>
                  </a:moveTo>
                  <a:lnTo>
                    <a:pt x="2084490" y="2648644"/>
                  </a:lnTo>
                  <a:lnTo>
                    <a:pt x="2078122" y="2655144"/>
                  </a:lnTo>
                  <a:lnTo>
                    <a:pt x="2078122" y="2676338"/>
                  </a:lnTo>
                  <a:lnTo>
                    <a:pt x="2084490" y="2682554"/>
                  </a:lnTo>
                  <a:lnTo>
                    <a:pt x="2105687" y="2682554"/>
                  </a:lnTo>
                  <a:lnTo>
                    <a:pt x="2112055" y="2676338"/>
                  </a:lnTo>
                  <a:lnTo>
                    <a:pt x="2112055" y="2657123"/>
                  </a:lnTo>
                  <a:lnTo>
                    <a:pt x="2105687" y="2648644"/>
                  </a:lnTo>
                  <a:close/>
                </a:path>
                <a:path w="9542780" h="6570345">
                  <a:moveTo>
                    <a:pt x="2105687" y="2693292"/>
                  </a:moveTo>
                  <a:lnTo>
                    <a:pt x="2084490" y="2693292"/>
                  </a:lnTo>
                  <a:lnTo>
                    <a:pt x="2078122" y="2701770"/>
                  </a:lnTo>
                  <a:lnTo>
                    <a:pt x="2078122" y="2718442"/>
                  </a:lnTo>
                  <a:lnTo>
                    <a:pt x="2084490" y="2726919"/>
                  </a:lnTo>
                  <a:lnTo>
                    <a:pt x="2105687" y="2726919"/>
                  </a:lnTo>
                  <a:lnTo>
                    <a:pt x="2112055" y="2718442"/>
                  </a:lnTo>
                  <a:lnTo>
                    <a:pt x="2112055" y="2701770"/>
                  </a:lnTo>
                  <a:lnTo>
                    <a:pt x="2105687" y="2693292"/>
                  </a:lnTo>
                  <a:close/>
                </a:path>
                <a:path w="9542780" h="6570345">
                  <a:moveTo>
                    <a:pt x="2105687" y="2737658"/>
                  </a:moveTo>
                  <a:lnTo>
                    <a:pt x="2084490" y="2737658"/>
                  </a:lnTo>
                  <a:lnTo>
                    <a:pt x="2078122" y="2743875"/>
                  </a:lnTo>
                  <a:lnTo>
                    <a:pt x="2078122" y="2763090"/>
                  </a:lnTo>
                  <a:lnTo>
                    <a:pt x="2084490" y="2771567"/>
                  </a:lnTo>
                  <a:lnTo>
                    <a:pt x="2105687" y="2771567"/>
                  </a:lnTo>
                  <a:lnTo>
                    <a:pt x="2112055" y="2763090"/>
                  </a:lnTo>
                  <a:lnTo>
                    <a:pt x="2112055" y="2746136"/>
                  </a:lnTo>
                  <a:lnTo>
                    <a:pt x="2105687" y="2737658"/>
                  </a:lnTo>
                  <a:close/>
                </a:path>
                <a:path w="9542780" h="6570345">
                  <a:moveTo>
                    <a:pt x="2105687" y="2782023"/>
                  </a:moveTo>
                  <a:lnTo>
                    <a:pt x="2084490" y="2782023"/>
                  </a:lnTo>
                  <a:lnTo>
                    <a:pt x="2078122" y="2788523"/>
                  </a:lnTo>
                  <a:lnTo>
                    <a:pt x="2078122" y="2807456"/>
                  </a:lnTo>
                  <a:lnTo>
                    <a:pt x="2084490" y="2815934"/>
                  </a:lnTo>
                  <a:lnTo>
                    <a:pt x="2105687" y="2815934"/>
                  </a:lnTo>
                  <a:lnTo>
                    <a:pt x="2112055" y="2807456"/>
                  </a:lnTo>
                  <a:lnTo>
                    <a:pt x="2112055" y="2790501"/>
                  </a:lnTo>
                  <a:lnTo>
                    <a:pt x="2105687" y="2782023"/>
                  </a:lnTo>
                  <a:close/>
                </a:path>
                <a:path w="9542780" h="6570345">
                  <a:moveTo>
                    <a:pt x="2105687" y="2826672"/>
                  </a:moveTo>
                  <a:lnTo>
                    <a:pt x="2084490" y="2826672"/>
                  </a:lnTo>
                  <a:lnTo>
                    <a:pt x="2078122" y="2832888"/>
                  </a:lnTo>
                  <a:lnTo>
                    <a:pt x="2078122" y="2851821"/>
                  </a:lnTo>
                  <a:lnTo>
                    <a:pt x="2084490" y="2860299"/>
                  </a:lnTo>
                  <a:lnTo>
                    <a:pt x="2105687" y="2860299"/>
                  </a:lnTo>
                  <a:lnTo>
                    <a:pt x="2112055" y="2851821"/>
                  </a:lnTo>
                  <a:lnTo>
                    <a:pt x="2112055" y="2835149"/>
                  </a:lnTo>
                  <a:lnTo>
                    <a:pt x="2105687" y="2826672"/>
                  </a:lnTo>
                  <a:close/>
                </a:path>
                <a:path w="9542780" h="6570345">
                  <a:moveTo>
                    <a:pt x="2105687" y="2871036"/>
                  </a:moveTo>
                  <a:lnTo>
                    <a:pt x="2084490" y="2871036"/>
                  </a:lnTo>
                  <a:lnTo>
                    <a:pt x="2078122" y="2877254"/>
                  </a:lnTo>
                  <a:lnTo>
                    <a:pt x="2078122" y="2896469"/>
                  </a:lnTo>
                  <a:lnTo>
                    <a:pt x="2084490" y="2904947"/>
                  </a:lnTo>
                  <a:lnTo>
                    <a:pt x="2105687" y="2904947"/>
                  </a:lnTo>
                  <a:lnTo>
                    <a:pt x="2112055" y="2896469"/>
                  </a:lnTo>
                  <a:lnTo>
                    <a:pt x="2112055" y="2879515"/>
                  </a:lnTo>
                  <a:lnTo>
                    <a:pt x="2105687" y="2871036"/>
                  </a:lnTo>
                  <a:close/>
                </a:path>
                <a:path w="9542780" h="6570345">
                  <a:moveTo>
                    <a:pt x="2105687" y="2913424"/>
                  </a:moveTo>
                  <a:lnTo>
                    <a:pt x="2084490" y="2913424"/>
                  </a:lnTo>
                  <a:lnTo>
                    <a:pt x="2078122" y="2921901"/>
                  </a:lnTo>
                  <a:lnTo>
                    <a:pt x="2078122" y="2938857"/>
                  </a:lnTo>
                  <a:lnTo>
                    <a:pt x="2084490" y="2947334"/>
                  </a:lnTo>
                  <a:lnTo>
                    <a:pt x="2105687" y="2947334"/>
                  </a:lnTo>
                  <a:lnTo>
                    <a:pt x="2112055" y="2940834"/>
                  </a:lnTo>
                  <a:lnTo>
                    <a:pt x="2112055" y="2921901"/>
                  </a:lnTo>
                  <a:lnTo>
                    <a:pt x="2105687" y="2913424"/>
                  </a:lnTo>
                  <a:close/>
                </a:path>
                <a:path w="9542780" h="6570345">
                  <a:moveTo>
                    <a:pt x="2105687" y="2957790"/>
                  </a:moveTo>
                  <a:lnTo>
                    <a:pt x="2084490" y="2957790"/>
                  </a:lnTo>
                  <a:lnTo>
                    <a:pt x="2078122" y="2964289"/>
                  </a:lnTo>
                  <a:lnTo>
                    <a:pt x="2078122" y="2983222"/>
                  </a:lnTo>
                  <a:lnTo>
                    <a:pt x="2084490" y="2991699"/>
                  </a:lnTo>
                  <a:lnTo>
                    <a:pt x="2105687" y="2991699"/>
                  </a:lnTo>
                  <a:lnTo>
                    <a:pt x="2112055" y="2985482"/>
                  </a:lnTo>
                  <a:lnTo>
                    <a:pt x="2112055" y="2966267"/>
                  </a:lnTo>
                  <a:lnTo>
                    <a:pt x="2105687" y="2957790"/>
                  </a:lnTo>
                  <a:close/>
                </a:path>
                <a:path w="9542780" h="6570345">
                  <a:moveTo>
                    <a:pt x="2105687" y="3002155"/>
                  </a:moveTo>
                  <a:lnTo>
                    <a:pt x="2084490" y="3002155"/>
                  </a:lnTo>
                  <a:lnTo>
                    <a:pt x="2078122" y="3008655"/>
                  </a:lnTo>
                  <a:lnTo>
                    <a:pt x="2078122" y="3027588"/>
                  </a:lnTo>
                  <a:lnTo>
                    <a:pt x="2084490" y="3036065"/>
                  </a:lnTo>
                  <a:lnTo>
                    <a:pt x="2105687" y="3036065"/>
                  </a:lnTo>
                  <a:lnTo>
                    <a:pt x="2112055" y="3027588"/>
                  </a:lnTo>
                  <a:lnTo>
                    <a:pt x="2112055" y="3010632"/>
                  </a:lnTo>
                  <a:lnTo>
                    <a:pt x="2105687" y="3002155"/>
                  </a:lnTo>
                  <a:close/>
                </a:path>
                <a:path w="9542780" h="6570345">
                  <a:moveTo>
                    <a:pt x="2105687" y="3046803"/>
                  </a:moveTo>
                  <a:lnTo>
                    <a:pt x="2084490" y="3046803"/>
                  </a:lnTo>
                  <a:lnTo>
                    <a:pt x="2078122" y="3053020"/>
                  </a:lnTo>
                  <a:lnTo>
                    <a:pt x="2078122" y="3072236"/>
                  </a:lnTo>
                  <a:lnTo>
                    <a:pt x="2084490" y="3080713"/>
                  </a:lnTo>
                  <a:lnTo>
                    <a:pt x="2105687" y="3080713"/>
                  </a:lnTo>
                  <a:lnTo>
                    <a:pt x="2112055" y="3072236"/>
                  </a:lnTo>
                  <a:lnTo>
                    <a:pt x="2112055" y="3055280"/>
                  </a:lnTo>
                  <a:lnTo>
                    <a:pt x="2105687" y="3046803"/>
                  </a:lnTo>
                  <a:close/>
                </a:path>
                <a:path w="9542780" h="6570345">
                  <a:moveTo>
                    <a:pt x="2105687" y="3091168"/>
                  </a:moveTo>
                  <a:lnTo>
                    <a:pt x="2084490" y="3091168"/>
                  </a:lnTo>
                  <a:lnTo>
                    <a:pt x="2078122" y="3097668"/>
                  </a:lnTo>
                  <a:lnTo>
                    <a:pt x="2078122" y="3118862"/>
                  </a:lnTo>
                  <a:lnTo>
                    <a:pt x="2084490" y="3125078"/>
                  </a:lnTo>
                  <a:lnTo>
                    <a:pt x="2105687" y="3125078"/>
                  </a:lnTo>
                  <a:lnTo>
                    <a:pt x="2112055" y="3116601"/>
                  </a:lnTo>
                  <a:lnTo>
                    <a:pt x="2112055" y="3099647"/>
                  </a:lnTo>
                  <a:lnTo>
                    <a:pt x="2105687" y="3091168"/>
                  </a:lnTo>
                  <a:close/>
                </a:path>
                <a:path w="9542780" h="6570345">
                  <a:moveTo>
                    <a:pt x="2105687" y="3135816"/>
                  </a:moveTo>
                  <a:lnTo>
                    <a:pt x="2084490" y="3135816"/>
                  </a:lnTo>
                  <a:lnTo>
                    <a:pt x="2078122" y="3142034"/>
                  </a:lnTo>
                  <a:lnTo>
                    <a:pt x="2078122" y="3163227"/>
                  </a:lnTo>
                  <a:lnTo>
                    <a:pt x="2084490" y="3169445"/>
                  </a:lnTo>
                  <a:lnTo>
                    <a:pt x="2105687" y="3169445"/>
                  </a:lnTo>
                  <a:lnTo>
                    <a:pt x="2112055" y="3160966"/>
                  </a:lnTo>
                  <a:lnTo>
                    <a:pt x="2112055" y="3144011"/>
                  </a:lnTo>
                  <a:lnTo>
                    <a:pt x="2105687" y="3135816"/>
                  </a:lnTo>
                  <a:close/>
                </a:path>
                <a:path w="9542780" h="6570345">
                  <a:moveTo>
                    <a:pt x="2105687" y="3180182"/>
                  </a:moveTo>
                  <a:lnTo>
                    <a:pt x="2084490" y="3180182"/>
                  </a:lnTo>
                  <a:lnTo>
                    <a:pt x="2078122" y="3186399"/>
                  </a:lnTo>
                  <a:lnTo>
                    <a:pt x="2078122" y="3205614"/>
                  </a:lnTo>
                  <a:lnTo>
                    <a:pt x="2084490" y="3214091"/>
                  </a:lnTo>
                  <a:lnTo>
                    <a:pt x="2105687" y="3214091"/>
                  </a:lnTo>
                  <a:lnTo>
                    <a:pt x="2112055" y="3205614"/>
                  </a:lnTo>
                  <a:lnTo>
                    <a:pt x="2112055" y="3188660"/>
                  </a:lnTo>
                  <a:lnTo>
                    <a:pt x="2105687" y="3180182"/>
                  </a:lnTo>
                  <a:close/>
                </a:path>
                <a:path w="9542780" h="6570345">
                  <a:moveTo>
                    <a:pt x="2105687" y="3222570"/>
                  </a:moveTo>
                  <a:lnTo>
                    <a:pt x="2084490" y="3222570"/>
                  </a:lnTo>
                  <a:lnTo>
                    <a:pt x="2078122" y="3231047"/>
                  </a:lnTo>
                  <a:lnTo>
                    <a:pt x="2078122" y="3248002"/>
                  </a:lnTo>
                  <a:lnTo>
                    <a:pt x="2084490" y="3256479"/>
                  </a:lnTo>
                  <a:lnTo>
                    <a:pt x="2105687" y="3256479"/>
                  </a:lnTo>
                  <a:lnTo>
                    <a:pt x="2112055" y="3249980"/>
                  </a:lnTo>
                  <a:lnTo>
                    <a:pt x="2112055" y="3231047"/>
                  </a:lnTo>
                  <a:lnTo>
                    <a:pt x="2105687" y="3222570"/>
                  </a:lnTo>
                  <a:close/>
                </a:path>
                <a:path w="9542780" h="6570345">
                  <a:moveTo>
                    <a:pt x="2105687" y="3266935"/>
                  </a:moveTo>
                  <a:lnTo>
                    <a:pt x="2084490" y="3266935"/>
                  </a:lnTo>
                  <a:lnTo>
                    <a:pt x="2078122" y="3273435"/>
                  </a:lnTo>
                  <a:lnTo>
                    <a:pt x="2078122" y="3292368"/>
                  </a:lnTo>
                  <a:lnTo>
                    <a:pt x="2084490" y="3300845"/>
                  </a:lnTo>
                  <a:lnTo>
                    <a:pt x="2105687" y="3300845"/>
                  </a:lnTo>
                  <a:lnTo>
                    <a:pt x="2112055" y="3294345"/>
                  </a:lnTo>
                  <a:lnTo>
                    <a:pt x="2112055" y="3275412"/>
                  </a:lnTo>
                  <a:lnTo>
                    <a:pt x="2105687" y="3266935"/>
                  </a:lnTo>
                  <a:close/>
                </a:path>
                <a:path w="9542780" h="6570345">
                  <a:moveTo>
                    <a:pt x="2105687" y="3311300"/>
                  </a:moveTo>
                  <a:lnTo>
                    <a:pt x="2084490" y="3311300"/>
                  </a:lnTo>
                  <a:lnTo>
                    <a:pt x="2078122" y="3317800"/>
                  </a:lnTo>
                  <a:lnTo>
                    <a:pt x="2078122" y="3336733"/>
                  </a:lnTo>
                  <a:lnTo>
                    <a:pt x="2084490" y="3345210"/>
                  </a:lnTo>
                  <a:lnTo>
                    <a:pt x="2105687" y="3345210"/>
                  </a:lnTo>
                  <a:lnTo>
                    <a:pt x="2112055" y="3336733"/>
                  </a:lnTo>
                  <a:lnTo>
                    <a:pt x="2112055" y="3319778"/>
                  </a:lnTo>
                  <a:lnTo>
                    <a:pt x="2105687" y="3311300"/>
                  </a:lnTo>
                  <a:close/>
                </a:path>
                <a:path w="9542780" h="6570345">
                  <a:moveTo>
                    <a:pt x="2105687" y="3355948"/>
                  </a:moveTo>
                  <a:lnTo>
                    <a:pt x="2084490" y="3355948"/>
                  </a:lnTo>
                  <a:lnTo>
                    <a:pt x="2078122" y="3362166"/>
                  </a:lnTo>
                  <a:lnTo>
                    <a:pt x="2078122" y="3381381"/>
                  </a:lnTo>
                  <a:lnTo>
                    <a:pt x="2084490" y="3389858"/>
                  </a:lnTo>
                  <a:lnTo>
                    <a:pt x="2105687" y="3389858"/>
                  </a:lnTo>
                  <a:lnTo>
                    <a:pt x="2112055" y="3381381"/>
                  </a:lnTo>
                  <a:lnTo>
                    <a:pt x="2112055" y="3364426"/>
                  </a:lnTo>
                  <a:lnTo>
                    <a:pt x="2105687" y="3355948"/>
                  </a:lnTo>
                  <a:close/>
                </a:path>
                <a:path w="9542780" h="6570345">
                  <a:moveTo>
                    <a:pt x="2105687" y="5210649"/>
                  </a:moveTo>
                  <a:lnTo>
                    <a:pt x="2084490" y="5210649"/>
                  </a:lnTo>
                  <a:lnTo>
                    <a:pt x="2078122" y="5217007"/>
                  </a:lnTo>
                  <a:lnTo>
                    <a:pt x="2078122" y="5236053"/>
                  </a:lnTo>
                  <a:lnTo>
                    <a:pt x="2084490" y="5244531"/>
                  </a:lnTo>
                  <a:lnTo>
                    <a:pt x="2105687" y="5244531"/>
                  </a:lnTo>
                  <a:lnTo>
                    <a:pt x="2112055" y="5236053"/>
                  </a:lnTo>
                  <a:lnTo>
                    <a:pt x="2112055" y="5219127"/>
                  </a:lnTo>
                  <a:lnTo>
                    <a:pt x="2105687" y="5210649"/>
                  </a:lnTo>
                  <a:close/>
                </a:path>
                <a:path w="9542780" h="6570345">
                  <a:moveTo>
                    <a:pt x="2105687" y="5255127"/>
                  </a:moveTo>
                  <a:lnTo>
                    <a:pt x="2084490" y="5255127"/>
                  </a:lnTo>
                  <a:lnTo>
                    <a:pt x="2078122" y="5263577"/>
                  </a:lnTo>
                  <a:lnTo>
                    <a:pt x="2078122" y="5280533"/>
                  </a:lnTo>
                  <a:lnTo>
                    <a:pt x="2084490" y="5288982"/>
                  </a:lnTo>
                  <a:lnTo>
                    <a:pt x="2105687" y="5288982"/>
                  </a:lnTo>
                  <a:lnTo>
                    <a:pt x="2112055" y="5280533"/>
                  </a:lnTo>
                  <a:lnTo>
                    <a:pt x="2112055" y="5263577"/>
                  </a:lnTo>
                  <a:lnTo>
                    <a:pt x="2105687" y="5255127"/>
                  </a:lnTo>
                  <a:close/>
                </a:path>
                <a:path w="9542780" h="6570345">
                  <a:moveTo>
                    <a:pt x="2105687" y="5299579"/>
                  </a:moveTo>
                  <a:lnTo>
                    <a:pt x="2084490" y="5299579"/>
                  </a:lnTo>
                  <a:lnTo>
                    <a:pt x="2078122" y="5305936"/>
                  </a:lnTo>
                  <a:lnTo>
                    <a:pt x="2078122" y="5327102"/>
                  </a:lnTo>
                  <a:lnTo>
                    <a:pt x="2084490" y="5333460"/>
                  </a:lnTo>
                  <a:lnTo>
                    <a:pt x="2105687" y="5333460"/>
                  </a:lnTo>
                  <a:lnTo>
                    <a:pt x="2112055" y="5324983"/>
                  </a:lnTo>
                  <a:lnTo>
                    <a:pt x="2112055" y="5308056"/>
                  </a:lnTo>
                  <a:lnTo>
                    <a:pt x="2105687" y="5299579"/>
                  </a:lnTo>
                  <a:close/>
                </a:path>
                <a:path w="9542780" h="6570345">
                  <a:moveTo>
                    <a:pt x="2105687" y="5344057"/>
                  </a:moveTo>
                  <a:lnTo>
                    <a:pt x="2084490" y="5344057"/>
                  </a:lnTo>
                  <a:lnTo>
                    <a:pt x="2078122" y="5350386"/>
                  </a:lnTo>
                  <a:lnTo>
                    <a:pt x="2078122" y="5369460"/>
                  </a:lnTo>
                  <a:lnTo>
                    <a:pt x="2084490" y="5377910"/>
                  </a:lnTo>
                  <a:lnTo>
                    <a:pt x="2105687" y="5377910"/>
                  </a:lnTo>
                  <a:lnTo>
                    <a:pt x="2112055" y="5369460"/>
                  </a:lnTo>
                  <a:lnTo>
                    <a:pt x="2112055" y="5352506"/>
                  </a:lnTo>
                  <a:lnTo>
                    <a:pt x="2105687" y="5344057"/>
                  </a:lnTo>
                  <a:close/>
                </a:path>
                <a:path w="9542780" h="6570345">
                  <a:moveTo>
                    <a:pt x="2105687" y="5386387"/>
                  </a:moveTo>
                  <a:lnTo>
                    <a:pt x="2084490" y="5386387"/>
                  </a:lnTo>
                  <a:lnTo>
                    <a:pt x="2078122" y="5392746"/>
                  </a:lnTo>
                  <a:lnTo>
                    <a:pt x="2078122" y="5411792"/>
                  </a:lnTo>
                  <a:lnTo>
                    <a:pt x="2084490" y="5420269"/>
                  </a:lnTo>
                  <a:lnTo>
                    <a:pt x="2105687" y="5420269"/>
                  </a:lnTo>
                  <a:lnTo>
                    <a:pt x="2112055" y="5413910"/>
                  </a:lnTo>
                  <a:lnTo>
                    <a:pt x="2112055" y="5394866"/>
                  </a:lnTo>
                  <a:lnTo>
                    <a:pt x="2105687" y="5386387"/>
                  </a:lnTo>
                  <a:close/>
                </a:path>
                <a:path w="9542780" h="6570345">
                  <a:moveTo>
                    <a:pt x="2105687" y="5430866"/>
                  </a:moveTo>
                  <a:lnTo>
                    <a:pt x="2084490" y="5430866"/>
                  </a:lnTo>
                  <a:lnTo>
                    <a:pt x="2078122" y="5437196"/>
                  </a:lnTo>
                  <a:lnTo>
                    <a:pt x="2078122" y="5458390"/>
                  </a:lnTo>
                  <a:lnTo>
                    <a:pt x="2084490" y="5464719"/>
                  </a:lnTo>
                  <a:lnTo>
                    <a:pt x="2105687" y="5464719"/>
                  </a:lnTo>
                  <a:lnTo>
                    <a:pt x="2112055" y="5458390"/>
                  </a:lnTo>
                  <a:lnTo>
                    <a:pt x="2112055" y="5439316"/>
                  </a:lnTo>
                  <a:lnTo>
                    <a:pt x="2105687" y="5430866"/>
                  </a:lnTo>
                  <a:close/>
                </a:path>
                <a:path w="9542780" h="6570345">
                  <a:moveTo>
                    <a:pt x="2105687" y="5475316"/>
                  </a:moveTo>
                  <a:lnTo>
                    <a:pt x="2084490" y="5475316"/>
                  </a:lnTo>
                  <a:lnTo>
                    <a:pt x="2078122" y="5483793"/>
                  </a:lnTo>
                  <a:lnTo>
                    <a:pt x="2078122" y="5500720"/>
                  </a:lnTo>
                  <a:lnTo>
                    <a:pt x="2084490" y="5509197"/>
                  </a:lnTo>
                  <a:lnTo>
                    <a:pt x="2105687" y="5509197"/>
                  </a:lnTo>
                  <a:lnTo>
                    <a:pt x="2112055" y="5500720"/>
                  </a:lnTo>
                  <a:lnTo>
                    <a:pt x="2112055" y="5483793"/>
                  </a:lnTo>
                  <a:lnTo>
                    <a:pt x="2105687" y="5475316"/>
                  </a:lnTo>
                  <a:close/>
                </a:path>
                <a:path w="9542780" h="6570345">
                  <a:moveTo>
                    <a:pt x="2105687" y="5519794"/>
                  </a:moveTo>
                  <a:lnTo>
                    <a:pt x="2084490" y="5519794"/>
                  </a:lnTo>
                  <a:lnTo>
                    <a:pt x="2078122" y="5526124"/>
                  </a:lnTo>
                  <a:lnTo>
                    <a:pt x="2078122" y="5545199"/>
                  </a:lnTo>
                  <a:lnTo>
                    <a:pt x="2084490" y="5553649"/>
                  </a:lnTo>
                  <a:lnTo>
                    <a:pt x="2105687" y="5553649"/>
                  </a:lnTo>
                  <a:lnTo>
                    <a:pt x="2112055" y="5545199"/>
                  </a:lnTo>
                  <a:lnTo>
                    <a:pt x="2112055" y="5528243"/>
                  </a:lnTo>
                  <a:lnTo>
                    <a:pt x="2105687" y="5519794"/>
                  </a:lnTo>
                  <a:close/>
                </a:path>
                <a:path w="9542780" h="6570345">
                  <a:moveTo>
                    <a:pt x="2105687" y="5564245"/>
                  </a:moveTo>
                  <a:lnTo>
                    <a:pt x="2084490" y="5564245"/>
                  </a:lnTo>
                  <a:lnTo>
                    <a:pt x="2078122" y="5570603"/>
                  </a:lnTo>
                  <a:lnTo>
                    <a:pt x="2078122" y="5589649"/>
                  </a:lnTo>
                  <a:lnTo>
                    <a:pt x="2084490" y="5598126"/>
                  </a:lnTo>
                  <a:lnTo>
                    <a:pt x="2105687" y="5598126"/>
                  </a:lnTo>
                  <a:lnTo>
                    <a:pt x="2112055" y="5589649"/>
                  </a:lnTo>
                  <a:lnTo>
                    <a:pt x="2112055" y="5572723"/>
                  </a:lnTo>
                  <a:lnTo>
                    <a:pt x="2105687" y="5564245"/>
                  </a:lnTo>
                  <a:close/>
                </a:path>
                <a:path w="9542780" h="6570345">
                  <a:moveTo>
                    <a:pt x="2105687" y="5608723"/>
                  </a:moveTo>
                  <a:lnTo>
                    <a:pt x="2084490" y="5608723"/>
                  </a:lnTo>
                  <a:lnTo>
                    <a:pt x="2078122" y="5615053"/>
                  </a:lnTo>
                  <a:lnTo>
                    <a:pt x="2078122" y="5634127"/>
                  </a:lnTo>
                  <a:lnTo>
                    <a:pt x="2084490" y="5642576"/>
                  </a:lnTo>
                  <a:lnTo>
                    <a:pt x="2105687" y="5642576"/>
                  </a:lnTo>
                  <a:lnTo>
                    <a:pt x="2112055" y="5634127"/>
                  </a:lnTo>
                  <a:lnTo>
                    <a:pt x="2112055" y="5617173"/>
                  </a:lnTo>
                  <a:lnTo>
                    <a:pt x="2105687" y="5608723"/>
                  </a:lnTo>
                  <a:close/>
                </a:path>
                <a:path w="9542780" h="6570345">
                  <a:moveTo>
                    <a:pt x="2105687" y="5653173"/>
                  </a:moveTo>
                  <a:lnTo>
                    <a:pt x="2084490" y="5653173"/>
                  </a:lnTo>
                  <a:lnTo>
                    <a:pt x="2078122" y="5659531"/>
                  </a:lnTo>
                  <a:lnTo>
                    <a:pt x="2078122" y="5678577"/>
                  </a:lnTo>
                  <a:lnTo>
                    <a:pt x="2084490" y="5687056"/>
                  </a:lnTo>
                  <a:lnTo>
                    <a:pt x="2105687" y="5687056"/>
                  </a:lnTo>
                  <a:lnTo>
                    <a:pt x="2112055" y="5678577"/>
                  </a:lnTo>
                  <a:lnTo>
                    <a:pt x="2112055" y="5661651"/>
                  </a:lnTo>
                  <a:lnTo>
                    <a:pt x="2105687" y="5653173"/>
                  </a:lnTo>
                  <a:close/>
                </a:path>
                <a:path w="9542780" h="6570345">
                  <a:moveTo>
                    <a:pt x="2105687" y="5695533"/>
                  </a:moveTo>
                  <a:lnTo>
                    <a:pt x="2084490" y="5695533"/>
                  </a:lnTo>
                  <a:lnTo>
                    <a:pt x="2078122" y="5701863"/>
                  </a:lnTo>
                  <a:lnTo>
                    <a:pt x="2078122" y="5720937"/>
                  </a:lnTo>
                  <a:lnTo>
                    <a:pt x="2084490" y="5729386"/>
                  </a:lnTo>
                  <a:lnTo>
                    <a:pt x="2105687" y="5729386"/>
                  </a:lnTo>
                  <a:lnTo>
                    <a:pt x="2112055" y="5723056"/>
                  </a:lnTo>
                  <a:lnTo>
                    <a:pt x="2112055" y="5703982"/>
                  </a:lnTo>
                  <a:lnTo>
                    <a:pt x="2105687" y="5695533"/>
                  </a:lnTo>
                  <a:close/>
                </a:path>
                <a:path w="9542780" h="6570345">
                  <a:moveTo>
                    <a:pt x="2061141" y="927436"/>
                  </a:moveTo>
                  <a:lnTo>
                    <a:pt x="2039943" y="927436"/>
                  </a:lnTo>
                  <a:lnTo>
                    <a:pt x="2033576" y="933653"/>
                  </a:lnTo>
                  <a:lnTo>
                    <a:pt x="2033576" y="954846"/>
                  </a:lnTo>
                  <a:lnTo>
                    <a:pt x="2039943" y="961063"/>
                  </a:lnTo>
                  <a:lnTo>
                    <a:pt x="2061141" y="961063"/>
                  </a:lnTo>
                  <a:lnTo>
                    <a:pt x="2067509" y="952586"/>
                  </a:lnTo>
                  <a:lnTo>
                    <a:pt x="2067509" y="935913"/>
                  </a:lnTo>
                  <a:lnTo>
                    <a:pt x="2061141" y="927436"/>
                  </a:lnTo>
                  <a:close/>
                </a:path>
                <a:path w="9542780" h="6570345">
                  <a:moveTo>
                    <a:pt x="2061141" y="971801"/>
                  </a:moveTo>
                  <a:lnTo>
                    <a:pt x="2039943" y="971801"/>
                  </a:lnTo>
                  <a:lnTo>
                    <a:pt x="2033576" y="978018"/>
                  </a:lnTo>
                  <a:lnTo>
                    <a:pt x="2033576" y="997233"/>
                  </a:lnTo>
                  <a:lnTo>
                    <a:pt x="2039943" y="1005711"/>
                  </a:lnTo>
                  <a:lnTo>
                    <a:pt x="2061141" y="1005711"/>
                  </a:lnTo>
                  <a:lnTo>
                    <a:pt x="2067509" y="997233"/>
                  </a:lnTo>
                  <a:lnTo>
                    <a:pt x="2067509" y="980278"/>
                  </a:lnTo>
                  <a:lnTo>
                    <a:pt x="2061141" y="971801"/>
                  </a:lnTo>
                  <a:close/>
                </a:path>
                <a:path w="9542780" h="6570345">
                  <a:moveTo>
                    <a:pt x="2061141" y="1016166"/>
                  </a:moveTo>
                  <a:lnTo>
                    <a:pt x="2039943" y="1016166"/>
                  </a:lnTo>
                  <a:lnTo>
                    <a:pt x="2033576" y="1022666"/>
                  </a:lnTo>
                  <a:lnTo>
                    <a:pt x="2033576" y="1041599"/>
                  </a:lnTo>
                  <a:lnTo>
                    <a:pt x="2039943" y="1050076"/>
                  </a:lnTo>
                  <a:lnTo>
                    <a:pt x="2061141" y="1050076"/>
                  </a:lnTo>
                  <a:lnTo>
                    <a:pt x="2067509" y="1041599"/>
                  </a:lnTo>
                  <a:lnTo>
                    <a:pt x="2067509" y="1024644"/>
                  </a:lnTo>
                  <a:lnTo>
                    <a:pt x="2061141" y="1016166"/>
                  </a:lnTo>
                  <a:close/>
                </a:path>
                <a:path w="9542780" h="6570345">
                  <a:moveTo>
                    <a:pt x="2061141" y="1058553"/>
                  </a:moveTo>
                  <a:lnTo>
                    <a:pt x="2039943" y="1058553"/>
                  </a:lnTo>
                  <a:lnTo>
                    <a:pt x="2033576" y="1065053"/>
                  </a:lnTo>
                  <a:lnTo>
                    <a:pt x="2033576" y="1086247"/>
                  </a:lnTo>
                  <a:lnTo>
                    <a:pt x="2039943" y="1092464"/>
                  </a:lnTo>
                  <a:lnTo>
                    <a:pt x="2061141" y="1092464"/>
                  </a:lnTo>
                  <a:lnTo>
                    <a:pt x="2067509" y="1086247"/>
                  </a:lnTo>
                  <a:lnTo>
                    <a:pt x="2067509" y="1067031"/>
                  </a:lnTo>
                  <a:lnTo>
                    <a:pt x="2061141" y="1058553"/>
                  </a:lnTo>
                  <a:close/>
                </a:path>
                <a:path w="9542780" h="6570345">
                  <a:moveTo>
                    <a:pt x="2061141" y="1102920"/>
                  </a:moveTo>
                  <a:lnTo>
                    <a:pt x="2039943" y="1102920"/>
                  </a:lnTo>
                  <a:lnTo>
                    <a:pt x="2033576" y="1109418"/>
                  </a:lnTo>
                  <a:lnTo>
                    <a:pt x="2033576" y="1128351"/>
                  </a:lnTo>
                  <a:lnTo>
                    <a:pt x="2039943" y="1136829"/>
                  </a:lnTo>
                  <a:lnTo>
                    <a:pt x="2061141" y="1136829"/>
                  </a:lnTo>
                  <a:lnTo>
                    <a:pt x="2067509" y="1130612"/>
                  </a:lnTo>
                  <a:lnTo>
                    <a:pt x="2067509" y="1111397"/>
                  </a:lnTo>
                  <a:lnTo>
                    <a:pt x="2061141" y="1102920"/>
                  </a:lnTo>
                  <a:close/>
                </a:path>
                <a:path w="9542780" h="6570345">
                  <a:moveTo>
                    <a:pt x="2061141" y="1147568"/>
                  </a:moveTo>
                  <a:lnTo>
                    <a:pt x="2039943" y="1147568"/>
                  </a:lnTo>
                  <a:lnTo>
                    <a:pt x="2033576" y="1153784"/>
                  </a:lnTo>
                  <a:lnTo>
                    <a:pt x="2033576" y="1172999"/>
                  </a:lnTo>
                  <a:lnTo>
                    <a:pt x="2039943" y="1181477"/>
                  </a:lnTo>
                  <a:lnTo>
                    <a:pt x="2061141" y="1181477"/>
                  </a:lnTo>
                  <a:lnTo>
                    <a:pt x="2067509" y="1172999"/>
                  </a:lnTo>
                  <a:lnTo>
                    <a:pt x="2067509" y="1156045"/>
                  </a:lnTo>
                  <a:lnTo>
                    <a:pt x="2061141" y="1147568"/>
                  </a:lnTo>
                  <a:close/>
                </a:path>
                <a:path w="9542780" h="6570345">
                  <a:moveTo>
                    <a:pt x="2061141" y="1191933"/>
                  </a:moveTo>
                  <a:lnTo>
                    <a:pt x="2039943" y="1191933"/>
                  </a:lnTo>
                  <a:lnTo>
                    <a:pt x="2033576" y="1198432"/>
                  </a:lnTo>
                  <a:lnTo>
                    <a:pt x="2033576" y="1217364"/>
                  </a:lnTo>
                  <a:lnTo>
                    <a:pt x="2039943" y="1225843"/>
                  </a:lnTo>
                  <a:lnTo>
                    <a:pt x="2061141" y="1225843"/>
                  </a:lnTo>
                  <a:lnTo>
                    <a:pt x="2067509" y="1217364"/>
                  </a:lnTo>
                  <a:lnTo>
                    <a:pt x="2067509" y="1200410"/>
                  </a:lnTo>
                  <a:lnTo>
                    <a:pt x="2061141" y="1191933"/>
                  </a:lnTo>
                  <a:close/>
                </a:path>
                <a:path w="9542780" h="6570345">
                  <a:moveTo>
                    <a:pt x="2061141" y="1236581"/>
                  </a:moveTo>
                  <a:lnTo>
                    <a:pt x="2039943" y="1236581"/>
                  </a:lnTo>
                  <a:lnTo>
                    <a:pt x="2033576" y="1242797"/>
                  </a:lnTo>
                  <a:lnTo>
                    <a:pt x="2033576" y="1261731"/>
                  </a:lnTo>
                  <a:lnTo>
                    <a:pt x="2039943" y="1270208"/>
                  </a:lnTo>
                  <a:lnTo>
                    <a:pt x="2061141" y="1270208"/>
                  </a:lnTo>
                  <a:lnTo>
                    <a:pt x="2067509" y="1261731"/>
                  </a:lnTo>
                  <a:lnTo>
                    <a:pt x="2067509" y="1244776"/>
                  </a:lnTo>
                  <a:lnTo>
                    <a:pt x="2061141" y="1236581"/>
                  </a:lnTo>
                  <a:close/>
                </a:path>
                <a:path w="9542780" h="6570345">
                  <a:moveTo>
                    <a:pt x="2061141" y="1280946"/>
                  </a:moveTo>
                  <a:lnTo>
                    <a:pt x="2039943" y="1280946"/>
                  </a:lnTo>
                  <a:lnTo>
                    <a:pt x="2033576" y="1287162"/>
                  </a:lnTo>
                  <a:lnTo>
                    <a:pt x="2033576" y="1306379"/>
                  </a:lnTo>
                  <a:lnTo>
                    <a:pt x="2039943" y="1314856"/>
                  </a:lnTo>
                  <a:lnTo>
                    <a:pt x="2061141" y="1314856"/>
                  </a:lnTo>
                  <a:lnTo>
                    <a:pt x="2067509" y="1306379"/>
                  </a:lnTo>
                  <a:lnTo>
                    <a:pt x="2067509" y="1289423"/>
                  </a:lnTo>
                  <a:lnTo>
                    <a:pt x="2061141" y="1280946"/>
                  </a:lnTo>
                  <a:close/>
                </a:path>
                <a:path w="9542780" h="6570345">
                  <a:moveTo>
                    <a:pt x="2061141" y="1325312"/>
                  </a:moveTo>
                  <a:lnTo>
                    <a:pt x="2039943" y="1325312"/>
                  </a:lnTo>
                  <a:lnTo>
                    <a:pt x="2033576" y="1331810"/>
                  </a:lnTo>
                  <a:lnTo>
                    <a:pt x="2033576" y="1350744"/>
                  </a:lnTo>
                  <a:lnTo>
                    <a:pt x="2039943" y="1359221"/>
                  </a:lnTo>
                  <a:lnTo>
                    <a:pt x="2061141" y="1359221"/>
                  </a:lnTo>
                  <a:lnTo>
                    <a:pt x="2067509" y="1350744"/>
                  </a:lnTo>
                  <a:lnTo>
                    <a:pt x="2067509" y="1333789"/>
                  </a:lnTo>
                  <a:lnTo>
                    <a:pt x="2061141" y="1325312"/>
                  </a:lnTo>
                  <a:close/>
                </a:path>
                <a:path w="9542780" h="6570345">
                  <a:moveTo>
                    <a:pt x="2061141" y="1367699"/>
                  </a:moveTo>
                  <a:lnTo>
                    <a:pt x="2039943" y="1367699"/>
                  </a:lnTo>
                  <a:lnTo>
                    <a:pt x="2033576" y="1374198"/>
                  </a:lnTo>
                  <a:lnTo>
                    <a:pt x="2033576" y="1393131"/>
                  </a:lnTo>
                  <a:lnTo>
                    <a:pt x="2039943" y="1401608"/>
                  </a:lnTo>
                  <a:lnTo>
                    <a:pt x="2061141" y="1401608"/>
                  </a:lnTo>
                  <a:lnTo>
                    <a:pt x="2067509" y="1395110"/>
                  </a:lnTo>
                  <a:lnTo>
                    <a:pt x="2067509" y="1376177"/>
                  </a:lnTo>
                  <a:lnTo>
                    <a:pt x="2061141" y="1367699"/>
                  </a:lnTo>
                  <a:close/>
                </a:path>
                <a:path w="9542780" h="6570345">
                  <a:moveTo>
                    <a:pt x="2061141" y="1412064"/>
                  </a:moveTo>
                  <a:lnTo>
                    <a:pt x="2039943" y="1412064"/>
                  </a:lnTo>
                  <a:lnTo>
                    <a:pt x="2033576" y="1418564"/>
                  </a:lnTo>
                  <a:lnTo>
                    <a:pt x="2033576" y="1439758"/>
                  </a:lnTo>
                  <a:lnTo>
                    <a:pt x="2039943" y="1445975"/>
                  </a:lnTo>
                  <a:lnTo>
                    <a:pt x="2061141" y="1445975"/>
                  </a:lnTo>
                  <a:lnTo>
                    <a:pt x="2067509" y="1439758"/>
                  </a:lnTo>
                  <a:lnTo>
                    <a:pt x="2067509" y="1420541"/>
                  </a:lnTo>
                  <a:lnTo>
                    <a:pt x="2061141" y="1412064"/>
                  </a:lnTo>
                  <a:close/>
                </a:path>
                <a:path w="9542780" h="6570345">
                  <a:moveTo>
                    <a:pt x="2061141" y="1456712"/>
                  </a:moveTo>
                  <a:lnTo>
                    <a:pt x="2039943" y="1456712"/>
                  </a:lnTo>
                  <a:lnTo>
                    <a:pt x="2033576" y="1462929"/>
                  </a:lnTo>
                  <a:lnTo>
                    <a:pt x="2033576" y="1484123"/>
                  </a:lnTo>
                  <a:lnTo>
                    <a:pt x="2039943" y="1490623"/>
                  </a:lnTo>
                  <a:lnTo>
                    <a:pt x="2061141" y="1490623"/>
                  </a:lnTo>
                  <a:lnTo>
                    <a:pt x="2067509" y="1482144"/>
                  </a:lnTo>
                  <a:lnTo>
                    <a:pt x="2067509" y="1465190"/>
                  </a:lnTo>
                  <a:lnTo>
                    <a:pt x="2061141" y="1456712"/>
                  </a:lnTo>
                  <a:close/>
                </a:path>
                <a:path w="9542780" h="6570345">
                  <a:moveTo>
                    <a:pt x="2061141" y="1501077"/>
                  </a:moveTo>
                  <a:lnTo>
                    <a:pt x="2039943" y="1501077"/>
                  </a:lnTo>
                  <a:lnTo>
                    <a:pt x="2033576" y="1507577"/>
                  </a:lnTo>
                  <a:lnTo>
                    <a:pt x="2033576" y="1528771"/>
                  </a:lnTo>
                  <a:lnTo>
                    <a:pt x="2039943" y="1534988"/>
                  </a:lnTo>
                  <a:lnTo>
                    <a:pt x="2061141" y="1534988"/>
                  </a:lnTo>
                  <a:lnTo>
                    <a:pt x="2067509" y="1526510"/>
                  </a:lnTo>
                  <a:lnTo>
                    <a:pt x="2067509" y="1509555"/>
                  </a:lnTo>
                  <a:lnTo>
                    <a:pt x="2061141" y="1501077"/>
                  </a:lnTo>
                  <a:close/>
                </a:path>
                <a:path w="9542780" h="6570345">
                  <a:moveTo>
                    <a:pt x="2061141" y="1545443"/>
                  </a:moveTo>
                  <a:lnTo>
                    <a:pt x="2039943" y="1545443"/>
                  </a:lnTo>
                  <a:lnTo>
                    <a:pt x="2033576" y="1551942"/>
                  </a:lnTo>
                  <a:lnTo>
                    <a:pt x="2033576" y="1573136"/>
                  </a:lnTo>
                  <a:lnTo>
                    <a:pt x="2039943" y="1579352"/>
                  </a:lnTo>
                  <a:lnTo>
                    <a:pt x="2061141" y="1579352"/>
                  </a:lnTo>
                  <a:lnTo>
                    <a:pt x="2067509" y="1570875"/>
                  </a:lnTo>
                  <a:lnTo>
                    <a:pt x="2067509" y="1553921"/>
                  </a:lnTo>
                  <a:lnTo>
                    <a:pt x="2061141" y="1545443"/>
                  </a:lnTo>
                  <a:close/>
                </a:path>
                <a:path w="9542780" h="6570345">
                  <a:moveTo>
                    <a:pt x="2061141" y="1590092"/>
                  </a:moveTo>
                  <a:lnTo>
                    <a:pt x="2039943" y="1590092"/>
                  </a:lnTo>
                  <a:lnTo>
                    <a:pt x="2033576" y="1596308"/>
                  </a:lnTo>
                  <a:lnTo>
                    <a:pt x="2033576" y="1615523"/>
                  </a:lnTo>
                  <a:lnTo>
                    <a:pt x="2039943" y="1624001"/>
                  </a:lnTo>
                  <a:lnTo>
                    <a:pt x="2061141" y="1624001"/>
                  </a:lnTo>
                  <a:lnTo>
                    <a:pt x="2067509" y="1615523"/>
                  </a:lnTo>
                  <a:lnTo>
                    <a:pt x="2067509" y="1598569"/>
                  </a:lnTo>
                  <a:lnTo>
                    <a:pt x="2061141" y="1590092"/>
                  </a:lnTo>
                  <a:close/>
                </a:path>
                <a:path w="9542780" h="6570345">
                  <a:moveTo>
                    <a:pt x="2061141" y="1634456"/>
                  </a:moveTo>
                  <a:lnTo>
                    <a:pt x="2039943" y="1634456"/>
                  </a:lnTo>
                  <a:lnTo>
                    <a:pt x="2033576" y="1640956"/>
                  </a:lnTo>
                  <a:lnTo>
                    <a:pt x="2033576" y="1659889"/>
                  </a:lnTo>
                  <a:lnTo>
                    <a:pt x="2039943" y="1668367"/>
                  </a:lnTo>
                  <a:lnTo>
                    <a:pt x="2061141" y="1668367"/>
                  </a:lnTo>
                  <a:lnTo>
                    <a:pt x="2067509" y="1659889"/>
                  </a:lnTo>
                  <a:lnTo>
                    <a:pt x="2067509" y="1642934"/>
                  </a:lnTo>
                  <a:lnTo>
                    <a:pt x="2061141" y="1634456"/>
                  </a:lnTo>
                  <a:close/>
                </a:path>
                <a:path w="9542780" h="6570345">
                  <a:moveTo>
                    <a:pt x="2061141" y="1676844"/>
                  </a:moveTo>
                  <a:lnTo>
                    <a:pt x="2039943" y="1676844"/>
                  </a:lnTo>
                  <a:lnTo>
                    <a:pt x="2033576" y="1683061"/>
                  </a:lnTo>
                  <a:lnTo>
                    <a:pt x="2033576" y="1704254"/>
                  </a:lnTo>
                  <a:lnTo>
                    <a:pt x="2039943" y="1710754"/>
                  </a:lnTo>
                  <a:lnTo>
                    <a:pt x="2061141" y="1710754"/>
                  </a:lnTo>
                  <a:lnTo>
                    <a:pt x="2067509" y="1704254"/>
                  </a:lnTo>
                  <a:lnTo>
                    <a:pt x="2067509" y="1685321"/>
                  </a:lnTo>
                  <a:lnTo>
                    <a:pt x="2061141" y="1676844"/>
                  </a:lnTo>
                  <a:close/>
                </a:path>
                <a:path w="9542780" h="6570345">
                  <a:moveTo>
                    <a:pt x="2061141" y="1721209"/>
                  </a:moveTo>
                  <a:lnTo>
                    <a:pt x="2039943" y="1721209"/>
                  </a:lnTo>
                  <a:lnTo>
                    <a:pt x="2033576" y="1727709"/>
                  </a:lnTo>
                  <a:lnTo>
                    <a:pt x="2033576" y="1748903"/>
                  </a:lnTo>
                  <a:lnTo>
                    <a:pt x="2039943" y="1755119"/>
                  </a:lnTo>
                  <a:lnTo>
                    <a:pt x="2061141" y="1755119"/>
                  </a:lnTo>
                  <a:lnTo>
                    <a:pt x="2067509" y="1748903"/>
                  </a:lnTo>
                  <a:lnTo>
                    <a:pt x="2067509" y="1729687"/>
                  </a:lnTo>
                  <a:lnTo>
                    <a:pt x="2061141" y="1721209"/>
                  </a:lnTo>
                  <a:close/>
                </a:path>
                <a:path w="9542780" h="6570345">
                  <a:moveTo>
                    <a:pt x="2061141" y="1765857"/>
                  </a:moveTo>
                  <a:lnTo>
                    <a:pt x="2039943" y="1765857"/>
                  </a:lnTo>
                  <a:lnTo>
                    <a:pt x="2033576" y="1772074"/>
                  </a:lnTo>
                  <a:lnTo>
                    <a:pt x="2033576" y="1793267"/>
                  </a:lnTo>
                  <a:lnTo>
                    <a:pt x="2039943" y="1799767"/>
                  </a:lnTo>
                  <a:lnTo>
                    <a:pt x="2061141" y="1799767"/>
                  </a:lnTo>
                  <a:lnTo>
                    <a:pt x="2067509" y="1791290"/>
                  </a:lnTo>
                  <a:lnTo>
                    <a:pt x="2067509" y="1774334"/>
                  </a:lnTo>
                  <a:lnTo>
                    <a:pt x="2061141" y="1765857"/>
                  </a:lnTo>
                  <a:close/>
                </a:path>
                <a:path w="9542780" h="6570345">
                  <a:moveTo>
                    <a:pt x="2061141" y="1810223"/>
                  </a:moveTo>
                  <a:lnTo>
                    <a:pt x="2039943" y="1810223"/>
                  </a:lnTo>
                  <a:lnTo>
                    <a:pt x="2033576" y="1816722"/>
                  </a:lnTo>
                  <a:lnTo>
                    <a:pt x="2033576" y="1837634"/>
                  </a:lnTo>
                  <a:lnTo>
                    <a:pt x="2039943" y="1844132"/>
                  </a:lnTo>
                  <a:lnTo>
                    <a:pt x="2061141" y="1844132"/>
                  </a:lnTo>
                  <a:lnTo>
                    <a:pt x="2067509" y="1835655"/>
                  </a:lnTo>
                  <a:lnTo>
                    <a:pt x="2067509" y="1818700"/>
                  </a:lnTo>
                  <a:lnTo>
                    <a:pt x="2061141" y="1810223"/>
                  </a:lnTo>
                  <a:close/>
                </a:path>
                <a:path w="9542780" h="6570345">
                  <a:moveTo>
                    <a:pt x="2061141" y="1854588"/>
                  </a:moveTo>
                  <a:lnTo>
                    <a:pt x="2039943" y="1854588"/>
                  </a:lnTo>
                  <a:lnTo>
                    <a:pt x="2033576" y="1861088"/>
                  </a:lnTo>
                  <a:lnTo>
                    <a:pt x="2033576" y="1880021"/>
                  </a:lnTo>
                  <a:lnTo>
                    <a:pt x="2039943" y="1888498"/>
                  </a:lnTo>
                  <a:lnTo>
                    <a:pt x="2061141" y="1888498"/>
                  </a:lnTo>
                  <a:lnTo>
                    <a:pt x="2067509" y="1880021"/>
                  </a:lnTo>
                  <a:lnTo>
                    <a:pt x="2067509" y="1863065"/>
                  </a:lnTo>
                  <a:lnTo>
                    <a:pt x="2061141" y="1854588"/>
                  </a:lnTo>
                  <a:close/>
                </a:path>
                <a:path w="9542780" h="6570345">
                  <a:moveTo>
                    <a:pt x="2061141" y="1899236"/>
                  </a:moveTo>
                  <a:lnTo>
                    <a:pt x="2039943" y="1899236"/>
                  </a:lnTo>
                  <a:lnTo>
                    <a:pt x="2033576" y="1905453"/>
                  </a:lnTo>
                  <a:lnTo>
                    <a:pt x="2033576" y="1924669"/>
                  </a:lnTo>
                  <a:lnTo>
                    <a:pt x="2039943" y="1933147"/>
                  </a:lnTo>
                  <a:lnTo>
                    <a:pt x="2061141" y="1933147"/>
                  </a:lnTo>
                  <a:lnTo>
                    <a:pt x="2067509" y="1924669"/>
                  </a:lnTo>
                  <a:lnTo>
                    <a:pt x="2067509" y="1907713"/>
                  </a:lnTo>
                  <a:lnTo>
                    <a:pt x="2061141" y="1899236"/>
                  </a:lnTo>
                  <a:close/>
                </a:path>
                <a:path w="9542780" h="6570345">
                  <a:moveTo>
                    <a:pt x="2061141" y="1943601"/>
                  </a:moveTo>
                  <a:lnTo>
                    <a:pt x="2039943" y="1943601"/>
                  </a:lnTo>
                  <a:lnTo>
                    <a:pt x="2033576" y="1950101"/>
                  </a:lnTo>
                  <a:lnTo>
                    <a:pt x="2033576" y="1971295"/>
                  </a:lnTo>
                  <a:lnTo>
                    <a:pt x="2039943" y="1977511"/>
                  </a:lnTo>
                  <a:lnTo>
                    <a:pt x="2061141" y="1977511"/>
                  </a:lnTo>
                  <a:lnTo>
                    <a:pt x="2067509" y="1969034"/>
                  </a:lnTo>
                  <a:lnTo>
                    <a:pt x="2067509" y="1952080"/>
                  </a:lnTo>
                  <a:lnTo>
                    <a:pt x="2061141" y="1943601"/>
                  </a:lnTo>
                  <a:close/>
                </a:path>
                <a:path w="9542780" h="6570345">
                  <a:moveTo>
                    <a:pt x="2061141" y="1985989"/>
                  </a:moveTo>
                  <a:lnTo>
                    <a:pt x="2039943" y="1985989"/>
                  </a:lnTo>
                  <a:lnTo>
                    <a:pt x="2033576" y="1992205"/>
                  </a:lnTo>
                  <a:lnTo>
                    <a:pt x="2033576" y="2013399"/>
                  </a:lnTo>
                  <a:lnTo>
                    <a:pt x="2039943" y="2019899"/>
                  </a:lnTo>
                  <a:lnTo>
                    <a:pt x="2061141" y="2019899"/>
                  </a:lnTo>
                  <a:lnTo>
                    <a:pt x="2067509" y="2013399"/>
                  </a:lnTo>
                  <a:lnTo>
                    <a:pt x="2067509" y="1994466"/>
                  </a:lnTo>
                  <a:lnTo>
                    <a:pt x="2061141" y="1985989"/>
                  </a:lnTo>
                  <a:close/>
                </a:path>
                <a:path w="9542780" h="6570345">
                  <a:moveTo>
                    <a:pt x="2061141" y="2030355"/>
                  </a:moveTo>
                  <a:lnTo>
                    <a:pt x="2039943" y="2030355"/>
                  </a:lnTo>
                  <a:lnTo>
                    <a:pt x="2033576" y="2036853"/>
                  </a:lnTo>
                  <a:lnTo>
                    <a:pt x="2033576" y="2058047"/>
                  </a:lnTo>
                  <a:lnTo>
                    <a:pt x="2039943" y="2064264"/>
                  </a:lnTo>
                  <a:lnTo>
                    <a:pt x="2061141" y="2064264"/>
                  </a:lnTo>
                  <a:lnTo>
                    <a:pt x="2067509" y="2058047"/>
                  </a:lnTo>
                  <a:lnTo>
                    <a:pt x="2067509" y="2038832"/>
                  </a:lnTo>
                  <a:lnTo>
                    <a:pt x="2061141" y="2030355"/>
                  </a:lnTo>
                  <a:close/>
                </a:path>
                <a:path w="9542780" h="6570345">
                  <a:moveTo>
                    <a:pt x="2061141" y="2075003"/>
                  </a:moveTo>
                  <a:lnTo>
                    <a:pt x="2039943" y="2075003"/>
                  </a:lnTo>
                  <a:lnTo>
                    <a:pt x="2033576" y="2081220"/>
                  </a:lnTo>
                  <a:lnTo>
                    <a:pt x="2033576" y="2102413"/>
                  </a:lnTo>
                  <a:lnTo>
                    <a:pt x="2039943" y="2108912"/>
                  </a:lnTo>
                  <a:lnTo>
                    <a:pt x="2061141" y="2108912"/>
                  </a:lnTo>
                  <a:lnTo>
                    <a:pt x="2067509" y="2100435"/>
                  </a:lnTo>
                  <a:lnTo>
                    <a:pt x="2067509" y="2083480"/>
                  </a:lnTo>
                  <a:lnTo>
                    <a:pt x="2061141" y="2075003"/>
                  </a:lnTo>
                  <a:close/>
                </a:path>
                <a:path w="9542780" h="6570345">
                  <a:moveTo>
                    <a:pt x="2061141" y="2119368"/>
                  </a:moveTo>
                  <a:lnTo>
                    <a:pt x="2039943" y="2119368"/>
                  </a:lnTo>
                  <a:lnTo>
                    <a:pt x="2033576" y="2125585"/>
                  </a:lnTo>
                  <a:lnTo>
                    <a:pt x="2033576" y="2144801"/>
                  </a:lnTo>
                  <a:lnTo>
                    <a:pt x="2039943" y="2153278"/>
                  </a:lnTo>
                  <a:lnTo>
                    <a:pt x="2061141" y="2153278"/>
                  </a:lnTo>
                  <a:lnTo>
                    <a:pt x="2067509" y="2144801"/>
                  </a:lnTo>
                  <a:lnTo>
                    <a:pt x="2067509" y="2127845"/>
                  </a:lnTo>
                  <a:lnTo>
                    <a:pt x="2061141" y="2119368"/>
                  </a:lnTo>
                  <a:close/>
                </a:path>
                <a:path w="9542780" h="6570345">
                  <a:moveTo>
                    <a:pt x="2061141" y="2163733"/>
                  </a:moveTo>
                  <a:lnTo>
                    <a:pt x="2039943" y="2163733"/>
                  </a:lnTo>
                  <a:lnTo>
                    <a:pt x="2033576" y="2170233"/>
                  </a:lnTo>
                  <a:lnTo>
                    <a:pt x="2033576" y="2189166"/>
                  </a:lnTo>
                  <a:lnTo>
                    <a:pt x="2039943" y="2197643"/>
                  </a:lnTo>
                  <a:lnTo>
                    <a:pt x="2061141" y="2197643"/>
                  </a:lnTo>
                  <a:lnTo>
                    <a:pt x="2067509" y="2189166"/>
                  </a:lnTo>
                  <a:lnTo>
                    <a:pt x="2067509" y="2172211"/>
                  </a:lnTo>
                  <a:lnTo>
                    <a:pt x="2061141" y="2163733"/>
                  </a:lnTo>
                  <a:close/>
                </a:path>
                <a:path w="9542780" h="6570345">
                  <a:moveTo>
                    <a:pt x="2061141" y="2208381"/>
                  </a:moveTo>
                  <a:lnTo>
                    <a:pt x="2039943" y="2208381"/>
                  </a:lnTo>
                  <a:lnTo>
                    <a:pt x="2033576" y="2214598"/>
                  </a:lnTo>
                  <a:lnTo>
                    <a:pt x="2033576" y="2233814"/>
                  </a:lnTo>
                  <a:lnTo>
                    <a:pt x="2039943" y="2242291"/>
                  </a:lnTo>
                  <a:lnTo>
                    <a:pt x="2061141" y="2242291"/>
                  </a:lnTo>
                  <a:lnTo>
                    <a:pt x="2067509" y="2233814"/>
                  </a:lnTo>
                  <a:lnTo>
                    <a:pt x="2067509" y="2216859"/>
                  </a:lnTo>
                  <a:lnTo>
                    <a:pt x="2061141" y="2208381"/>
                  </a:lnTo>
                  <a:close/>
                </a:path>
                <a:path w="9542780" h="6570345">
                  <a:moveTo>
                    <a:pt x="2061141" y="2252747"/>
                  </a:moveTo>
                  <a:lnTo>
                    <a:pt x="2039943" y="2252747"/>
                  </a:lnTo>
                  <a:lnTo>
                    <a:pt x="2033576" y="2259246"/>
                  </a:lnTo>
                  <a:lnTo>
                    <a:pt x="2033576" y="2280157"/>
                  </a:lnTo>
                  <a:lnTo>
                    <a:pt x="2039943" y="2286656"/>
                  </a:lnTo>
                  <a:lnTo>
                    <a:pt x="2061141" y="2286656"/>
                  </a:lnTo>
                  <a:lnTo>
                    <a:pt x="2067509" y="2278179"/>
                  </a:lnTo>
                  <a:lnTo>
                    <a:pt x="2067509" y="2261224"/>
                  </a:lnTo>
                  <a:lnTo>
                    <a:pt x="2061141" y="2252747"/>
                  </a:lnTo>
                  <a:close/>
                </a:path>
                <a:path w="9542780" h="6570345">
                  <a:moveTo>
                    <a:pt x="2061141" y="2295135"/>
                  </a:moveTo>
                  <a:lnTo>
                    <a:pt x="2039943" y="2295135"/>
                  </a:lnTo>
                  <a:lnTo>
                    <a:pt x="2033576" y="2301351"/>
                  </a:lnTo>
                  <a:lnTo>
                    <a:pt x="2033576" y="2322545"/>
                  </a:lnTo>
                  <a:lnTo>
                    <a:pt x="2039943" y="2329044"/>
                  </a:lnTo>
                  <a:lnTo>
                    <a:pt x="2061141" y="2329044"/>
                  </a:lnTo>
                  <a:lnTo>
                    <a:pt x="2067509" y="2322545"/>
                  </a:lnTo>
                  <a:lnTo>
                    <a:pt x="2067509" y="2303612"/>
                  </a:lnTo>
                  <a:lnTo>
                    <a:pt x="2061141" y="2295135"/>
                  </a:lnTo>
                  <a:close/>
                </a:path>
                <a:path w="9542780" h="6570345">
                  <a:moveTo>
                    <a:pt x="2061141" y="2339500"/>
                  </a:moveTo>
                  <a:lnTo>
                    <a:pt x="2039943" y="2339500"/>
                  </a:lnTo>
                  <a:lnTo>
                    <a:pt x="2033576" y="2345999"/>
                  </a:lnTo>
                  <a:lnTo>
                    <a:pt x="2033576" y="2367193"/>
                  </a:lnTo>
                  <a:lnTo>
                    <a:pt x="2039943" y="2373410"/>
                  </a:lnTo>
                  <a:lnTo>
                    <a:pt x="2061141" y="2373410"/>
                  </a:lnTo>
                  <a:lnTo>
                    <a:pt x="2067509" y="2367193"/>
                  </a:lnTo>
                  <a:lnTo>
                    <a:pt x="2067509" y="2347977"/>
                  </a:lnTo>
                  <a:lnTo>
                    <a:pt x="2061141" y="2339500"/>
                  </a:lnTo>
                  <a:close/>
                </a:path>
                <a:path w="9542780" h="6570345">
                  <a:moveTo>
                    <a:pt x="2061141" y="2384148"/>
                  </a:moveTo>
                  <a:lnTo>
                    <a:pt x="2039943" y="2384148"/>
                  </a:lnTo>
                  <a:lnTo>
                    <a:pt x="2033576" y="2390364"/>
                  </a:lnTo>
                  <a:lnTo>
                    <a:pt x="2033576" y="2411558"/>
                  </a:lnTo>
                  <a:lnTo>
                    <a:pt x="2039943" y="2417775"/>
                  </a:lnTo>
                  <a:lnTo>
                    <a:pt x="2061141" y="2417775"/>
                  </a:lnTo>
                  <a:lnTo>
                    <a:pt x="2067509" y="2409579"/>
                  </a:lnTo>
                  <a:lnTo>
                    <a:pt x="2067509" y="2392625"/>
                  </a:lnTo>
                  <a:lnTo>
                    <a:pt x="2061141" y="2384148"/>
                  </a:lnTo>
                  <a:close/>
                </a:path>
                <a:path w="9542780" h="6570345">
                  <a:moveTo>
                    <a:pt x="2061141" y="2428513"/>
                  </a:moveTo>
                  <a:lnTo>
                    <a:pt x="2039943" y="2428513"/>
                  </a:lnTo>
                  <a:lnTo>
                    <a:pt x="2033576" y="2434729"/>
                  </a:lnTo>
                  <a:lnTo>
                    <a:pt x="2033576" y="2453946"/>
                  </a:lnTo>
                  <a:lnTo>
                    <a:pt x="2039943" y="2462423"/>
                  </a:lnTo>
                  <a:lnTo>
                    <a:pt x="2061141" y="2462423"/>
                  </a:lnTo>
                  <a:lnTo>
                    <a:pt x="2067509" y="2453946"/>
                  </a:lnTo>
                  <a:lnTo>
                    <a:pt x="2067509" y="2436991"/>
                  </a:lnTo>
                  <a:lnTo>
                    <a:pt x="2061141" y="2428513"/>
                  </a:lnTo>
                  <a:close/>
                </a:path>
                <a:path w="9542780" h="6570345">
                  <a:moveTo>
                    <a:pt x="2061141" y="2472879"/>
                  </a:moveTo>
                  <a:lnTo>
                    <a:pt x="2039943" y="2472879"/>
                  </a:lnTo>
                  <a:lnTo>
                    <a:pt x="2033576" y="2479377"/>
                  </a:lnTo>
                  <a:lnTo>
                    <a:pt x="2033576" y="2498310"/>
                  </a:lnTo>
                  <a:lnTo>
                    <a:pt x="2039943" y="2506788"/>
                  </a:lnTo>
                  <a:lnTo>
                    <a:pt x="2061141" y="2506788"/>
                  </a:lnTo>
                  <a:lnTo>
                    <a:pt x="2067509" y="2498310"/>
                  </a:lnTo>
                  <a:lnTo>
                    <a:pt x="2067509" y="2481356"/>
                  </a:lnTo>
                  <a:lnTo>
                    <a:pt x="2061141" y="2472879"/>
                  </a:lnTo>
                  <a:close/>
                </a:path>
                <a:path w="9542780" h="6570345">
                  <a:moveTo>
                    <a:pt x="2061141" y="2517527"/>
                  </a:moveTo>
                  <a:lnTo>
                    <a:pt x="2039943" y="2517527"/>
                  </a:lnTo>
                  <a:lnTo>
                    <a:pt x="2033576" y="2523743"/>
                  </a:lnTo>
                  <a:lnTo>
                    <a:pt x="2033576" y="2544937"/>
                  </a:lnTo>
                  <a:lnTo>
                    <a:pt x="2039943" y="2551436"/>
                  </a:lnTo>
                  <a:lnTo>
                    <a:pt x="2061141" y="2551436"/>
                  </a:lnTo>
                  <a:lnTo>
                    <a:pt x="2067509" y="2542959"/>
                  </a:lnTo>
                  <a:lnTo>
                    <a:pt x="2067509" y="2526004"/>
                  </a:lnTo>
                  <a:lnTo>
                    <a:pt x="2061141" y="2517527"/>
                  </a:lnTo>
                  <a:close/>
                </a:path>
                <a:path w="9542780" h="6570345">
                  <a:moveTo>
                    <a:pt x="2061141" y="2561892"/>
                  </a:moveTo>
                  <a:lnTo>
                    <a:pt x="2039943" y="2561892"/>
                  </a:lnTo>
                  <a:lnTo>
                    <a:pt x="2033576" y="2568108"/>
                  </a:lnTo>
                  <a:lnTo>
                    <a:pt x="2033576" y="2589302"/>
                  </a:lnTo>
                  <a:lnTo>
                    <a:pt x="2039943" y="2595802"/>
                  </a:lnTo>
                  <a:lnTo>
                    <a:pt x="2061141" y="2595802"/>
                  </a:lnTo>
                  <a:lnTo>
                    <a:pt x="2067509" y="2587325"/>
                  </a:lnTo>
                  <a:lnTo>
                    <a:pt x="2067509" y="2570369"/>
                  </a:lnTo>
                  <a:lnTo>
                    <a:pt x="2061141" y="2561892"/>
                  </a:lnTo>
                  <a:close/>
                </a:path>
                <a:path w="9542780" h="6570345">
                  <a:moveTo>
                    <a:pt x="2061141" y="2604279"/>
                  </a:moveTo>
                  <a:lnTo>
                    <a:pt x="2039943" y="2604279"/>
                  </a:lnTo>
                  <a:lnTo>
                    <a:pt x="2033576" y="2610496"/>
                  </a:lnTo>
                  <a:lnTo>
                    <a:pt x="2033576" y="2631690"/>
                  </a:lnTo>
                  <a:lnTo>
                    <a:pt x="2039943" y="2638190"/>
                  </a:lnTo>
                  <a:lnTo>
                    <a:pt x="2061141" y="2638190"/>
                  </a:lnTo>
                  <a:lnTo>
                    <a:pt x="2067509" y="2631690"/>
                  </a:lnTo>
                  <a:lnTo>
                    <a:pt x="2067509" y="2612757"/>
                  </a:lnTo>
                  <a:lnTo>
                    <a:pt x="2061141" y="2604279"/>
                  </a:lnTo>
                  <a:close/>
                </a:path>
                <a:path w="9542780" h="6570345">
                  <a:moveTo>
                    <a:pt x="2061141" y="2648644"/>
                  </a:moveTo>
                  <a:lnTo>
                    <a:pt x="2039943" y="2648644"/>
                  </a:lnTo>
                  <a:lnTo>
                    <a:pt x="2033576" y="2655144"/>
                  </a:lnTo>
                  <a:lnTo>
                    <a:pt x="2033576" y="2676338"/>
                  </a:lnTo>
                  <a:lnTo>
                    <a:pt x="2039943" y="2682554"/>
                  </a:lnTo>
                  <a:lnTo>
                    <a:pt x="2061141" y="2682554"/>
                  </a:lnTo>
                  <a:lnTo>
                    <a:pt x="2067509" y="2676338"/>
                  </a:lnTo>
                  <a:lnTo>
                    <a:pt x="2067509" y="2657123"/>
                  </a:lnTo>
                  <a:lnTo>
                    <a:pt x="2061141" y="2648644"/>
                  </a:lnTo>
                  <a:close/>
                </a:path>
                <a:path w="9542780" h="6570345">
                  <a:moveTo>
                    <a:pt x="2061141" y="2693292"/>
                  </a:moveTo>
                  <a:lnTo>
                    <a:pt x="2039943" y="2693292"/>
                  </a:lnTo>
                  <a:lnTo>
                    <a:pt x="2033576" y="2699509"/>
                  </a:lnTo>
                  <a:lnTo>
                    <a:pt x="2033576" y="2718442"/>
                  </a:lnTo>
                  <a:lnTo>
                    <a:pt x="2039943" y="2726919"/>
                  </a:lnTo>
                  <a:lnTo>
                    <a:pt x="2061141" y="2726919"/>
                  </a:lnTo>
                  <a:lnTo>
                    <a:pt x="2067509" y="2718442"/>
                  </a:lnTo>
                  <a:lnTo>
                    <a:pt x="2067509" y="2701770"/>
                  </a:lnTo>
                  <a:lnTo>
                    <a:pt x="2061141" y="2693292"/>
                  </a:lnTo>
                  <a:close/>
                </a:path>
                <a:path w="9542780" h="6570345">
                  <a:moveTo>
                    <a:pt x="2061141" y="2737658"/>
                  </a:moveTo>
                  <a:lnTo>
                    <a:pt x="2039943" y="2737658"/>
                  </a:lnTo>
                  <a:lnTo>
                    <a:pt x="2033576" y="2743875"/>
                  </a:lnTo>
                  <a:lnTo>
                    <a:pt x="2033576" y="2763090"/>
                  </a:lnTo>
                  <a:lnTo>
                    <a:pt x="2039943" y="2771567"/>
                  </a:lnTo>
                  <a:lnTo>
                    <a:pt x="2061141" y="2771567"/>
                  </a:lnTo>
                  <a:lnTo>
                    <a:pt x="2067509" y="2763090"/>
                  </a:lnTo>
                  <a:lnTo>
                    <a:pt x="2067509" y="2746136"/>
                  </a:lnTo>
                  <a:lnTo>
                    <a:pt x="2061141" y="2737658"/>
                  </a:lnTo>
                  <a:close/>
                </a:path>
                <a:path w="9542780" h="6570345">
                  <a:moveTo>
                    <a:pt x="2061141" y="2782023"/>
                  </a:moveTo>
                  <a:lnTo>
                    <a:pt x="2039943" y="2782023"/>
                  </a:lnTo>
                  <a:lnTo>
                    <a:pt x="2033576" y="2788523"/>
                  </a:lnTo>
                  <a:lnTo>
                    <a:pt x="2033576" y="2807456"/>
                  </a:lnTo>
                  <a:lnTo>
                    <a:pt x="2039943" y="2815934"/>
                  </a:lnTo>
                  <a:lnTo>
                    <a:pt x="2061141" y="2815934"/>
                  </a:lnTo>
                  <a:lnTo>
                    <a:pt x="2067509" y="2807456"/>
                  </a:lnTo>
                  <a:lnTo>
                    <a:pt x="2067509" y="2790501"/>
                  </a:lnTo>
                  <a:lnTo>
                    <a:pt x="2061141" y="2782023"/>
                  </a:lnTo>
                  <a:close/>
                </a:path>
                <a:path w="9542780" h="6570345">
                  <a:moveTo>
                    <a:pt x="2061141" y="2826672"/>
                  </a:moveTo>
                  <a:lnTo>
                    <a:pt x="2039943" y="2826672"/>
                  </a:lnTo>
                  <a:lnTo>
                    <a:pt x="2033576" y="2832888"/>
                  </a:lnTo>
                  <a:lnTo>
                    <a:pt x="2033576" y="2851821"/>
                  </a:lnTo>
                  <a:lnTo>
                    <a:pt x="2039943" y="2860299"/>
                  </a:lnTo>
                  <a:lnTo>
                    <a:pt x="2061141" y="2860299"/>
                  </a:lnTo>
                  <a:lnTo>
                    <a:pt x="2067509" y="2851821"/>
                  </a:lnTo>
                  <a:lnTo>
                    <a:pt x="2067509" y="2835149"/>
                  </a:lnTo>
                  <a:lnTo>
                    <a:pt x="2061141" y="2826672"/>
                  </a:lnTo>
                  <a:close/>
                </a:path>
                <a:path w="9542780" h="6570345">
                  <a:moveTo>
                    <a:pt x="2061141" y="2871036"/>
                  </a:moveTo>
                  <a:lnTo>
                    <a:pt x="2039943" y="2871036"/>
                  </a:lnTo>
                  <a:lnTo>
                    <a:pt x="2033576" y="2877254"/>
                  </a:lnTo>
                  <a:lnTo>
                    <a:pt x="2033576" y="2896469"/>
                  </a:lnTo>
                  <a:lnTo>
                    <a:pt x="2039943" y="2904947"/>
                  </a:lnTo>
                  <a:lnTo>
                    <a:pt x="2061141" y="2904947"/>
                  </a:lnTo>
                  <a:lnTo>
                    <a:pt x="2067509" y="2896469"/>
                  </a:lnTo>
                  <a:lnTo>
                    <a:pt x="2067509" y="2879515"/>
                  </a:lnTo>
                  <a:lnTo>
                    <a:pt x="2061141" y="2871036"/>
                  </a:lnTo>
                  <a:close/>
                </a:path>
                <a:path w="9542780" h="6570345">
                  <a:moveTo>
                    <a:pt x="2061141" y="2913424"/>
                  </a:moveTo>
                  <a:lnTo>
                    <a:pt x="2039943" y="2913424"/>
                  </a:lnTo>
                  <a:lnTo>
                    <a:pt x="2033576" y="2919641"/>
                  </a:lnTo>
                  <a:lnTo>
                    <a:pt x="2033576" y="2938857"/>
                  </a:lnTo>
                  <a:lnTo>
                    <a:pt x="2039943" y="2947334"/>
                  </a:lnTo>
                  <a:lnTo>
                    <a:pt x="2061141" y="2947334"/>
                  </a:lnTo>
                  <a:lnTo>
                    <a:pt x="2067509" y="2940834"/>
                  </a:lnTo>
                  <a:lnTo>
                    <a:pt x="2067509" y="2921901"/>
                  </a:lnTo>
                  <a:lnTo>
                    <a:pt x="2061141" y="2913424"/>
                  </a:lnTo>
                  <a:close/>
                </a:path>
                <a:path w="9542780" h="6570345">
                  <a:moveTo>
                    <a:pt x="2061141" y="2957790"/>
                  </a:moveTo>
                  <a:lnTo>
                    <a:pt x="2039943" y="2957790"/>
                  </a:lnTo>
                  <a:lnTo>
                    <a:pt x="2033576" y="2964289"/>
                  </a:lnTo>
                  <a:lnTo>
                    <a:pt x="2033576" y="2983222"/>
                  </a:lnTo>
                  <a:lnTo>
                    <a:pt x="2039943" y="2991699"/>
                  </a:lnTo>
                  <a:lnTo>
                    <a:pt x="2061141" y="2991699"/>
                  </a:lnTo>
                  <a:lnTo>
                    <a:pt x="2067509" y="2985482"/>
                  </a:lnTo>
                  <a:lnTo>
                    <a:pt x="2067509" y="2966267"/>
                  </a:lnTo>
                  <a:lnTo>
                    <a:pt x="2061141" y="2957790"/>
                  </a:lnTo>
                  <a:close/>
                </a:path>
                <a:path w="9542780" h="6570345">
                  <a:moveTo>
                    <a:pt x="2061141" y="3002155"/>
                  </a:moveTo>
                  <a:lnTo>
                    <a:pt x="2039943" y="3002155"/>
                  </a:lnTo>
                  <a:lnTo>
                    <a:pt x="2033576" y="3008655"/>
                  </a:lnTo>
                  <a:lnTo>
                    <a:pt x="2033576" y="3027588"/>
                  </a:lnTo>
                  <a:lnTo>
                    <a:pt x="2039943" y="3036065"/>
                  </a:lnTo>
                  <a:lnTo>
                    <a:pt x="2061141" y="3036065"/>
                  </a:lnTo>
                  <a:lnTo>
                    <a:pt x="2067509" y="3027588"/>
                  </a:lnTo>
                  <a:lnTo>
                    <a:pt x="2067509" y="3010632"/>
                  </a:lnTo>
                  <a:lnTo>
                    <a:pt x="2061141" y="3002155"/>
                  </a:lnTo>
                  <a:close/>
                </a:path>
                <a:path w="9542780" h="6570345">
                  <a:moveTo>
                    <a:pt x="2061141" y="3046803"/>
                  </a:moveTo>
                  <a:lnTo>
                    <a:pt x="2039943" y="3046803"/>
                  </a:lnTo>
                  <a:lnTo>
                    <a:pt x="2033576" y="3053020"/>
                  </a:lnTo>
                  <a:lnTo>
                    <a:pt x="2033576" y="3072236"/>
                  </a:lnTo>
                  <a:lnTo>
                    <a:pt x="2039943" y="3080713"/>
                  </a:lnTo>
                  <a:lnTo>
                    <a:pt x="2061141" y="3080713"/>
                  </a:lnTo>
                  <a:lnTo>
                    <a:pt x="2067509" y="3072236"/>
                  </a:lnTo>
                  <a:lnTo>
                    <a:pt x="2067509" y="3055280"/>
                  </a:lnTo>
                  <a:lnTo>
                    <a:pt x="2061141" y="3046803"/>
                  </a:lnTo>
                  <a:close/>
                </a:path>
                <a:path w="9542780" h="6570345">
                  <a:moveTo>
                    <a:pt x="2061141" y="3091168"/>
                  </a:moveTo>
                  <a:lnTo>
                    <a:pt x="2039943" y="3091168"/>
                  </a:lnTo>
                  <a:lnTo>
                    <a:pt x="2033576" y="3097668"/>
                  </a:lnTo>
                  <a:lnTo>
                    <a:pt x="2033576" y="3118862"/>
                  </a:lnTo>
                  <a:lnTo>
                    <a:pt x="2039943" y="3125078"/>
                  </a:lnTo>
                  <a:lnTo>
                    <a:pt x="2061141" y="3125078"/>
                  </a:lnTo>
                  <a:lnTo>
                    <a:pt x="2067509" y="3116601"/>
                  </a:lnTo>
                  <a:lnTo>
                    <a:pt x="2067509" y="3099647"/>
                  </a:lnTo>
                  <a:lnTo>
                    <a:pt x="2061141" y="3091168"/>
                  </a:lnTo>
                  <a:close/>
                </a:path>
                <a:path w="9542780" h="6570345">
                  <a:moveTo>
                    <a:pt x="2061141" y="3311300"/>
                  </a:moveTo>
                  <a:lnTo>
                    <a:pt x="2039943" y="3311300"/>
                  </a:lnTo>
                  <a:lnTo>
                    <a:pt x="2033576" y="3317800"/>
                  </a:lnTo>
                  <a:lnTo>
                    <a:pt x="2033576" y="3336733"/>
                  </a:lnTo>
                  <a:lnTo>
                    <a:pt x="2039943" y="3345210"/>
                  </a:lnTo>
                  <a:lnTo>
                    <a:pt x="2061141" y="3345210"/>
                  </a:lnTo>
                  <a:lnTo>
                    <a:pt x="2067509" y="3336733"/>
                  </a:lnTo>
                  <a:lnTo>
                    <a:pt x="2067509" y="3319778"/>
                  </a:lnTo>
                  <a:lnTo>
                    <a:pt x="2061141" y="3311300"/>
                  </a:lnTo>
                  <a:close/>
                </a:path>
                <a:path w="9542780" h="6570345">
                  <a:moveTo>
                    <a:pt x="2061141" y="3355948"/>
                  </a:moveTo>
                  <a:lnTo>
                    <a:pt x="2039943" y="3355948"/>
                  </a:lnTo>
                  <a:lnTo>
                    <a:pt x="2033576" y="3362166"/>
                  </a:lnTo>
                  <a:lnTo>
                    <a:pt x="2033576" y="3381381"/>
                  </a:lnTo>
                  <a:lnTo>
                    <a:pt x="2039943" y="3389858"/>
                  </a:lnTo>
                  <a:lnTo>
                    <a:pt x="2061141" y="3389858"/>
                  </a:lnTo>
                  <a:lnTo>
                    <a:pt x="2067509" y="3381381"/>
                  </a:lnTo>
                  <a:lnTo>
                    <a:pt x="2067509" y="3364426"/>
                  </a:lnTo>
                  <a:lnTo>
                    <a:pt x="2061141" y="3355948"/>
                  </a:lnTo>
                  <a:close/>
                </a:path>
                <a:path w="9542780" h="6570345">
                  <a:moveTo>
                    <a:pt x="2061141" y="5121720"/>
                  </a:moveTo>
                  <a:lnTo>
                    <a:pt x="2039943" y="5121720"/>
                  </a:lnTo>
                  <a:lnTo>
                    <a:pt x="2033576" y="5128079"/>
                  </a:lnTo>
                  <a:lnTo>
                    <a:pt x="2033576" y="5147125"/>
                  </a:lnTo>
                  <a:lnTo>
                    <a:pt x="2039943" y="5155603"/>
                  </a:lnTo>
                  <a:lnTo>
                    <a:pt x="2061141" y="5155603"/>
                  </a:lnTo>
                  <a:lnTo>
                    <a:pt x="2067509" y="5149244"/>
                  </a:lnTo>
                  <a:lnTo>
                    <a:pt x="2067509" y="5130199"/>
                  </a:lnTo>
                  <a:lnTo>
                    <a:pt x="2061141" y="5121720"/>
                  </a:lnTo>
                  <a:close/>
                </a:path>
                <a:path w="9542780" h="6570345">
                  <a:moveTo>
                    <a:pt x="2061141" y="5166199"/>
                  </a:moveTo>
                  <a:lnTo>
                    <a:pt x="2039943" y="5166199"/>
                  </a:lnTo>
                  <a:lnTo>
                    <a:pt x="2033576" y="5172529"/>
                  </a:lnTo>
                  <a:lnTo>
                    <a:pt x="2033576" y="5191603"/>
                  </a:lnTo>
                  <a:lnTo>
                    <a:pt x="2039943" y="5200081"/>
                  </a:lnTo>
                  <a:lnTo>
                    <a:pt x="2061141" y="5200081"/>
                  </a:lnTo>
                  <a:lnTo>
                    <a:pt x="2067509" y="5191603"/>
                  </a:lnTo>
                  <a:lnTo>
                    <a:pt x="2067509" y="5174649"/>
                  </a:lnTo>
                  <a:lnTo>
                    <a:pt x="2061141" y="5166199"/>
                  </a:lnTo>
                  <a:close/>
                </a:path>
                <a:path w="9542780" h="6570345">
                  <a:moveTo>
                    <a:pt x="2061141" y="5210649"/>
                  </a:moveTo>
                  <a:lnTo>
                    <a:pt x="2039943" y="5210649"/>
                  </a:lnTo>
                  <a:lnTo>
                    <a:pt x="2033576" y="5217007"/>
                  </a:lnTo>
                  <a:lnTo>
                    <a:pt x="2033576" y="5236053"/>
                  </a:lnTo>
                  <a:lnTo>
                    <a:pt x="2039943" y="5244531"/>
                  </a:lnTo>
                  <a:lnTo>
                    <a:pt x="2061141" y="5244531"/>
                  </a:lnTo>
                  <a:lnTo>
                    <a:pt x="2067509" y="5236053"/>
                  </a:lnTo>
                  <a:lnTo>
                    <a:pt x="2067509" y="5219127"/>
                  </a:lnTo>
                  <a:lnTo>
                    <a:pt x="2061141" y="5210649"/>
                  </a:lnTo>
                  <a:close/>
                </a:path>
                <a:path w="9542780" h="6570345">
                  <a:moveTo>
                    <a:pt x="2061141" y="5255127"/>
                  </a:moveTo>
                  <a:lnTo>
                    <a:pt x="2039943" y="5255127"/>
                  </a:lnTo>
                  <a:lnTo>
                    <a:pt x="2033577" y="5261458"/>
                  </a:lnTo>
                  <a:lnTo>
                    <a:pt x="2033577" y="5282651"/>
                  </a:lnTo>
                  <a:lnTo>
                    <a:pt x="2039943" y="5288982"/>
                  </a:lnTo>
                  <a:lnTo>
                    <a:pt x="2061141" y="5288982"/>
                  </a:lnTo>
                  <a:lnTo>
                    <a:pt x="2067509" y="5280533"/>
                  </a:lnTo>
                  <a:lnTo>
                    <a:pt x="2067509" y="5263577"/>
                  </a:lnTo>
                  <a:lnTo>
                    <a:pt x="2061141" y="5255127"/>
                  </a:lnTo>
                  <a:close/>
                </a:path>
                <a:path w="9542780" h="6570345">
                  <a:moveTo>
                    <a:pt x="2061141" y="5299579"/>
                  </a:moveTo>
                  <a:lnTo>
                    <a:pt x="2039943" y="5299579"/>
                  </a:lnTo>
                  <a:lnTo>
                    <a:pt x="2033577" y="5305936"/>
                  </a:lnTo>
                  <a:lnTo>
                    <a:pt x="2033577" y="5327102"/>
                  </a:lnTo>
                  <a:lnTo>
                    <a:pt x="2039943" y="5333460"/>
                  </a:lnTo>
                  <a:lnTo>
                    <a:pt x="2061141" y="5333460"/>
                  </a:lnTo>
                  <a:lnTo>
                    <a:pt x="2067509" y="5324983"/>
                  </a:lnTo>
                  <a:lnTo>
                    <a:pt x="2067509" y="5308056"/>
                  </a:lnTo>
                  <a:lnTo>
                    <a:pt x="2061141" y="5299579"/>
                  </a:lnTo>
                  <a:close/>
                </a:path>
                <a:path w="9542780" h="6570345">
                  <a:moveTo>
                    <a:pt x="2061141" y="5344057"/>
                  </a:moveTo>
                  <a:lnTo>
                    <a:pt x="2039943" y="5344057"/>
                  </a:lnTo>
                  <a:lnTo>
                    <a:pt x="2033577" y="5350386"/>
                  </a:lnTo>
                  <a:lnTo>
                    <a:pt x="2033577" y="5369460"/>
                  </a:lnTo>
                  <a:lnTo>
                    <a:pt x="2039943" y="5377910"/>
                  </a:lnTo>
                  <a:lnTo>
                    <a:pt x="2061141" y="5377910"/>
                  </a:lnTo>
                  <a:lnTo>
                    <a:pt x="2067509" y="5369460"/>
                  </a:lnTo>
                  <a:lnTo>
                    <a:pt x="2067509" y="5352506"/>
                  </a:lnTo>
                  <a:lnTo>
                    <a:pt x="2061141" y="5344057"/>
                  </a:lnTo>
                  <a:close/>
                </a:path>
                <a:path w="9542780" h="6570345">
                  <a:moveTo>
                    <a:pt x="2061141" y="5386387"/>
                  </a:moveTo>
                  <a:lnTo>
                    <a:pt x="2039943" y="5386387"/>
                  </a:lnTo>
                  <a:lnTo>
                    <a:pt x="2033577" y="5392746"/>
                  </a:lnTo>
                  <a:lnTo>
                    <a:pt x="2033577" y="5411792"/>
                  </a:lnTo>
                  <a:lnTo>
                    <a:pt x="2039943" y="5420269"/>
                  </a:lnTo>
                  <a:lnTo>
                    <a:pt x="2061141" y="5420269"/>
                  </a:lnTo>
                  <a:lnTo>
                    <a:pt x="2067509" y="5413910"/>
                  </a:lnTo>
                  <a:lnTo>
                    <a:pt x="2067509" y="5394866"/>
                  </a:lnTo>
                  <a:lnTo>
                    <a:pt x="2061141" y="5386387"/>
                  </a:lnTo>
                  <a:close/>
                </a:path>
                <a:path w="9542780" h="6570345">
                  <a:moveTo>
                    <a:pt x="2061141" y="5430866"/>
                  </a:moveTo>
                  <a:lnTo>
                    <a:pt x="2039943" y="5430866"/>
                  </a:lnTo>
                  <a:lnTo>
                    <a:pt x="2033577" y="5437196"/>
                  </a:lnTo>
                  <a:lnTo>
                    <a:pt x="2033577" y="5458390"/>
                  </a:lnTo>
                  <a:lnTo>
                    <a:pt x="2039943" y="5464719"/>
                  </a:lnTo>
                  <a:lnTo>
                    <a:pt x="2061141" y="5464719"/>
                  </a:lnTo>
                  <a:lnTo>
                    <a:pt x="2067509" y="5458390"/>
                  </a:lnTo>
                  <a:lnTo>
                    <a:pt x="2067509" y="5439316"/>
                  </a:lnTo>
                  <a:lnTo>
                    <a:pt x="2061141" y="5430866"/>
                  </a:lnTo>
                  <a:close/>
                </a:path>
                <a:path w="9542780" h="6570345">
                  <a:moveTo>
                    <a:pt x="2061141" y="5475316"/>
                  </a:moveTo>
                  <a:lnTo>
                    <a:pt x="2039943" y="5475316"/>
                  </a:lnTo>
                  <a:lnTo>
                    <a:pt x="2033577" y="5481674"/>
                  </a:lnTo>
                  <a:lnTo>
                    <a:pt x="2033577" y="5502840"/>
                  </a:lnTo>
                  <a:lnTo>
                    <a:pt x="2039943" y="5509197"/>
                  </a:lnTo>
                  <a:lnTo>
                    <a:pt x="2061141" y="5509197"/>
                  </a:lnTo>
                  <a:lnTo>
                    <a:pt x="2067509" y="5500720"/>
                  </a:lnTo>
                  <a:lnTo>
                    <a:pt x="2067509" y="5483793"/>
                  </a:lnTo>
                  <a:lnTo>
                    <a:pt x="2061141" y="5475316"/>
                  </a:lnTo>
                  <a:close/>
                </a:path>
                <a:path w="9542780" h="6570345">
                  <a:moveTo>
                    <a:pt x="2061141" y="5519794"/>
                  </a:moveTo>
                  <a:lnTo>
                    <a:pt x="2039943" y="5519794"/>
                  </a:lnTo>
                  <a:lnTo>
                    <a:pt x="2033577" y="5526124"/>
                  </a:lnTo>
                  <a:lnTo>
                    <a:pt x="2033577" y="5545199"/>
                  </a:lnTo>
                  <a:lnTo>
                    <a:pt x="2039943" y="5553649"/>
                  </a:lnTo>
                  <a:lnTo>
                    <a:pt x="2061141" y="5553649"/>
                  </a:lnTo>
                  <a:lnTo>
                    <a:pt x="2067509" y="5545199"/>
                  </a:lnTo>
                  <a:lnTo>
                    <a:pt x="2067509" y="5528243"/>
                  </a:lnTo>
                  <a:lnTo>
                    <a:pt x="2061141" y="5519794"/>
                  </a:lnTo>
                  <a:close/>
                </a:path>
                <a:path w="9542780" h="6570345">
                  <a:moveTo>
                    <a:pt x="2061141" y="5564245"/>
                  </a:moveTo>
                  <a:lnTo>
                    <a:pt x="2039943" y="5564245"/>
                  </a:lnTo>
                  <a:lnTo>
                    <a:pt x="2033577" y="5570603"/>
                  </a:lnTo>
                  <a:lnTo>
                    <a:pt x="2033577" y="5589649"/>
                  </a:lnTo>
                  <a:lnTo>
                    <a:pt x="2039943" y="5598126"/>
                  </a:lnTo>
                  <a:lnTo>
                    <a:pt x="2061141" y="5598126"/>
                  </a:lnTo>
                  <a:lnTo>
                    <a:pt x="2067509" y="5589649"/>
                  </a:lnTo>
                  <a:lnTo>
                    <a:pt x="2067509" y="5572723"/>
                  </a:lnTo>
                  <a:lnTo>
                    <a:pt x="2061141" y="5564245"/>
                  </a:lnTo>
                  <a:close/>
                </a:path>
                <a:path w="9542780" h="6570345">
                  <a:moveTo>
                    <a:pt x="2061141" y="5608723"/>
                  </a:moveTo>
                  <a:lnTo>
                    <a:pt x="2039943" y="5608723"/>
                  </a:lnTo>
                  <a:lnTo>
                    <a:pt x="2033577" y="5615053"/>
                  </a:lnTo>
                  <a:lnTo>
                    <a:pt x="2033577" y="5634127"/>
                  </a:lnTo>
                  <a:lnTo>
                    <a:pt x="2039943" y="5642576"/>
                  </a:lnTo>
                  <a:lnTo>
                    <a:pt x="2061141" y="5642576"/>
                  </a:lnTo>
                  <a:lnTo>
                    <a:pt x="2067509" y="5634127"/>
                  </a:lnTo>
                  <a:lnTo>
                    <a:pt x="2067509" y="5617173"/>
                  </a:lnTo>
                  <a:lnTo>
                    <a:pt x="2061141" y="5608723"/>
                  </a:lnTo>
                  <a:close/>
                </a:path>
                <a:path w="9542780" h="6570345">
                  <a:moveTo>
                    <a:pt x="2061141" y="5653173"/>
                  </a:moveTo>
                  <a:lnTo>
                    <a:pt x="2039943" y="5653173"/>
                  </a:lnTo>
                  <a:lnTo>
                    <a:pt x="2033577" y="5659531"/>
                  </a:lnTo>
                  <a:lnTo>
                    <a:pt x="2033577" y="5678577"/>
                  </a:lnTo>
                  <a:lnTo>
                    <a:pt x="2039943" y="5687056"/>
                  </a:lnTo>
                  <a:lnTo>
                    <a:pt x="2061141" y="5687056"/>
                  </a:lnTo>
                  <a:lnTo>
                    <a:pt x="2067509" y="5678577"/>
                  </a:lnTo>
                  <a:lnTo>
                    <a:pt x="2067509" y="5661651"/>
                  </a:lnTo>
                  <a:lnTo>
                    <a:pt x="2061141" y="5653173"/>
                  </a:lnTo>
                  <a:close/>
                </a:path>
                <a:path w="9542780" h="6570345">
                  <a:moveTo>
                    <a:pt x="2061141" y="5695533"/>
                  </a:moveTo>
                  <a:lnTo>
                    <a:pt x="2039943" y="5695533"/>
                  </a:lnTo>
                  <a:lnTo>
                    <a:pt x="2033577" y="5701863"/>
                  </a:lnTo>
                  <a:lnTo>
                    <a:pt x="2033577" y="5720937"/>
                  </a:lnTo>
                  <a:lnTo>
                    <a:pt x="2039943" y="5729386"/>
                  </a:lnTo>
                  <a:lnTo>
                    <a:pt x="2061141" y="5729386"/>
                  </a:lnTo>
                  <a:lnTo>
                    <a:pt x="2067509" y="5723056"/>
                  </a:lnTo>
                  <a:lnTo>
                    <a:pt x="2067509" y="5703982"/>
                  </a:lnTo>
                  <a:lnTo>
                    <a:pt x="2061141" y="5695533"/>
                  </a:lnTo>
                  <a:close/>
                </a:path>
                <a:path w="9542780" h="6570345">
                  <a:moveTo>
                    <a:pt x="2061141" y="5739983"/>
                  </a:moveTo>
                  <a:lnTo>
                    <a:pt x="2039943" y="5739983"/>
                  </a:lnTo>
                  <a:lnTo>
                    <a:pt x="2033577" y="5746341"/>
                  </a:lnTo>
                  <a:lnTo>
                    <a:pt x="2033577" y="5765387"/>
                  </a:lnTo>
                  <a:lnTo>
                    <a:pt x="2039943" y="5773864"/>
                  </a:lnTo>
                  <a:lnTo>
                    <a:pt x="2061141" y="5773864"/>
                  </a:lnTo>
                  <a:lnTo>
                    <a:pt x="2067509" y="5767506"/>
                  </a:lnTo>
                  <a:lnTo>
                    <a:pt x="2067509" y="5748460"/>
                  </a:lnTo>
                  <a:lnTo>
                    <a:pt x="2061141" y="5739983"/>
                  </a:lnTo>
                  <a:close/>
                </a:path>
                <a:path w="9542780" h="6570345">
                  <a:moveTo>
                    <a:pt x="2016624" y="971801"/>
                  </a:moveTo>
                  <a:lnTo>
                    <a:pt x="1995426" y="971801"/>
                  </a:lnTo>
                  <a:lnTo>
                    <a:pt x="1989058" y="978018"/>
                  </a:lnTo>
                  <a:lnTo>
                    <a:pt x="1989058" y="997233"/>
                  </a:lnTo>
                  <a:lnTo>
                    <a:pt x="1995426" y="1005711"/>
                  </a:lnTo>
                  <a:lnTo>
                    <a:pt x="2016624" y="1005711"/>
                  </a:lnTo>
                  <a:lnTo>
                    <a:pt x="2022991" y="997233"/>
                  </a:lnTo>
                  <a:lnTo>
                    <a:pt x="2022991" y="980278"/>
                  </a:lnTo>
                  <a:lnTo>
                    <a:pt x="2016624" y="971801"/>
                  </a:lnTo>
                  <a:close/>
                </a:path>
                <a:path w="9542780" h="6570345">
                  <a:moveTo>
                    <a:pt x="2016624" y="1016166"/>
                  </a:moveTo>
                  <a:lnTo>
                    <a:pt x="1995426" y="1016166"/>
                  </a:lnTo>
                  <a:lnTo>
                    <a:pt x="1989058" y="1022666"/>
                  </a:lnTo>
                  <a:lnTo>
                    <a:pt x="1989058" y="1041599"/>
                  </a:lnTo>
                  <a:lnTo>
                    <a:pt x="1995426" y="1050076"/>
                  </a:lnTo>
                  <a:lnTo>
                    <a:pt x="2016624" y="1050076"/>
                  </a:lnTo>
                  <a:lnTo>
                    <a:pt x="2022991" y="1041599"/>
                  </a:lnTo>
                  <a:lnTo>
                    <a:pt x="2022991" y="1024644"/>
                  </a:lnTo>
                  <a:lnTo>
                    <a:pt x="2016624" y="1016166"/>
                  </a:lnTo>
                  <a:close/>
                </a:path>
                <a:path w="9542780" h="6570345">
                  <a:moveTo>
                    <a:pt x="2016624" y="1058553"/>
                  </a:moveTo>
                  <a:lnTo>
                    <a:pt x="1995426" y="1058553"/>
                  </a:lnTo>
                  <a:lnTo>
                    <a:pt x="1989058" y="1065053"/>
                  </a:lnTo>
                  <a:lnTo>
                    <a:pt x="1989058" y="1086247"/>
                  </a:lnTo>
                  <a:lnTo>
                    <a:pt x="1995426" y="1092464"/>
                  </a:lnTo>
                  <a:lnTo>
                    <a:pt x="2016624" y="1092464"/>
                  </a:lnTo>
                  <a:lnTo>
                    <a:pt x="2022991" y="1086247"/>
                  </a:lnTo>
                  <a:lnTo>
                    <a:pt x="2022991" y="1067031"/>
                  </a:lnTo>
                  <a:lnTo>
                    <a:pt x="2016624" y="1058553"/>
                  </a:lnTo>
                  <a:close/>
                </a:path>
                <a:path w="9542780" h="6570345">
                  <a:moveTo>
                    <a:pt x="2016624" y="1102920"/>
                  </a:moveTo>
                  <a:lnTo>
                    <a:pt x="1995426" y="1102920"/>
                  </a:lnTo>
                  <a:lnTo>
                    <a:pt x="1989058" y="1109418"/>
                  </a:lnTo>
                  <a:lnTo>
                    <a:pt x="1989058" y="1128351"/>
                  </a:lnTo>
                  <a:lnTo>
                    <a:pt x="1995426" y="1136829"/>
                  </a:lnTo>
                  <a:lnTo>
                    <a:pt x="2016624" y="1136829"/>
                  </a:lnTo>
                  <a:lnTo>
                    <a:pt x="2022991" y="1130612"/>
                  </a:lnTo>
                  <a:lnTo>
                    <a:pt x="2022991" y="1111397"/>
                  </a:lnTo>
                  <a:lnTo>
                    <a:pt x="2016624" y="1102920"/>
                  </a:lnTo>
                  <a:close/>
                </a:path>
                <a:path w="9542780" h="6570345">
                  <a:moveTo>
                    <a:pt x="2016624" y="1147568"/>
                  </a:moveTo>
                  <a:lnTo>
                    <a:pt x="1995426" y="1147568"/>
                  </a:lnTo>
                  <a:lnTo>
                    <a:pt x="1989058" y="1153784"/>
                  </a:lnTo>
                  <a:lnTo>
                    <a:pt x="1989058" y="1172999"/>
                  </a:lnTo>
                  <a:lnTo>
                    <a:pt x="1995426" y="1181477"/>
                  </a:lnTo>
                  <a:lnTo>
                    <a:pt x="2016624" y="1181477"/>
                  </a:lnTo>
                  <a:lnTo>
                    <a:pt x="2022991" y="1172999"/>
                  </a:lnTo>
                  <a:lnTo>
                    <a:pt x="2022991" y="1156045"/>
                  </a:lnTo>
                  <a:lnTo>
                    <a:pt x="2016624" y="1147568"/>
                  </a:lnTo>
                  <a:close/>
                </a:path>
                <a:path w="9542780" h="6570345">
                  <a:moveTo>
                    <a:pt x="2016624" y="1191933"/>
                  </a:moveTo>
                  <a:lnTo>
                    <a:pt x="1995426" y="1191933"/>
                  </a:lnTo>
                  <a:lnTo>
                    <a:pt x="1989058" y="1198432"/>
                  </a:lnTo>
                  <a:lnTo>
                    <a:pt x="1989058" y="1217364"/>
                  </a:lnTo>
                  <a:lnTo>
                    <a:pt x="1995426" y="1225843"/>
                  </a:lnTo>
                  <a:lnTo>
                    <a:pt x="2016624" y="1225843"/>
                  </a:lnTo>
                  <a:lnTo>
                    <a:pt x="2022991" y="1217364"/>
                  </a:lnTo>
                  <a:lnTo>
                    <a:pt x="2022991" y="1200410"/>
                  </a:lnTo>
                  <a:lnTo>
                    <a:pt x="2016624" y="1191933"/>
                  </a:lnTo>
                  <a:close/>
                </a:path>
                <a:path w="9542780" h="6570345">
                  <a:moveTo>
                    <a:pt x="2016624" y="1236581"/>
                  </a:moveTo>
                  <a:lnTo>
                    <a:pt x="1995426" y="1236581"/>
                  </a:lnTo>
                  <a:lnTo>
                    <a:pt x="1989058" y="1242797"/>
                  </a:lnTo>
                  <a:lnTo>
                    <a:pt x="1989058" y="1261731"/>
                  </a:lnTo>
                  <a:lnTo>
                    <a:pt x="1995426" y="1270208"/>
                  </a:lnTo>
                  <a:lnTo>
                    <a:pt x="2016624" y="1270208"/>
                  </a:lnTo>
                  <a:lnTo>
                    <a:pt x="2022991" y="1261731"/>
                  </a:lnTo>
                  <a:lnTo>
                    <a:pt x="2022991" y="1244776"/>
                  </a:lnTo>
                  <a:lnTo>
                    <a:pt x="2016624" y="1236581"/>
                  </a:lnTo>
                  <a:close/>
                </a:path>
                <a:path w="9542780" h="6570345">
                  <a:moveTo>
                    <a:pt x="2016624" y="1280946"/>
                  </a:moveTo>
                  <a:lnTo>
                    <a:pt x="1995426" y="1280946"/>
                  </a:lnTo>
                  <a:lnTo>
                    <a:pt x="1989058" y="1287162"/>
                  </a:lnTo>
                  <a:lnTo>
                    <a:pt x="1989058" y="1306379"/>
                  </a:lnTo>
                  <a:lnTo>
                    <a:pt x="1995426" y="1314856"/>
                  </a:lnTo>
                  <a:lnTo>
                    <a:pt x="2016624" y="1314856"/>
                  </a:lnTo>
                  <a:lnTo>
                    <a:pt x="2022991" y="1306379"/>
                  </a:lnTo>
                  <a:lnTo>
                    <a:pt x="2022991" y="1289423"/>
                  </a:lnTo>
                  <a:lnTo>
                    <a:pt x="2016624" y="1280946"/>
                  </a:lnTo>
                  <a:close/>
                </a:path>
                <a:path w="9542780" h="6570345">
                  <a:moveTo>
                    <a:pt x="2016624" y="1325312"/>
                  </a:moveTo>
                  <a:lnTo>
                    <a:pt x="1995426" y="1325312"/>
                  </a:lnTo>
                  <a:lnTo>
                    <a:pt x="1989058" y="1331810"/>
                  </a:lnTo>
                  <a:lnTo>
                    <a:pt x="1989058" y="1350744"/>
                  </a:lnTo>
                  <a:lnTo>
                    <a:pt x="1995426" y="1359221"/>
                  </a:lnTo>
                  <a:lnTo>
                    <a:pt x="2016624" y="1359221"/>
                  </a:lnTo>
                  <a:lnTo>
                    <a:pt x="2022991" y="1350744"/>
                  </a:lnTo>
                  <a:lnTo>
                    <a:pt x="2022991" y="1333789"/>
                  </a:lnTo>
                  <a:lnTo>
                    <a:pt x="2016624" y="1325312"/>
                  </a:lnTo>
                  <a:close/>
                </a:path>
                <a:path w="9542780" h="6570345">
                  <a:moveTo>
                    <a:pt x="2016624" y="1367699"/>
                  </a:moveTo>
                  <a:lnTo>
                    <a:pt x="1995426" y="1367699"/>
                  </a:lnTo>
                  <a:lnTo>
                    <a:pt x="1989058" y="1374198"/>
                  </a:lnTo>
                  <a:lnTo>
                    <a:pt x="1989058" y="1393131"/>
                  </a:lnTo>
                  <a:lnTo>
                    <a:pt x="1995426" y="1401608"/>
                  </a:lnTo>
                  <a:lnTo>
                    <a:pt x="2016624" y="1401608"/>
                  </a:lnTo>
                  <a:lnTo>
                    <a:pt x="2022991" y="1395110"/>
                  </a:lnTo>
                  <a:lnTo>
                    <a:pt x="2022991" y="1376177"/>
                  </a:lnTo>
                  <a:lnTo>
                    <a:pt x="2016624" y="1367699"/>
                  </a:lnTo>
                  <a:close/>
                </a:path>
                <a:path w="9542780" h="6570345">
                  <a:moveTo>
                    <a:pt x="2016624" y="1412064"/>
                  </a:moveTo>
                  <a:lnTo>
                    <a:pt x="1995426" y="1412064"/>
                  </a:lnTo>
                  <a:lnTo>
                    <a:pt x="1989058" y="1418564"/>
                  </a:lnTo>
                  <a:lnTo>
                    <a:pt x="1989058" y="1439758"/>
                  </a:lnTo>
                  <a:lnTo>
                    <a:pt x="1995426" y="1445975"/>
                  </a:lnTo>
                  <a:lnTo>
                    <a:pt x="2016624" y="1445975"/>
                  </a:lnTo>
                  <a:lnTo>
                    <a:pt x="2022991" y="1439758"/>
                  </a:lnTo>
                  <a:lnTo>
                    <a:pt x="2022991" y="1420541"/>
                  </a:lnTo>
                  <a:lnTo>
                    <a:pt x="2016624" y="1412064"/>
                  </a:lnTo>
                  <a:close/>
                </a:path>
                <a:path w="9542780" h="6570345">
                  <a:moveTo>
                    <a:pt x="2016624" y="1456712"/>
                  </a:moveTo>
                  <a:lnTo>
                    <a:pt x="1995426" y="1456712"/>
                  </a:lnTo>
                  <a:lnTo>
                    <a:pt x="1989058" y="1462929"/>
                  </a:lnTo>
                  <a:lnTo>
                    <a:pt x="1989058" y="1484123"/>
                  </a:lnTo>
                  <a:lnTo>
                    <a:pt x="1995426" y="1490623"/>
                  </a:lnTo>
                  <a:lnTo>
                    <a:pt x="2016624" y="1490623"/>
                  </a:lnTo>
                  <a:lnTo>
                    <a:pt x="2022991" y="1482144"/>
                  </a:lnTo>
                  <a:lnTo>
                    <a:pt x="2022991" y="1465190"/>
                  </a:lnTo>
                  <a:lnTo>
                    <a:pt x="2016624" y="1456712"/>
                  </a:lnTo>
                  <a:close/>
                </a:path>
                <a:path w="9542780" h="6570345">
                  <a:moveTo>
                    <a:pt x="2016624" y="1501077"/>
                  </a:moveTo>
                  <a:lnTo>
                    <a:pt x="1995426" y="1501077"/>
                  </a:lnTo>
                  <a:lnTo>
                    <a:pt x="1989058" y="1507577"/>
                  </a:lnTo>
                  <a:lnTo>
                    <a:pt x="1989058" y="1528771"/>
                  </a:lnTo>
                  <a:lnTo>
                    <a:pt x="1995426" y="1534988"/>
                  </a:lnTo>
                  <a:lnTo>
                    <a:pt x="2016624" y="1534988"/>
                  </a:lnTo>
                  <a:lnTo>
                    <a:pt x="2022991" y="1526510"/>
                  </a:lnTo>
                  <a:lnTo>
                    <a:pt x="2022991" y="1509555"/>
                  </a:lnTo>
                  <a:lnTo>
                    <a:pt x="2016624" y="1501077"/>
                  </a:lnTo>
                  <a:close/>
                </a:path>
                <a:path w="9542780" h="6570345">
                  <a:moveTo>
                    <a:pt x="2016624" y="1545443"/>
                  </a:moveTo>
                  <a:lnTo>
                    <a:pt x="1995426" y="1545443"/>
                  </a:lnTo>
                  <a:lnTo>
                    <a:pt x="1989058" y="1551942"/>
                  </a:lnTo>
                  <a:lnTo>
                    <a:pt x="1989058" y="1573136"/>
                  </a:lnTo>
                  <a:lnTo>
                    <a:pt x="1995426" y="1579352"/>
                  </a:lnTo>
                  <a:lnTo>
                    <a:pt x="2016624" y="1579352"/>
                  </a:lnTo>
                  <a:lnTo>
                    <a:pt x="2022991" y="1570875"/>
                  </a:lnTo>
                  <a:lnTo>
                    <a:pt x="2022991" y="1553921"/>
                  </a:lnTo>
                  <a:lnTo>
                    <a:pt x="2016624" y="1545443"/>
                  </a:lnTo>
                  <a:close/>
                </a:path>
                <a:path w="9542780" h="6570345">
                  <a:moveTo>
                    <a:pt x="2016624" y="1590092"/>
                  </a:moveTo>
                  <a:lnTo>
                    <a:pt x="1995426" y="1590092"/>
                  </a:lnTo>
                  <a:lnTo>
                    <a:pt x="1989058" y="1596308"/>
                  </a:lnTo>
                  <a:lnTo>
                    <a:pt x="1989058" y="1615523"/>
                  </a:lnTo>
                  <a:lnTo>
                    <a:pt x="1995426" y="1624001"/>
                  </a:lnTo>
                  <a:lnTo>
                    <a:pt x="2016624" y="1624001"/>
                  </a:lnTo>
                  <a:lnTo>
                    <a:pt x="2022991" y="1615523"/>
                  </a:lnTo>
                  <a:lnTo>
                    <a:pt x="2022991" y="1598569"/>
                  </a:lnTo>
                  <a:lnTo>
                    <a:pt x="2016624" y="1590092"/>
                  </a:lnTo>
                  <a:close/>
                </a:path>
                <a:path w="9542780" h="6570345">
                  <a:moveTo>
                    <a:pt x="2016624" y="1634456"/>
                  </a:moveTo>
                  <a:lnTo>
                    <a:pt x="1995426" y="1634456"/>
                  </a:lnTo>
                  <a:lnTo>
                    <a:pt x="1989058" y="1640956"/>
                  </a:lnTo>
                  <a:lnTo>
                    <a:pt x="1989058" y="1659889"/>
                  </a:lnTo>
                  <a:lnTo>
                    <a:pt x="1995426" y="1668367"/>
                  </a:lnTo>
                  <a:lnTo>
                    <a:pt x="2016624" y="1668367"/>
                  </a:lnTo>
                  <a:lnTo>
                    <a:pt x="2022991" y="1659889"/>
                  </a:lnTo>
                  <a:lnTo>
                    <a:pt x="2022991" y="1642934"/>
                  </a:lnTo>
                  <a:lnTo>
                    <a:pt x="2016624" y="1634456"/>
                  </a:lnTo>
                  <a:close/>
                </a:path>
                <a:path w="9542780" h="6570345">
                  <a:moveTo>
                    <a:pt x="2016624" y="1676844"/>
                  </a:moveTo>
                  <a:lnTo>
                    <a:pt x="1995426" y="1676844"/>
                  </a:lnTo>
                  <a:lnTo>
                    <a:pt x="1989058" y="1683061"/>
                  </a:lnTo>
                  <a:lnTo>
                    <a:pt x="1989058" y="1704254"/>
                  </a:lnTo>
                  <a:lnTo>
                    <a:pt x="1995426" y="1710754"/>
                  </a:lnTo>
                  <a:lnTo>
                    <a:pt x="2016624" y="1710754"/>
                  </a:lnTo>
                  <a:lnTo>
                    <a:pt x="2022991" y="1704254"/>
                  </a:lnTo>
                  <a:lnTo>
                    <a:pt x="2022991" y="1685321"/>
                  </a:lnTo>
                  <a:lnTo>
                    <a:pt x="2016624" y="1676844"/>
                  </a:lnTo>
                  <a:close/>
                </a:path>
                <a:path w="9542780" h="6570345">
                  <a:moveTo>
                    <a:pt x="2016624" y="1721209"/>
                  </a:moveTo>
                  <a:lnTo>
                    <a:pt x="1995426" y="1721209"/>
                  </a:lnTo>
                  <a:lnTo>
                    <a:pt x="1989058" y="1727709"/>
                  </a:lnTo>
                  <a:lnTo>
                    <a:pt x="1989058" y="1748903"/>
                  </a:lnTo>
                  <a:lnTo>
                    <a:pt x="1995426" y="1755119"/>
                  </a:lnTo>
                  <a:lnTo>
                    <a:pt x="2016624" y="1755119"/>
                  </a:lnTo>
                  <a:lnTo>
                    <a:pt x="2022991" y="1748903"/>
                  </a:lnTo>
                  <a:lnTo>
                    <a:pt x="2022991" y="1729687"/>
                  </a:lnTo>
                  <a:lnTo>
                    <a:pt x="2016624" y="1721209"/>
                  </a:lnTo>
                  <a:close/>
                </a:path>
                <a:path w="9542780" h="6570345">
                  <a:moveTo>
                    <a:pt x="2016624" y="1765857"/>
                  </a:moveTo>
                  <a:lnTo>
                    <a:pt x="1995426" y="1765857"/>
                  </a:lnTo>
                  <a:lnTo>
                    <a:pt x="1989058" y="1772074"/>
                  </a:lnTo>
                  <a:lnTo>
                    <a:pt x="1989058" y="1793267"/>
                  </a:lnTo>
                  <a:lnTo>
                    <a:pt x="1995426" y="1799767"/>
                  </a:lnTo>
                  <a:lnTo>
                    <a:pt x="2016624" y="1799767"/>
                  </a:lnTo>
                  <a:lnTo>
                    <a:pt x="2022991" y="1791290"/>
                  </a:lnTo>
                  <a:lnTo>
                    <a:pt x="2022991" y="1774334"/>
                  </a:lnTo>
                  <a:lnTo>
                    <a:pt x="2016624" y="1765857"/>
                  </a:lnTo>
                  <a:close/>
                </a:path>
                <a:path w="9542780" h="6570345">
                  <a:moveTo>
                    <a:pt x="2016624" y="1810223"/>
                  </a:moveTo>
                  <a:lnTo>
                    <a:pt x="1995426" y="1810223"/>
                  </a:lnTo>
                  <a:lnTo>
                    <a:pt x="1989058" y="1816722"/>
                  </a:lnTo>
                  <a:lnTo>
                    <a:pt x="1989058" y="1837634"/>
                  </a:lnTo>
                  <a:lnTo>
                    <a:pt x="1995426" y="1844132"/>
                  </a:lnTo>
                  <a:lnTo>
                    <a:pt x="2016624" y="1844132"/>
                  </a:lnTo>
                  <a:lnTo>
                    <a:pt x="2022991" y="1835655"/>
                  </a:lnTo>
                  <a:lnTo>
                    <a:pt x="2022991" y="1818700"/>
                  </a:lnTo>
                  <a:lnTo>
                    <a:pt x="2016624" y="1810223"/>
                  </a:lnTo>
                  <a:close/>
                </a:path>
                <a:path w="9542780" h="6570345">
                  <a:moveTo>
                    <a:pt x="2016624" y="1854588"/>
                  </a:moveTo>
                  <a:lnTo>
                    <a:pt x="1995426" y="1854588"/>
                  </a:lnTo>
                  <a:lnTo>
                    <a:pt x="1989058" y="1861088"/>
                  </a:lnTo>
                  <a:lnTo>
                    <a:pt x="1989058" y="1880021"/>
                  </a:lnTo>
                  <a:lnTo>
                    <a:pt x="1995426" y="1888498"/>
                  </a:lnTo>
                  <a:lnTo>
                    <a:pt x="2016624" y="1888498"/>
                  </a:lnTo>
                  <a:lnTo>
                    <a:pt x="2022991" y="1880021"/>
                  </a:lnTo>
                  <a:lnTo>
                    <a:pt x="2022991" y="1863065"/>
                  </a:lnTo>
                  <a:lnTo>
                    <a:pt x="2016624" y="1854588"/>
                  </a:lnTo>
                  <a:close/>
                </a:path>
                <a:path w="9542780" h="6570345">
                  <a:moveTo>
                    <a:pt x="2016624" y="1899236"/>
                  </a:moveTo>
                  <a:lnTo>
                    <a:pt x="1995426" y="1899236"/>
                  </a:lnTo>
                  <a:lnTo>
                    <a:pt x="1989058" y="1905453"/>
                  </a:lnTo>
                  <a:lnTo>
                    <a:pt x="1989058" y="1924669"/>
                  </a:lnTo>
                  <a:lnTo>
                    <a:pt x="1995426" y="1933147"/>
                  </a:lnTo>
                  <a:lnTo>
                    <a:pt x="2016624" y="1933147"/>
                  </a:lnTo>
                  <a:lnTo>
                    <a:pt x="2022991" y="1924669"/>
                  </a:lnTo>
                  <a:lnTo>
                    <a:pt x="2022991" y="1907713"/>
                  </a:lnTo>
                  <a:lnTo>
                    <a:pt x="2016624" y="1899236"/>
                  </a:lnTo>
                  <a:close/>
                </a:path>
                <a:path w="9542780" h="6570345">
                  <a:moveTo>
                    <a:pt x="2016624" y="1943601"/>
                  </a:moveTo>
                  <a:lnTo>
                    <a:pt x="1995426" y="1943601"/>
                  </a:lnTo>
                  <a:lnTo>
                    <a:pt x="1989058" y="1950101"/>
                  </a:lnTo>
                  <a:lnTo>
                    <a:pt x="1989058" y="1971295"/>
                  </a:lnTo>
                  <a:lnTo>
                    <a:pt x="1995426" y="1977511"/>
                  </a:lnTo>
                  <a:lnTo>
                    <a:pt x="2016624" y="1977511"/>
                  </a:lnTo>
                  <a:lnTo>
                    <a:pt x="2022991" y="1969034"/>
                  </a:lnTo>
                  <a:lnTo>
                    <a:pt x="2022991" y="1952080"/>
                  </a:lnTo>
                  <a:lnTo>
                    <a:pt x="2016624" y="1943601"/>
                  </a:lnTo>
                  <a:close/>
                </a:path>
                <a:path w="9542780" h="6570345">
                  <a:moveTo>
                    <a:pt x="2016624" y="1985989"/>
                  </a:moveTo>
                  <a:lnTo>
                    <a:pt x="1995426" y="1985989"/>
                  </a:lnTo>
                  <a:lnTo>
                    <a:pt x="1989058" y="1992205"/>
                  </a:lnTo>
                  <a:lnTo>
                    <a:pt x="1989058" y="2013399"/>
                  </a:lnTo>
                  <a:lnTo>
                    <a:pt x="1995426" y="2019899"/>
                  </a:lnTo>
                  <a:lnTo>
                    <a:pt x="2016624" y="2019899"/>
                  </a:lnTo>
                  <a:lnTo>
                    <a:pt x="2022991" y="2013399"/>
                  </a:lnTo>
                  <a:lnTo>
                    <a:pt x="2022991" y="1994466"/>
                  </a:lnTo>
                  <a:lnTo>
                    <a:pt x="2016624" y="1985989"/>
                  </a:lnTo>
                  <a:close/>
                </a:path>
                <a:path w="9542780" h="6570345">
                  <a:moveTo>
                    <a:pt x="2016624" y="2030355"/>
                  </a:moveTo>
                  <a:lnTo>
                    <a:pt x="1995426" y="2030355"/>
                  </a:lnTo>
                  <a:lnTo>
                    <a:pt x="1989058" y="2036853"/>
                  </a:lnTo>
                  <a:lnTo>
                    <a:pt x="1989058" y="2058047"/>
                  </a:lnTo>
                  <a:lnTo>
                    <a:pt x="1995426" y="2064264"/>
                  </a:lnTo>
                  <a:lnTo>
                    <a:pt x="2016624" y="2064264"/>
                  </a:lnTo>
                  <a:lnTo>
                    <a:pt x="2022991" y="2058047"/>
                  </a:lnTo>
                  <a:lnTo>
                    <a:pt x="2022991" y="2038832"/>
                  </a:lnTo>
                  <a:lnTo>
                    <a:pt x="2016624" y="2030355"/>
                  </a:lnTo>
                  <a:close/>
                </a:path>
                <a:path w="9542780" h="6570345">
                  <a:moveTo>
                    <a:pt x="2016624" y="2075003"/>
                  </a:moveTo>
                  <a:lnTo>
                    <a:pt x="1995426" y="2075003"/>
                  </a:lnTo>
                  <a:lnTo>
                    <a:pt x="1989058" y="2081220"/>
                  </a:lnTo>
                  <a:lnTo>
                    <a:pt x="1989058" y="2102413"/>
                  </a:lnTo>
                  <a:lnTo>
                    <a:pt x="1995426" y="2108912"/>
                  </a:lnTo>
                  <a:lnTo>
                    <a:pt x="2016624" y="2108912"/>
                  </a:lnTo>
                  <a:lnTo>
                    <a:pt x="2022991" y="2100435"/>
                  </a:lnTo>
                  <a:lnTo>
                    <a:pt x="2022991" y="2083480"/>
                  </a:lnTo>
                  <a:lnTo>
                    <a:pt x="2016624" y="2075003"/>
                  </a:lnTo>
                  <a:close/>
                </a:path>
                <a:path w="9542780" h="6570345">
                  <a:moveTo>
                    <a:pt x="2016624" y="2119368"/>
                  </a:moveTo>
                  <a:lnTo>
                    <a:pt x="1995426" y="2119368"/>
                  </a:lnTo>
                  <a:lnTo>
                    <a:pt x="1989058" y="2125585"/>
                  </a:lnTo>
                  <a:lnTo>
                    <a:pt x="1989058" y="2144801"/>
                  </a:lnTo>
                  <a:lnTo>
                    <a:pt x="1995426" y="2153278"/>
                  </a:lnTo>
                  <a:lnTo>
                    <a:pt x="2016624" y="2153278"/>
                  </a:lnTo>
                  <a:lnTo>
                    <a:pt x="2022991" y="2144801"/>
                  </a:lnTo>
                  <a:lnTo>
                    <a:pt x="2022991" y="2127845"/>
                  </a:lnTo>
                  <a:lnTo>
                    <a:pt x="2016624" y="2119368"/>
                  </a:lnTo>
                  <a:close/>
                </a:path>
                <a:path w="9542780" h="6570345">
                  <a:moveTo>
                    <a:pt x="2016624" y="2163733"/>
                  </a:moveTo>
                  <a:lnTo>
                    <a:pt x="1995426" y="2163733"/>
                  </a:lnTo>
                  <a:lnTo>
                    <a:pt x="1989058" y="2170233"/>
                  </a:lnTo>
                  <a:lnTo>
                    <a:pt x="1989058" y="2189166"/>
                  </a:lnTo>
                  <a:lnTo>
                    <a:pt x="1995426" y="2197643"/>
                  </a:lnTo>
                  <a:lnTo>
                    <a:pt x="2016624" y="2197643"/>
                  </a:lnTo>
                  <a:lnTo>
                    <a:pt x="2022991" y="2189166"/>
                  </a:lnTo>
                  <a:lnTo>
                    <a:pt x="2022991" y="2172211"/>
                  </a:lnTo>
                  <a:lnTo>
                    <a:pt x="2016624" y="2163733"/>
                  </a:lnTo>
                  <a:close/>
                </a:path>
                <a:path w="9542780" h="6570345">
                  <a:moveTo>
                    <a:pt x="2016624" y="2208381"/>
                  </a:moveTo>
                  <a:lnTo>
                    <a:pt x="1995426" y="2208381"/>
                  </a:lnTo>
                  <a:lnTo>
                    <a:pt x="1989058" y="2214598"/>
                  </a:lnTo>
                  <a:lnTo>
                    <a:pt x="1989058" y="2233814"/>
                  </a:lnTo>
                  <a:lnTo>
                    <a:pt x="1995426" y="2242291"/>
                  </a:lnTo>
                  <a:lnTo>
                    <a:pt x="2016624" y="2242291"/>
                  </a:lnTo>
                  <a:lnTo>
                    <a:pt x="2022991" y="2233814"/>
                  </a:lnTo>
                  <a:lnTo>
                    <a:pt x="2022991" y="2216859"/>
                  </a:lnTo>
                  <a:lnTo>
                    <a:pt x="2016624" y="2208381"/>
                  </a:lnTo>
                  <a:close/>
                </a:path>
                <a:path w="9542780" h="6570345">
                  <a:moveTo>
                    <a:pt x="2016624" y="2252747"/>
                  </a:moveTo>
                  <a:lnTo>
                    <a:pt x="1995426" y="2252747"/>
                  </a:lnTo>
                  <a:lnTo>
                    <a:pt x="1989058" y="2259246"/>
                  </a:lnTo>
                  <a:lnTo>
                    <a:pt x="1989058" y="2280157"/>
                  </a:lnTo>
                  <a:lnTo>
                    <a:pt x="1995426" y="2286656"/>
                  </a:lnTo>
                  <a:lnTo>
                    <a:pt x="2016624" y="2286656"/>
                  </a:lnTo>
                  <a:lnTo>
                    <a:pt x="2022991" y="2278179"/>
                  </a:lnTo>
                  <a:lnTo>
                    <a:pt x="2022991" y="2261224"/>
                  </a:lnTo>
                  <a:lnTo>
                    <a:pt x="2016624" y="2252747"/>
                  </a:lnTo>
                  <a:close/>
                </a:path>
                <a:path w="9542780" h="6570345">
                  <a:moveTo>
                    <a:pt x="2016624" y="2295135"/>
                  </a:moveTo>
                  <a:lnTo>
                    <a:pt x="1995426" y="2295135"/>
                  </a:lnTo>
                  <a:lnTo>
                    <a:pt x="1989058" y="2301351"/>
                  </a:lnTo>
                  <a:lnTo>
                    <a:pt x="1989058" y="2322545"/>
                  </a:lnTo>
                  <a:lnTo>
                    <a:pt x="1995426" y="2329044"/>
                  </a:lnTo>
                  <a:lnTo>
                    <a:pt x="2016624" y="2329044"/>
                  </a:lnTo>
                  <a:lnTo>
                    <a:pt x="2022991" y="2322545"/>
                  </a:lnTo>
                  <a:lnTo>
                    <a:pt x="2022991" y="2303612"/>
                  </a:lnTo>
                  <a:lnTo>
                    <a:pt x="2016624" y="2295135"/>
                  </a:lnTo>
                  <a:close/>
                </a:path>
                <a:path w="9542780" h="6570345">
                  <a:moveTo>
                    <a:pt x="2016624" y="2339500"/>
                  </a:moveTo>
                  <a:lnTo>
                    <a:pt x="1995426" y="2339500"/>
                  </a:lnTo>
                  <a:lnTo>
                    <a:pt x="1989058" y="2345999"/>
                  </a:lnTo>
                  <a:lnTo>
                    <a:pt x="1989058" y="2367193"/>
                  </a:lnTo>
                  <a:lnTo>
                    <a:pt x="1995426" y="2373410"/>
                  </a:lnTo>
                  <a:lnTo>
                    <a:pt x="2016624" y="2373410"/>
                  </a:lnTo>
                  <a:lnTo>
                    <a:pt x="2022991" y="2367193"/>
                  </a:lnTo>
                  <a:lnTo>
                    <a:pt x="2022991" y="2347977"/>
                  </a:lnTo>
                  <a:lnTo>
                    <a:pt x="2016624" y="2339500"/>
                  </a:lnTo>
                  <a:close/>
                </a:path>
                <a:path w="9542780" h="6570345">
                  <a:moveTo>
                    <a:pt x="2016624" y="2384148"/>
                  </a:moveTo>
                  <a:lnTo>
                    <a:pt x="1995426" y="2384148"/>
                  </a:lnTo>
                  <a:lnTo>
                    <a:pt x="1989058" y="2390364"/>
                  </a:lnTo>
                  <a:lnTo>
                    <a:pt x="1989058" y="2411558"/>
                  </a:lnTo>
                  <a:lnTo>
                    <a:pt x="1995426" y="2417775"/>
                  </a:lnTo>
                  <a:lnTo>
                    <a:pt x="2016624" y="2417775"/>
                  </a:lnTo>
                  <a:lnTo>
                    <a:pt x="2022991" y="2409579"/>
                  </a:lnTo>
                  <a:lnTo>
                    <a:pt x="2022991" y="2392625"/>
                  </a:lnTo>
                  <a:lnTo>
                    <a:pt x="2016624" y="2384148"/>
                  </a:lnTo>
                  <a:close/>
                </a:path>
                <a:path w="9542780" h="6570345">
                  <a:moveTo>
                    <a:pt x="2016624" y="2428513"/>
                  </a:moveTo>
                  <a:lnTo>
                    <a:pt x="1995426" y="2428513"/>
                  </a:lnTo>
                  <a:lnTo>
                    <a:pt x="1989058" y="2434729"/>
                  </a:lnTo>
                  <a:lnTo>
                    <a:pt x="1989058" y="2453946"/>
                  </a:lnTo>
                  <a:lnTo>
                    <a:pt x="1995426" y="2462423"/>
                  </a:lnTo>
                  <a:lnTo>
                    <a:pt x="2016624" y="2462423"/>
                  </a:lnTo>
                  <a:lnTo>
                    <a:pt x="2022991" y="2453946"/>
                  </a:lnTo>
                  <a:lnTo>
                    <a:pt x="2022991" y="2436991"/>
                  </a:lnTo>
                  <a:lnTo>
                    <a:pt x="2016624" y="2428513"/>
                  </a:lnTo>
                  <a:close/>
                </a:path>
                <a:path w="9542780" h="6570345">
                  <a:moveTo>
                    <a:pt x="2016624" y="2472879"/>
                  </a:moveTo>
                  <a:lnTo>
                    <a:pt x="1995426" y="2472879"/>
                  </a:lnTo>
                  <a:lnTo>
                    <a:pt x="1989058" y="2479377"/>
                  </a:lnTo>
                  <a:lnTo>
                    <a:pt x="1989058" y="2498310"/>
                  </a:lnTo>
                  <a:lnTo>
                    <a:pt x="1995426" y="2506788"/>
                  </a:lnTo>
                  <a:lnTo>
                    <a:pt x="2016624" y="2506788"/>
                  </a:lnTo>
                  <a:lnTo>
                    <a:pt x="2022991" y="2498310"/>
                  </a:lnTo>
                  <a:lnTo>
                    <a:pt x="2022991" y="2481356"/>
                  </a:lnTo>
                  <a:lnTo>
                    <a:pt x="2016624" y="2472879"/>
                  </a:lnTo>
                  <a:close/>
                </a:path>
                <a:path w="9542780" h="6570345">
                  <a:moveTo>
                    <a:pt x="2016624" y="2517527"/>
                  </a:moveTo>
                  <a:lnTo>
                    <a:pt x="1995426" y="2517527"/>
                  </a:lnTo>
                  <a:lnTo>
                    <a:pt x="1989058" y="2523743"/>
                  </a:lnTo>
                  <a:lnTo>
                    <a:pt x="1989058" y="2544937"/>
                  </a:lnTo>
                  <a:lnTo>
                    <a:pt x="1995426" y="2551436"/>
                  </a:lnTo>
                  <a:lnTo>
                    <a:pt x="2016624" y="2551436"/>
                  </a:lnTo>
                  <a:lnTo>
                    <a:pt x="2022991" y="2542959"/>
                  </a:lnTo>
                  <a:lnTo>
                    <a:pt x="2022991" y="2526004"/>
                  </a:lnTo>
                  <a:lnTo>
                    <a:pt x="2016624" y="2517527"/>
                  </a:lnTo>
                  <a:close/>
                </a:path>
                <a:path w="9542780" h="6570345">
                  <a:moveTo>
                    <a:pt x="2016624" y="2561892"/>
                  </a:moveTo>
                  <a:lnTo>
                    <a:pt x="1995426" y="2561892"/>
                  </a:lnTo>
                  <a:lnTo>
                    <a:pt x="1989058" y="2568108"/>
                  </a:lnTo>
                  <a:lnTo>
                    <a:pt x="1989058" y="2589302"/>
                  </a:lnTo>
                  <a:lnTo>
                    <a:pt x="1995426" y="2595802"/>
                  </a:lnTo>
                  <a:lnTo>
                    <a:pt x="2016624" y="2595802"/>
                  </a:lnTo>
                  <a:lnTo>
                    <a:pt x="2022991" y="2587325"/>
                  </a:lnTo>
                  <a:lnTo>
                    <a:pt x="2022991" y="2570369"/>
                  </a:lnTo>
                  <a:lnTo>
                    <a:pt x="2016624" y="2561892"/>
                  </a:lnTo>
                  <a:close/>
                </a:path>
                <a:path w="9542780" h="6570345">
                  <a:moveTo>
                    <a:pt x="2016624" y="2604279"/>
                  </a:moveTo>
                  <a:lnTo>
                    <a:pt x="1995426" y="2604279"/>
                  </a:lnTo>
                  <a:lnTo>
                    <a:pt x="1989058" y="2610496"/>
                  </a:lnTo>
                  <a:lnTo>
                    <a:pt x="1989058" y="2631690"/>
                  </a:lnTo>
                  <a:lnTo>
                    <a:pt x="1995426" y="2638190"/>
                  </a:lnTo>
                  <a:lnTo>
                    <a:pt x="2016624" y="2638190"/>
                  </a:lnTo>
                  <a:lnTo>
                    <a:pt x="2022991" y="2631690"/>
                  </a:lnTo>
                  <a:lnTo>
                    <a:pt x="2022991" y="2612757"/>
                  </a:lnTo>
                  <a:lnTo>
                    <a:pt x="2016624" y="2604279"/>
                  </a:lnTo>
                  <a:close/>
                </a:path>
                <a:path w="9542780" h="6570345">
                  <a:moveTo>
                    <a:pt x="2016624" y="2648644"/>
                  </a:moveTo>
                  <a:lnTo>
                    <a:pt x="1995426" y="2648644"/>
                  </a:lnTo>
                  <a:lnTo>
                    <a:pt x="1989058" y="2655144"/>
                  </a:lnTo>
                  <a:lnTo>
                    <a:pt x="1989058" y="2676338"/>
                  </a:lnTo>
                  <a:lnTo>
                    <a:pt x="1995426" y="2682554"/>
                  </a:lnTo>
                  <a:lnTo>
                    <a:pt x="2016624" y="2682554"/>
                  </a:lnTo>
                  <a:lnTo>
                    <a:pt x="2022991" y="2676338"/>
                  </a:lnTo>
                  <a:lnTo>
                    <a:pt x="2022991" y="2657123"/>
                  </a:lnTo>
                  <a:lnTo>
                    <a:pt x="2016624" y="2648644"/>
                  </a:lnTo>
                  <a:close/>
                </a:path>
                <a:path w="9542780" h="6570345">
                  <a:moveTo>
                    <a:pt x="2016624" y="2693292"/>
                  </a:moveTo>
                  <a:lnTo>
                    <a:pt x="1995426" y="2693292"/>
                  </a:lnTo>
                  <a:lnTo>
                    <a:pt x="1989058" y="2699509"/>
                  </a:lnTo>
                  <a:lnTo>
                    <a:pt x="1989058" y="2718442"/>
                  </a:lnTo>
                  <a:lnTo>
                    <a:pt x="1995426" y="2726919"/>
                  </a:lnTo>
                  <a:lnTo>
                    <a:pt x="2016624" y="2726919"/>
                  </a:lnTo>
                  <a:lnTo>
                    <a:pt x="2022991" y="2718442"/>
                  </a:lnTo>
                  <a:lnTo>
                    <a:pt x="2022991" y="2701770"/>
                  </a:lnTo>
                  <a:lnTo>
                    <a:pt x="2016624" y="2693292"/>
                  </a:lnTo>
                  <a:close/>
                </a:path>
                <a:path w="9542780" h="6570345">
                  <a:moveTo>
                    <a:pt x="2016624" y="2737658"/>
                  </a:moveTo>
                  <a:lnTo>
                    <a:pt x="1995426" y="2737658"/>
                  </a:lnTo>
                  <a:lnTo>
                    <a:pt x="1989058" y="2743875"/>
                  </a:lnTo>
                  <a:lnTo>
                    <a:pt x="1989058" y="2763090"/>
                  </a:lnTo>
                  <a:lnTo>
                    <a:pt x="1995426" y="2771567"/>
                  </a:lnTo>
                  <a:lnTo>
                    <a:pt x="2016624" y="2771567"/>
                  </a:lnTo>
                  <a:lnTo>
                    <a:pt x="2022991" y="2763090"/>
                  </a:lnTo>
                  <a:lnTo>
                    <a:pt x="2022991" y="2746136"/>
                  </a:lnTo>
                  <a:lnTo>
                    <a:pt x="2016624" y="2737658"/>
                  </a:lnTo>
                  <a:close/>
                </a:path>
                <a:path w="9542780" h="6570345">
                  <a:moveTo>
                    <a:pt x="2016624" y="2782023"/>
                  </a:moveTo>
                  <a:lnTo>
                    <a:pt x="1995426" y="2782023"/>
                  </a:lnTo>
                  <a:lnTo>
                    <a:pt x="1989058" y="2788523"/>
                  </a:lnTo>
                  <a:lnTo>
                    <a:pt x="1989058" y="2807456"/>
                  </a:lnTo>
                  <a:lnTo>
                    <a:pt x="1995426" y="2815934"/>
                  </a:lnTo>
                  <a:lnTo>
                    <a:pt x="2016624" y="2815934"/>
                  </a:lnTo>
                  <a:lnTo>
                    <a:pt x="2022991" y="2807456"/>
                  </a:lnTo>
                  <a:lnTo>
                    <a:pt x="2022991" y="2790501"/>
                  </a:lnTo>
                  <a:lnTo>
                    <a:pt x="2016624" y="2782023"/>
                  </a:lnTo>
                  <a:close/>
                </a:path>
                <a:path w="9542780" h="6570345">
                  <a:moveTo>
                    <a:pt x="2016624" y="2826672"/>
                  </a:moveTo>
                  <a:lnTo>
                    <a:pt x="1995426" y="2826672"/>
                  </a:lnTo>
                  <a:lnTo>
                    <a:pt x="1989058" y="2832888"/>
                  </a:lnTo>
                  <a:lnTo>
                    <a:pt x="1989058" y="2851821"/>
                  </a:lnTo>
                  <a:lnTo>
                    <a:pt x="1995426" y="2860299"/>
                  </a:lnTo>
                  <a:lnTo>
                    <a:pt x="2016624" y="2860299"/>
                  </a:lnTo>
                  <a:lnTo>
                    <a:pt x="2022991" y="2851821"/>
                  </a:lnTo>
                  <a:lnTo>
                    <a:pt x="2022991" y="2835149"/>
                  </a:lnTo>
                  <a:lnTo>
                    <a:pt x="2016624" y="2826672"/>
                  </a:lnTo>
                  <a:close/>
                </a:path>
                <a:path w="9542780" h="6570345">
                  <a:moveTo>
                    <a:pt x="2016624" y="2871036"/>
                  </a:moveTo>
                  <a:lnTo>
                    <a:pt x="1995426" y="2871036"/>
                  </a:lnTo>
                  <a:lnTo>
                    <a:pt x="1989058" y="2877254"/>
                  </a:lnTo>
                  <a:lnTo>
                    <a:pt x="1989058" y="2896469"/>
                  </a:lnTo>
                  <a:lnTo>
                    <a:pt x="1995426" y="2904947"/>
                  </a:lnTo>
                  <a:lnTo>
                    <a:pt x="2016624" y="2904947"/>
                  </a:lnTo>
                  <a:lnTo>
                    <a:pt x="2022991" y="2896469"/>
                  </a:lnTo>
                  <a:lnTo>
                    <a:pt x="2022991" y="2879515"/>
                  </a:lnTo>
                  <a:lnTo>
                    <a:pt x="2016624" y="2871036"/>
                  </a:lnTo>
                  <a:close/>
                </a:path>
                <a:path w="9542780" h="6570345">
                  <a:moveTo>
                    <a:pt x="2016624" y="2913424"/>
                  </a:moveTo>
                  <a:lnTo>
                    <a:pt x="1995426" y="2913424"/>
                  </a:lnTo>
                  <a:lnTo>
                    <a:pt x="1989058" y="2919641"/>
                  </a:lnTo>
                  <a:lnTo>
                    <a:pt x="1989058" y="2938857"/>
                  </a:lnTo>
                  <a:lnTo>
                    <a:pt x="1995426" y="2947334"/>
                  </a:lnTo>
                  <a:lnTo>
                    <a:pt x="2016624" y="2947334"/>
                  </a:lnTo>
                  <a:lnTo>
                    <a:pt x="2022991" y="2940834"/>
                  </a:lnTo>
                  <a:lnTo>
                    <a:pt x="2022991" y="2921901"/>
                  </a:lnTo>
                  <a:lnTo>
                    <a:pt x="2016624" y="2913424"/>
                  </a:lnTo>
                  <a:close/>
                </a:path>
                <a:path w="9542780" h="6570345">
                  <a:moveTo>
                    <a:pt x="2016624" y="2957790"/>
                  </a:moveTo>
                  <a:lnTo>
                    <a:pt x="1995426" y="2957790"/>
                  </a:lnTo>
                  <a:lnTo>
                    <a:pt x="1989058" y="2964289"/>
                  </a:lnTo>
                  <a:lnTo>
                    <a:pt x="1989058" y="2983222"/>
                  </a:lnTo>
                  <a:lnTo>
                    <a:pt x="1995426" y="2991699"/>
                  </a:lnTo>
                  <a:lnTo>
                    <a:pt x="2016624" y="2991699"/>
                  </a:lnTo>
                  <a:lnTo>
                    <a:pt x="2022991" y="2985482"/>
                  </a:lnTo>
                  <a:lnTo>
                    <a:pt x="2022991" y="2966267"/>
                  </a:lnTo>
                  <a:lnTo>
                    <a:pt x="2016624" y="2957790"/>
                  </a:lnTo>
                  <a:close/>
                </a:path>
                <a:path w="9542780" h="6570345">
                  <a:moveTo>
                    <a:pt x="2016624" y="3002155"/>
                  </a:moveTo>
                  <a:lnTo>
                    <a:pt x="1995426" y="3002155"/>
                  </a:lnTo>
                  <a:lnTo>
                    <a:pt x="1989058" y="3008655"/>
                  </a:lnTo>
                  <a:lnTo>
                    <a:pt x="1989058" y="3027588"/>
                  </a:lnTo>
                  <a:lnTo>
                    <a:pt x="1995426" y="3036065"/>
                  </a:lnTo>
                  <a:lnTo>
                    <a:pt x="2016624" y="3036065"/>
                  </a:lnTo>
                  <a:lnTo>
                    <a:pt x="2022991" y="3027588"/>
                  </a:lnTo>
                  <a:lnTo>
                    <a:pt x="2022991" y="3010632"/>
                  </a:lnTo>
                  <a:lnTo>
                    <a:pt x="2016624" y="3002155"/>
                  </a:lnTo>
                  <a:close/>
                </a:path>
                <a:path w="9542780" h="6570345">
                  <a:moveTo>
                    <a:pt x="2016624" y="3046803"/>
                  </a:moveTo>
                  <a:lnTo>
                    <a:pt x="1995426" y="3046803"/>
                  </a:lnTo>
                  <a:lnTo>
                    <a:pt x="1989058" y="3053020"/>
                  </a:lnTo>
                  <a:lnTo>
                    <a:pt x="1989058" y="3072236"/>
                  </a:lnTo>
                  <a:lnTo>
                    <a:pt x="1995426" y="3080713"/>
                  </a:lnTo>
                  <a:lnTo>
                    <a:pt x="2016624" y="3080713"/>
                  </a:lnTo>
                  <a:lnTo>
                    <a:pt x="2022991" y="3072236"/>
                  </a:lnTo>
                  <a:lnTo>
                    <a:pt x="2022991" y="3055280"/>
                  </a:lnTo>
                  <a:lnTo>
                    <a:pt x="2016624" y="3046803"/>
                  </a:lnTo>
                  <a:close/>
                </a:path>
                <a:path w="9542780" h="6570345">
                  <a:moveTo>
                    <a:pt x="2016624" y="3091168"/>
                  </a:moveTo>
                  <a:lnTo>
                    <a:pt x="1995426" y="3091168"/>
                  </a:lnTo>
                  <a:lnTo>
                    <a:pt x="1989058" y="3097668"/>
                  </a:lnTo>
                  <a:lnTo>
                    <a:pt x="1989058" y="3118862"/>
                  </a:lnTo>
                  <a:lnTo>
                    <a:pt x="1995426" y="3125078"/>
                  </a:lnTo>
                  <a:lnTo>
                    <a:pt x="2016624" y="3125078"/>
                  </a:lnTo>
                  <a:lnTo>
                    <a:pt x="2022991" y="3116601"/>
                  </a:lnTo>
                  <a:lnTo>
                    <a:pt x="2022991" y="3099647"/>
                  </a:lnTo>
                  <a:lnTo>
                    <a:pt x="2016624" y="3091168"/>
                  </a:lnTo>
                  <a:close/>
                </a:path>
                <a:path w="9542780" h="6570345">
                  <a:moveTo>
                    <a:pt x="2016624" y="4990461"/>
                  </a:moveTo>
                  <a:lnTo>
                    <a:pt x="1995426" y="4990461"/>
                  </a:lnTo>
                  <a:lnTo>
                    <a:pt x="1989058" y="4996792"/>
                  </a:lnTo>
                  <a:lnTo>
                    <a:pt x="1989058" y="5015866"/>
                  </a:lnTo>
                  <a:lnTo>
                    <a:pt x="1995426" y="5024343"/>
                  </a:lnTo>
                  <a:lnTo>
                    <a:pt x="2016624" y="5024343"/>
                  </a:lnTo>
                  <a:lnTo>
                    <a:pt x="2022991" y="5015866"/>
                  </a:lnTo>
                  <a:lnTo>
                    <a:pt x="2022991" y="4998910"/>
                  </a:lnTo>
                  <a:lnTo>
                    <a:pt x="2016624" y="4990461"/>
                  </a:lnTo>
                  <a:close/>
                </a:path>
                <a:path w="9542780" h="6570345">
                  <a:moveTo>
                    <a:pt x="2016624" y="5034912"/>
                  </a:moveTo>
                  <a:lnTo>
                    <a:pt x="1995426" y="5034912"/>
                  </a:lnTo>
                  <a:lnTo>
                    <a:pt x="1989058" y="5041270"/>
                  </a:lnTo>
                  <a:lnTo>
                    <a:pt x="1989058" y="5060316"/>
                  </a:lnTo>
                  <a:lnTo>
                    <a:pt x="1995426" y="5068793"/>
                  </a:lnTo>
                  <a:lnTo>
                    <a:pt x="2016624" y="5068793"/>
                  </a:lnTo>
                  <a:lnTo>
                    <a:pt x="2022991" y="5060316"/>
                  </a:lnTo>
                  <a:lnTo>
                    <a:pt x="2022991" y="5043389"/>
                  </a:lnTo>
                  <a:lnTo>
                    <a:pt x="2016624" y="5034912"/>
                  </a:lnTo>
                  <a:close/>
                </a:path>
                <a:path w="9542780" h="6570345">
                  <a:moveTo>
                    <a:pt x="2016624" y="5077270"/>
                  </a:moveTo>
                  <a:lnTo>
                    <a:pt x="1995426" y="5077270"/>
                  </a:lnTo>
                  <a:lnTo>
                    <a:pt x="1989058" y="5083629"/>
                  </a:lnTo>
                  <a:lnTo>
                    <a:pt x="1989058" y="5102675"/>
                  </a:lnTo>
                  <a:lnTo>
                    <a:pt x="1995426" y="5111153"/>
                  </a:lnTo>
                  <a:lnTo>
                    <a:pt x="2016624" y="5111153"/>
                  </a:lnTo>
                  <a:lnTo>
                    <a:pt x="2022991" y="5104794"/>
                  </a:lnTo>
                  <a:lnTo>
                    <a:pt x="2022991" y="5085720"/>
                  </a:lnTo>
                  <a:lnTo>
                    <a:pt x="2016624" y="5077270"/>
                  </a:lnTo>
                  <a:close/>
                </a:path>
                <a:path w="9542780" h="6570345">
                  <a:moveTo>
                    <a:pt x="2016624" y="5121720"/>
                  </a:moveTo>
                  <a:lnTo>
                    <a:pt x="1995426" y="5121720"/>
                  </a:lnTo>
                  <a:lnTo>
                    <a:pt x="1989058" y="5128079"/>
                  </a:lnTo>
                  <a:lnTo>
                    <a:pt x="1989058" y="5147125"/>
                  </a:lnTo>
                  <a:lnTo>
                    <a:pt x="1995426" y="5155603"/>
                  </a:lnTo>
                  <a:lnTo>
                    <a:pt x="2016624" y="5155603"/>
                  </a:lnTo>
                  <a:lnTo>
                    <a:pt x="2022991" y="5149244"/>
                  </a:lnTo>
                  <a:lnTo>
                    <a:pt x="2022991" y="5130199"/>
                  </a:lnTo>
                  <a:lnTo>
                    <a:pt x="2016624" y="5121720"/>
                  </a:lnTo>
                  <a:close/>
                </a:path>
                <a:path w="9542780" h="6570345">
                  <a:moveTo>
                    <a:pt x="2016624" y="5166199"/>
                  </a:moveTo>
                  <a:lnTo>
                    <a:pt x="1995426" y="5166199"/>
                  </a:lnTo>
                  <a:lnTo>
                    <a:pt x="1989058" y="5172529"/>
                  </a:lnTo>
                  <a:lnTo>
                    <a:pt x="1989058" y="5191603"/>
                  </a:lnTo>
                  <a:lnTo>
                    <a:pt x="1995426" y="5200081"/>
                  </a:lnTo>
                  <a:lnTo>
                    <a:pt x="2016624" y="5200081"/>
                  </a:lnTo>
                  <a:lnTo>
                    <a:pt x="2022991" y="5191603"/>
                  </a:lnTo>
                  <a:lnTo>
                    <a:pt x="2022991" y="5174649"/>
                  </a:lnTo>
                  <a:lnTo>
                    <a:pt x="2016624" y="5166199"/>
                  </a:lnTo>
                  <a:close/>
                </a:path>
                <a:path w="9542780" h="6570345">
                  <a:moveTo>
                    <a:pt x="2016624" y="5210649"/>
                  </a:moveTo>
                  <a:lnTo>
                    <a:pt x="1995426" y="5210649"/>
                  </a:lnTo>
                  <a:lnTo>
                    <a:pt x="1989058" y="5217007"/>
                  </a:lnTo>
                  <a:lnTo>
                    <a:pt x="1989058" y="5236053"/>
                  </a:lnTo>
                  <a:lnTo>
                    <a:pt x="1995426" y="5244531"/>
                  </a:lnTo>
                  <a:lnTo>
                    <a:pt x="2016624" y="5244531"/>
                  </a:lnTo>
                  <a:lnTo>
                    <a:pt x="2022991" y="5236053"/>
                  </a:lnTo>
                  <a:lnTo>
                    <a:pt x="2022991" y="5219127"/>
                  </a:lnTo>
                  <a:lnTo>
                    <a:pt x="2016624" y="5210649"/>
                  </a:lnTo>
                  <a:close/>
                </a:path>
                <a:path w="9542780" h="6570345">
                  <a:moveTo>
                    <a:pt x="2016624" y="5255127"/>
                  </a:moveTo>
                  <a:lnTo>
                    <a:pt x="1995426" y="5255127"/>
                  </a:lnTo>
                  <a:lnTo>
                    <a:pt x="1989058" y="5261458"/>
                  </a:lnTo>
                  <a:lnTo>
                    <a:pt x="1989058" y="5282651"/>
                  </a:lnTo>
                  <a:lnTo>
                    <a:pt x="1995426" y="5288982"/>
                  </a:lnTo>
                  <a:lnTo>
                    <a:pt x="2016624" y="5288982"/>
                  </a:lnTo>
                  <a:lnTo>
                    <a:pt x="2022991" y="5280533"/>
                  </a:lnTo>
                  <a:lnTo>
                    <a:pt x="2022991" y="5263577"/>
                  </a:lnTo>
                  <a:lnTo>
                    <a:pt x="2016624" y="5255127"/>
                  </a:lnTo>
                  <a:close/>
                </a:path>
                <a:path w="9542780" h="6570345">
                  <a:moveTo>
                    <a:pt x="2016624" y="5299579"/>
                  </a:moveTo>
                  <a:lnTo>
                    <a:pt x="1995426" y="5299579"/>
                  </a:lnTo>
                  <a:lnTo>
                    <a:pt x="1989058" y="5305936"/>
                  </a:lnTo>
                  <a:lnTo>
                    <a:pt x="1989058" y="5327102"/>
                  </a:lnTo>
                  <a:lnTo>
                    <a:pt x="1995426" y="5333460"/>
                  </a:lnTo>
                  <a:lnTo>
                    <a:pt x="2016624" y="5333460"/>
                  </a:lnTo>
                  <a:lnTo>
                    <a:pt x="2022991" y="5324983"/>
                  </a:lnTo>
                  <a:lnTo>
                    <a:pt x="2022991" y="5308056"/>
                  </a:lnTo>
                  <a:lnTo>
                    <a:pt x="2016624" y="5299579"/>
                  </a:lnTo>
                  <a:close/>
                </a:path>
                <a:path w="9542780" h="6570345">
                  <a:moveTo>
                    <a:pt x="2016624" y="5344057"/>
                  </a:moveTo>
                  <a:lnTo>
                    <a:pt x="1995426" y="5344057"/>
                  </a:lnTo>
                  <a:lnTo>
                    <a:pt x="1989058" y="5350386"/>
                  </a:lnTo>
                  <a:lnTo>
                    <a:pt x="1989058" y="5369460"/>
                  </a:lnTo>
                  <a:lnTo>
                    <a:pt x="1995426" y="5377910"/>
                  </a:lnTo>
                  <a:lnTo>
                    <a:pt x="2016624" y="5377910"/>
                  </a:lnTo>
                  <a:lnTo>
                    <a:pt x="2022991" y="5369460"/>
                  </a:lnTo>
                  <a:lnTo>
                    <a:pt x="2022991" y="5352506"/>
                  </a:lnTo>
                  <a:lnTo>
                    <a:pt x="2016624" y="5344057"/>
                  </a:lnTo>
                  <a:close/>
                </a:path>
                <a:path w="9542780" h="6570345">
                  <a:moveTo>
                    <a:pt x="2016624" y="5386387"/>
                  </a:moveTo>
                  <a:lnTo>
                    <a:pt x="1995426" y="5386387"/>
                  </a:lnTo>
                  <a:lnTo>
                    <a:pt x="1989058" y="5392746"/>
                  </a:lnTo>
                  <a:lnTo>
                    <a:pt x="1989058" y="5411792"/>
                  </a:lnTo>
                  <a:lnTo>
                    <a:pt x="1995426" y="5420269"/>
                  </a:lnTo>
                  <a:lnTo>
                    <a:pt x="2016624" y="5420269"/>
                  </a:lnTo>
                  <a:lnTo>
                    <a:pt x="2022991" y="5413910"/>
                  </a:lnTo>
                  <a:lnTo>
                    <a:pt x="2022991" y="5394866"/>
                  </a:lnTo>
                  <a:lnTo>
                    <a:pt x="2016624" y="5386387"/>
                  </a:lnTo>
                  <a:close/>
                </a:path>
                <a:path w="9542780" h="6570345">
                  <a:moveTo>
                    <a:pt x="2016624" y="5430866"/>
                  </a:moveTo>
                  <a:lnTo>
                    <a:pt x="1995426" y="5430866"/>
                  </a:lnTo>
                  <a:lnTo>
                    <a:pt x="1989058" y="5437196"/>
                  </a:lnTo>
                  <a:lnTo>
                    <a:pt x="1989058" y="5458390"/>
                  </a:lnTo>
                  <a:lnTo>
                    <a:pt x="1995426" y="5464719"/>
                  </a:lnTo>
                  <a:lnTo>
                    <a:pt x="2016624" y="5464719"/>
                  </a:lnTo>
                  <a:lnTo>
                    <a:pt x="2022991" y="5458390"/>
                  </a:lnTo>
                  <a:lnTo>
                    <a:pt x="2022991" y="5439316"/>
                  </a:lnTo>
                  <a:lnTo>
                    <a:pt x="2016624" y="5430866"/>
                  </a:lnTo>
                  <a:close/>
                </a:path>
                <a:path w="9542780" h="6570345">
                  <a:moveTo>
                    <a:pt x="2016624" y="5475316"/>
                  </a:moveTo>
                  <a:lnTo>
                    <a:pt x="1995426" y="5475316"/>
                  </a:lnTo>
                  <a:lnTo>
                    <a:pt x="1989058" y="5481674"/>
                  </a:lnTo>
                  <a:lnTo>
                    <a:pt x="1989058" y="5502840"/>
                  </a:lnTo>
                  <a:lnTo>
                    <a:pt x="1995426" y="5509197"/>
                  </a:lnTo>
                  <a:lnTo>
                    <a:pt x="2016624" y="5509197"/>
                  </a:lnTo>
                  <a:lnTo>
                    <a:pt x="2022991" y="5500720"/>
                  </a:lnTo>
                  <a:lnTo>
                    <a:pt x="2022991" y="5483793"/>
                  </a:lnTo>
                  <a:lnTo>
                    <a:pt x="2016624" y="5475316"/>
                  </a:lnTo>
                  <a:close/>
                </a:path>
                <a:path w="9542780" h="6570345">
                  <a:moveTo>
                    <a:pt x="2016624" y="5519794"/>
                  </a:moveTo>
                  <a:lnTo>
                    <a:pt x="1995426" y="5519794"/>
                  </a:lnTo>
                  <a:lnTo>
                    <a:pt x="1989058" y="5526124"/>
                  </a:lnTo>
                  <a:lnTo>
                    <a:pt x="1989058" y="5545199"/>
                  </a:lnTo>
                  <a:lnTo>
                    <a:pt x="1995426" y="5553649"/>
                  </a:lnTo>
                  <a:lnTo>
                    <a:pt x="2016624" y="5553649"/>
                  </a:lnTo>
                  <a:lnTo>
                    <a:pt x="2022991" y="5545199"/>
                  </a:lnTo>
                  <a:lnTo>
                    <a:pt x="2022991" y="5528243"/>
                  </a:lnTo>
                  <a:lnTo>
                    <a:pt x="2016624" y="5519794"/>
                  </a:lnTo>
                  <a:close/>
                </a:path>
                <a:path w="9542780" h="6570345">
                  <a:moveTo>
                    <a:pt x="2016624" y="5564245"/>
                  </a:moveTo>
                  <a:lnTo>
                    <a:pt x="1995426" y="5564245"/>
                  </a:lnTo>
                  <a:lnTo>
                    <a:pt x="1989058" y="5570603"/>
                  </a:lnTo>
                  <a:lnTo>
                    <a:pt x="1989058" y="5589649"/>
                  </a:lnTo>
                  <a:lnTo>
                    <a:pt x="1995426" y="5598126"/>
                  </a:lnTo>
                  <a:lnTo>
                    <a:pt x="2016624" y="5598126"/>
                  </a:lnTo>
                  <a:lnTo>
                    <a:pt x="2022991" y="5589649"/>
                  </a:lnTo>
                  <a:lnTo>
                    <a:pt x="2022991" y="5572723"/>
                  </a:lnTo>
                  <a:lnTo>
                    <a:pt x="2016624" y="5564245"/>
                  </a:lnTo>
                  <a:close/>
                </a:path>
                <a:path w="9542780" h="6570345">
                  <a:moveTo>
                    <a:pt x="2016624" y="5608723"/>
                  </a:moveTo>
                  <a:lnTo>
                    <a:pt x="1995426" y="5608723"/>
                  </a:lnTo>
                  <a:lnTo>
                    <a:pt x="1989058" y="5615053"/>
                  </a:lnTo>
                  <a:lnTo>
                    <a:pt x="1989058" y="5634127"/>
                  </a:lnTo>
                  <a:lnTo>
                    <a:pt x="1995426" y="5642576"/>
                  </a:lnTo>
                  <a:lnTo>
                    <a:pt x="2016624" y="5642576"/>
                  </a:lnTo>
                  <a:lnTo>
                    <a:pt x="2022991" y="5634127"/>
                  </a:lnTo>
                  <a:lnTo>
                    <a:pt x="2022991" y="5617173"/>
                  </a:lnTo>
                  <a:lnTo>
                    <a:pt x="2016624" y="5608723"/>
                  </a:lnTo>
                  <a:close/>
                </a:path>
                <a:path w="9542780" h="6570345">
                  <a:moveTo>
                    <a:pt x="2016624" y="5653173"/>
                  </a:moveTo>
                  <a:lnTo>
                    <a:pt x="1995426" y="5653173"/>
                  </a:lnTo>
                  <a:lnTo>
                    <a:pt x="1989058" y="5659531"/>
                  </a:lnTo>
                  <a:lnTo>
                    <a:pt x="1989058" y="5678577"/>
                  </a:lnTo>
                  <a:lnTo>
                    <a:pt x="1995426" y="5687056"/>
                  </a:lnTo>
                  <a:lnTo>
                    <a:pt x="2016624" y="5687056"/>
                  </a:lnTo>
                  <a:lnTo>
                    <a:pt x="2022991" y="5678577"/>
                  </a:lnTo>
                  <a:lnTo>
                    <a:pt x="2022991" y="5661651"/>
                  </a:lnTo>
                  <a:lnTo>
                    <a:pt x="2016624" y="5653173"/>
                  </a:lnTo>
                  <a:close/>
                </a:path>
                <a:path w="9542780" h="6570345">
                  <a:moveTo>
                    <a:pt x="2016624" y="5695533"/>
                  </a:moveTo>
                  <a:lnTo>
                    <a:pt x="1995426" y="5695533"/>
                  </a:lnTo>
                  <a:lnTo>
                    <a:pt x="1989058" y="5701863"/>
                  </a:lnTo>
                  <a:lnTo>
                    <a:pt x="1989058" y="5720937"/>
                  </a:lnTo>
                  <a:lnTo>
                    <a:pt x="1995426" y="5729386"/>
                  </a:lnTo>
                  <a:lnTo>
                    <a:pt x="2016624" y="5729386"/>
                  </a:lnTo>
                  <a:lnTo>
                    <a:pt x="2022991" y="5723056"/>
                  </a:lnTo>
                  <a:lnTo>
                    <a:pt x="2022991" y="5703982"/>
                  </a:lnTo>
                  <a:lnTo>
                    <a:pt x="2016624" y="5695533"/>
                  </a:lnTo>
                  <a:close/>
                </a:path>
                <a:path w="9542780" h="6570345">
                  <a:moveTo>
                    <a:pt x="2016624" y="5739983"/>
                  </a:moveTo>
                  <a:lnTo>
                    <a:pt x="1995426" y="5739983"/>
                  </a:lnTo>
                  <a:lnTo>
                    <a:pt x="1989058" y="5746341"/>
                  </a:lnTo>
                  <a:lnTo>
                    <a:pt x="1989058" y="5765387"/>
                  </a:lnTo>
                  <a:lnTo>
                    <a:pt x="1995426" y="5773864"/>
                  </a:lnTo>
                  <a:lnTo>
                    <a:pt x="2016624" y="5773864"/>
                  </a:lnTo>
                  <a:lnTo>
                    <a:pt x="2022991" y="5767506"/>
                  </a:lnTo>
                  <a:lnTo>
                    <a:pt x="2022991" y="5748460"/>
                  </a:lnTo>
                  <a:lnTo>
                    <a:pt x="2016624" y="5739983"/>
                  </a:lnTo>
                  <a:close/>
                </a:path>
                <a:path w="9542780" h="6570345">
                  <a:moveTo>
                    <a:pt x="1972078" y="971801"/>
                  </a:moveTo>
                  <a:lnTo>
                    <a:pt x="1950881" y="971801"/>
                  </a:lnTo>
                  <a:lnTo>
                    <a:pt x="1944513" y="978018"/>
                  </a:lnTo>
                  <a:lnTo>
                    <a:pt x="1944513" y="997233"/>
                  </a:lnTo>
                  <a:lnTo>
                    <a:pt x="1950881" y="1005711"/>
                  </a:lnTo>
                  <a:lnTo>
                    <a:pt x="1972078" y="1005711"/>
                  </a:lnTo>
                  <a:lnTo>
                    <a:pt x="1978445" y="997233"/>
                  </a:lnTo>
                  <a:lnTo>
                    <a:pt x="1978445" y="980278"/>
                  </a:lnTo>
                  <a:lnTo>
                    <a:pt x="1972078" y="971801"/>
                  </a:lnTo>
                  <a:close/>
                </a:path>
                <a:path w="9542780" h="6570345">
                  <a:moveTo>
                    <a:pt x="1972078" y="1016166"/>
                  </a:moveTo>
                  <a:lnTo>
                    <a:pt x="1950881" y="1016166"/>
                  </a:lnTo>
                  <a:lnTo>
                    <a:pt x="1944513" y="1022666"/>
                  </a:lnTo>
                  <a:lnTo>
                    <a:pt x="1944513" y="1041599"/>
                  </a:lnTo>
                  <a:lnTo>
                    <a:pt x="1950881" y="1050076"/>
                  </a:lnTo>
                  <a:lnTo>
                    <a:pt x="1972078" y="1050076"/>
                  </a:lnTo>
                  <a:lnTo>
                    <a:pt x="1978445" y="1041599"/>
                  </a:lnTo>
                  <a:lnTo>
                    <a:pt x="1978445" y="1024644"/>
                  </a:lnTo>
                  <a:lnTo>
                    <a:pt x="1972078" y="1016166"/>
                  </a:lnTo>
                  <a:close/>
                </a:path>
                <a:path w="9542780" h="6570345">
                  <a:moveTo>
                    <a:pt x="1972078" y="1058553"/>
                  </a:moveTo>
                  <a:lnTo>
                    <a:pt x="1950881" y="1058553"/>
                  </a:lnTo>
                  <a:lnTo>
                    <a:pt x="1944513" y="1065053"/>
                  </a:lnTo>
                  <a:lnTo>
                    <a:pt x="1944513" y="1086247"/>
                  </a:lnTo>
                  <a:lnTo>
                    <a:pt x="1950881" y="1092464"/>
                  </a:lnTo>
                  <a:lnTo>
                    <a:pt x="1972078" y="1092464"/>
                  </a:lnTo>
                  <a:lnTo>
                    <a:pt x="1978445" y="1086247"/>
                  </a:lnTo>
                  <a:lnTo>
                    <a:pt x="1978445" y="1067031"/>
                  </a:lnTo>
                  <a:lnTo>
                    <a:pt x="1972078" y="1058553"/>
                  </a:lnTo>
                  <a:close/>
                </a:path>
                <a:path w="9542780" h="6570345">
                  <a:moveTo>
                    <a:pt x="1972078" y="1102920"/>
                  </a:moveTo>
                  <a:lnTo>
                    <a:pt x="1950881" y="1102920"/>
                  </a:lnTo>
                  <a:lnTo>
                    <a:pt x="1944513" y="1109418"/>
                  </a:lnTo>
                  <a:lnTo>
                    <a:pt x="1944513" y="1128351"/>
                  </a:lnTo>
                  <a:lnTo>
                    <a:pt x="1950881" y="1136829"/>
                  </a:lnTo>
                  <a:lnTo>
                    <a:pt x="1972078" y="1136829"/>
                  </a:lnTo>
                  <a:lnTo>
                    <a:pt x="1978445" y="1130612"/>
                  </a:lnTo>
                  <a:lnTo>
                    <a:pt x="1978445" y="1111397"/>
                  </a:lnTo>
                  <a:lnTo>
                    <a:pt x="1972078" y="1102920"/>
                  </a:lnTo>
                  <a:close/>
                </a:path>
                <a:path w="9542780" h="6570345">
                  <a:moveTo>
                    <a:pt x="1972078" y="1147568"/>
                  </a:moveTo>
                  <a:lnTo>
                    <a:pt x="1950881" y="1147568"/>
                  </a:lnTo>
                  <a:lnTo>
                    <a:pt x="1944513" y="1153784"/>
                  </a:lnTo>
                  <a:lnTo>
                    <a:pt x="1944513" y="1172999"/>
                  </a:lnTo>
                  <a:lnTo>
                    <a:pt x="1950881" y="1181477"/>
                  </a:lnTo>
                  <a:lnTo>
                    <a:pt x="1972078" y="1181477"/>
                  </a:lnTo>
                  <a:lnTo>
                    <a:pt x="1978445" y="1172999"/>
                  </a:lnTo>
                  <a:lnTo>
                    <a:pt x="1978445" y="1156045"/>
                  </a:lnTo>
                  <a:lnTo>
                    <a:pt x="1972078" y="1147568"/>
                  </a:lnTo>
                  <a:close/>
                </a:path>
                <a:path w="9542780" h="6570345">
                  <a:moveTo>
                    <a:pt x="1972078" y="1191933"/>
                  </a:moveTo>
                  <a:lnTo>
                    <a:pt x="1950881" y="1191933"/>
                  </a:lnTo>
                  <a:lnTo>
                    <a:pt x="1944513" y="1198432"/>
                  </a:lnTo>
                  <a:lnTo>
                    <a:pt x="1944513" y="1217364"/>
                  </a:lnTo>
                  <a:lnTo>
                    <a:pt x="1950881" y="1225843"/>
                  </a:lnTo>
                  <a:lnTo>
                    <a:pt x="1972078" y="1225843"/>
                  </a:lnTo>
                  <a:lnTo>
                    <a:pt x="1978445" y="1217364"/>
                  </a:lnTo>
                  <a:lnTo>
                    <a:pt x="1978445" y="1200410"/>
                  </a:lnTo>
                  <a:lnTo>
                    <a:pt x="1972078" y="1191933"/>
                  </a:lnTo>
                  <a:close/>
                </a:path>
                <a:path w="9542780" h="6570345">
                  <a:moveTo>
                    <a:pt x="1972078" y="1236581"/>
                  </a:moveTo>
                  <a:lnTo>
                    <a:pt x="1950881" y="1236581"/>
                  </a:lnTo>
                  <a:lnTo>
                    <a:pt x="1944513" y="1242797"/>
                  </a:lnTo>
                  <a:lnTo>
                    <a:pt x="1944513" y="1261731"/>
                  </a:lnTo>
                  <a:lnTo>
                    <a:pt x="1950881" y="1270208"/>
                  </a:lnTo>
                  <a:lnTo>
                    <a:pt x="1972078" y="1270208"/>
                  </a:lnTo>
                  <a:lnTo>
                    <a:pt x="1978445" y="1261731"/>
                  </a:lnTo>
                  <a:lnTo>
                    <a:pt x="1978445" y="1244776"/>
                  </a:lnTo>
                  <a:lnTo>
                    <a:pt x="1972078" y="1236581"/>
                  </a:lnTo>
                  <a:close/>
                </a:path>
                <a:path w="9542780" h="6570345">
                  <a:moveTo>
                    <a:pt x="1972078" y="1280946"/>
                  </a:moveTo>
                  <a:lnTo>
                    <a:pt x="1950881" y="1280946"/>
                  </a:lnTo>
                  <a:lnTo>
                    <a:pt x="1944513" y="1287162"/>
                  </a:lnTo>
                  <a:lnTo>
                    <a:pt x="1944513" y="1306379"/>
                  </a:lnTo>
                  <a:lnTo>
                    <a:pt x="1950881" y="1314856"/>
                  </a:lnTo>
                  <a:lnTo>
                    <a:pt x="1972078" y="1314856"/>
                  </a:lnTo>
                  <a:lnTo>
                    <a:pt x="1978445" y="1306379"/>
                  </a:lnTo>
                  <a:lnTo>
                    <a:pt x="1978445" y="1289423"/>
                  </a:lnTo>
                  <a:lnTo>
                    <a:pt x="1972078" y="1280946"/>
                  </a:lnTo>
                  <a:close/>
                </a:path>
                <a:path w="9542780" h="6570345">
                  <a:moveTo>
                    <a:pt x="1972078" y="1325312"/>
                  </a:moveTo>
                  <a:lnTo>
                    <a:pt x="1950881" y="1325312"/>
                  </a:lnTo>
                  <a:lnTo>
                    <a:pt x="1944513" y="1331810"/>
                  </a:lnTo>
                  <a:lnTo>
                    <a:pt x="1944513" y="1350744"/>
                  </a:lnTo>
                  <a:lnTo>
                    <a:pt x="1950881" y="1359221"/>
                  </a:lnTo>
                  <a:lnTo>
                    <a:pt x="1972078" y="1359221"/>
                  </a:lnTo>
                  <a:lnTo>
                    <a:pt x="1978445" y="1350744"/>
                  </a:lnTo>
                  <a:lnTo>
                    <a:pt x="1978445" y="1333789"/>
                  </a:lnTo>
                  <a:lnTo>
                    <a:pt x="1972078" y="1325312"/>
                  </a:lnTo>
                  <a:close/>
                </a:path>
                <a:path w="9542780" h="6570345">
                  <a:moveTo>
                    <a:pt x="1972078" y="1367699"/>
                  </a:moveTo>
                  <a:lnTo>
                    <a:pt x="1950881" y="1367699"/>
                  </a:lnTo>
                  <a:lnTo>
                    <a:pt x="1944513" y="1374198"/>
                  </a:lnTo>
                  <a:lnTo>
                    <a:pt x="1944513" y="1393131"/>
                  </a:lnTo>
                  <a:lnTo>
                    <a:pt x="1950881" y="1401608"/>
                  </a:lnTo>
                  <a:lnTo>
                    <a:pt x="1972078" y="1401608"/>
                  </a:lnTo>
                  <a:lnTo>
                    <a:pt x="1978445" y="1395110"/>
                  </a:lnTo>
                  <a:lnTo>
                    <a:pt x="1978445" y="1376177"/>
                  </a:lnTo>
                  <a:lnTo>
                    <a:pt x="1972078" y="1367699"/>
                  </a:lnTo>
                  <a:close/>
                </a:path>
                <a:path w="9542780" h="6570345">
                  <a:moveTo>
                    <a:pt x="1972078" y="1412064"/>
                  </a:moveTo>
                  <a:lnTo>
                    <a:pt x="1950881" y="1412064"/>
                  </a:lnTo>
                  <a:lnTo>
                    <a:pt x="1944513" y="1418564"/>
                  </a:lnTo>
                  <a:lnTo>
                    <a:pt x="1944513" y="1439758"/>
                  </a:lnTo>
                  <a:lnTo>
                    <a:pt x="1950881" y="1445975"/>
                  </a:lnTo>
                  <a:lnTo>
                    <a:pt x="1972078" y="1445975"/>
                  </a:lnTo>
                  <a:lnTo>
                    <a:pt x="1978446" y="1439758"/>
                  </a:lnTo>
                  <a:lnTo>
                    <a:pt x="1978445" y="1420541"/>
                  </a:lnTo>
                  <a:lnTo>
                    <a:pt x="1972078" y="1412064"/>
                  </a:lnTo>
                  <a:close/>
                </a:path>
                <a:path w="9542780" h="6570345">
                  <a:moveTo>
                    <a:pt x="1972078" y="1456712"/>
                  </a:moveTo>
                  <a:lnTo>
                    <a:pt x="1950881" y="1456712"/>
                  </a:lnTo>
                  <a:lnTo>
                    <a:pt x="1944513" y="1462929"/>
                  </a:lnTo>
                  <a:lnTo>
                    <a:pt x="1944513" y="1484123"/>
                  </a:lnTo>
                  <a:lnTo>
                    <a:pt x="1950881" y="1490623"/>
                  </a:lnTo>
                  <a:lnTo>
                    <a:pt x="1972078" y="1490623"/>
                  </a:lnTo>
                  <a:lnTo>
                    <a:pt x="1978446" y="1482144"/>
                  </a:lnTo>
                  <a:lnTo>
                    <a:pt x="1978446" y="1465190"/>
                  </a:lnTo>
                  <a:lnTo>
                    <a:pt x="1972078" y="1456712"/>
                  </a:lnTo>
                  <a:close/>
                </a:path>
                <a:path w="9542780" h="6570345">
                  <a:moveTo>
                    <a:pt x="1972078" y="1501077"/>
                  </a:moveTo>
                  <a:lnTo>
                    <a:pt x="1950881" y="1501077"/>
                  </a:lnTo>
                  <a:lnTo>
                    <a:pt x="1944513" y="1507577"/>
                  </a:lnTo>
                  <a:lnTo>
                    <a:pt x="1944513" y="1528771"/>
                  </a:lnTo>
                  <a:lnTo>
                    <a:pt x="1950881" y="1534988"/>
                  </a:lnTo>
                  <a:lnTo>
                    <a:pt x="1972078" y="1534988"/>
                  </a:lnTo>
                  <a:lnTo>
                    <a:pt x="1978446" y="1526510"/>
                  </a:lnTo>
                  <a:lnTo>
                    <a:pt x="1978446" y="1509555"/>
                  </a:lnTo>
                  <a:lnTo>
                    <a:pt x="1972078" y="1501077"/>
                  </a:lnTo>
                  <a:close/>
                </a:path>
                <a:path w="9542780" h="6570345">
                  <a:moveTo>
                    <a:pt x="1972078" y="1545443"/>
                  </a:moveTo>
                  <a:lnTo>
                    <a:pt x="1950881" y="1545443"/>
                  </a:lnTo>
                  <a:lnTo>
                    <a:pt x="1944513" y="1551942"/>
                  </a:lnTo>
                  <a:lnTo>
                    <a:pt x="1944513" y="1573136"/>
                  </a:lnTo>
                  <a:lnTo>
                    <a:pt x="1950881" y="1579352"/>
                  </a:lnTo>
                  <a:lnTo>
                    <a:pt x="1972078" y="1579352"/>
                  </a:lnTo>
                  <a:lnTo>
                    <a:pt x="1978446" y="1570875"/>
                  </a:lnTo>
                  <a:lnTo>
                    <a:pt x="1978446" y="1553921"/>
                  </a:lnTo>
                  <a:lnTo>
                    <a:pt x="1972078" y="1545443"/>
                  </a:lnTo>
                  <a:close/>
                </a:path>
                <a:path w="9542780" h="6570345">
                  <a:moveTo>
                    <a:pt x="1972078" y="1590092"/>
                  </a:moveTo>
                  <a:lnTo>
                    <a:pt x="1950881" y="1590092"/>
                  </a:lnTo>
                  <a:lnTo>
                    <a:pt x="1944513" y="1596308"/>
                  </a:lnTo>
                  <a:lnTo>
                    <a:pt x="1944513" y="1615523"/>
                  </a:lnTo>
                  <a:lnTo>
                    <a:pt x="1950881" y="1624001"/>
                  </a:lnTo>
                  <a:lnTo>
                    <a:pt x="1972078" y="1624001"/>
                  </a:lnTo>
                  <a:lnTo>
                    <a:pt x="1978446" y="1615523"/>
                  </a:lnTo>
                  <a:lnTo>
                    <a:pt x="1978446" y="1598569"/>
                  </a:lnTo>
                  <a:lnTo>
                    <a:pt x="1972078" y="1590092"/>
                  </a:lnTo>
                  <a:close/>
                </a:path>
                <a:path w="9542780" h="6570345">
                  <a:moveTo>
                    <a:pt x="1972078" y="1634456"/>
                  </a:moveTo>
                  <a:lnTo>
                    <a:pt x="1950881" y="1634456"/>
                  </a:lnTo>
                  <a:lnTo>
                    <a:pt x="1944513" y="1640956"/>
                  </a:lnTo>
                  <a:lnTo>
                    <a:pt x="1944513" y="1659889"/>
                  </a:lnTo>
                  <a:lnTo>
                    <a:pt x="1950881" y="1668367"/>
                  </a:lnTo>
                  <a:lnTo>
                    <a:pt x="1972078" y="1668367"/>
                  </a:lnTo>
                  <a:lnTo>
                    <a:pt x="1978446" y="1659889"/>
                  </a:lnTo>
                  <a:lnTo>
                    <a:pt x="1978446" y="1642934"/>
                  </a:lnTo>
                  <a:lnTo>
                    <a:pt x="1972078" y="1634456"/>
                  </a:lnTo>
                  <a:close/>
                </a:path>
                <a:path w="9542780" h="6570345">
                  <a:moveTo>
                    <a:pt x="1972078" y="1676844"/>
                  </a:moveTo>
                  <a:lnTo>
                    <a:pt x="1950881" y="1676844"/>
                  </a:lnTo>
                  <a:lnTo>
                    <a:pt x="1944513" y="1683061"/>
                  </a:lnTo>
                  <a:lnTo>
                    <a:pt x="1944513" y="1704254"/>
                  </a:lnTo>
                  <a:lnTo>
                    <a:pt x="1950881" y="1710754"/>
                  </a:lnTo>
                  <a:lnTo>
                    <a:pt x="1972078" y="1710754"/>
                  </a:lnTo>
                  <a:lnTo>
                    <a:pt x="1978446" y="1704254"/>
                  </a:lnTo>
                  <a:lnTo>
                    <a:pt x="1978446" y="1685321"/>
                  </a:lnTo>
                  <a:lnTo>
                    <a:pt x="1972078" y="1676844"/>
                  </a:lnTo>
                  <a:close/>
                </a:path>
                <a:path w="9542780" h="6570345">
                  <a:moveTo>
                    <a:pt x="1972078" y="1721209"/>
                  </a:moveTo>
                  <a:lnTo>
                    <a:pt x="1950881" y="1721209"/>
                  </a:lnTo>
                  <a:lnTo>
                    <a:pt x="1944513" y="1727709"/>
                  </a:lnTo>
                  <a:lnTo>
                    <a:pt x="1944513" y="1748903"/>
                  </a:lnTo>
                  <a:lnTo>
                    <a:pt x="1950881" y="1755119"/>
                  </a:lnTo>
                  <a:lnTo>
                    <a:pt x="1972078" y="1755119"/>
                  </a:lnTo>
                  <a:lnTo>
                    <a:pt x="1978446" y="1748903"/>
                  </a:lnTo>
                  <a:lnTo>
                    <a:pt x="1978446" y="1729687"/>
                  </a:lnTo>
                  <a:lnTo>
                    <a:pt x="1972078" y="1721209"/>
                  </a:lnTo>
                  <a:close/>
                </a:path>
                <a:path w="9542780" h="6570345">
                  <a:moveTo>
                    <a:pt x="1972078" y="1765857"/>
                  </a:moveTo>
                  <a:lnTo>
                    <a:pt x="1950881" y="1765857"/>
                  </a:lnTo>
                  <a:lnTo>
                    <a:pt x="1944513" y="1772074"/>
                  </a:lnTo>
                  <a:lnTo>
                    <a:pt x="1944513" y="1793267"/>
                  </a:lnTo>
                  <a:lnTo>
                    <a:pt x="1950881" y="1799767"/>
                  </a:lnTo>
                  <a:lnTo>
                    <a:pt x="1972078" y="1799767"/>
                  </a:lnTo>
                  <a:lnTo>
                    <a:pt x="1978446" y="1791290"/>
                  </a:lnTo>
                  <a:lnTo>
                    <a:pt x="1978446" y="1774334"/>
                  </a:lnTo>
                  <a:lnTo>
                    <a:pt x="1972078" y="1765857"/>
                  </a:lnTo>
                  <a:close/>
                </a:path>
                <a:path w="9542780" h="6570345">
                  <a:moveTo>
                    <a:pt x="1972078" y="1810223"/>
                  </a:moveTo>
                  <a:lnTo>
                    <a:pt x="1950881" y="1810223"/>
                  </a:lnTo>
                  <a:lnTo>
                    <a:pt x="1944513" y="1816722"/>
                  </a:lnTo>
                  <a:lnTo>
                    <a:pt x="1944513" y="1837634"/>
                  </a:lnTo>
                  <a:lnTo>
                    <a:pt x="1950881" y="1844132"/>
                  </a:lnTo>
                  <a:lnTo>
                    <a:pt x="1972078" y="1844132"/>
                  </a:lnTo>
                  <a:lnTo>
                    <a:pt x="1978446" y="1835655"/>
                  </a:lnTo>
                  <a:lnTo>
                    <a:pt x="1978446" y="1818700"/>
                  </a:lnTo>
                  <a:lnTo>
                    <a:pt x="1972078" y="1810223"/>
                  </a:lnTo>
                  <a:close/>
                </a:path>
                <a:path w="9542780" h="6570345">
                  <a:moveTo>
                    <a:pt x="1972078" y="1854588"/>
                  </a:moveTo>
                  <a:lnTo>
                    <a:pt x="1950881" y="1854588"/>
                  </a:lnTo>
                  <a:lnTo>
                    <a:pt x="1944513" y="1861088"/>
                  </a:lnTo>
                  <a:lnTo>
                    <a:pt x="1944513" y="1880021"/>
                  </a:lnTo>
                  <a:lnTo>
                    <a:pt x="1950881" y="1888498"/>
                  </a:lnTo>
                  <a:lnTo>
                    <a:pt x="1972078" y="1888498"/>
                  </a:lnTo>
                  <a:lnTo>
                    <a:pt x="1978446" y="1880021"/>
                  </a:lnTo>
                  <a:lnTo>
                    <a:pt x="1978446" y="1863065"/>
                  </a:lnTo>
                  <a:lnTo>
                    <a:pt x="1972078" y="1854588"/>
                  </a:lnTo>
                  <a:close/>
                </a:path>
                <a:path w="9542780" h="6570345">
                  <a:moveTo>
                    <a:pt x="1972078" y="1899236"/>
                  </a:moveTo>
                  <a:lnTo>
                    <a:pt x="1950881" y="1899236"/>
                  </a:lnTo>
                  <a:lnTo>
                    <a:pt x="1944513" y="1905453"/>
                  </a:lnTo>
                  <a:lnTo>
                    <a:pt x="1944513" y="1924669"/>
                  </a:lnTo>
                  <a:lnTo>
                    <a:pt x="1950881" y="1933147"/>
                  </a:lnTo>
                  <a:lnTo>
                    <a:pt x="1972078" y="1933147"/>
                  </a:lnTo>
                  <a:lnTo>
                    <a:pt x="1978446" y="1924669"/>
                  </a:lnTo>
                  <a:lnTo>
                    <a:pt x="1978446" y="1907713"/>
                  </a:lnTo>
                  <a:lnTo>
                    <a:pt x="1972078" y="1899236"/>
                  </a:lnTo>
                  <a:close/>
                </a:path>
                <a:path w="9542780" h="6570345">
                  <a:moveTo>
                    <a:pt x="1972078" y="1943601"/>
                  </a:moveTo>
                  <a:lnTo>
                    <a:pt x="1950881" y="1943601"/>
                  </a:lnTo>
                  <a:lnTo>
                    <a:pt x="1944513" y="1950101"/>
                  </a:lnTo>
                  <a:lnTo>
                    <a:pt x="1944513" y="1971295"/>
                  </a:lnTo>
                  <a:lnTo>
                    <a:pt x="1950881" y="1977511"/>
                  </a:lnTo>
                  <a:lnTo>
                    <a:pt x="1972078" y="1977511"/>
                  </a:lnTo>
                  <a:lnTo>
                    <a:pt x="1978446" y="1969034"/>
                  </a:lnTo>
                  <a:lnTo>
                    <a:pt x="1978446" y="1952080"/>
                  </a:lnTo>
                  <a:lnTo>
                    <a:pt x="1972078" y="1943601"/>
                  </a:lnTo>
                  <a:close/>
                </a:path>
                <a:path w="9542780" h="6570345">
                  <a:moveTo>
                    <a:pt x="1972078" y="1985989"/>
                  </a:moveTo>
                  <a:lnTo>
                    <a:pt x="1950881" y="1985989"/>
                  </a:lnTo>
                  <a:lnTo>
                    <a:pt x="1944513" y="1992205"/>
                  </a:lnTo>
                  <a:lnTo>
                    <a:pt x="1944513" y="2013399"/>
                  </a:lnTo>
                  <a:lnTo>
                    <a:pt x="1950881" y="2019899"/>
                  </a:lnTo>
                  <a:lnTo>
                    <a:pt x="1972078" y="2019899"/>
                  </a:lnTo>
                  <a:lnTo>
                    <a:pt x="1978446" y="2013399"/>
                  </a:lnTo>
                  <a:lnTo>
                    <a:pt x="1978446" y="1994466"/>
                  </a:lnTo>
                  <a:lnTo>
                    <a:pt x="1972078" y="1985989"/>
                  </a:lnTo>
                  <a:close/>
                </a:path>
                <a:path w="9542780" h="6570345">
                  <a:moveTo>
                    <a:pt x="1972078" y="2030355"/>
                  </a:moveTo>
                  <a:lnTo>
                    <a:pt x="1950881" y="2030355"/>
                  </a:lnTo>
                  <a:lnTo>
                    <a:pt x="1944513" y="2036853"/>
                  </a:lnTo>
                  <a:lnTo>
                    <a:pt x="1944513" y="2058047"/>
                  </a:lnTo>
                  <a:lnTo>
                    <a:pt x="1950881" y="2064264"/>
                  </a:lnTo>
                  <a:lnTo>
                    <a:pt x="1972078" y="2064264"/>
                  </a:lnTo>
                  <a:lnTo>
                    <a:pt x="1978446" y="2058047"/>
                  </a:lnTo>
                  <a:lnTo>
                    <a:pt x="1978446" y="2038832"/>
                  </a:lnTo>
                  <a:lnTo>
                    <a:pt x="1972078" y="2030355"/>
                  </a:lnTo>
                  <a:close/>
                </a:path>
                <a:path w="9542780" h="6570345">
                  <a:moveTo>
                    <a:pt x="1972078" y="2075003"/>
                  </a:moveTo>
                  <a:lnTo>
                    <a:pt x="1950881" y="2075003"/>
                  </a:lnTo>
                  <a:lnTo>
                    <a:pt x="1944513" y="2081220"/>
                  </a:lnTo>
                  <a:lnTo>
                    <a:pt x="1944513" y="2102413"/>
                  </a:lnTo>
                  <a:lnTo>
                    <a:pt x="1950881" y="2108912"/>
                  </a:lnTo>
                  <a:lnTo>
                    <a:pt x="1972078" y="2108912"/>
                  </a:lnTo>
                  <a:lnTo>
                    <a:pt x="1978446" y="2100435"/>
                  </a:lnTo>
                  <a:lnTo>
                    <a:pt x="1978446" y="2083480"/>
                  </a:lnTo>
                  <a:lnTo>
                    <a:pt x="1972078" y="2075003"/>
                  </a:lnTo>
                  <a:close/>
                </a:path>
                <a:path w="9542780" h="6570345">
                  <a:moveTo>
                    <a:pt x="1972078" y="2119368"/>
                  </a:moveTo>
                  <a:lnTo>
                    <a:pt x="1950881" y="2119368"/>
                  </a:lnTo>
                  <a:lnTo>
                    <a:pt x="1944513" y="2125585"/>
                  </a:lnTo>
                  <a:lnTo>
                    <a:pt x="1944513" y="2144801"/>
                  </a:lnTo>
                  <a:lnTo>
                    <a:pt x="1950881" y="2153278"/>
                  </a:lnTo>
                  <a:lnTo>
                    <a:pt x="1972078" y="2153278"/>
                  </a:lnTo>
                  <a:lnTo>
                    <a:pt x="1978446" y="2144801"/>
                  </a:lnTo>
                  <a:lnTo>
                    <a:pt x="1978446" y="2127845"/>
                  </a:lnTo>
                  <a:lnTo>
                    <a:pt x="1972078" y="2119368"/>
                  </a:lnTo>
                  <a:close/>
                </a:path>
                <a:path w="9542780" h="6570345">
                  <a:moveTo>
                    <a:pt x="1972078" y="2163733"/>
                  </a:moveTo>
                  <a:lnTo>
                    <a:pt x="1950881" y="2163733"/>
                  </a:lnTo>
                  <a:lnTo>
                    <a:pt x="1944513" y="2170233"/>
                  </a:lnTo>
                  <a:lnTo>
                    <a:pt x="1944513" y="2189166"/>
                  </a:lnTo>
                  <a:lnTo>
                    <a:pt x="1950881" y="2197643"/>
                  </a:lnTo>
                  <a:lnTo>
                    <a:pt x="1972078" y="2197643"/>
                  </a:lnTo>
                  <a:lnTo>
                    <a:pt x="1978446" y="2189166"/>
                  </a:lnTo>
                  <a:lnTo>
                    <a:pt x="1978446" y="2172211"/>
                  </a:lnTo>
                  <a:lnTo>
                    <a:pt x="1972078" y="2163733"/>
                  </a:lnTo>
                  <a:close/>
                </a:path>
                <a:path w="9542780" h="6570345">
                  <a:moveTo>
                    <a:pt x="1972078" y="2208381"/>
                  </a:moveTo>
                  <a:lnTo>
                    <a:pt x="1950881" y="2208381"/>
                  </a:lnTo>
                  <a:lnTo>
                    <a:pt x="1944513" y="2214598"/>
                  </a:lnTo>
                  <a:lnTo>
                    <a:pt x="1944513" y="2233814"/>
                  </a:lnTo>
                  <a:lnTo>
                    <a:pt x="1950881" y="2242291"/>
                  </a:lnTo>
                  <a:lnTo>
                    <a:pt x="1972078" y="2242291"/>
                  </a:lnTo>
                  <a:lnTo>
                    <a:pt x="1978446" y="2233814"/>
                  </a:lnTo>
                  <a:lnTo>
                    <a:pt x="1978446" y="2216859"/>
                  </a:lnTo>
                  <a:lnTo>
                    <a:pt x="1972078" y="2208381"/>
                  </a:lnTo>
                  <a:close/>
                </a:path>
                <a:path w="9542780" h="6570345">
                  <a:moveTo>
                    <a:pt x="1972078" y="2252747"/>
                  </a:moveTo>
                  <a:lnTo>
                    <a:pt x="1950881" y="2252747"/>
                  </a:lnTo>
                  <a:lnTo>
                    <a:pt x="1944513" y="2259246"/>
                  </a:lnTo>
                  <a:lnTo>
                    <a:pt x="1944513" y="2280157"/>
                  </a:lnTo>
                  <a:lnTo>
                    <a:pt x="1950881" y="2286656"/>
                  </a:lnTo>
                  <a:lnTo>
                    <a:pt x="1972078" y="2286656"/>
                  </a:lnTo>
                  <a:lnTo>
                    <a:pt x="1978446" y="2278179"/>
                  </a:lnTo>
                  <a:lnTo>
                    <a:pt x="1978446" y="2261224"/>
                  </a:lnTo>
                  <a:lnTo>
                    <a:pt x="1972078" y="2252747"/>
                  </a:lnTo>
                  <a:close/>
                </a:path>
                <a:path w="9542780" h="6570345">
                  <a:moveTo>
                    <a:pt x="1972078" y="2295135"/>
                  </a:moveTo>
                  <a:lnTo>
                    <a:pt x="1950881" y="2295135"/>
                  </a:lnTo>
                  <a:lnTo>
                    <a:pt x="1944513" y="2301351"/>
                  </a:lnTo>
                  <a:lnTo>
                    <a:pt x="1944513" y="2322545"/>
                  </a:lnTo>
                  <a:lnTo>
                    <a:pt x="1950881" y="2329044"/>
                  </a:lnTo>
                  <a:lnTo>
                    <a:pt x="1972078" y="2329044"/>
                  </a:lnTo>
                  <a:lnTo>
                    <a:pt x="1978446" y="2322545"/>
                  </a:lnTo>
                  <a:lnTo>
                    <a:pt x="1978446" y="2303612"/>
                  </a:lnTo>
                  <a:lnTo>
                    <a:pt x="1972078" y="2295135"/>
                  </a:lnTo>
                  <a:close/>
                </a:path>
                <a:path w="9542780" h="6570345">
                  <a:moveTo>
                    <a:pt x="1972078" y="2339500"/>
                  </a:moveTo>
                  <a:lnTo>
                    <a:pt x="1950881" y="2339500"/>
                  </a:lnTo>
                  <a:lnTo>
                    <a:pt x="1944513" y="2345999"/>
                  </a:lnTo>
                  <a:lnTo>
                    <a:pt x="1944513" y="2367193"/>
                  </a:lnTo>
                  <a:lnTo>
                    <a:pt x="1950881" y="2373410"/>
                  </a:lnTo>
                  <a:lnTo>
                    <a:pt x="1972078" y="2373410"/>
                  </a:lnTo>
                  <a:lnTo>
                    <a:pt x="1978446" y="2367193"/>
                  </a:lnTo>
                  <a:lnTo>
                    <a:pt x="1978446" y="2347977"/>
                  </a:lnTo>
                  <a:lnTo>
                    <a:pt x="1972078" y="2339500"/>
                  </a:lnTo>
                  <a:close/>
                </a:path>
                <a:path w="9542780" h="6570345">
                  <a:moveTo>
                    <a:pt x="1972078" y="2384148"/>
                  </a:moveTo>
                  <a:lnTo>
                    <a:pt x="1950881" y="2384148"/>
                  </a:lnTo>
                  <a:lnTo>
                    <a:pt x="1944513" y="2390364"/>
                  </a:lnTo>
                  <a:lnTo>
                    <a:pt x="1944513" y="2411558"/>
                  </a:lnTo>
                  <a:lnTo>
                    <a:pt x="1950881" y="2417775"/>
                  </a:lnTo>
                  <a:lnTo>
                    <a:pt x="1972078" y="2417775"/>
                  </a:lnTo>
                  <a:lnTo>
                    <a:pt x="1978446" y="2409579"/>
                  </a:lnTo>
                  <a:lnTo>
                    <a:pt x="1978446" y="2392625"/>
                  </a:lnTo>
                  <a:lnTo>
                    <a:pt x="1972078" y="2384148"/>
                  </a:lnTo>
                  <a:close/>
                </a:path>
                <a:path w="9542780" h="6570345">
                  <a:moveTo>
                    <a:pt x="1972078" y="2428513"/>
                  </a:moveTo>
                  <a:lnTo>
                    <a:pt x="1950881" y="2428513"/>
                  </a:lnTo>
                  <a:lnTo>
                    <a:pt x="1944513" y="2434729"/>
                  </a:lnTo>
                  <a:lnTo>
                    <a:pt x="1944513" y="2453946"/>
                  </a:lnTo>
                  <a:lnTo>
                    <a:pt x="1950881" y="2462423"/>
                  </a:lnTo>
                  <a:lnTo>
                    <a:pt x="1972078" y="2462423"/>
                  </a:lnTo>
                  <a:lnTo>
                    <a:pt x="1978446" y="2453946"/>
                  </a:lnTo>
                  <a:lnTo>
                    <a:pt x="1978446" y="2436991"/>
                  </a:lnTo>
                  <a:lnTo>
                    <a:pt x="1972078" y="2428513"/>
                  </a:lnTo>
                  <a:close/>
                </a:path>
                <a:path w="9542780" h="6570345">
                  <a:moveTo>
                    <a:pt x="1972078" y="2472879"/>
                  </a:moveTo>
                  <a:lnTo>
                    <a:pt x="1950881" y="2472879"/>
                  </a:lnTo>
                  <a:lnTo>
                    <a:pt x="1944513" y="2479377"/>
                  </a:lnTo>
                  <a:lnTo>
                    <a:pt x="1944513" y="2498310"/>
                  </a:lnTo>
                  <a:lnTo>
                    <a:pt x="1950881" y="2506788"/>
                  </a:lnTo>
                  <a:lnTo>
                    <a:pt x="1972078" y="2506788"/>
                  </a:lnTo>
                  <a:lnTo>
                    <a:pt x="1978446" y="2498310"/>
                  </a:lnTo>
                  <a:lnTo>
                    <a:pt x="1978446" y="2481356"/>
                  </a:lnTo>
                  <a:lnTo>
                    <a:pt x="1972078" y="2472879"/>
                  </a:lnTo>
                  <a:close/>
                </a:path>
                <a:path w="9542780" h="6570345">
                  <a:moveTo>
                    <a:pt x="1972078" y="2517527"/>
                  </a:moveTo>
                  <a:lnTo>
                    <a:pt x="1950881" y="2517527"/>
                  </a:lnTo>
                  <a:lnTo>
                    <a:pt x="1944513" y="2523743"/>
                  </a:lnTo>
                  <a:lnTo>
                    <a:pt x="1944513" y="2544937"/>
                  </a:lnTo>
                  <a:lnTo>
                    <a:pt x="1950881" y="2551436"/>
                  </a:lnTo>
                  <a:lnTo>
                    <a:pt x="1972078" y="2551436"/>
                  </a:lnTo>
                  <a:lnTo>
                    <a:pt x="1978446" y="2542959"/>
                  </a:lnTo>
                  <a:lnTo>
                    <a:pt x="1978446" y="2526004"/>
                  </a:lnTo>
                  <a:lnTo>
                    <a:pt x="1972078" y="2517527"/>
                  </a:lnTo>
                  <a:close/>
                </a:path>
                <a:path w="9542780" h="6570345">
                  <a:moveTo>
                    <a:pt x="1972078" y="2561892"/>
                  </a:moveTo>
                  <a:lnTo>
                    <a:pt x="1950881" y="2561892"/>
                  </a:lnTo>
                  <a:lnTo>
                    <a:pt x="1944513" y="2568108"/>
                  </a:lnTo>
                  <a:lnTo>
                    <a:pt x="1944513" y="2589302"/>
                  </a:lnTo>
                  <a:lnTo>
                    <a:pt x="1950881" y="2595802"/>
                  </a:lnTo>
                  <a:lnTo>
                    <a:pt x="1972078" y="2595802"/>
                  </a:lnTo>
                  <a:lnTo>
                    <a:pt x="1978446" y="2587325"/>
                  </a:lnTo>
                  <a:lnTo>
                    <a:pt x="1978446" y="2570369"/>
                  </a:lnTo>
                  <a:lnTo>
                    <a:pt x="1972078" y="2561892"/>
                  </a:lnTo>
                  <a:close/>
                </a:path>
                <a:path w="9542780" h="6570345">
                  <a:moveTo>
                    <a:pt x="1972078" y="2604279"/>
                  </a:moveTo>
                  <a:lnTo>
                    <a:pt x="1950881" y="2604279"/>
                  </a:lnTo>
                  <a:lnTo>
                    <a:pt x="1944513" y="2610496"/>
                  </a:lnTo>
                  <a:lnTo>
                    <a:pt x="1944513" y="2631690"/>
                  </a:lnTo>
                  <a:lnTo>
                    <a:pt x="1950881" y="2638190"/>
                  </a:lnTo>
                  <a:lnTo>
                    <a:pt x="1972078" y="2638190"/>
                  </a:lnTo>
                  <a:lnTo>
                    <a:pt x="1978446" y="2631690"/>
                  </a:lnTo>
                  <a:lnTo>
                    <a:pt x="1978446" y="2612757"/>
                  </a:lnTo>
                  <a:lnTo>
                    <a:pt x="1972078" y="2604279"/>
                  </a:lnTo>
                  <a:close/>
                </a:path>
                <a:path w="9542780" h="6570345">
                  <a:moveTo>
                    <a:pt x="1972078" y="2648644"/>
                  </a:moveTo>
                  <a:lnTo>
                    <a:pt x="1950881" y="2648644"/>
                  </a:lnTo>
                  <a:lnTo>
                    <a:pt x="1944513" y="2655144"/>
                  </a:lnTo>
                  <a:lnTo>
                    <a:pt x="1944513" y="2676338"/>
                  </a:lnTo>
                  <a:lnTo>
                    <a:pt x="1950881" y="2682554"/>
                  </a:lnTo>
                  <a:lnTo>
                    <a:pt x="1972078" y="2682554"/>
                  </a:lnTo>
                  <a:lnTo>
                    <a:pt x="1978446" y="2676338"/>
                  </a:lnTo>
                  <a:lnTo>
                    <a:pt x="1978446" y="2657123"/>
                  </a:lnTo>
                  <a:lnTo>
                    <a:pt x="1972078" y="2648644"/>
                  </a:lnTo>
                  <a:close/>
                </a:path>
                <a:path w="9542780" h="6570345">
                  <a:moveTo>
                    <a:pt x="1972078" y="2693292"/>
                  </a:moveTo>
                  <a:lnTo>
                    <a:pt x="1950881" y="2693292"/>
                  </a:lnTo>
                  <a:lnTo>
                    <a:pt x="1944513" y="2699509"/>
                  </a:lnTo>
                  <a:lnTo>
                    <a:pt x="1944513" y="2718442"/>
                  </a:lnTo>
                  <a:lnTo>
                    <a:pt x="1950881" y="2726919"/>
                  </a:lnTo>
                  <a:lnTo>
                    <a:pt x="1972078" y="2726919"/>
                  </a:lnTo>
                  <a:lnTo>
                    <a:pt x="1978446" y="2718442"/>
                  </a:lnTo>
                  <a:lnTo>
                    <a:pt x="1978446" y="2701770"/>
                  </a:lnTo>
                  <a:lnTo>
                    <a:pt x="1972078" y="2693292"/>
                  </a:lnTo>
                  <a:close/>
                </a:path>
                <a:path w="9542780" h="6570345">
                  <a:moveTo>
                    <a:pt x="1972078" y="2737658"/>
                  </a:moveTo>
                  <a:lnTo>
                    <a:pt x="1950881" y="2737658"/>
                  </a:lnTo>
                  <a:lnTo>
                    <a:pt x="1944513" y="2743875"/>
                  </a:lnTo>
                  <a:lnTo>
                    <a:pt x="1944513" y="2763090"/>
                  </a:lnTo>
                  <a:lnTo>
                    <a:pt x="1950881" y="2771567"/>
                  </a:lnTo>
                  <a:lnTo>
                    <a:pt x="1972078" y="2771567"/>
                  </a:lnTo>
                  <a:lnTo>
                    <a:pt x="1978446" y="2763090"/>
                  </a:lnTo>
                  <a:lnTo>
                    <a:pt x="1978446" y="2746136"/>
                  </a:lnTo>
                  <a:lnTo>
                    <a:pt x="1972078" y="2737658"/>
                  </a:lnTo>
                  <a:close/>
                </a:path>
                <a:path w="9542780" h="6570345">
                  <a:moveTo>
                    <a:pt x="1972078" y="2782023"/>
                  </a:moveTo>
                  <a:lnTo>
                    <a:pt x="1950881" y="2782023"/>
                  </a:lnTo>
                  <a:lnTo>
                    <a:pt x="1944513" y="2788523"/>
                  </a:lnTo>
                  <a:lnTo>
                    <a:pt x="1944513" y="2807456"/>
                  </a:lnTo>
                  <a:lnTo>
                    <a:pt x="1950881" y="2815934"/>
                  </a:lnTo>
                  <a:lnTo>
                    <a:pt x="1972078" y="2815934"/>
                  </a:lnTo>
                  <a:lnTo>
                    <a:pt x="1978446" y="2807456"/>
                  </a:lnTo>
                  <a:lnTo>
                    <a:pt x="1978446" y="2790501"/>
                  </a:lnTo>
                  <a:lnTo>
                    <a:pt x="1972078" y="2782023"/>
                  </a:lnTo>
                  <a:close/>
                </a:path>
                <a:path w="9542780" h="6570345">
                  <a:moveTo>
                    <a:pt x="1972078" y="2826672"/>
                  </a:moveTo>
                  <a:lnTo>
                    <a:pt x="1950881" y="2826672"/>
                  </a:lnTo>
                  <a:lnTo>
                    <a:pt x="1944513" y="2832888"/>
                  </a:lnTo>
                  <a:lnTo>
                    <a:pt x="1944513" y="2851821"/>
                  </a:lnTo>
                  <a:lnTo>
                    <a:pt x="1950881" y="2860299"/>
                  </a:lnTo>
                  <a:lnTo>
                    <a:pt x="1972078" y="2860299"/>
                  </a:lnTo>
                  <a:lnTo>
                    <a:pt x="1978446" y="2851821"/>
                  </a:lnTo>
                  <a:lnTo>
                    <a:pt x="1978446" y="2835149"/>
                  </a:lnTo>
                  <a:lnTo>
                    <a:pt x="1972078" y="2826672"/>
                  </a:lnTo>
                  <a:close/>
                </a:path>
                <a:path w="9542780" h="6570345">
                  <a:moveTo>
                    <a:pt x="1972078" y="2871036"/>
                  </a:moveTo>
                  <a:lnTo>
                    <a:pt x="1950881" y="2871036"/>
                  </a:lnTo>
                  <a:lnTo>
                    <a:pt x="1944513" y="2877254"/>
                  </a:lnTo>
                  <a:lnTo>
                    <a:pt x="1944513" y="2896469"/>
                  </a:lnTo>
                  <a:lnTo>
                    <a:pt x="1950881" y="2904947"/>
                  </a:lnTo>
                  <a:lnTo>
                    <a:pt x="1972078" y="2904947"/>
                  </a:lnTo>
                  <a:lnTo>
                    <a:pt x="1978446" y="2896469"/>
                  </a:lnTo>
                  <a:lnTo>
                    <a:pt x="1978446" y="2879515"/>
                  </a:lnTo>
                  <a:lnTo>
                    <a:pt x="1972078" y="2871036"/>
                  </a:lnTo>
                  <a:close/>
                </a:path>
                <a:path w="9542780" h="6570345">
                  <a:moveTo>
                    <a:pt x="1972078" y="2913424"/>
                  </a:moveTo>
                  <a:lnTo>
                    <a:pt x="1950881" y="2913424"/>
                  </a:lnTo>
                  <a:lnTo>
                    <a:pt x="1944513" y="2919641"/>
                  </a:lnTo>
                  <a:lnTo>
                    <a:pt x="1944513" y="2938857"/>
                  </a:lnTo>
                  <a:lnTo>
                    <a:pt x="1950881" y="2947334"/>
                  </a:lnTo>
                  <a:lnTo>
                    <a:pt x="1972078" y="2947334"/>
                  </a:lnTo>
                  <a:lnTo>
                    <a:pt x="1978446" y="2940834"/>
                  </a:lnTo>
                  <a:lnTo>
                    <a:pt x="1978446" y="2921901"/>
                  </a:lnTo>
                  <a:lnTo>
                    <a:pt x="1972078" y="2913424"/>
                  </a:lnTo>
                  <a:close/>
                </a:path>
                <a:path w="9542780" h="6570345">
                  <a:moveTo>
                    <a:pt x="1972078" y="2957790"/>
                  </a:moveTo>
                  <a:lnTo>
                    <a:pt x="1950881" y="2957790"/>
                  </a:lnTo>
                  <a:lnTo>
                    <a:pt x="1944513" y="2964289"/>
                  </a:lnTo>
                  <a:lnTo>
                    <a:pt x="1944513" y="2983222"/>
                  </a:lnTo>
                  <a:lnTo>
                    <a:pt x="1950881" y="2991699"/>
                  </a:lnTo>
                  <a:lnTo>
                    <a:pt x="1972078" y="2991699"/>
                  </a:lnTo>
                  <a:lnTo>
                    <a:pt x="1978446" y="2985482"/>
                  </a:lnTo>
                  <a:lnTo>
                    <a:pt x="1978446" y="2966267"/>
                  </a:lnTo>
                  <a:lnTo>
                    <a:pt x="1972078" y="2957790"/>
                  </a:lnTo>
                  <a:close/>
                </a:path>
                <a:path w="9542780" h="6570345">
                  <a:moveTo>
                    <a:pt x="1972078" y="3002155"/>
                  </a:moveTo>
                  <a:lnTo>
                    <a:pt x="1950881" y="3002155"/>
                  </a:lnTo>
                  <a:lnTo>
                    <a:pt x="1944513" y="3008655"/>
                  </a:lnTo>
                  <a:lnTo>
                    <a:pt x="1944513" y="3027588"/>
                  </a:lnTo>
                  <a:lnTo>
                    <a:pt x="1950881" y="3036065"/>
                  </a:lnTo>
                  <a:lnTo>
                    <a:pt x="1972078" y="3036065"/>
                  </a:lnTo>
                  <a:lnTo>
                    <a:pt x="1978446" y="3027588"/>
                  </a:lnTo>
                  <a:lnTo>
                    <a:pt x="1978446" y="3010632"/>
                  </a:lnTo>
                  <a:lnTo>
                    <a:pt x="1972078" y="3002155"/>
                  </a:lnTo>
                  <a:close/>
                </a:path>
                <a:path w="9542780" h="6570345">
                  <a:moveTo>
                    <a:pt x="1972078" y="3046803"/>
                  </a:moveTo>
                  <a:lnTo>
                    <a:pt x="1950881" y="3046803"/>
                  </a:lnTo>
                  <a:lnTo>
                    <a:pt x="1944513" y="3053020"/>
                  </a:lnTo>
                  <a:lnTo>
                    <a:pt x="1944513" y="3072236"/>
                  </a:lnTo>
                  <a:lnTo>
                    <a:pt x="1950881" y="3080713"/>
                  </a:lnTo>
                  <a:lnTo>
                    <a:pt x="1972078" y="3080713"/>
                  </a:lnTo>
                  <a:lnTo>
                    <a:pt x="1978446" y="3072236"/>
                  </a:lnTo>
                  <a:lnTo>
                    <a:pt x="1978446" y="3055280"/>
                  </a:lnTo>
                  <a:lnTo>
                    <a:pt x="1972078" y="3046803"/>
                  </a:lnTo>
                  <a:close/>
                </a:path>
                <a:path w="9542780" h="6570345">
                  <a:moveTo>
                    <a:pt x="1972078" y="4459009"/>
                  </a:moveTo>
                  <a:lnTo>
                    <a:pt x="1950881" y="4459009"/>
                  </a:lnTo>
                  <a:lnTo>
                    <a:pt x="1944513" y="4465366"/>
                  </a:lnTo>
                  <a:lnTo>
                    <a:pt x="1944513" y="4484413"/>
                  </a:lnTo>
                  <a:lnTo>
                    <a:pt x="1950881" y="4492890"/>
                  </a:lnTo>
                  <a:lnTo>
                    <a:pt x="1972078" y="4492890"/>
                  </a:lnTo>
                  <a:lnTo>
                    <a:pt x="1978446" y="4486532"/>
                  </a:lnTo>
                  <a:lnTo>
                    <a:pt x="1978446" y="4467486"/>
                  </a:lnTo>
                  <a:lnTo>
                    <a:pt x="1972078" y="4459009"/>
                  </a:lnTo>
                  <a:close/>
                </a:path>
                <a:path w="9542780" h="6570345">
                  <a:moveTo>
                    <a:pt x="1972078" y="4503459"/>
                  </a:moveTo>
                  <a:lnTo>
                    <a:pt x="1950881" y="4503459"/>
                  </a:lnTo>
                  <a:lnTo>
                    <a:pt x="1944513" y="4509816"/>
                  </a:lnTo>
                  <a:lnTo>
                    <a:pt x="1944513" y="4528863"/>
                  </a:lnTo>
                  <a:lnTo>
                    <a:pt x="1950881" y="4537340"/>
                  </a:lnTo>
                  <a:lnTo>
                    <a:pt x="1972078" y="4537340"/>
                  </a:lnTo>
                  <a:lnTo>
                    <a:pt x="1978446" y="4530982"/>
                  </a:lnTo>
                  <a:lnTo>
                    <a:pt x="1978446" y="4511936"/>
                  </a:lnTo>
                  <a:lnTo>
                    <a:pt x="1972078" y="4503459"/>
                  </a:lnTo>
                  <a:close/>
                </a:path>
                <a:path w="9542780" h="6570345">
                  <a:moveTo>
                    <a:pt x="1972078" y="4547937"/>
                  </a:moveTo>
                  <a:lnTo>
                    <a:pt x="1950881" y="4547937"/>
                  </a:lnTo>
                  <a:lnTo>
                    <a:pt x="1944513" y="4554296"/>
                  </a:lnTo>
                  <a:lnTo>
                    <a:pt x="1944513" y="4573342"/>
                  </a:lnTo>
                  <a:lnTo>
                    <a:pt x="1950881" y="4581819"/>
                  </a:lnTo>
                  <a:lnTo>
                    <a:pt x="1972078" y="4581819"/>
                  </a:lnTo>
                  <a:lnTo>
                    <a:pt x="1978446" y="4573342"/>
                  </a:lnTo>
                  <a:lnTo>
                    <a:pt x="1978446" y="4556415"/>
                  </a:lnTo>
                  <a:lnTo>
                    <a:pt x="1972078" y="4547937"/>
                  </a:lnTo>
                  <a:close/>
                </a:path>
                <a:path w="9542780" h="6570345">
                  <a:moveTo>
                    <a:pt x="1972078" y="4990461"/>
                  </a:moveTo>
                  <a:lnTo>
                    <a:pt x="1950881" y="4990461"/>
                  </a:lnTo>
                  <a:lnTo>
                    <a:pt x="1944513" y="4996792"/>
                  </a:lnTo>
                  <a:lnTo>
                    <a:pt x="1944513" y="5015866"/>
                  </a:lnTo>
                  <a:lnTo>
                    <a:pt x="1950881" y="5024343"/>
                  </a:lnTo>
                  <a:lnTo>
                    <a:pt x="1972078" y="5024343"/>
                  </a:lnTo>
                  <a:lnTo>
                    <a:pt x="1978446" y="5015866"/>
                  </a:lnTo>
                  <a:lnTo>
                    <a:pt x="1978446" y="4998910"/>
                  </a:lnTo>
                  <a:lnTo>
                    <a:pt x="1972078" y="4990461"/>
                  </a:lnTo>
                  <a:close/>
                </a:path>
                <a:path w="9542780" h="6570345">
                  <a:moveTo>
                    <a:pt x="1972078" y="5034912"/>
                  </a:moveTo>
                  <a:lnTo>
                    <a:pt x="1950881" y="5034912"/>
                  </a:lnTo>
                  <a:lnTo>
                    <a:pt x="1944513" y="5041270"/>
                  </a:lnTo>
                  <a:lnTo>
                    <a:pt x="1944513" y="5060316"/>
                  </a:lnTo>
                  <a:lnTo>
                    <a:pt x="1950881" y="5068793"/>
                  </a:lnTo>
                  <a:lnTo>
                    <a:pt x="1972078" y="5068793"/>
                  </a:lnTo>
                  <a:lnTo>
                    <a:pt x="1978446" y="5060316"/>
                  </a:lnTo>
                  <a:lnTo>
                    <a:pt x="1978446" y="5043389"/>
                  </a:lnTo>
                  <a:lnTo>
                    <a:pt x="1972078" y="5034912"/>
                  </a:lnTo>
                  <a:close/>
                </a:path>
                <a:path w="9542780" h="6570345">
                  <a:moveTo>
                    <a:pt x="1972078" y="5077270"/>
                  </a:moveTo>
                  <a:lnTo>
                    <a:pt x="1950881" y="5077270"/>
                  </a:lnTo>
                  <a:lnTo>
                    <a:pt x="1944513" y="5083629"/>
                  </a:lnTo>
                  <a:lnTo>
                    <a:pt x="1944513" y="5102675"/>
                  </a:lnTo>
                  <a:lnTo>
                    <a:pt x="1950881" y="5111153"/>
                  </a:lnTo>
                  <a:lnTo>
                    <a:pt x="1972078" y="5111153"/>
                  </a:lnTo>
                  <a:lnTo>
                    <a:pt x="1978446" y="5104794"/>
                  </a:lnTo>
                  <a:lnTo>
                    <a:pt x="1978446" y="5085720"/>
                  </a:lnTo>
                  <a:lnTo>
                    <a:pt x="1972078" y="5077270"/>
                  </a:lnTo>
                  <a:close/>
                </a:path>
                <a:path w="9542780" h="6570345">
                  <a:moveTo>
                    <a:pt x="1972078" y="5121720"/>
                  </a:moveTo>
                  <a:lnTo>
                    <a:pt x="1950881" y="5121720"/>
                  </a:lnTo>
                  <a:lnTo>
                    <a:pt x="1944513" y="5128079"/>
                  </a:lnTo>
                  <a:lnTo>
                    <a:pt x="1944513" y="5147125"/>
                  </a:lnTo>
                  <a:lnTo>
                    <a:pt x="1950881" y="5155603"/>
                  </a:lnTo>
                  <a:lnTo>
                    <a:pt x="1972078" y="5155603"/>
                  </a:lnTo>
                  <a:lnTo>
                    <a:pt x="1978446" y="5149244"/>
                  </a:lnTo>
                  <a:lnTo>
                    <a:pt x="1978446" y="5130199"/>
                  </a:lnTo>
                  <a:lnTo>
                    <a:pt x="1972078" y="5121720"/>
                  </a:lnTo>
                  <a:close/>
                </a:path>
                <a:path w="9542780" h="6570345">
                  <a:moveTo>
                    <a:pt x="1972078" y="5166199"/>
                  </a:moveTo>
                  <a:lnTo>
                    <a:pt x="1950881" y="5166199"/>
                  </a:lnTo>
                  <a:lnTo>
                    <a:pt x="1944513" y="5172529"/>
                  </a:lnTo>
                  <a:lnTo>
                    <a:pt x="1944513" y="5191603"/>
                  </a:lnTo>
                  <a:lnTo>
                    <a:pt x="1950881" y="5200081"/>
                  </a:lnTo>
                  <a:lnTo>
                    <a:pt x="1972078" y="5200081"/>
                  </a:lnTo>
                  <a:lnTo>
                    <a:pt x="1978446" y="5191603"/>
                  </a:lnTo>
                  <a:lnTo>
                    <a:pt x="1978446" y="5174649"/>
                  </a:lnTo>
                  <a:lnTo>
                    <a:pt x="1972078" y="5166199"/>
                  </a:lnTo>
                  <a:close/>
                </a:path>
                <a:path w="9542780" h="6570345">
                  <a:moveTo>
                    <a:pt x="1972078" y="5210649"/>
                  </a:moveTo>
                  <a:lnTo>
                    <a:pt x="1950881" y="5210649"/>
                  </a:lnTo>
                  <a:lnTo>
                    <a:pt x="1944513" y="5217007"/>
                  </a:lnTo>
                  <a:lnTo>
                    <a:pt x="1944513" y="5236053"/>
                  </a:lnTo>
                  <a:lnTo>
                    <a:pt x="1950881" y="5244531"/>
                  </a:lnTo>
                  <a:lnTo>
                    <a:pt x="1972078" y="5244531"/>
                  </a:lnTo>
                  <a:lnTo>
                    <a:pt x="1978446" y="5236053"/>
                  </a:lnTo>
                  <a:lnTo>
                    <a:pt x="1978446" y="5219127"/>
                  </a:lnTo>
                  <a:lnTo>
                    <a:pt x="1972078" y="5210649"/>
                  </a:lnTo>
                  <a:close/>
                </a:path>
                <a:path w="9542780" h="6570345">
                  <a:moveTo>
                    <a:pt x="1972078" y="5255127"/>
                  </a:moveTo>
                  <a:lnTo>
                    <a:pt x="1950881" y="5255127"/>
                  </a:lnTo>
                  <a:lnTo>
                    <a:pt x="1944513" y="5261458"/>
                  </a:lnTo>
                  <a:lnTo>
                    <a:pt x="1944513" y="5282651"/>
                  </a:lnTo>
                  <a:lnTo>
                    <a:pt x="1950881" y="5288982"/>
                  </a:lnTo>
                  <a:lnTo>
                    <a:pt x="1972078" y="5288982"/>
                  </a:lnTo>
                  <a:lnTo>
                    <a:pt x="1978446" y="5280533"/>
                  </a:lnTo>
                  <a:lnTo>
                    <a:pt x="1978446" y="5263577"/>
                  </a:lnTo>
                  <a:lnTo>
                    <a:pt x="1972078" y="5255127"/>
                  </a:lnTo>
                  <a:close/>
                </a:path>
                <a:path w="9542780" h="6570345">
                  <a:moveTo>
                    <a:pt x="1972078" y="5299579"/>
                  </a:moveTo>
                  <a:lnTo>
                    <a:pt x="1950881" y="5299579"/>
                  </a:lnTo>
                  <a:lnTo>
                    <a:pt x="1944513" y="5305936"/>
                  </a:lnTo>
                  <a:lnTo>
                    <a:pt x="1944513" y="5327102"/>
                  </a:lnTo>
                  <a:lnTo>
                    <a:pt x="1950881" y="5333460"/>
                  </a:lnTo>
                  <a:lnTo>
                    <a:pt x="1972078" y="5333460"/>
                  </a:lnTo>
                  <a:lnTo>
                    <a:pt x="1978446" y="5324983"/>
                  </a:lnTo>
                  <a:lnTo>
                    <a:pt x="1978446" y="5308056"/>
                  </a:lnTo>
                  <a:lnTo>
                    <a:pt x="1972078" y="5299579"/>
                  </a:lnTo>
                  <a:close/>
                </a:path>
                <a:path w="9542780" h="6570345">
                  <a:moveTo>
                    <a:pt x="1972078" y="5344057"/>
                  </a:moveTo>
                  <a:lnTo>
                    <a:pt x="1950881" y="5344057"/>
                  </a:lnTo>
                  <a:lnTo>
                    <a:pt x="1944513" y="5350386"/>
                  </a:lnTo>
                  <a:lnTo>
                    <a:pt x="1944513" y="5369460"/>
                  </a:lnTo>
                  <a:lnTo>
                    <a:pt x="1950881" y="5377910"/>
                  </a:lnTo>
                  <a:lnTo>
                    <a:pt x="1972078" y="5377910"/>
                  </a:lnTo>
                  <a:lnTo>
                    <a:pt x="1978446" y="5369460"/>
                  </a:lnTo>
                  <a:lnTo>
                    <a:pt x="1978446" y="5352506"/>
                  </a:lnTo>
                  <a:lnTo>
                    <a:pt x="1972078" y="5344057"/>
                  </a:lnTo>
                  <a:close/>
                </a:path>
                <a:path w="9542780" h="6570345">
                  <a:moveTo>
                    <a:pt x="1972078" y="5386387"/>
                  </a:moveTo>
                  <a:lnTo>
                    <a:pt x="1950881" y="5386387"/>
                  </a:lnTo>
                  <a:lnTo>
                    <a:pt x="1944513" y="5392746"/>
                  </a:lnTo>
                  <a:lnTo>
                    <a:pt x="1944513" y="5411792"/>
                  </a:lnTo>
                  <a:lnTo>
                    <a:pt x="1950881" y="5420269"/>
                  </a:lnTo>
                  <a:lnTo>
                    <a:pt x="1972078" y="5420269"/>
                  </a:lnTo>
                  <a:lnTo>
                    <a:pt x="1978446" y="5413910"/>
                  </a:lnTo>
                  <a:lnTo>
                    <a:pt x="1978446" y="5394866"/>
                  </a:lnTo>
                  <a:lnTo>
                    <a:pt x="1972078" y="5386387"/>
                  </a:lnTo>
                  <a:close/>
                </a:path>
                <a:path w="9542780" h="6570345">
                  <a:moveTo>
                    <a:pt x="1972078" y="5430866"/>
                  </a:moveTo>
                  <a:lnTo>
                    <a:pt x="1950881" y="5430866"/>
                  </a:lnTo>
                  <a:lnTo>
                    <a:pt x="1944513" y="5437196"/>
                  </a:lnTo>
                  <a:lnTo>
                    <a:pt x="1944513" y="5458390"/>
                  </a:lnTo>
                  <a:lnTo>
                    <a:pt x="1950881" y="5464719"/>
                  </a:lnTo>
                  <a:lnTo>
                    <a:pt x="1972078" y="5464719"/>
                  </a:lnTo>
                  <a:lnTo>
                    <a:pt x="1978446" y="5458390"/>
                  </a:lnTo>
                  <a:lnTo>
                    <a:pt x="1978446" y="5439316"/>
                  </a:lnTo>
                  <a:lnTo>
                    <a:pt x="1972078" y="5430866"/>
                  </a:lnTo>
                  <a:close/>
                </a:path>
                <a:path w="9542780" h="6570345">
                  <a:moveTo>
                    <a:pt x="1972078" y="5475316"/>
                  </a:moveTo>
                  <a:lnTo>
                    <a:pt x="1950881" y="5475316"/>
                  </a:lnTo>
                  <a:lnTo>
                    <a:pt x="1944513" y="5481674"/>
                  </a:lnTo>
                  <a:lnTo>
                    <a:pt x="1944513" y="5502840"/>
                  </a:lnTo>
                  <a:lnTo>
                    <a:pt x="1950881" y="5509197"/>
                  </a:lnTo>
                  <a:lnTo>
                    <a:pt x="1972078" y="5509197"/>
                  </a:lnTo>
                  <a:lnTo>
                    <a:pt x="1978446" y="5500720"/>
                  </a:lnTo>
                  <a:lnTo>
                    <a:pt x="1978446" y="5483793"/>
                  </a:lnTo>
                  <a:lnTo>
                    <a:pt x="1972078" y="5475316"/>
                  </a:lnTo>
                  <a:close/>
                </a:path>
                <a:path w="9542780" h="6570345">
                  <a:moveTo>
                    <a:pt x="1972078" y="5519794"/>
                  </a:moveTo>
                  <a:lnTo>
                    <a:pt x="1950881" y="5519794"/>
                  </a:lnTo>
                  <a:lnTo>
                    <a:pt x="1944513" y="5526124"/>
                  </a:lnTo>
                  <a:lnTo>
                    <a:pt x="1944513" y="5545199"/>
                  </a:lnTo>
                  <a:lnTo>
                    <a:pt x="1950881" y="5553649"/>
                  </a:lnTo>
                  <a:lnTo>
                    <a:pt x="1972078" y="5553649"/>
                  </a:lnTo>
                  <a:lnTo>
                    <a:pt x="1978446" y="5545199"/>
                  </a:lnTo>
                  <a:lnTo>
                    <a:pt x="1978446" y="5528243"/>
                  </a:lnTo>
                  <a:lnTo>
                    <a:pt x="1972078" y="5519794"/>
                  </a:lnTo>
                  <a:close/>
                </a:path>
                <a:path w="9542780" h="6570345">
                  <a:moveTo>
                    <a:pt x="1972078" y="5564245"/>
                  </a:moveTo>
                  <a:lnTo>
                    <a:pt x="1950881" y="5564245"/>
                  </a:lnTo>
                  <a:lnTo>
                    <a:pt x="1944513" y="5570603"/>
                  </a:lnTo>
                  <a:lnTo>
                    <a:pt x="1944513" y="5589649"/>
                  </a:lnTo>
                  <a:lnTo>
                    <a:pt x="1950881" y="5598126"/>
                  </a:lnTo>
                  <a:lnTo>
                    <a:pt x="1972078" y="5598126"/>
                  </a:lnTo>
                  <a:lnTo>
                    <a:pt x="1978446" y="5589649"/>
                  </a:lnTo>
                  <a:lnTo>
                    <a:pt x="1978446" y="5572723"/>
                  </a:lnTo>
                  <a:lnTo>
                    <a:pt x="1972078" y="5564245"/>
                  </a:lnTo>
                  <a:close/>
                </a:path>
                <a:path w="9542780" h="6570345">
                  <a:moveTo>
                    <a:pt x="1972078" y="5608723"/>
                  </a:moveTo>
                  <a:lnTo>
                    <a:pt x="1950881" y="5608723"/>
                  </a:lnTo>
                  <a:lnTo>
                    <a:pt x="1944513" y="5615053"/>
                  </a:lnTo>
                  <a:lnTo>
                    <a:pt x="1944513" y="5634127"/>
                  </a:lnTo>
                  <a:lnTo>
                    <a:pt x="1950881" y="5642576"/>
                  </a:lnTo>
                  <a:lnTo>
                    <a:pt x="1972078" y="5642576"/>
                  </a:lnTo>
                  <a:lnTo>
                    <a:pt x="1978446" y="5634127"/>
                  </a:lnTo>
                  <a:lnTo>
                    <a:pt x="1978446" y="5617173"/>
                  </a:lnTo>
                  <a:lnTo>
                    <a:pt x="1972078" y="5608723"/>
                  </a:lnTo>
                  <a:close/>
                </a:path>
                <a:path w="9542780" h="6570345">
                  <a:moveTo>
                    <a:pt x="1972078" y="5653173"/>
                  </a:moveTo>
                  <a:lnTo>
                    <a:pt x="1950881" y="5653173"/>
                  </a:lnTo>
                  <a:lnTo>
                    <a:pt x="1944513" y="5659531"/>
                  </a:lnTo>
                  <a:lnTo>
                    <a:pt x="1944513" y="5678577"/>
                  </a:lnTo>
                  <a:lnTo>
                    <a:pt x="1950881" y="5687056"/>
                  </a:lnTo>
                  <a:lnTo>
                    <a:pt x="1972078" y="5687056"/>
                  </a:lnTo>
                  <a:lnTo>
                    <a:pt x="1978446" y="5678577"/>
                  </a:lnTo>
                  <a:lnTo>
                    <a:pt x="1978446" y="5661651"/>
                  </a:lnTo>
                  <a:lnTo>
                    <a:pt x="1972078" y="5653173"/>
                  </a:lnTo>
                  <a:close/>
                </a:path>
                <a:path w="9542780" h="6570345">
                  <a:moveTo>
                    <a:pt x="1927560" y="1016166"/>
                  </a:moveTo>
                  <a:lnTo>
                    <a:pt x="1908486" y="1016166"/>
                  </a:lnTo>
                  <a:lnTo>
                    <a:pt x="1899994" y="1022666"/>
                  </a:lnTo>
                  <a:lnTo>
                    <a:pt x="1899994" y="1041599"/>
                  </a:lnTo>
                  <a:lnTo>
                    <a:pt x="1906362" y="1050076"/>
                  </a:lnTo>
                  <a:lnTo>
                    <a:pt x="1916948" y="1050076"/>
                  </a:lnTo>
                  <a:lnTo>
                    <a:pt x="1927560" y="1048097"/>
                  </a:lnTo>
                  <a:lnTo>
                    <a:pt x="1933928" y="1041599"/>
                  </a:lnTo>
                  <a:lnTo>
                    <a:pt x="1933928" y="1024644"/>
                  </a:lnTo>
                  <a:lnTo>
                    <a:pt x="1927560" y="1016166"/>
                  </a:lnTo>
                  <a:close/>
                </a:path>
                <a:path w="9542780" h="6570345">
                  <a:moveTo>
                    <a:pt x="1927560" y="1058553"/>
                  </a:moveTo>
                  <a:lnTo>
                    <a:pt x="1908486" y="1058553"/>
                  </a:lnTo>
                  <a:lnTo>
                    <a:pt x="1899994" y="1065053"/>
                  </a:lnTo>
                  <a:lnTo>
                    <a:pt x="1899994" y="1086247"/>
                  </a:lnTo>
                  <a:lnTo>
                    <a:pt x="1906362" y="1092464"/>
                  </a:lnTo>
                  <a:lnTo>
                    <a:pt x="1927560" y="1092464"/>
                  </a:lnTo>
                  <a:lnTo>
                    <a:pt x="1933928" y="1086247"/>
                  </a:lnTo>
                  <a:lnTo>
                    <a:pt x="1933928" y="1067031"/>
                  </a:lnTo>
                  <a:lnTo>
                    <a:pt x="1927560" y="1058553"/>
                  </a:lnTo>
                  <a:close/>
                </a:path>
                <a:path w="9542780" h="6570345">
                  <a:moveTo>
                    <a:pt x="1927560" y="1102920"/>
                  </a:moveTo>
                  <a:lnTo>
                    <a:pt x="1908486" y="1102920"/>
                  </a:lnTo>
                  <a:lnTo>
                    <a:pt x="1899994" y="1109418"/>
                  </a:lnTo>
                  <a:lnTo>
                    <a:pt x="1899994" y="1128351"/>
                  </a:lnTo>
                  <a:lnTo>
                    <a:pt x="1906362" y="1136829"/>
                  </a:lnTo>
                  <a:lnTo>
                    <a:pt x="1927560" y="1136829"/>
                  </a:lnTo>
                  <a:lnTo>
                    <a:pt x="1933928" y="1130612"/>
                  </a:lnTo>
                  <a:lnTo>
                    <a:pt x="1933928" y="1111397"/>
                  </a:lnTo>
                  <a:lnTo>
                    <a:pt x="1927560" y="1102920"/>
                  </a:lnTo>
                  <a:close/>
                </a:path>
                <a:path w="9542780" h="6570345">
                  <a:moveTo>
                    <a:pt x="1927560" y="1147568"/>
                  </a:moveTo>
                  <a:lnTo>
                    <a:pt x="1908486" y="1147568"/>
                  </a:lnTo>
                  <a:lnTo>
                    <a:pt x="1899994" y="1153784"/>
                  </a:lnTo>
                  <a:lnTo>
                    <a:pt x="1899994" y="1172999"/>
                  </a:lnTo>
                  <a:lnTo>
                    <a:pt x="1906362" y="1181477"/>
                  </a:lnTo>
                  <a:lnTo>
                    <a:pt x="1927560" y="1181477"/>
                  </a:lnTo>
                  <a:lnTo>
                    <a:pt x="1933928" y="1172999"/>
                  </a:lnTo>
                  <a:lnTo>
                    <a:pt x="1933928" y="1156045"/>
                  </a:lnTo>
                  <a:lnTo>
                    <a:pt x="1927560" y="1147568"/>
                  </a:lnTo>
                  <a:close/>
                </a:path>
                <a:path w="9542780" h="6570345">
                  <a:moveTo>
                    <a:pt x="1927560" y="1191933"/>
                  </a:moveTo>
                  <a:lnTo>
                    <a:pt x="1908486" y="1191933"/>
                  </a:lnTo>
                  <a:lnTo>
                    <a:pt x="1899994" y="1198432"/>
                  </a:lnTo>
                  <a:lnTo>
                    <a:pt x="1899994" y="1217364"/>
                  </a:lnTo>
                  <a:lnTo>
                    <a:pt x="1906362" y="1225843"/>
                  </a:lnTo>
                  <a:lnTo>
                    <a:pt x="1927560" y="1225843"/>
                  </a:lnTo>
                  <a:lnTo>
                    <a:pt x="1933928" y="1217364"/>
                  </a:lnTo>
                  <a:lnTo>
                    <a:pt x="1933928" y="1200410"/>
                  </a:lnTo>
                  <a:lnTo>
                    <a:pt x="1927560" y="1191933"/>
                  </a:lnTo>
                  <a:close/>
                </a:path>
                <a:path w="9542780" h="6570345">
                  <a:moveTo>
                    <a:pt x="1927560" y="1236581"/>
                  </a:moveTo>
                  <a:lnTo>
                    <a:pt x="1908486" y="1236581"/>
                  </a:lnTo>
                  <a:lnTo>
                    <a:pt x="1899994" y="1242797"/>
                  </a:lnTo>
                  <a:lnTo>
                    <a:pt x="1899994" y="1261731"/>
                  </a:lnTo>
                  <a:lnTo>
                    <a:pt x="1906362" y="1270208"/>
                  </a:lnTo>
                  <a:lnTo>
                    <a:pt x="1927560" y="1270208"/>
                  </a:lnTo>
                  <a:lnTo>
                    <a:pt x="1933928" y="1261731"/>
                  </a:lnTo>
                  <a:lnTo>
                    <a:pt x="1933928" y="1244776"/>
                  </a:lnTo>
                  <a:lnTo>
                    <a:pt x="1927560" y="1236581"/>
                  </a:lnTo>
                  <a:close/>
                </a:path>
                <a:path w="9542780" h="6570345">
                  <a:moveTo>
                    <a:pt x="1927560" y="1280946"/>
                  </a:moveTo>
                  <a:lnTo>
                    <a:pt x="1908486" y="1280946"/>
                  </a:lnTo>
                  <a:lnTo>
                    <a:pt x="1899994" y="1287162"/>
                  </a:lnTo>
                  <a:lnTo>
                    <a:pt x="1899994" y="1306379"/>
                  </a:lnTo>
                  <a:lnTo>
                    <a:pt x="1906362" y="1314856"/>
                  </a:lnTo>
                  <a:lnTo>
                    <a:pt x="1916948" y="1314856"/>
                  </a:lnTo>
                  <a:lnTo>
                    <a:pt x="1927560" y="1312595"/>
                  </a:lnTo>
                  <a:lnTo>
                    <a:pt x="1933928" y="1306379"/>
                  </a:lnTo>
                  <a:lnTo>
                    <a:pt x="1933928" y="1289423"/>
                  </a:lnTo>
                  <a:lnTo>
                    <a:pt x="1927560" y="1280946"/>
                  </a:lnTo>
                  <a:close/>
                </a:path>
                <a:path w="9542780" h="6570345">
                  <a:moveTo>
                    <a:pt x="1927560" y="1325312"/>
                  </a:moveTo>
                  <a:lnTo>
                    <a:pt x="1908486" y="1325312"/>
                  </a:lnTo>
                  <a:lnTo>
                    <a:pt x="1899994" y="1331810"/>
                  </a:lnTo>
                  <a:lnTo>
                    <a:pt x="1899994" y="1350744"/>
                  </a:lnTo>
                  <a:lnTo>
                    <a:pt x="1906362" y="1359221"/>
                  </a:lnTo>
                  <a:lnTo>
                    <a:pt x="1916948" y="1359221"/>
                  </a:lnTo>
                  <a:lnTo>
                    <a:pt x="1927560" y="1357243"/>
                  </a:lnTo>
                  <a:lnTo>
                    <a:pt x="1933928" y="1350744"/>
                  </a:lnTo>
                  <a:lnTo>
                    <a:pt x="1933928" y="1333789"/>
                  </a:lnTo>
                  <a:lnTo>
                    <a:pt x="1927560" y="1325312"/>
                  </a:lnTo>
                  <a:close/>
                </a:path>
                <a:path w="9542780" h="6570345">
                  <a:moveTo>
                    <a:pt x="1927560" y="1367699"/>
                  </a:moveTo>
                  <a:lnTo>
                    <a:pt x="1908486" y="1367699"/>
                  </a:lnTo>
                  <a:lnTo>
                    <a:pt x="1899994" y="1374198"/>
                  </a:lnTo>
                  <a:lnTo>
                    <a:pt x="1899994" y="1393131"/>
                  </a:lnTo>
                  <a:lnTo>
                    <a:pt x="1906362" y="1401608"/>
                  </a:lnTo>
                  <a:lnTo>
                    <a:pt x="1927560" y="1401608"/>
                  </a:lnTo>
                  <a:lnTo>
                    <a:pt x="1933928" y="1395110"/>
                  </a:lnTo>
                  <a:lnTo>
                    <a:pt x="1933928" y="1376177"/>
                  </a:lnTo>
                  <a:lnTo>
                    <a:pt x="1927560" y="1367699"/>
                  </a:lnTo>
                  <a:close/>
                </a:path>
                <a:path w="9542780" h="6570345">
                  <a:moveTo>
                    <a:pt x="1927560" y="1412064"/>
                  </a:moveTo>
                  <a:lnTo>
                    <a:pt x="1908486" y="1412064"/>
                  </a:lnTo>
                  <a:lnTo>
                    <a:pt x="1899994" y="1418564"/>
                  </a:lnTo>
                  <a:lnTo>
                    <a:pt x="1899994" y="1439758"/>
                  </a:lnTo>
                  <a:lnTo>
                    <a:pt x="1906362" y="1445975"/>
                  </a:lnTo>
                  <a:lnTo>
                    <a:pt x="1927560" y="1445975"/>
                  </a:lnTo>
                  <a:lnTo>
                    <a:pt x="1933928" y="1439758"/>
                  </a:lnTo>
                  <a:lnTo>
                    <a:pt x="1933928" y="1420541"/>
                  </a:lnTo>
                  <a:lnTo>
                    <a:pt x="1927560" y="1412064"/>
                  </a:lnTo>
                  <a:close/>
                </a:path>
                <a:path w="9542780" h="6570345">
                  <a:moveTo>
                    <a:pt x="1927560" y="1456712"/>
                  </a:moveTo>
                  <a:lnTo>
                    <a:pt x="1908486" y="1456712"/>
                  </a:lnTo>
                  <a:lnTo>
                    <a:pt x="1899994" y="1462929"/>
                  </a:lnTo>
                  <a:lnTo>
                    <a:pt x="1899994" y="1484123"/>
                  </a:lnTo>
                  <a:lnTo>
                    <a:pt x="1906362" y="1490623"/>
                  </a:lnTo>
                  <a:lnTo>
                    <a:pt x="1927560" y="1490623"/>
                  </a:lnTo>
                  <a:lnTo>
                    <a:pt x="1933928" y="1482144"/>
                  </a:lnTo>
                  <a:lnTo>
                    <a:pt x="1933928" y="1465190"/>
                  </a:lnTo>
                  <a:lnTo>
                    <a:pt x="1927560" y="1456712"/>
                  </a:lnTo>
                  <a:close/>
                </a:path>
                <a:path w="9542780" h="6570345">
                  <a:moveTo>
                    <a:pt x="1927560" y="1501077"/>
                  </a:moveTo>
                  <a:lnTo>
                    <a:pt x="1908486" y="1501077"/>
                  </a:lnTo>
                  <a:lnTo>
                    <a:pt x="1899994" y="1507577"/>
                  </a:lnTo>
                  <a:lnTo>
                    <a:pt x="1899994" y="1528771"/>
                  </a:lnTo>
                  <a:lnTo>
                    <a:pt x="1906362" y="1534988"/>
                  </a:lnTo>
                  <a:lnTo>
                    <a:pt x="1927560" y="1534988"/>
                  </a:lnTo>
                  <a:lnTo>
                    <a:pt x="1933928" y="1526510"/>
                  </a:lnTo>
                  <a:lnTo>
                    <a:pt x="1933928" y="1509555"/>
                  </a:lnTo>
                  <a:lnTo>
                    <a:pt x="1927560" y="1501077"/>
                  </a:lnTo>
                  <a:close/>
                </a:path>
                <a:path w="9542780" h="6570345">
                  <a:moveTo>
                    <a:pt x="1927560" y="1545443"/>
                  </a:moveTo>
                  <a:lnTo>
                    <a:pt x="1908486" y="1545443"/>
                  </a:lnTo>
                  <a:lnTo>
                    <a:pt x="1899994" y="1551942"/>
                  </a:lnTo>
                  <a:lnTo>
                    <a:pt x="1899994" y="1573136"/>
                  </a:lnTo>
                  <a:lnTo>
                    <a:pt x="1906362" y="1579352"/>
                  </a:lnTo>
                  <a:lnTo>
                    <a:pt x="1927560" y="1579352"/>
                  </a:lnTo>
                  <a:lnTo>
                    <a:pt x="1933928" y="1570875"/>
                  </a:lnTo>
                  <a:lnTo>
                    <a:pt x="1933928" y="1553921"/>
                  </a:lnTo>
                  <a:lnTo>
                    <a:pt x="1927560" y="1545443"/>
                  </a:lnTo>
                  <a:close/>
                </a:path>
                <a:path w="9542780" h="6570345">
                  <a:moveTo>
                    <a:pt x="1927560" y="1590092"/>
                  </a:moveTo>
                  <a:lnTo>
                    <a:pt x="1908486" y="1590092"/>
                  </a:lnTo>
                  <a:lnTo>
                    <a:pt x="1899994" y="1596308"/>
                  </a:lnTo>
                  <a:lnTo>
                    <a:pt x="1899994" y="1615523"/>
                  </a:lnTo>
                  <a:lnTo>
                    <a:pt x="1906362" y="1624001"/>
                  </a:lnTo>
                  <a:lnTo>
                    <a:pt x="1916948" y="1624001"/>
                  </a:lnTo>
                  <a:lnTo>
                    <a:pt x="1927560" y="1621740"/>
                  </a:lnTo>
                  <a:lnTo>
                    <a:pt x="1933928" y="1615523"/>
                  </a:lnTo>
                  <a:lnTo>
                    <a:pt x="1933928" y="1598569"/>
                  </a:lnTo>
                  <a:lnTo>
                    <a:pt x="1927560" y="1590092"/>
                  </a:lnTo>
                  <a:close/>
                </a:path>
                <a:path w="9542780" h="6570345">
                  <a:moveTo>
                    <a:pt x="1927560" y="1634456"/>
                  </a:moveTo>
                  <a:lnTo>
                    <a:pt x="1908486" y="1634456"/>
                  </a:lnTo>
                  <a:lnTo>
                    <a:pt x="1899994" y="1640956"/>
                  </a:lnTo>
                  <a:lnTo>
                    <a:pt x="1899994" y="1659889"/>
                  </a:lnTo>
                  <a:lnTo>
                    <a:pt x="1906362" y="1668367"/>
                  </a:lnTo>
                  <a:lnTo>
                    <a:pt x="1916948" y="1668367"/>
                  </a:lnTo>
                  <a:lnTo>
                    <a:pt x="1927560" y="1666388"/>
                  </a:lnTo>
                  <a:lnTo>
                    <a:pt x="1933928" y="1659889"/>
                  </a:lnTo>
                  <a:lnTo>
                    <a:pt x="1933928" y="1642934"/>
                  </a:lnTo>
                  <a:lnTo>
                    <a:pt x="1927560" y="1634456"/>
                  </a:lnTo>
                  <a:close/>
                </a:path>
                <a:path w="9542780" h="6570345">
                  <a:moveTo>
                    <a:pt x="1927560" y="1676844"/>
                  </a:moveTo>
                  <a:lnTo>
                    <a:pt x="1908486" y="1676844"/>
                  </a:lnTo>
                  <a:lnTo>
                    <a:pt x="1899994" y="1683061"/>
                  </a:lnTo>
                  <a:lnTo>
                    <a:pt x="1899994" y="1704254"/>
                  </a:lnTo>
                  <a:lnTo>
                    <a:pt x="1906362" y="1710754"/>
                  </a:lnTo>
                  <a:lnTo>
                    <a:pt x="1927560" y="1710754"/>
                  </a:lnTo>
                  <a:lnTo>
                    <a:pt x="1933928" y="1704254"/>
                  </a:lnTo>
                  <a:lnTo>
                    <a:pt x="1933928" y="1685321"/>
                  </a:lnTo>
                  <a:lnTo>
                    <a:pt x="1927560" y="1676844"/>
                  </a:lnTo>
                  <a:close/>
                </a:path>
                <a:path w="9542780" h="6570345">
                  <a:moveTo>
                    <a:pt x="1927560" y="1721209"/>
                  </a:moveTo>
                  <a:lnTo>
                    <a:pt x="1908486" y="1721209"/>
                  </a:lnTo>
                  <a:lnTo>
                    <a:pt x="1899994" y="1727709"/>
                  </a:lnTo>
                  <a:lnTo>
                    <a:pt x="1899994" y="1748903"/>
                  </a:lnTo>
                  <a:lnTo>
                    <a:pt x="1906362" y="1755119"/>
                  </a:lnTo>
                  <a:lnTo>
                    <a:pt x="1927560" y="1755119"/>
                  </a:lnTo>
                  <a:lnTo>
                    <a:pt x="1933928" y="1748903"/>
                  </a:lnTo>
                  <a:lnTo>
                    <a:pt x="1933928" y="1729686"/>
                  </a:lnTo>
                  <a:lnTo>
                    <a:pt x="1927560" y="1721209"/>
                  </a:lnTo>
                  <a:close/>
                </a:path>
                <a:path w="9542780" h="6570345">
                  <a:moveTo>
                    <a:pt x="1927560" y="1765857"/>
                  </a:moveTo>
                  <a:lnTo>
                    <a:pt x="1908486" y="1765857"/>
                  </a:lnTo>
                  <a:lnTo>
                    <a:pt x="1899994" y="1772074"/>
                  </a:lnTo>
                  <a:lnTo>
                    <a:pt x="1899994" y="1782813"/>
                  </a:lnTo>
                  <a:lnTo>
                    <a:pt x="1901487" y="1789872"/>
                  </a:lnTo>
                  <a:lnTo>
                    <a:pt x="1905563" y="1795211"/>
                  </a:lnTo>
                  <a:lnTo>
                    <a:pt x="1911624" y="1798588"/>
                  </a:lnTo>
                  <a:lnTo>
                    <a:pt x="1919070" y="1799767"/>
                  </a:lnTo>
                  <a:lnTo>
                    <a:pt x="1927560" y="1799767"/>
                  </a:lnTo>
                  <a:lnTo>
                    <a:pt x="1933928" y="1791290"/>
                  </a:lnTo>
                  <a:lnTo>
                    <a:pt x="1933928" y="1774334"/>
                  </a:lnTo>
                  <a:lnTo>
                    <a:pt x="1927560" y="1765857"/>
                  </a:lnTo>
                  <a:close/>
                </a:path>
                <a:path w="9542780" h="6570345">
                  <a:moveTo>
                    <a:pt x="1927560" y="1810223"/>
                  </a:moveTo>
                  <a:lnTo>
                    <a:pt x="1908486" y="1810223"/>
                  </a:lnTo>
                  <a:lnTo>
                    <a:pt x="1899994" y="1816722"/>
                  </a:lnTo>
                  <a:lnTo>
                    <a:pt x="1899994" y="1837634"/>
                  </a:lnTo>
                  <a:lnTo>
                    <a:pt x="1906362" y="1844132"/>
                  </a:lnTo>
                  <a:lnTo>
                    <a:pt x="1927560" y="1844132"/>
                  </a:lnTo>
                  <a:lnTo>
                    <a:pt x="1933928" y="1835655"/>
                  </a:lnTo>
                  <a:lnTo>
                    <a:pt x="1933928" y="1818700"/>
                  </a:lnTo>
                  <a:lnTo>
                    <a:pt x="1927560" y="1810223"/>
                  </a:lnTo>
                  <a:close/>
                </a:path>
                <a:path w="9542780" h="6570345">
                  <a:moveTo>
                    <a:pt x="1927560" y="1854588"/>
                  </a:moveTo>
                  <a:lnTo>
                    <a:pt x="1908486" y="1854588"/>
                  </a:lnTo>
                  <a:lnTo>
                    <a:pt x="1899994" y="1861088"/>
                  </a:lnTo>
                  <a:lnTo>
                    <a:pt x="1899994" y="1880021"/>
                  </a:lnTo>
                  <a:lnTo>
                    <a:pt x="1906362" y="1888498"/>
                  </a:lnTo>
                  <a:lnTo>
                    <a:pt x="1927560" y="1888498"/>
                  </a:lnTo>
                  <a:lnTo>
                    <a:pt x="1933928" y="1880021"/>
                  </a:lnTo>
                  <a:lnTo>
                    <a:pt x="1933928" y="1863065"/>
                  </a:lnTo>
                  <a:lnTo>
                    <a:pt x="1927560" y="1854588"/>
                  </a:lnTo>
                  <a:close/>
                </a:path>
                <a:path w="9542780" h="6570345">
                  <a:moveTo>
                    <a:pt x="1927560" y="1899236"/>
                  </a:moveTo>
                  <a:lnTo>
                    <a:pt x="1908486" y="1899236"/>
                  </a:lnTo>
                  <a:lnTo>
                    <a:pt x="1899994" y="1905453"/>
                  </a:lnTo>
                  <a:lnTo>
                    <a:pt x="1899994" y="1924669"/>
                  </a:lnTo>
                  <a:lnTo>
                    <a:pt x="1906362" y="1933147"/>
                  </a:lnTo>
                  <a:lnTo>
                    <a:pt x="1916948" y="1933147"/>
                  </a:lnTo>
                  <a:lnTo>
                    <a:pt x="1927560" y="1930886"/>
                  </a:lnTo>
                  <a:lnTo>
                    <a:pt x="1933928" y="1924669"/>
                  </a:lnTo>
                  <a:lnTo>
                    <a:pt x="1933928" y="1907713"/>
                  </a:lnTo>
                  <a:lnTo>
                    <a:pt x="1927560" y="1899236"/>
                  </a:lnTo>
                  <a:close/>
                </a:path>
                <a:path w="9542780" h="6570345">
                  <a:moveTo>
                    <a:pt x="1927560" y="1943601"/>
                  </a:moveTo>
                  <a:lnTo>
                    <a:pt x="1908486" y="1943601"/>
                  </a:lnTo>
                  <a:lnTo>
                    <a:pt x="1899994" y="1950101"/>
                  </a:lnTo>
                  <a:lnTo>
                    <a:pt x="1899994" y="1971295"/>
                  </a:lnTo>
                  <a:lnTo>
                    <a:pt x="1906362" y="1977511"/>
                  </a:lnTo>
                  <a:lnTo>
                    <a:pt x="1916948" y="1977511"/>
                  </a:lnTo>
                  <a:lnTo>
                    <a:pt x="1927560" y="1975251"/>
                  </a:lnTo>
                  <a:lnTo>
                    <a:pt x="1933928" y="1969034"/>
                  </a:lnTo>
                  <a:lnTo>
                    <a:pt x="1933928" y="1952080"/>
                  </a:lnTo>
                  <a:lnTo>
                    <a:pt x="1927560" y="1943601"/>
                  </a:lnTo>
                  <a:close/>
                </a:path>
                <a:path w="9542780" h="6570345">
                  <a:moveTo>
                    <a:pt x="1927560" y="1985989"/>
                  </a:moveTo>
                  <a:lnTo>
                    <a:pt x="1908486" y="1985989"/>
                  </a:lnTo>
                  <a:lnTo>
                    <a:pt x="1899994" y="1992205"/>
                  </a:lnTo>
                  <a:lnTo>
                    <a:pt x="1899994" y="2013399"/>
                  </a:lnTo>
                  <a:lnTo>
                    <a:pt x="1906362" y="2019899"/>
                  </a:lnTo>
                  <a:lnTo>
                    <a:pt x="1927560" y="2019899"/>
                  </a:lnTo>
                  <a:lnTo>
                    <a:pt x="1933928" y="2013399"/>
                  </a:lnTo>
                  <a:lnTo>
                    <a:pt x="1933928" y="1994466"/>
                  </a:lnTo>
                  <a:lnTo>
                    <a:pt x="1927560" y="1985989"/>
                  </a:lnTo>
                  <a:close/>
                </a:path>
                <a:path w="9542780" h="6570345">
                  <a:moveTo>
                    <a:pt x="1927560" y="2030355"/>
                  </a:moveTo>
                  <a:lnTo>
                    <a:pt x="1908486" y="2030355"/>
                  </a:lnTo>
                  <a:lnTo>
                    <a:pt x="1899994" y="2036853"/>
                  </a:lnTo>
                  <a:lnTo>
                    <a:pt x="1899994" y="2058047"/>
                  </a:lnTo>
                  <a:lnTo>
                    <a:pt x="1906362" y="2064264"/>
                  </a:lnTo>
                  <a:lnTo>
                    <a:pt x="1927560" y="2064264"/>
                  </a:lnTo>
                  <a:lnTo>
                    <a:pt x="1933928" y="2058047"/>
                  </a:lnTo>
                  <a:lnTo>
                    <a:pt x="1933928" y="2038832"/>
                  </a:lnTo>
                  <a:lnTo>
                    <a:pt x="1927560" y="2030355"/>
                  </a:lnTo>
                  <a:close/>
                </a:path>
                <a:path w="9542780" h="6570345">
                  <a:moveTo>
                    <a:pt x="1927560" y="2075003"/>
                  </a:moveTo>
                  <a:lnTo>
                    <a:pt x="1908486" y="2075003"/>
                  </a:lnTo>
                  <a:lnTo>
                    <a:pt x="1899994" y="2081220"/>
                  </a:lnTo>
                  <a:lnTo>
                    <a:pt x="1899994" y="2102413"/>
                  </a:lnTo>
                  <a:lnTo>
                    <a:pt x="1906362" y="2108912"/>
                  </a:lnTo>
                  <a:lnTo>
                    <a:pt x="1927560" y="2108912"/>
                  </a:lnTo>
                  <a:lnTo>
                    <a:pt x="1933928" y="2100435"/>
                  </a:lnTo>
                  <a:lnTo>
                    <a:pt x="1933928" y="2083480"/>
                  </a:lnTo>
                  <a:lnTo>
                    <a:pt x="1927560" y="2075003"/>
                  </a:lnTo>
                  <a:close/>
                </a:path>
                <a:path w="9542780" h="6570345">
                  <a:moveTo>
                    <a:pt x="1927560" y="2119368"/>
                  </a:moveTo>
                  <a:lnTo>
                    <a:pt x="1908486" y="2119368"/>
                  </a:lnTo>
                  <a:lnTo>
                    <a:pt x="1899994" y="2125585"/>
                  </a:lnTo>
                  <a:lnTo>
                    <a:pt x="1899994" y="2144801"/>
                  </a:lnTo>
                  <a:lnTo>
                    <a:pt x="1906362" y="2153278"/>
                  </a:lnTo>
                  <a:lnTo>
                    <a:pt x="1927560" y="2153278"/>
                  </a:lnTo>
                  <a:lnTo>
                    <a:pt x="1933928" y="2144801"/>
                  </a:lnTo>
                  <a:lnTo>
                    <a:pt x="1933928" y="2127845"/>
                  </a:lnTo>
                  <a:lnTo>
                    <a:pt x="1927560" y="2119368"/>
                  </a:lnTo>
                  <a:close/>
                </a:path>
                <a:path w="9542780" h="6570345">
                  <a:moveTo>
                    <a:pt x="1927560" y="2163733"/>
                  </a:moveTo>
                  <a:lnTo>
                    <a:pt x="1908486" y="2163733"/>
                  </a:lnTo>
                  <a:lnTo>
                    <a:pt x="1899994" y="2170233"/>
                  </a:lnTo>
                  <a:lnTo>
                    <a:pt x="1899994" y="2189166"/>
                  </a:lnTo>
                  <a:lnTo>
                    <a:pt x="1906362" y="2197643"/>
                  </a:lnTo>
                  <a:lnTo>
                    <a:pt x="1927560" y="2197643"/>
                  </a:lnTo>
                  <a:lnTo>
                    <a:pt x="1933928" y="2189166"/>
                  </a:lnTo>
                  <a:lnTo>
                    <a:pt x="1933928" y="2172211"/>
                  </a:lnTo>
                  <a:lnTo>
                    <a:pt x="1927560" y="2163733"/>
                  </a:lnTo>
                  <a:close/>
                </a:path>
                <a:path w="9542780" h="6570345">
                  <a:moveTo>
                    <a:pt x="1927560" y="2208381"/>
                  </a:moveTo>
                  <a:lnTo>
                    <a:pt x="1908486" y="2208381"/>
                  </a:lnTo>
                  <a:lnTo>
                    <a:pt x="1899994" y="2214598"/>
                  </a:lnTo>
                  <a:lnTo>
                    <a:pt x="1899994" y="2233814"/>
                  </a:lnTo>
                  <a:lnTo>
                    <a:pt x="1906362" y="2242291"/>
                  </a:lnTo>
                  <a:lnTo>
                    <a:pt x="1916948" y="2242291"/>
                  </a:lnTo>
                  <a:lnTo>
                    <a:pt x="1927560" y="2240031"/>
                  </a:lnTo>
                  <a:lnTo>
                    <a:pt x="1933928" y="2233814"/>
                  </a:lnTo>
                  <a:lnTo>
                    <a:pt x="1933928" y="2216859"/>
                  </a:lnTo>
                  <a:lnTo>
                    <a:pt x="1927560" y="2208381"/>
                  </a:lnTo>
                  <a:close/>
                </a:path>
                <a:path w="9542780" h="6570345">
                  <a:moveTo>
                    <a:pt x="1927560" y="2252747"/>
                  </a:moveTo>
                  <a:lnTo>
                    <a:pt x="1908486" y="2252747"/>
                  </a:lnTo>
                  <a:lnTo>
                    <a:pt x="1899994" y="2259246"/>
                  </a:lnTo>
                  <a:lnTo>
                    <a:pt x="1899994" y="2280157"/>
                  </a:lnTo>
                  <a:lnTo>
                    <a:pt x="1906362" y="2286656"/>
                  </a:lnTo>
                  <a:lnTo>
                    <a:pt x="1916948" y="2286656"/>
                  </a:lnTo>
                  <a:lnTo>
                    <a:pt x="1927560" y="2284395"/>
                  </a:lnTo>
                  <a:lnTo>
                    <a:pt x="1933928" y="2278179"/>
                  </a:lnTo>
                  <a:lnTo>
                    <a:pt x="1933928" y="2261224"/>
                  </a:lnTo>
                  <a:lnTo>
                    <a:pt x="1927560" y="2252747"/>
                  </a:lnTo>
                  <a:close/>
                </a:path>
                <a:path w="9542780" h="6570345">
                  <a:moveTo>
                    <a:pt x="1927560" y="2295135"/>
                  </a:moveTo>
                  <a:lnTo>
                    <a:pt x="1908486" y="2295135"/>
                  </a:lnTo>
                  <a:lnTo>
                    <a:pt x="1899994" y="2301351"/>
                  </a:lnTo>
                  <a:lnTo>
                    <a:pt x="1899994" y="2322545"/>
                  </a:lnTo>
                  <a:lnTo>
                    <a:pt x="1906362" y="2329044"/>
                  </a:lnTo>
                  <a:lnTo>
                    <a:pt x="1927560" y="2329044"/>
                  </a:lnTo>
                  <a:lnTo>
                    <a:pt x="1933928" y="2322545"/>
                  </a:lnTo>
                  <a:lnTo>
                    <a:pt x="1933928" y="2303612"/>
                  </a:lnTo>
                  <a:lnTo>
                    <a:pt x="1927560" y="2295135"/>
                  </a:lnTo>
                  <a:close/>
                </a:path>
                <a:path w="9542780" h="6570345">
                  <a:moveTo>
                    <a:pt x="1927560" y="2339500"/>
                  </a:moveTo>
                  <a:lnTo>
                    <a:pt x="1908486" y="2339500"/>
                  </a:lnTo>
                  <a:lnTo>
                    <a:pt x="1899994" y="2345999"/>
                  </a:lnTo>
                  <a:lnTo>
                    <a:pt x="1899994" y="2367193"/>
                  </a:lnTo>
                  <a:lnTo>
                    <a:pt x="1906362" y="2373410"/>
                  </a:lnTo>
                  <a:lnTo>
                    <a:pt x="1927560" y="2373410"/>
                  </a:lnTo>
                  <a:lnTo>
                    <a:pt x="1933928" y="2367193"/>
                  </a:lnTo>
                  <a:lnTo>
                    <a:pt x="1933928" y="2347977"/>
                  </a:lnTo>
                  <a:lnTo>
                    <a:pt x="1927560" y="2339500"/>
                  </a:lnTo>
                  <a:close/>
                </a:path>
                <a:path w="9542780" h="6570345">
                  <a:moveTo>
                    <a:pt x="1927560" y="2384148"/>
                  </a:moveTo>
                  <a:lnTo>
                    <a:pt x="1908486" y="2384148"/>
                  </a:lnTo>
                  <a:lnTo>
                    <a:pt x="1899994" y="2390364"/>
                  </a:lnTo>
                  <a:lnTo>
                    <a:pt x="1899994" y="2411558"/>
                  </a:lnTo>
                  <a:lnTo>
                    <a:pt x="1906362" y="2417775"/>
                  </a:lnTo>
                  <a:lnTo>
                    <a:pt x="1927560" y="2417775"/>
                  </a:lnTo>
                  <a:lnTo>
                    <a:pt x="1933928" y="2409579"/>
                  </a:lnTo>
                  <a:lnTo>
                    <a:pt x="1933928" y="2392625"/>
                  </a:lnTo>
                  <a:lnTo>
                    <a:pt x="1927560" y="2384148"/>
                  </a:lnTo>
                  <a:close/>
                </a:path>
                <a:path w="9542780" h="6570345">
                  <a:moveTo>
                    <a:pt x="1927560" y="2428513"/>
                  </a:moveTo>
                  <a:lnTo>
                    <a:pt x="1908486" y="2428513"/>
                  </a:lnTo>
                  <a:lnTo>
                    <a:pt x="1899994" y="2434729"/>
                  </a:lnTo>
                  <a:lnTo>
                    <a:pt x="1899994" y="2453946"/>
                  </a:lnTo>
                  <a:lnTo>
                    <a:pt x="1906362" y="2462423"/>
                  </a:lnTo>
                  <a:lnTo>
                    <a:pt x="1927560" y="2462423"/>
                  </a:lnTo>
                  <a:lnTo>
                    <a:pt x="1933928" y="2453946"/>
                  </a:lnTo>
                  <a:lnTo>
                    <a:pt x="1933928" y="2436991"/>
                  </a:lnTo>
                  <a:lnTo>
                    <a:pt x="1927560" y="2428513"/>
                  </a:lnTo>
                  <a:close/>
                </a:path>
                <a:path w="9542780" h="6570345">
                  <a:moveTo>
                    <a:pt x="1927560" y="2472879"/>
                  </a:moveTo>
                  <a:lnTo>
                    <a:pt x="1908486" y="2472879"/>
                  </a:lnTo>
                  <a:lnTo>
                    <a:pt x="1899994" y="2479377"/>
                  </a:lnTo>
                  <a:lnTo>
                    <a:pt x="1899994" y="2498310"/>
                  </a:lnTo>
                  <a:lnTo>
                    <a:pt x="1906362" y="2506788"/>
                  </a:lnTo>
                  <a:lnTo>
                    <a:pt x="1927560" y="2506788"/>
                  </a:lnTo>
                  <a:lnTo>
                    <a:pt x="1933928" y="2498310"/>
                  </a:lnTo>
                  <a:lnTo>
                    <a:pt x="1933928" y="2481356"/>
                  </a:lnTo>
                  <a:lnTo>
                    <a:pt x="1927560" y="2472879"/>
                  </a:lnTo>
                  <a:close/>
                </a:path>
                <a:path w="9542780" h="6570345">
                  <a:moveTo>
                    <a:pt x="1927560" y="2517527"/>
                  </a:moveTo>
                  <a:lnTo>
                    <a:pt x="1908486" y="2517527"/>
                  </a:lnTo>
                  <a:lnTo>
                    <a:pt x="1899994" y="2523743"/>
                  </a:lnTo>
                  <a:lnTo>
                    <a:pt x="1899994" y="2544937"/>
                  </a:lnTo>
                  <a:lnTo>
                    <a:pt x="1906362" y="2551436"/>
                  </a:lnTo>
                  <a:lnTo>
                    <a:pt x="1916948" y="2551436"/>
                  </a:lnTo>
                  <a:lnTo>
                    <a:pt x="1927560" y="2549175"/>
                  </a:lnTo>
                  <a:lnTo>
                    <a:pt x="1933928" y="2542959"/>
                  </a:lnTo>
                  <a:lnTo>
                    <a:pt x="1933928" y="2526004"/>
                  </a:lnTo>
                  <a:lnTo>
                    <a:pt x="1927560" y="2517527"/>
                  </a:lnTo>
                  <a:close/>
                </a:path>
                <a:path w="9542780" h="6570345">
                  <a:moveTo>
                    <a:pt x="1927560" y="2561892"/>
                  </a:moveTo>
                  <a:lnTo>
                    <a:pt x="1908486" y="2561892"/>
                  </a:lnTo>
                  <a:lnTo>
                    <a:pt x="1899994" y="2568108"/>
                  </a:lnTo>
                  <a:lnTo>
                    <a:pt x="1899994" y="2589302"/>
                  </a:lnTo>
                  <a:lnTo>
                    <a:pt x="1906362" y="2595802"/>
                  </a:lnTo>
                  <a:lnTo>
                    <a:pt x="1916948" y="2595802"/>
                  </a:lnTo>
                  <a:lnTo>
                    <a:pt x="1927560" y="2593541"/>
                  </a:lnTo>
                  <a:lnTo>
                    <a:pt x="1933928" y="2587325"/>
                  </a:lnTo>
                  <a:lnTo>
                    <a:pt x="1933928" y="2570369"/>
                  </a:lnTo>
                  <a:lnTo>
                    <a:pt x="1927560" y="2561892"/>
                  </a:lnTo>
                  <a:close/>
                </a:path>
                <a:path w="9542780" h="6570345">
                  <a:moveTo>
                    <a:pt x="1927560" y="2604279"/>
                  </a:moveTo>
                  <a:lnTo>
                    <a:pt x="1908486" y="2604279"/>
                  </a:lnTo>
                  <a:lnTo>
                    <a:pt x="1899994" y="2610496"/>
                  </a:lnTo>
                  <a:lnTo>
                    <a:pt x="1899994" y="2631690"/>
                  </a:lnTo>
                  <a:lnTo>
                    <a:pt x="1906362" y="2638190"/>
                  </a:lnTo>
                  <a:lnTo>
                    <a:pt x="1927560" y="2638190"/>
                  </a:lnTo>
                  <a:lnTo>
                    <a:pt x="1933928" y="2631690"/>
                  </a:lnTo>
                  <a:lnTo>
                    <a:pt x="1933928" y="2612757"/>
                  </a:lnTo>
                  <a:lnTo>
                    <a:pt x="1927560" y="2604279"/>
                  </a:lnTo>
                  <a:close/>
                </a:path>
                <a:path w="9542780" h="6570345">
                  <a:moveTo>
                    <a:pt x="1927560" y="2648644"/>
                  </a:moveTo>
                  <a:lnTo>
                    <a:pt x="1908486" y="2648644"/>
                  </a:lnTo>
                  <a:lnTo>
                    <a:pt x="1899994" y="2655144"/>
                  </a:lnTo>
                  <a:lnTo>
                    <a:pt x="1899994" y="2676338"/>
                  </a:lnTo>
                  <a:lnTo>
                    <a:pt x="1906362" y="2682554"/>
                  </a:lnTo>
                  <a:lnTo>
                    <a:pt x="1927560" y="2682554"/>
                  </a:lnTo>
                  <a:lnTo>
                    <a:pt x="1933928" y="2676338"/>
                  </a:lnTo>
                  <a:lnTo>
                    <a:pt x="1933928" y="2657123"/>
                  </a:lnTo>
                  <a:lnTo>
                    <a:pt x="1927560" y="2648644"/>
                  </a:lnTo>
                  <a:close/>
                </a:path>
                <a:path w="9542780" h="6570345">
                  <a:moveTo>
                    <a:pt x="1927560" y="2693292"/>
                  </a:moveTo>
                  <a:lnTo>
                    <a:pt x="1908486" y="2693292"/>
                  </a:lnTo>
                  <a:lnTo>
                    <a:pt x="1899994" y="2699509"/>
                  </a:lnTo>
                  <a:lnTo>
                    <a:pt x="1899994" y="2718442"/>
                  </a:lnTo>
                  <a:lnTo>
                    <a:pt x="1906362" y="2726919"/>
                  </a:lnTo>
                  <a:lnTo>
                    <a:pt x="1927560" y="2726919"/>
                  </a:lnTo>
                  <a:lnTo>
                    <a:pt x="1933928" y="2718442"/>
                  </a:lnTo>
                  <a:lnTo>
                    <a:pt x="1933928" y="2701770"/>
                  </a:lnTo>
                  <a:lnTo>
                    <a:pt x="1927560" y="2693292"/>
                  </a:lnTo>
                  <a:close/>
                </a:path>
                <a:path w="9542780" h="6570345">
                  <a:moveTo>
                    <a:pt x="1927560" y="2737658"/>
                  </a:moveTo>
                  <a:lnTo>
                    <a:pt x="1908486" y="2737658"/>
                  </a:lnTo>
                  <a:lnTo>
                    <a:pt x="1899994" y="2743875"/>
                  </a:lnTo>
                  <a:lnTo>
                    <a:pt x="1899994" y="2763090"/>
                  </a:lnTo>
                  <a:lnTo>
                    <a:pt x="1906362" y="2771567"/>
                  </a:lnTo>
                  <a:lnTo>
                    <a:pt x="1927560" y="2771567"/>
                  </a:lnTo>
                  <a:lnTo>
                    <a:pt x="1933928" y="2763090"/>
                  </a:lnTo>
                  <a:lnTo>
                    <a:pt x="1933928" y="2746136"/>
                  </a:lnTo>
                  <a:lnTo>
                    <a:pt x="1927560" y="2737658"/>
                  </a:lnTo>
                  <a:close/>
                </a:path>
                <a:path w="9542780" h="6570345">
                  <a:moveTo>
                    <a:pt x="1927560" y="2782023"/>
                  </a:moveTo>
                  <a:lnTo>
                    <a:pt x="1908486" y="2782023"/>
                  </a:lnTo>
                  <a:lnTo>
                    <a:pt x="1899994" y="2788523"/>
                  </a:lnTo>
                  <a:lnTo>
                    <a:pt x="1899994" y="2807456"/>
                  </a:lnTo>
                  <a:lnTo>
                    <a:pt x="1906362" y="2815934"/>
                  </a:lnTo>
                  <a:lnTo>
                    <a:pt x="1927560" y="2815934"/>
                  </a:lnTo>
                  <a:lnTo>
                    <a:pt x="1933928" y="2807456"/>
                  </a:lnTo>
                  <a:lnTo>
                    <a:pt x="1933928" y="2790501"/>
                  </a:lnTo>
                  <a:lnTo>
                    <a:pt x="1927560" y="2782023"/>
                  </a:lnTo>
                  <a:close/>
                </a:path>
                <a:path w="9542780" h="6570345">
                  <a:moveTo>
                    <a:pt x="1927560" y="2826672"/>
                  </a:moveTo>
                  <a:lnTo>
                    <a:pt x="1908486" y="2826672"/>
                  </a:lnTo>
                  <a:lnTo>
                    <a:pt x="1899994" y="2832888"/>
                  </a:lnTo>
                  <a:lnTo>
                    <a:pt x="1899994" y="2851821"/>
                  </a:lnTo>
                  <a:lnTo>
                    <a:pt x="1906362" y="2860299"/>
                  </a:lnTo>
                  <a:lnTo>
                    <a:pt x="1916948" y="2860299"/>
                  </a:lnTo>
                  <a:lnTo>
                    <a:pt x="1927560" y="2858321"/>
                  </a:lnTo>
                  <a:lnTo>
                    <a:pt x="1933928" y="2851821"/>
                  </a:lnTo>
                  <a:lnTo>
                    <a:pt x="1933928" y="2835149"/>
                  </a:lnTo>
                  <a:lnTo>
                    <a:pt x="1927560" y="2826672"/>
                  </a:lnTo>
                  <a:close/>
                </a:path>
                <a:path w="9542780" h="6570345">
                  <a:moveTo>
                    <a:pt x="1927560" y="2871036"/>
                  </a:moveTo>
                  <a:lnTo>
                    <a:pt x="1908486" y="2871036"/>
                  </a:lnTo>
                  <a:lnTo>
                    <a:pt x="1899994" y="2877254"/>
                  </a:lnTo>
                  <a:lnTo>
                    <a:pt x="1899994" y="2896469"/>
                  </a:lnTo>
                  <a:lnTo>
                    <a:pt x="1906362" y="2904947"/>
                  </a:lnTo>
                  <a:lnTo>
                    <a:pt x="1916948" y="2904947"/>
                  </a:lnTo>
                  <a:lnTo>
                    <a:pt x="1927560" y="2902686"/>
                  </a:lnTo>
                  <a:lnTo>
                    <a:pt x="1933928" y="2896469"/>
                  </a:lnTo>
                  <a:lnTo>
                    <a:pt x="1933928" y="2879515"/>
                  </a:lnTo>
                  <a:lnTo>
                    <a:pt x="1927560" y="2871036"/>
                  </a:lnTo>
                  <a:close/>
                </a:path>
                <a:path w="9542780" h="6570345">
                  <a:moveTo>
                    <a:pt x="1927560" y="2913424"/>
                  </a:moveTo>
                  <a:lnTo>
                    <a:pt x="1908486" y="2913424"/>
                  </a:lnTo>
                  <a:lnTo>
                    <a:pt x="1899994" y="2919641"/>
                  </a:lnTo>
                  <a:lnTo>
                    <a:pt x="1899994" y="2938857"/>
                  </a:lnTo>
                  <a:lnTo>
                    <a:pt x="1906362" y="2947334"/>
                  </a:lnTo>
                  <a:lnTo>
                    <a:pt x="1927560" y="2947334"/>
                  </a:lnTo>
                  <a:lnTo>
                    <a:pt x="1933928" y="2940834"/>
                  </a:lnTo>
                  <a:lnTo>
                    <a:pt x="1933928" y="2921901"/>
                  </a:lnTo>
                  <a:lnTo>
                    <a:pt x="1927560" y="2913424"/>
                  </a:lnTo>
                  <a:close/>
                </a:path>
                <a:path w="9542780" h="6570345">
                  <a:moveTo>
                    <a:pt x="1927560" y="2957790"/>
                  </a:moveTo>
                  <a:lnTo>
                    <a:pt x="1908486" y="2957790"/>
                  </a:lnTo>
                  <a:lnTo>
                    <a:pt x="1899994" y="2964289"/>
                  </a:lnTo>
                  <a:lnTo>
                    <a:pt x="1899994" y="2983222"/>
                  </a:lnTo>
                  <a:lnTo>
                    <a:pt x="1906362" y="2991699"/>
                  </a:lnTo>
                  <a:lnTo>
                    <a:pt x="1927560" y="2991699"/>
                  </a:lnTo>
                  <a:lnTo>
                    <a:pt x="1933928" y="2985482"/>
                  </a:lnTo>
                  <a:lnTo>
                    <a:pt x="1933928" y="2966267"/>
                  </a:lnTo>
                  <a:lnTo>
                    <a:pt x="1927560" y="2957790"/>
                  </a:lnTo>
                  <a:close/>
                </a:path>
                <a:path w="9542780" h="6570345">
                  <a:moveTo>
                    <a:pt x="1927560" y="3002155"/>
                  </a:moveTo>
                  <a:lnTo>
                    <a:pt x="1908486" y="3002155"/>
                  </a:lnTo>
                  <a:lnTo>
                    <a:pt x="1899994" y="3008655"/>
                  </a:lnTo>
                  <a:lnTo>
                    <a:pt x="1899994" y="3027588"/>
                  </a:lnTo>
                  <a:lnTo>
                    <a:pt x="1906362" y="3036065"/>
                  </a:lnTo>
                  <a:lnTo>
                    <a:pt x="1927560" y="3036065"/>
                  </a:lnTo>
                  <a:lnTo>
                    <a:pt x="1933928" y="3027588"/>
                  </a:lnTo>
                  <a:lnTo>
                    <a:pt x="1933928" y="3010632"/>
                  </a:lnTo>
                  <a:lnTo>
                    <a:pt x="1927560" y="3002155"/>
                  </a:lnTo>
                  <a:close/>
                </a:path>
                <a:path w="9542780" h="6570345">
                  <a:moveTo>
                    <a:pt x="1927560" y="3046803"/>
                  </a:moveTo>
                  <a:lnTo>
                    <a:pt x="1908486" y="3046803"/>
                  </a:lnTo>
                  <a:lnTo>
                    <a:pt x="1899994" y="3053020"/>
                  </a:lnTo>
                  <a:lnTo>
                    <a:pt x="1899994" y="3072236"/>
                  </a:lnTo>
                  <a:lnTo>
                    <a:pt x="1906362" y="3080713"/>
                  </a:lnTo>
                  <a:lnTo>
                    <a:pt x="1927560" y="3080713"/>
                  </a:lnTo>
                  <a:lnTo>
                    <a:pt x="1933928" y="3072236"/>
                  </a:lnTo>
                  <a:lnTo>
                    <a:pt x="1933928" y="3055280"/>
                  </a:lnTo>
                  <a:lnTo>
                    <a:pt x="1927560" y="3046803"/>
                  </a:lnTo>
                  <a:close/>
                </a:path>
                <a:path w="9542780" h="6570345">
                  <a:moveTo>
                    <a:pt x="1927560" y="4416649"/>
                  </a:moveTo>
                  <a:lnTo>
                    <a:pt x="1908486" y="4416649"/>
                  </a:lnTo>
                  <a:lnTo>
                    <a:pt x="1899996" y="4423008"/>
                  </a:lnTo>
                  <a:lnTo>
                    <a:pt x="1899996" y="4442053"/>
                  </a:lnTo>
                  <a:lnTo>
                    <a:pt x="1906362" y="4450532"/>
                  </a:lnTo>
                  <a:lnTo>
                    <a:pt x="1916948" y="4450532"/>
                  </a:lnTo>
                  <a:lnTo>
                    <a:pt x="1927560" y="4448412"/>
                  </a:lnTo>
                  <a:lnTo>
                    <a:pt x="1933928" y="4442053"/>
                  </a:lnTo>
                  <a:lnTo>
                    <a:pt x="1933928" y="4425127"/>
                  </a:lnTo>
                  <a:lnTo>
                    <a:pt x="1927560" y="4416649"/>
                  </a:lnTo>
                  <a:close/>
                </a:path>
                <a:path w="9542780" h="6570345">
                  <a:moveTo>
                    <a:pt x="1927560" y="4459009"/>
                  </a:moveTo>
                  <a:lnTo>
                    <a:pt x="1908486" y="4459009"/>
                  </a:lnTo>
                  <a:lnTo>
                    <a:pt x="1899996" y="4465366"/>
                  </a:lnTo>
                  <a:lnTo>
                    <a:pt x="1899996" y="4484413"/>
                  </a:lnTo>
                  <a:lnTo>
                    <a:pt x="1906362" y="4492890"/>
                  </a:lnTo>
                  <a:lnTo>
                    <a:pt x="1927560" y="4492890"/>
                  </a:lnTo>
                  <a:lnTo>
                    <a:pt x="1933928" y="4486532"/>
                  </a:lnTo>
                  <a:lnTo>
                    <a:pt x="1933928" y="4467486"/>
                  </a:lnTo>
                  <a:lnTo>
                    <a:pt x="1927560" y="4459009"/>
                  </a:lnTo>
                  <a:close/>
                </a:path>
                <a:path w="9542780" h="6570345">
                  <a:moveTo>
                    <a:pt x="1927560" y="4503459"/>
                  </a:moveTo>
                  <a:lnTo>
                    <a:pt x="1908486" y="4503459"/>
                  </a:lnTo>
                  <a:lnTo>
                    <a:pt x="1899996" y="4509816"/>
                  </a:lnTo>
                  <a:lnTo>
                    <a:pt x="1899996" y="4528863"/>
                  </a:lnTo>
                  <a:lnTo>
                    <a:pt x="1906362" y="4537340"/>
                  </a:lnTo>
                  <a:lnTo>
                    <a:pt x="1927560" y="4537340"/>
                  </a:lnTo>
                  <a:lnTo>
                    <a:pt x="1933928" y="4530982"/>
                  </a:lnTo>
                  <a:lnTo>
                    <a:pt x="1933928" y="4511936"/>
                  </a:lnTo>
                  <a:lnTo>
                    <a:pt x="1927560" y="4503459"/>
                  </a:lnTo>
                  <a:close/>
                </a:path>
                <a:path w="9542780" h="6570345">
                  <a:moveTo>
                    <a:pt x="1927560" y="4547937"/>
                  </a:moveTo>
                  <a:lnTo>
                    <a:pt x="1908486" y="4547937"/>
                  </a:lnTo>
                  <a:lnTo>
                    <a:pt x="1899996" y="4554296"/>
                  </a:lnTo>
                  <a:lnTo>
                    <a:pt x="1899996" y="4573342"/>
                  </a:lnTo>
                  <a:lnTo>
                    <a:pt x="1906362" y="4581819"/>
                  </a:lnTo>
                  <a:lnTo>
                    <a:pt x="1927560" y="4581819"/>
                  </a:lnTo>
                  <a:lnTo>
                    <a:pt x="1933928" y="4573342"/>
                  </a:lnTo>
                  <a:lnTo>
                    <a:pt x="1933928" y="4556415"/>
                  </a:lnTo>
                  <a:lnTo>
                    <a:pt x="1927560" y="4547937"/>
                  </a:lnTo>
                  <a:close/>
                </a:path>
                <a:path w="9542780" h="6570345">
                  <a:moveTo>
                    <a:pt x="1927560" y="4945983"/>
                  </a:moveTo>
                  <a:lnTo>
                    <a:pt x="1908486" y="4945983"/>
                  </a:lnTo>
                  <a:lnTo>
                    <a:pt x="1899996" y="4952340"/>
                  </a:lnTo>
                  <a:lnTo>
                    <a:pt x="1899996" y="4971387"/>
                  </a:lnTo>
                  <a:lnTo>
                    <a:pt x="1906363" y="4979865"/>
                  </a:lnTo>
                  <a:lnTo>
                    <a:pt x="1927560" y="4979865"/>
                  </a:lnTo>
                  <a:lnTo>
                    <a:pt x="1933928" y="4971387"/>
                  </a:lnTo>
                  <a:lnTo>
                    <a:pt x="1933928" y="4954460"/>
                  </a:lnTo>
                  <a:lnTo>
                    <a:pt x="1927560" y="4945983"/>
                  </a:lnTo>
                  <a:close/>
                </a:path>
                <a:path w="9542780" h="6570345">
                  <a:moveTo>
                    <a:pt x="1927560" y="4990461"/>
                  </a:moveTo>
                  <a:lnTo>
                    <a:pt x="1908486" y="4990461"/>
                  </a:lnTo>
                  <a:lnTo>
                    <a:pt x="1899996" y="4996792"/>
                  </a:lnTo>
                  <a:lnTo>
                    <a:pt x="1899996" y="5015866"/>
                  </a:lnTo>
                  <a:lnTo>
                    <a:pt x="1906363" y="5024343"/>
                  </a:lnTo>
                  <a:lnTo>
                    <a:pt x="1927560" y="5024343"/>
                  </a:lnTo>
                  <a:lnTo>
                    <a:pt x="1933928" y="5015866"/>
                  </a:lnTo>
                  <a:lnTo>
                    <a:pt x="1933928" y="4998910"/>
                  </a:lnTo>
                  <a:lnTo>
                    <a:pt x="1927560" y="4990461"/>
                  </a:lnTo>
                  <a:close/>
                </a:path>
                <a:path w="9542780" h="6570345">
                  <a:moveTo>
                    <a:pt x="1927560" y="5034912"/>
                  </a:moveTo>
                  <a:lnTo>
                    <a:pt x="1908486" y="5034912"/>
                  </a:lnTo>
                  <a:lnTo>
                    <a:pt x="1899996" y="5041270"/>
                  </a:lnTo>
                  <a:lnTo>
                    <a:pt x="1899996" y="5060316"/>
                  </a:lnTo>
                  <a:lnTo>
                    <a:pt x="1906363" y="5068793"/>
                  </a:lnTo>
                  <a:lnTo>
                    <a:pt x="1916948" y="5068793"/>
                  </a:lnTo>
                  <a:lnTo>
                    <a:pt x="1927560" y="5066673"/>
                  </a:lnTo>
                  <a:lnTo>
                    <a:pt x="1933928" y="5060316"/>
                  </a:lnTo>
                  <a:lnTo>
                    <a:pt x="1933928" y="5043389"/>
                  </a:lnTo>
                  <a:lnTo>
                    <a:pt x="1927560" y="5034912"/>
                  </a:lnTo>
                  <a:close/>
                </a:path>
                <a:path w="9542780" h="6570345">
                  <a:moveTo>
                    <a:pt x="1927560" y="5077270"/>
                  </a:moveTo>
                  <a:lnTo>
                    <a:pt x="1908486" y="5077270"/>
                  </a:lnTo>
                  <a:lnTo>
                    <a:pt x="1899996" y="5083629"/>
                  </a:lnTo>
                  <a:lnTo>
                    <a:pt x="1899996" y="5102675"/>
                  </a:lnTo>
                  <a:lnTo>
                    <a:pt x="1906363" y="5111153"/>
                  </a:lnTo>
                  <a:lnTo>
                    <a:pt x="1927560" y="5111153"/>
                  </a:lnTo>
                  <a:lnTo>
                    <a:pt x="1933928" y="5104794"/>
                  </a:lnTo>
                  <a:lnTo>
                    <a:pt x="1933928" y="5085720"/>
                  </a:lnTo>
                  <a:lnTo>
                    <a:pt x="1927560" y="5077270"/>
                  </a:lnTo>
                  <a:close/>
                </a:path>
                <a:path w="9542780" h="6570345">
                  <a:moveTo>
                    <a:pt x="1927560" y="5121720"/>
                  </a:moveTo>
                  <a:lnTo>
                    <a:pt x="1908486" y="5121720"/>
                  </a:lnTo>
                  <a:lnTo>
                    <a:pt x="1899996" y="5128079"/>
                  </a:lnTo>
                  <a:lnTo>
                    <a:pt x="1899996" y="5147125"/>
                  </a:lnTo>
                  <a:lnTo>
                    <a:pt x="1906363" y="5155603"/>
                  </a:lnTo>
                  <a:lnTo>
                    <a:pt x="1927560" y="5155603"/>
                  </a:lnTo>
                  <a:lnTo>
                    <a:pt x="1933928" y="5149244"/>
                  </a:lnTo>
                  <a:lnTo>
                    <a:pt x="1933928" y="5130199"/>
                  </a:lnTo>
                  <a:lnTo>
                    <a:pt x="1927560" y="5121720"/>
                  </a:lnTo>
                  <a:close/>
                </a:path>
                <a:path w="9542780" h="6570345">
                  <a:moveTo>
                    <a:pt x="1927560" y="5166199"/>
                  </a:moveTo>
                  <a:lnTo>
                    <a:pt x="1908486" y="5166199"/>
                  </a:lnTo>
                  <a:lnTo>
                    <a:pt x="1899996" y="5172529"/>
                  </a:lnTo>
                  <a:lnTo>
                    <a:pt x="1899996" y="5191603"/>
                  </a:lnTo>
                  <a:lnTo>
                    <a:pt x="1906363" y="5200081"/>
                  </a:lnTo>
                  <a:lnTo>
                    <a:pt x="1927560" y="5200081"/>
                  </a:lnTo>
                  <a:lnTo>
                    <a:pt x="1933928" y="5191603"/>
                  </a:lnTo>
                  <a:lnTo>
                    <a:pt x="1933928" y="5174649"/>
                  </a:lnTo>
                  <a:lnTo>
                    <a:pt x="1927560" y="5166199"/>
                  </a:lnTo>
                  <a:close/>
                </a:path>
                <a:path w="9542780" h="6570345">
                  <a:moveTo>
                    <a:pt x="1927560" y="5210649"/>
                  </a:moveTo>
                  <a:lnTo>
                    <a:pt x="1908486" y="5210649"/>
                  </a:lnTo>
                  <a:lnTo>
                    <a:pt x="1899996" y="5217007"/>
                  </a:lnTo>
                  <a:lnTo>
                    <a:pt x="1899996" y="5236053"/>
                  </a:lnTo>
                  <a:lnTo>
                    <a:pt x="1906363" y="5244531"/>
                  </a:lnTo>
                  <a:lnTo>
                    <a:pt x="1927560" y="5244531"/>
                  </a:lnTo>
                  <a:lnTo>
                    <a:pt x="1933928" y="5236053"/>
                  </a:lnTo>
                  <a:lnTo>
                    <a:pt x="1933928" y="5219127"/>
                  </a:lnTo>
                  <a:lnTo>
                    <a:pt x="1927560" y="5210649"/>
                  </a:lnTo>
                  <a:close/>
                </a:path>
                <a:path w="9542780" h="6570345">
                  <a:moveTo>
                    <a:pt x="1927560" y="5255127"/>
                  </a:moveTo>
                  <a:lnTo>
                    <a:pt x="1908486" y="5255127"/>
                  </a:lnTo>
                  <a:lnTo>
                    <a:pt x="1899996" y="5261458"/>
                  </a:lnTo>
                  <a:lnTo>
                    <a:pt x="1899996" y="5282651"/>
                  </a:lnTo>
                  <a:lnTo>
                    <a:pt x="1906363" y="5288982"/>
                  </a:lnTo>
                  <a:lnTo>
                    <a:pt x="1927560" y="5288982"/>
                  </a:lnTo>
                  <a:lnTo>
                    <a:pt x="1933928" y="5280533"/>
                  </a:lnTo>
                  <a:lnTo>
                    <a:pt x="1933928" y="5263577"/>
                  </a:lnTo>
                  <a:lnTo>
                    <a:pt x="1927560" y="5255127"/>
                  </a:lnTo>
                  <a:close/>
                </a:path>
                <a:path w="9542780" h="6570345">
                  <a:moveTo>
                    <a:pt x="1927560" y="5299579"/>
                  </a:moveTo>
                  <a:lnTo>
                    <a:pt x="1908486" y="5299579"/>
                  </a:lnTo>
                  <a:lnTo>
                    <a:pt x="1899996" y="5305936"/>
                  </a:lnTo>
                  <a:lnTo>
                    <a:pt x="1899996" y="5327102"/>
                  </a:lnTo>
                  <a:lnTo>
                    <a:pt x="1906363" y="5333460"/>
                  </a:lnTo>
                  <a:lnTo>
                    <a:pt x="1927560" y="5333460"/>
                  </a:lnTo>
                  <a:lnTo>
                    <a:pt x="1933928" y="5324983"/>
                  </a:lnTo>
                  <a:lnTo>
                    <a:pt x="1933928" y="5308056"/>
                  </a:lnTo>
                  <a:lnTo>
                    <a:pt x="1927560" y="5299579"/>
                  </a:lnTo>
                  <a:close/>
                </a:path>
                <a:path w="9542780" h="6570345">
                  <a:moveTo>
                    <a:pt x="1927560" y="5344057"/>
                  </a:moveTo>
                  <a:lnTo>
                    <a:pt x="1908486" y="5344057"/>
                  </a:lnTo>
                  <a:lnTo>
                    <a:pt x="1899996" y="5350386"/>
                  </a:lnTo>
                  <a:lnTo>
                    <a:pt x="1899996" y="5369460"/>
                  </a:lnTo>
                  <a:lnTo>
                    <a:pt x="1906363" y="5377910"/>
                  </a:lnTo>
                  <a:lnTo>
                    <a:pt x="1916948" y="5377910"/>
                  </a:lnTo>
                  <a:lnTo>
                    <a:pt x="1927560" y="5375790"/>
                  </a:lnTo>
                  <a:lnTo>
                    <a:pt x="1933928" y="5369460"/>
                  </a:lnTo>
                  <a:lnTo>
                    <a:pt x="1933928" y="5352506"/>
                  </a:lnTo>
                  <a:lnTo>
                    <a:pt x="1927560" y="5344057"/>
                  </a:lnTo>
                  <a:close/>
                </a:path>
                <a:path w="9542780" h="6570345">
                  <a:moveTo>
                    <a:pt x="1927560" y="5386387"/>
                  </a:moveTo>
                  <a:lnTo>
                    <a:pt x="1908486" y="5386387"/>
                  </a:lnTo>
                  <a:lnTo>
                    <a:pt x="1899996" y="5392746"/>
                  </a:lnTo>
                  <a:lnTo>
                    <a:pt x="1899996" y="5411792"/>
                  </a:lnTo>
                  <a:lnTo>
                    <a:pt x="1906363" y="5420269"/>
                  </a:lnTo>
                  <a:lnTo>
                    <a:pt x="1927560" y="5420269"/>
                  </a:lnTo>
                  <a:lnTo>
                    <a:pt x="1933928" y="5413910"/>
                  </a:lnTo>
                  <a:lnTo>
                    <a:pt x="1933928" y="5394866"/>
                  </a:lnTo>
                  <a:lnTo>
                    <a:pt x="1927560" y="5386387"/>
                  </a:lnTo>
                  <a:close/>
                </a:path>
                <a:path w="9542780" h="6570345">
                  <a:moveTo>
                    <a:pt x="1927560" y="5430866"/>
                  </a:moveTo>
                  <a:lnTo>
                    <a:pt x="1908486" y="5430866"/>
                  </a:lnTo>
                  <a:lnTo>
                    <a:pt x="1899996" y="5437196"/>
                  </a:lnTo>
                  <a:lnTo>
                    <a:pt x="1899996" y="5458390"/>
                  </a:lnTo>
                  <a:lnTo>
                    <a:pt x="1906363" y="5464719"/>
                  </a:lnTo>
                  <a:lnTo>
                    <a:pt x="1927560" y="5464719"/>
                  </a:lnTo>
                  <a:lnTo>
                    <a:pt x="1933928" y="5458390"/>
                  </a:lnTo>
                  <a:lnTo>
                    <a:pt x="1933928" y="5439316"/>
                  </a:lnTo>
                  <a:lnTo>
                    <a:pt x="1927560" y="5430866"/>
                  </a:lnTo>
                  <a:close/>
                </a:path>
                <a:path w="9542780" h="6570345">
                  <a:moveTo>
                    <a:pt x="1927560" y="5475316"/>
                  </a:moveTo>
                  <a:lnTo>
                    <a:pt x="1908486" y="5475316"/>
                  </a:lnTo>
                  <a:lnTo>
                    <a:pt x="1899996" y="5481674"/>
                  </a:lnTo>
                  <a:lnTo>
                    <a:pt x="1899996" y="5502840"/>
                  </a:lnTo>
                  <a:lnTo>
                    <a:pt x="1906363" y="5509197"/>
                  </a:lnTo>
                  <a:lnTo>
                    <a:pt x="1927560" y="5509197"/>
                  </a:lnTo>
                  <a:lnTo>
                    <a:pt x="1933928" y="5500720"/>
                  </a:lnTo>
                  <a:lnTo>
                    <a:pt x="1933928" y="5483793"/>
                  </a:lnTo>
                  <a:lnTo>
                    <a:pt x="1927560" y="5475316"/>
                  </a:lnTo>
                  <a:close/>
                </a:path>
                <a:path w="9542780" h="6570345">
                  <a:moveTo>
                    <a:pt x="1927560" y="5519794"/>
                  </a:moveTo>
                  <a:lnTo>
                    <a:pt x="1908486" y="5519794"/>
                  </a:lnTo>
                  <a:lnTo>
                    <a:pt x="1899996" y="5526124"/>
                  </a:lnTo>
                  <a:lnTo>
                    <a:pt x="1899996" y="5545199"/>
                  </a:lnTo>
                  <a:lnTo>
                    <a:pt x="1906363" y="5553649"/>
                  </a:lnTo>
                  <a:lnTo>
                    <a:pt x="1927560" y="5553649"/>
                  </a:lnTo>
                  <a:lnTo>
                    <a:pt x="1933928" y="5545199"/>
                  </a:lnTo>
                  <a:lnTo>
                    <a:pt x="1933928" y="5528243"/>
                  </a:lnTo>
                  <a:lnTo>
                    <a:pt x="1927560" y="5519794"/>
                  </a:lnTo>
                  <a:close/>
                </a:path>
                <a:path w="9542780" h="6570345">
                  <a:moveTo>
                    <a:pt x="1927560" y="5564245"/>
                  </a:moveTo>
                  <a:lnTo>
                    <a:pt x="1908486" y="5564245"/>
                  </a:lnTo>
                  <a:lnTo>
                    <a:pt x="1899996" y="5570603"/>
                  </a:lnTo>
                  <a:lnTo>
                    <a:pt x="1899996" y="5589649"/>
                  </a:lnTo>
                  <a:lnTo>
                    <a:pt x="1906363" y="5598126"/>
                  </a:lnTo>
                  <a:lnTo>
                    <a:pt x="1927560" y="5598126"/>
                  </a:lnTo>
                  <a:lnTo>
                    <a:pt x="1933928" y="5589649"/>
                  </a:lnTo>
                  <a:lnTo>
                    <a:pt x="1933928" y="5572723"/>
                  </a:lnTo>
                  <a:lnTo>
                    <a:pt x="1927560" y="5564245"/>
                  </a:lnTo>
                  <a:close/>
                </a:path>
                <a:path w="9542780" h="6570345">
                  <a:moveTo>
                    <a:pt x="1927560" y="5608723"/>
                  </a:moveTo>
                  <a:lnTo>
                    <a:pt x="1908486" y="5608723"/>
                  </a:lnTo>
                  <a:lnTo>
                    <a:pt x="1899996" y="5615053"/>
                  </a:lnTo>
                  <a:lnTo>
                    <a:pt x="1899996" y="5634127"/>
                  </a:lnTo>
                  <a:lnTo>
                    <a:pt x="1906363" y="5642576"/>
                  </a:lnTo>
                  <a:lnTo>
                    <a:pt x="1927560" y="5642576"/>
                  </a:lnTo>
                  <a:lnTo>
                    <a:pt x="1933928" y="5634127"/>
                  </a:lnTo>
                  <a:lnTo>
                    <a:pt x="1933928" y="5617173"/>
                  </a:lnTo>
                  <a:lnTo>
                    <a:pt x="1927560" y="5608723"/>
                  </a:lnTo>
                  <a:close/>
                </a:path>
                <a:path w="9542780" h="6570345">
                  <a:moveTo>
                    <a:pt x="1927560" y="5653173"/>
                  </a:moveTo>
                  <a:lnTo>
                    <a:pt x="1908486" y="5653173"/>
                  </a:lnTo>
                  <a:lnTo>
                    <a:pt x="1899996" y="5659531"/>
                  </a:lnTo>
                  <a:lnTo>
                    <a:pt x="1899996" y="5678577"/>
                  </a:lnTo>
                  <a:lnTo>
                    <a:pt x="1906363" y="5687056"/>
                  </a:lnTo>
                  <a:lnTo>
                    <a:pt x="1916948" y="5687056"/>
                  </a:lnTo>
                  <a:lnTo>
                    <a:pt x="1927560" y="5684936"/>
                  </a:lnTo>
                  <a:lnTo>
                    <a:pt x="1933928" y="5678577"/>
                  </a:lnTo>
                  <a:lnTo>
                    <a:pt x="1933928" y="5661651"/>
                  </a:lnTo>
                  <a:lnTo>
                    <a:pt x="1927560" y="5653173"/>
                  </a:lnTo>
                  <a:close/>
                </a:path>
                <a:path w="9542780" h="6570345">
                  <a:moveTo>
                    <a:pt x="1885137" y="971801"/>
                  </a:moveTo>
                  <a:lnTo>
                    <a:pt x="1866061" y="971801"/>
                  </a:lnTo>
                  <a:lnTo>
                    <a:pt x="1857571" y="978018"/>
                  </a:lnTo>
                  <a:lnTo>
                    <a:pt x="1857571" y="997233"/>
                  </a:lnTo>
                  <a:lnTo>
                    <a:pt x="1863939" y="1005711"/>
                  </a:lnTo>
                  <a:lnTo>
                    <a:pt x="1874553" y="1005711"/>
                  </a:lnTo>
                  <a:lnTo>
                    <a:pt x="1883042" y="1003451"/>
                  </a:lnTo>
                  <a:lnTo>
                    <a:pt x="1891504" y="997233"/>
                  </a:lnTo>
                  <a:lnTo>
                    <a:pt x="1891504" y="980278"/>
                  </a:lnTo>
                  <a:lnTo>
                    <a:pt x="1885137" y="971801"/>
                  </a:lnTo>
                  <a:close/>
                </a:path>
                <a:path w="9542780" h="6570345">
                  <a:moveTo>
                    <a:pt x="1885137" y="1016166"/>
                  </a:moveTo>
                  <a:lnTo>
                    <a:pt x="1866061" y="1016166"/>
                  </a:lnTo>
                  <a:lnTo>
                    <a:pt x="1857571" y="1022666"/>
                  </a:lnTo>
                  <a:lnTo>
                    <a:pt x="1857571" y="1041599"/>
                  </a:lnTo>
                  <a:lnTo>
                    <a:pt x="1863939" y="1050076"/>
                  </a:lnTo>
                  <a:lnTo>
                    <a:pt x="1874553" y="1050076"/>
                  </a:lnTo>
                  <a:lnTo>
                    <a:pt x="1883042" y="1048097"/>
                  </a:lnTo>
                  <a:lnTo>
                    <a:pt x="1891504" y="1041599"/>
                  </a:lnTo>
                  <a:lnTo>
                    <a:pt x="1891504" y="1024644"/>
                  </a:lnTo>
                  <a:lnTo>
                    <a:pt x="1885137" y="1016166"/>
                  </a:lnTo>
                  <a:close/>
                </a:path>
                <a:path w="9542780" h="6570345">
                  <a:moveTo>
                    <a:pt x="1885137" y="1058553"/>
                  </a:moveTo>
                  <a:lnTo>
                    <a:pt x="1866061" y="1058553"/>
                  </a:lnTo>
                  <a:lnTo>
                    <a:pt x="1857571" y="1065053"/>
                  </a:lnTo>
                  <a:lnTo>
                    <a:pt x="1857571" y="1086247"/>
                  </a:lnTo>
                  <a:lnTo>
                    <a:pt x="1863939" y="1092464"/>
                  </a:lnTo>
                  <a:lnTo>
                    <a:pt x="1883042" y="1092464"/>
                  </a:lnTo>
                  <a:lnTo>
                    <a:pt x="1891504" y="1086247"/>
                  </a:lnTo>
                  <a:lnTo>
                    <a:pt x="1891504" y="1067031"/>
                  </a:lnTo>
                  <a:lnTo>
                    <a:pt x="1885137" y="1058553"/>
                  </a:lnTo>
                  <a:close/>
                </a:path>
                <a:path w="9542780" h="6570345">
                  <a:moveTo>
                    <a:pt x="1885137" y="1102920"/>
                  </a:moveTo>
                  <a:lnTo>
                    <a:pt x="1866061" y="1102920"/>
                  </a:lnTo>
                  <a:lnTo>
                    <a:pt x="1857571" y="1109418"/>
                  </a:lnTo>
                  <a:lnTo>
                    <a:pt x="1857571" y="1128351"/>
                  </a:lnTo>
                  <a:lnTo>
                    <a:pt x="1863939" y="1136829"/>
                  </a:lnTo>
                  <a:lnTo>
                    <a:pt x="1883042" y="1136829"/>
                  </a:lnTo>
                  <a:lnTo>
                    <a:pt x="1891504" y="1130612"/>
                  </a:lnTo>
                  <a:lnTo>
                    <a:pt x="1891504" y="1111397"/>
                  </a:lnTo>
                  <a:lnTo>
                    <a:pt x="1885137" y="1102920"/>
                  </a:lnTo>
                  <a:close/>
                </a:path>
                <a:path w="9542780" h="6570345">
                  <a:moveTo>
                    <a:pt x="1885137" y="1147568"/>
                  </a:moveTo>
                  <a:lnTo>
                    <a:pt x="1866061" y="1147568"/>
                  </a:lnTo>
                  <a:lnTo>
                    <a:pt x="1857571" y="1153784"/>
                  </a:lnTo>
                  <a:lnTo>
                    <a:pt x="1857571" y="1172999"/>
                  </a:lnTo>
                  <a:lnTo>
                    <a:pt x="1863939" y="1181477"/>
                  </a:lnTo>
                  <a:lnTo>
                    <a:pt x="1883042" y="1181477"/>
                  </a:lnTo>
                  <a:lnTo>
                    <a:pt x="1891504" y="1172999"/>
                  </a:lnTo>
                  <a:lnTo>
                    <a:pt x="1891504" y="1156045"/>
                  </a:lnTo>
                  <a:lnTo>
                    <a:pt x="1885137" y="1147568"/>
                  </a:lnTo>
                  <a:close/>
                </a:path>
                <a:path w="9542780" h="6570345">
                  <a:moveTo>
                    <a:pt x="1885137" y="1191933"/>
                  </a:moveTo>
                  <a:lnTo>
                    <a:pt x="1866061" y="1191933"/>
                  </a:lnTo>
                  <a:lnTo>
                    <a:pt x="1857571" y="1198432"/>
                  </a:lnTo>
                  <a:lnTo>
                    <a:pt x="1857571" y="1217364"/>
                  </a:lnTo>
                  <a:lnTo>
                    <a:pt x="1863939" y="1225843"/>
                  </a:lnTo>
                  <a:lnTo>
                    <a:pt x="1883042" y="1225843"/>
                  </a:lnTo>
                  <a:lnTo>
                    <a:pt x="1891504" y="1217364"/>
                  </a:lnTo>
                  <a:lnTo>
                    <a:pt x="1891504" y="1200410"/>
                  </a:lnTo>
                  <a:lnTo>
                    <a:pt x="1885137" y="1191933"/>
                  </a:lnTo>
                  <a:close/>
                </a:path>
                <a:path w="9542780" h="6570345">
                  <a:moveTo>
                    <a:pt x="1885137" y="1236581"/>
                  </a:moveTo>
                  <a:lnTo>
                    <a:pt x="1866061" y="1236581"/>
                  </a:lnTo>
                  <a:lnTo>
                    <a:pt x="1857571" y="1242797"/>
                  </a:lnTo>
                  <a:lnTo>
                    <a:pt x="1857571" y="1261731"/>
                  </a:lnTo>
                  <a:lnTo>
                    <a:pt x="1863939" y="1270208"/>
                  </a:lnTo>
                  <a:lnTo>
                    <a:pt x="1883042" y="1270208"/>
                  </a:lnTo>
                  <a:lnTo>
                    <a:pt x="1891504" y="1261731"/>
                  </a:lnTo>
                  <a:lnTo>
                    <a:pt x="1891504" y="1244776"/>
                  </a:lnTo>
                  <a:lnTo>
                    <a:pt x="1885137" y="1236581"/>
                  </a:lnTo>
                  <a:close/>
                </a:path>
                <a:path w="9542780" h="6570345">
                  <a:moveTo>
                    <a:pt x="1885137" y="1280946"/>
                  </a:moveTo>
                  <a:lnTo>
                    <a:pt x="1866061" y="1280946"/>
                  </a:lnTo>
                  <a:lnTo>
                    <a:pt x="1857571" y="1287162"/>
                  </a:lnTo>
                  <a:lnTo>
                    <a:pt x="1857571" y="1306379"/>
                  </a:lnTo>
                  <a:lnTo>
                    <a:pt x="1863939" y="1314856"/>
                  </a:lnTo>
                  <a:lnTo>
                    <a:pt x="1874553" y="1314856"/>
                  </a:lnTo>
                  <a:lnTo>
                    <a:pt x="1883042" y="1312595"/>
                  </a:lnTo>
                  <a:lnTo>
                    <a:pt x="1891504" y="1306379"/>
                  </a:lnTo>
                  <a:lnTo>
                    <a:pt x="1891504" y="1289423"/>
                  </a:lnTo>
                  <a:lnTo>
                    <a:pt x="1885137" y="1280946"/>
                  </a:lnTo>
                  <a:close/>
                </a:path>
                <a:path w="9542780" h="6570345">
                  <a:moveTo>
                    <a:pt x="1885137" y="1325312"/>
                  </a:moveTo>
                  <a:lnTo>
                    <a:pt x="1866061" y="1325312"/>
                  </a:lnTo>
                  <a:lnTo>
                    <a:pt x="1857571" y="1331810"/>
                  </a:lnTo>
                  <a:lnTo>
                    <a:pt x="1857571" y="1350744"/>
                  </a:lnTo>
                  <a:lnTo>
                    <a:pt x="1863939" y="1359221"/>
                  </a:lnTo>
                  <a:lnTo>
                    <a:pt x="1874553" y="1359221"/>
                  </a:lnTo>
                  <a:lnTo>
                    <a:pt x="1883042" y="1357243"/>
                  </a:lnTo>
                  <a:lnTo>
                    <a:pt x="1891504" y="1350744"/>
                  </a:lnTo>
                  <a:lnTo>
                    <a:pt x="1891504" y="1333789"/>
                  </a:lnTo>
                  <a:lnTo>
                    <a:pt x="1885137" y="1325312"/>
                  </a:lnTo>
                  <a:close/>
                </a:path>
                <a:path w="9542780" h="6570345">
                  <a:moveTo>
                    <a:pt x="1885137" y="1367699"/>
                  </a:moveTo>
                  <a:lnTo>
                    <a:pt x="1866061" y="1367699"/>
                  </a:lnTo>
                  <a:lnTo>
                    <a:pt x="1857571" y="1374198"/>
                  </a:lnTo>
                  <a:lnTo>
                    <a:pt x="1857571" y="1393131"/>
                  </a:lnTo>
                  <a:lnTo>
                    <a:pt x="1863939" y="1401608"/>
                  </a:lnTo>
                  <a:lnTo>
                    <a:pt x="1883042" y="1401608"/>
                  </a:lnTo>
                  <a:lnTo>
                    <a:pt x="1891504" y="1395110"/>
                  </a:lnTo>
                  <a:lnTo>
                    <a:pt x="1891504" y="1376177"/>
                  </a:lnTo>
                  <a:lnTo>
                    <a:pt x="1885137" y="1367699"/>
                  </a:lnTo>
                  <a:close/>
                </a:path>
                <a:path w="9542780" h="6570345">
                  <a:moveTo>
                    <a:pt x="1885137" y="1412064"/>
                  </a:moveTo>
                  <a:lnTo>
                    <a:pt x="1866061" y="1412064"/>
                  </a:lnTo>
                  <a:lnTo>
                    <a:pt x="1857571" y="1418564"/>
                  </a:lnTo>
                  <a:lnTo>
                    <a:pt x="1857571" y="1439758"/>
                  </a:lnTo>
                  <a:lnTo>
                    <a:pt x="1863939" y="1445975"/>
                  </a:lnTo>
                  <a:lnTo>
                    <a:pt x="1883042" y="1445975"/>
                  </a:lnTo>
                  <a:lnTo>
                    <a:pt x="1891504" y="1439758"/>
                  </a:lnTo>
                  <a:lnTo>
                    <a:pt x="1891504" y="1420541"/>
                  </a:lnTo>
                  <a:lnTo>
                    <a:pt x="1885137" y="1412064"/>
                  </a:lnTo>
                  <a:close/>
                </a:path>
                <a:path w="9542780" h="6570345">
                  <a:moveTo>
                    <a:pt x="1885137" y="1456712"/>
                  </a:moveTo>
                  <a:lnTo>
                    <a:pt x="1866061" y="1456712"/>
                  </a:lnTo>
                  <a:lnTo>
                    <a:pt x="1857571" y="1462929"/>
                  </a:lnTo>
                  <a:lnTo>
                    <a:pt x="1857571" y="1484123"/>
                  </a:lnTo>
                  <a:lnTo>
                    <a:pt x="1863939" y="1490623"/>
                  </a:lnTo>
                  <a:lnTo>
                    <a:pt x="1883042" y="1490623"/>
                  </a:lnTo>
                  <a:lnTo>
                    <a:pt x="1891504" y="1482144"/>
                  </a:lnTo>
                  <a:lnTo>
                    <a:pt x="1891504" y="1465190"/>
                  </a:lnTo>
                  <a:lnTo>
                    <a:pt x="1885137" y="1456712"/>
                  </a:lnTo>
                  <a:close/>
                </a:path>
                <a:path w="9542780" h="6570345">
                  <a:moveTo>
                    <a:pt x="1885137" y="1501077"/>
                  </a:moveTo>
                  <a:lnTo>
                    <a:pt x="1866061" y="1501077"/>
                  </a:lnTo>
                  <a:lnTo>
                    <a:pt x="1857571" y="1507577"/>
                  </a:lnTo>
                  <a:lnTo>
                    <a:pt x="1857571" y="1528771"/>
                  </a:lnTo>
                  <a:lnTo>
                    <a:pt x="1863939" y="1534988"/>
                  </a:lnTo>
                  <a:lnTo>
                    <a:pt x="1883042" y="1534988"/>
                  </a:lnTo>
                  <a:lnTo>
                    <a:pt x="1891504" y="1526510"/>
                  </a:lnTo>
                  <a:lnTo>
                    <a:pt x="1891504" y="1509555"/>
                  </a:lnTo>
                  <a:lnTo>
                    <a:pt x="1885137" y="1501077"/>
                  </a:lnTo>
                  <a:close/>
                </a:path>
                <a:path w="9542780" h="6570345">
                  <a:moveTo>
                    <a:pt x="1885137" y="1545443"/>
                  </a:moveTo>
                  <a:lnTo>
                    <a:pt x="1866061" y="1545443"/>
                  </a:lnTo>
                  <a:lnTo>
                    <a:pt x="1857571" y="1551942"/>
                  </a:lnTo>
                  <a:lnTo>
                    <a:pt x="1857571" y="1573136"/>
                  </a:lnTo>
                  <a:lnTo>
                    <a:pt x="1863939" y="1579352"/>
                  </a:lnTo>
                  <a:lnTo>
                    <a:pt x="1883042" y="1579352"/>
                  </a:lnTo>
                  <a:lnTo>
                    <a:pt x="1891504" y="1570875"/>
                  </a:lnTo>
                  <a:lnTo>
                    <a:pt x="1891504" y="1553921"/>
                  </a:lnTo>
                  <a:lnTo>
                    <a:pt x="1885137" y="1545443"/>
                  </a:lnTo>
                  <a:close/>
                </a:path>
                <a:path w="9542780" h="6570345">
                  <a:moveTo>
                    <a:pt x="1885137" y="1590092"/>
                  </a:moveTo>
                  <a:lnTo>
                    <a:pt x="1866061" y="1590092"/>
                  </a:lnTo>
                  <a:lnTo>
                    <a:pt x="1857571" y="1596308"/>
                  </a:lnTo>
                  <a:lnTo>
                    <a:pt x="1857571" y="1615523"/>
                  </a:lnTo>
                  <a:lnTo>
                    <a:pt x="1863939" y="1624001"/>
                  </a:lnTo>
                  <a:lnTo>
                    <a:pt x="1874553" y="1624001"/>
                  </a:lnTo>
                  <a:lnTo>
                    <a:pt x="1883042" y="1621740"/>
                  </a:lnTo>
                  <a:lnTo>
                    <a:pt x="1891504" y="1615523"/>
                  </a:lnTo>
                  <a:lnTo>
                    <a:pt x="1891504" y="1598569"/>
                  </a:lnTo>
                  <a:lnTo>
                    <a:pt x="1885137" y="1590092"/>
                  </a:lnTo>
                  <a:close/>
                </a:path>
                <a:path w="9542780" h="6570345">
                  <a:moveTo>
                    <a:pt x="1885137" y="1634456"/>
                  </a:moveTo>
                  <a:lnTo>
                    <a:pt x="1866063" y="1634456"/>
                  </a:lnTo>
                  <a:lnTo>
                    <a:pt x="1857571" y="1640956"/>
                  </a:lnTo>
                  <a:lnTo>
                    <a:pt x="1857571" y="1659889"/>
                  </a:lnTo>
                  <a:lnTo>
                    <a:pt x="1863939" y="1668367"/>
                  </a:lnTo>
                  <a:lnTo>
                    <a:pt x="1874553" y="1668367"/>
                  </a:lnTo>
                  <a:lnTo>
                    <a:pt x="1883042" y="1666388"/>
                  </a:lnTo>
                  <a:lnTo>
                    <a:pt x="1891504" y="1659889"/>
                  </a:lnTo>
                  <a:lnTo>
                    <a:pt x="1891504" y="1642934"/>
                  </a:lnTo>
                  <a:lnTo>
                    <a:pt x="1885137" y="1634456"/>
                  </a:lnTo>
                  <a:close/>
                </a:path>
                <a:path w="9542780" h="6570345">
                  <a:moveTo>
                    <a:pt x="1885137" y="1676844"/>
                  </a:moveTo>
                  <a:lnTo>
                    <a:pt x="1866063" y="1676844"/>
                  </a:lnTo>
                  <a:lnTo>
                    <a:pt x="1857571" y="1683061"/>
                  </a:lnTo>
                  <a:lnTo>
                    <a:pt x="1857571" y="1704254"/>
                  </a:lnTo>
                  <a:lnTo>
                    <a:pt x="1863939" y="1710754"/>
                  </a:lnTo>
                  <a:lnTo>
                    <a:pt x="1883042" y="1710754"/>
                  </a:lnTo>
                  <a:lnTo>
                    <a:pt x="1891504" y="1704254"/>
                  </a:lnTo>
                  <a:lnTo>
                    <a:pt x="1891504" y="1685321"/>
                  </a:lnTo>
                  <a:lnTo>
                    <a:pt x="1885137" y="1676844"/>
                  </a:lnTo>
                  <a:close/>
                </a:path>
                <a:path w="9542780" h="6570345">
                  <a:moveTo>
                    <a:pt x="1885137" y="1721209"/>
                  </a:moveTo>
                  <a:lnTo>
                    <a:pt x="1866063" y="1721209"/>
                  </a:lnTo>
                  <a:lnTo>
                    <a:pt x="1857571" y="1727709"/>
                  </a:lnTo>
                  <a:lnTo>
                    <a:pt x="1857571" y="1748903"/>
                  </a:lnTo>
                  <a:lnTo>
                    <a:pt x="1863939" y="1755119"/>
                  </a:lnTo>
                  <a:lnTo>
                    <a:pt x="1883042" y="1755119"/>
                  </a:lnTo>
                  <a:lnTo>
                    <a:pt x="1891504" y="1748903"/>
                  </a:lnTo>
                  <a:lnTo>
                    <a:pt x="1891504" y="1729686"/>
                  </a:lnTo>
                  <a:lnTo>
                    <a:pt x="1885137" y="1721209"/>
                  </a:lnTo>
                  <a:close/>
                </a:path>
                <a:path w="9542780" h="6570345">
                  <a:moveTo>
                    <a:pt x="1885137" y="1765857"/>
                  </a:moveTo>
                  <a:lnTo>
                    <a:pt x="1866063" y="1765857"/>
                  </a:lnTo>
                  <a:lnTo>
                    <a:pt x="1857571" y="1772074"/>
                  </a:lnTo>
                  <a:lnTo>
                    <a:pt x="1857571" y="1793267"/>
                  </a:lnTo>
                  <a:lnTo>
                    <a:pt x="1866063" y="1799767"/>
                  </a:lnTo>
                  <a:lnTo>
                    <a:pt x="1883042" y="1799767"/>
                  </a:lnTo>
                  <a:lnTo>
                    <a:pt x="1891504" y="1791290"/>
                  </a:lnTo>
                  <a:lnTo>
                    <a:pt x="1891504" y="1774334"/>
                  </a:lnTo>
                  <a:lnTo>
                    <a:pt x="1885137" y="1765857"/>
                  </a:lnTo>
                  <a:close/>
                </a:path>
                <a:path w="9542780" h="6570345">
                  <a:moveTo>
                    <a:pt x="1885137" y="1810223"/>
                  </a:moveTo>
                  <a:lnTo>
                    <a:pt x="1866063" y="1810223"/>
                  </a:lnTo>
                  <a:lnTo>
                    <a:pt x="1857571" y="1816722"/>
                  </a:lnTo>
                  <a:lnTo>
                    <a:pt x="1857571" y="1837634"/>
                  </a:lnTo>
                  <a:lnTo>
                    <a:pt x="1863939" y="1844132"/>
                  </a:lnTo>
                  <a:lnTo>
                    <a:pt x="1883042" y="1844132"/>
                  </a:lnTo>
                  <a:lnTo>
                    <a:pt x="1891504" y="1835655"/>
                  </a:lnTo>
                  <a:lnTo>
                    <a:pt x="1891504" y="1818700"/>
                  </a:lnTo>
                  <a:lnTo>
                    <a:pt x="1885137" y="1810223"/>
                  </a:lnTo>
                  <a:close/>
                </a:path>
                <a:path w="9542780" h="6570345">
                  <a:moveTo>
                    <a:pt x="1885137" y="1854588"/>
                  </a:moveTo>
                  <a:lnTo>
                    <a:pt x="1866063" y="1854588"/>
                  </a:lnTo>
                  <a:lnTo>
                    <a:pt x="1857571" y="1861088"/>
                  </a:lnTo>
                  <a:lnTo>
                    <a:pt x="1857571" y="1880021"/>
                  </a:lnTo>
                  <a:lnTo>
                    <a:pt x="1863939" y="1888498"/>
                  </a:lnTo>
                  <a:lnTo>
                    <a:pt x="1883042" y="1888498"/>
                  </a:lnTo>
                  <a:lnTo>
                    <a:pt x="1891504" y="1880021"/>
                  </a:lnTo>
                  <a:lnTo>
                    <a:pt x="1891504" y="1863065"/>
                  </a:lnTo>
                  <a:lnTo>
                    <a:pt x="1885137" y="1854588"/>
                  </a:lnTo>
                  <a:close/>
                </a:path>
                <a:path w="9542780" h="6570345">
                  <a:moveTo>
                    <a:pt x="1885137" y="1899236"/>
                  </a:moveTo>
                  <a:lnTo>
                    <a:pt x="1866063" y="1899236"/>
                  </a:lnTo>
                  <a:lnTo>
                    <a:pt x="1857571" y="1905453"/>
                  </a:lnTo>
                  <a:lnTo>
                    <a:pt x="1857571" y="1924668"/>
                  </a:lnTo>
                  <a:lnTo>
                    <a:pt x="1863939" y="1933147"/>
                  </a:lnTo>
                  <a:lnTo>
                    <a:pt x="1874553" y="1933147"/>
                  </a:lnTo>
                  <a:lnTo>
                    <a:pt x="1883042" y="1930886"/>
                  </a:lnTo>
                  <a:lnTo>
                    <a:pt x="1891504" y="1924668"/>
                  </a:lnTo>
                  <a:lnTo>
                    <a:pt x="1891504" y="1907713"/>
                  </a:lnTo>
                  <a:lnTo>
                    <a:pt x="1885137" y="1899236"/>
                  </a:lnTo>
                  <a:close/>
                </a:path>
                <a:path w="9542780" h="6570345">
                  <a:moveTo>
                    <a:pt x="1885137" y="1943601"/>
                  </a:moveTo>
                  <a:lnTo>
                    <a:pt x="1866063" y="1943601"/>
                  </a:lnTo>
                  <a:lnTo>
                    <a:pt x="1857571" y="1950101"/>
                  </a:lnTo>
                  <a:lnTo>
                    <a:pt x="1857571" y="1971295"/>
                  </a:lnTo>
                  <a:lnTo>
                    <a:pt x="1863939" y="1977511"/>
                  </a:lnTo>
                  <a:lnTo>
                    <a:pt x="1874553" y="1977511"/>
                  </a:lnTo>
                  <a:lnTo>
                    <a:pt x="1883042" y="1975251"/>
                  </a:lnTo>
                  <a:lnTo>
                    <a:pt x="1891504" y="1969034"/>
                  </a:lnTo>
                  <a:lnTo>
                    <a:pt x="1891504" y="1952080"/>
                  </a:lnTo>
                  <a:lnTo>
                    <a:pt x="1885137" y="1943601"/>
                  </a:lnTo>
                  <a:close/>
                </a:path>
                <a:path w="9542780" h="6570345">
                  <a:moveTo>
                    <a:pt x="1885137" y="1985989"/>
                  </a:moveTo>
                  <a:lnTo>
                    <a:pt x="1866063" y="1985989"/>
                  </a:lnTo>
                  <a:lnTo>
                    <a:pt x="1857571" y="1992205"/>
                  </a:lnTo>
                  <a:lnTo>
                    <a:pt x="1857571" y="2013399"/>
                  </a:lnTo>
                  <a:lnTo>
                    <a:pt x="1863939" y="2019899"/>
                  </a:lnTo>
                  <a:lnTo>
                    <a:pt x="1883042" y="2019899"/>
                  </a:lnTo>
                  <a:lnTo>
                    <a:pt x="1891504" y="2013399"/>
                  </a:lnTo>
                  <a:lnTo>
                    <a:pt x="1891504" y="1994466"/>
                  </a:lnTo>
                  <a:lnTo>
                    <a:pt x="1885137" y="1985989"/>
                  </a:lnTo>
                  <a:close/>
                </a:path>
                <a:path w="9542780" h="6570345">
                  <a:moveTo>
                    <a:pt x="1885137" y="2030355"/>
                  </a:moveTo>
                  <a:lnTo>
                    <a:pt x="1866063" y="2030355"/>
                  </a:lnTo>
                  <a:lnTo>
                    <a:pt x="1857571" y="2036853"/>
                  </a:lnTo>
                  <a:lnTo>
                    <a:pt x="1857571" y="2058047"/>
                  </a:lnTo>
                  <a:lnTo>
                    <a:pt x="1863939" y="2064264"/>
                  </a:lnTo>
                  <a:lnTo>
                    <a:pt x="1883042" y="2064264"/>
                  </a:lnTo>
                  <a:lnTo>
                    <a:pt x="1891504" y="2058047"/>
                  </a:lnTo>
                  <a:lnTo>
                    <a:pt x="1891504" y="2038832"/>
                  </a:lnTo>
                  <a:lnTo>
                    <a:pt x="1885137" y="2030355"/>
                  </a:lnTo>
                  <a:close/>
                </a:path>
                <a:path w="9542780" h="6570345">
                  <a:moveTo>
                    <a:pt x="1885137" y="2075003"/>
                  </a:moveTo>
                  <a:lnTo>
                    <a:pt x="1866063" y="2075003"/>
                  </a:lnTo>
                  <a:lnTo>
                    <a:pt x="1857571" y="2081220"/>
                  </a:lnTo>
                  <a:lnTo>
                    <a:pt x="1857571" y="2102413"/>
                  </a:lnTo>
                  <a:lnTo>
                    <a:pt x="1863939" y="2108912"/>
                  </a:lnTo>
                  <a:lnTo>
                    <a:pt x="1883042" y="2108912"/>
                  </a:lnTo>
                  <a:lnTo>
                    <a:pt x="1891504" y="2100435"/>
                  </a:lnTo>
                  <a:lnTo>
                    <a:pt x="1891504" y="2083480"/>
                  </a:lnTo>
                  <a:lnTo>
                    <a:pt x="1885137" y="2075003"/>
                  </a:lnTo>
                  <a:close/>
                </a:path>
                <a:path w="9542780" h="6570345">
                  <a:moveTo>
                    <a:pt x="1885137" y="2119368"/>
                  </a:moveTo>
                  <a:lnTo>
                    <a:pt x="1866063" y="2119368"/>
                  </a:lnTo>
                  <a:lnTo>
                    <a:pt x="1857571" y="2125585"/>
                  </a:lnTo>
                  <a:lnTo>
                    <a:pt x="1857571" y="2144801"/>
                  </a:lnTo>
                  <a:lnTo>
                    <a:pt x="1863939" y="2153278"/>
                  </a:lnTo>
                  <a:lnTo>
                    <a:pt x="1883042" y="2153278"/>
                  </a:lnTo>
                  <a:lnTo>
                    <a:pt x="1891504" y="2144801"/>
                  </a:lnTo>
                  <a:lnTo>
                    <a:pt x="1891504" y="2127845"/>
                  </a:lnTo>
                  <a:lnTo>
                    <a:pt x="1885137" y="2119368"/>
                  </a:lnTo>
                  <a:close/>
                </a:path>
                <a:path w="9542780" h="6570345">
                  <a:moveTo>
                    <a:pt x="1885137" y="2163733"/>
                  </a:moveTo>
                  <a:lnTo>
                    <a:pt x="1866063" y="2163733"/>
                  </a:lnTo>
                  <a:lnTo>
                    <a:pt x="1857571" y="2170233"/>
                  </a:lnTo>
                  <a:lnTo>
                    <a:pt x="1857571" y="2189166"/>
                  </a:lnTo>
                  <a:lnTo>
                    <a:pt x="1863939" y="2197643"/>
                  </a:lnTo>
                  <a:lnTo>
                    <a:pt x="1883042" y="2197643"/>
                  </a:lnTo>
                  <a:lnTo>
                    <a:pt x="1891504" y="2189166"/>
                  </a:lnTo>
                  <a:lnTo>
                    <a:pt x="1891504" y="2172211"/>
                  </a:lnTo>
                  <a:lnTo>
                    <a:pt x="1885137" y="2163733"/>
                  </a:lnTo>
                  <a:close/>
                </a:path>
                <a:path w="9542780" h="6570345">
                  <a:moveTo>
                    <a:pt x="1885137" y="2208381"/>
                  </a:moveTo>
                  <a:lnTo>
                    <a:pt x="1866063" y="2208381"/>
                  </a:lnTo>
                  <a:lnTo>
                    <a:pt x="1857571" y="2214598"/>
                  </a:lnTo>
                  <a:lnTo>
                    <a:pt x="1857571" y="2233814"/>
                  </a:lnTo>
                  <a:lnTo>
                    <a:pt x="1863939" y="2242291"/>
                  </a:lnTo>
                  <a:lnTo>
                    <a:pt x="1874553" y="2242291"/>
                  </a:lnTo>
                  <a:lnTo>
                    <a:pt x="1883042" y="2240031"/>
                  </a:lnTo>
                  <a:lnTo>
                    <a:pt x="1891504" y="2233814"/>
                  </a:lnTo>
                  <a:lnTo>
                    <a:pt x="1891504" y="2216859"/>
                  </a:lnTo>
                  <a:lnTo>
                    <a:pt x="1885137" y="2208381"/>
                  </a:lnTo>
                  <a:close/>
                </a:path>
                <a:path w="9542780" h="6570345">
                  <a:moveTo>
                    <a:pt x="1885137" y="2252747"/>
                  </a:moveTo>
                  <a:lnTo>
                    <a:pt x="1866063" y="2252747"/>
                  </a:lnTo>
                  <a:lnTo>
                    <a:pt x="1857571" y="2259246"/>
                  </a:lnTo>
                  <a:lnTo>
                    <a:pt x="1857571" y="2280157"/>
                  </a:lnTo>
                  <a:lnTo>
                    <a:pt x="1863939" y="2286656"/>
                  </a:lnTo>
                  <a:lnTo>
                    <a:pt x="1874553" y="2286656"/>
                  </a:lnTo>
                  <a:lnTo>
                    <a:pt x="1883042" y="2284395"/>
                  </a:lnTo>
                  <a:lnTo>
                    <a:pt x="1891504" y="2278179"/>
                  </a:lnTo>
                  <a:lnTo>
                    <a:pt x="1891504" y="2261224"/>
                  </a:lnTo>
                  <a:lnTo>
                    <a:pt x="1885137" y="2252747"/>
                  </a:lnTo>
                  <a:close/>
                </a:path>
                <a:path w="9542780" h="6570345">
                  <a:moveTo>
                    <a:pt x="1885137" y="2295135"/>
                  </a:moveTo>
                  <a:lnTo>
                    <a:pt x="1866063" y="2295135"/>
                  </a:lnTo>
                  <a:lnTo>
                    <a:pt x="1857571" y="2301351"/>
                  </a:lnTo>
                  <a:lnTo>
                    <a:pt x="1857571" y="2322545"/>
                  </a:lnTo>
                  <a:lnTo>
                    <a:pt x="1863939" y="2329044"/>
                  </a:lnTo>
                  <a:lnTo>
                    <a:pt x="1883042" y="2329044"/>
                  </a:lnTo>
                  <a:lnTo>
                    <a:pt x="1891504" y="2322545"/>
                  </a:lnTo>
                  <a:lnTo>
                    <a:pt x="1891504" y="2303612"/>
                  </a:lnTo>
                  <a:lnTo>
                    <a:pt x="1885137" y="2295135"/>
                  </a:lnTo>
                  <a:close/>
                </a:path>
                <a:path w="9542780" h="6570345">
                  <a:moveTo>
                    <a:pt x="1885137" y="2339500"/>
                  </a:moveTo>
                  <a:lnTo>
                    <a:pt x="1866063" y="2339500"/>
                  </a:lnTo>
                  <a:lnTo>
                    <a:pt x="1857571" y="2345999"/>
                  </a:lnTo>
                  <a:lnTo>
                    <a:pt x="1857571" y="2367193"/>
                  </a:lnTo>
                  <a:lnTo>
                    <a:pt x="1863939" y="2373410"/>
                  </a:lnTo>
                  <a:lnTo>
                    <a:pt x="1883042" y="2373410"/>
                  </a:lnTo>
                  <a:lnTo>
                    <a:pt x="1891504" y="2367193"/>
                  </a:lnTo>
                  <a:lnTo>
                    <a:pt x="1891504" y="2347977"/>
                  </a:lnTo>
                  <a:lnTo>
                    <a:pt x="1885137" y="2339500"/>
                  </a:lnTo>
                  <a:close/>
                </a:path>
                <a:path w="9542780" h="6570345">
                  <a:moveTo>
                    <a:pt x="1885137" y="2384148"/>
                  </a:moveTo>
                  <a:lnTo>
                    <a:pt x="1866063" y="2384148"/>
                  </a:lnTo>
                  <a:lnTo>
                    <a:pt x="1857571" y="2390364"/>
                  </a:lnTo>
                  <a:lnTo>
                    <a:pt x="1857571" y="2411558"/>
                  </a:lnTo>
                  <a:lnTo>
                    <a:pt x="1863939" y="2417775"/>
                  </a:lnTo>
                  <a:lnTo>
                    <a:pt x="1883042" y="2417775"/>
                  </a:lnTo>
                  <a:lnTo>
                    <a:pt x="1891504" y="2409579"/>
                  </a:lnTo>
                  <a:lnTo>
                    <a:pt x="1891504" y="2392625"/>
                  </a:lnTo>
                  <a:lnTo>
                    <a:pt x="1885137" y="2384148"/>
                  </a:lnTo>
                  <a:close/>
                </a:path>
                <a:path w="9542780" h="6570345">
                  <a:moveTo>
                    <a:pt x="1885137" y="2428513"/>
                  </a:moveTo>
                  <a:lnTo>
                    <a:pt x="1866063" y="2428513"/>
                  </a:lnTo>
                  <a:lnTo>
                    <a:pt x="1857571" y="2434729"/>
                  </a:lnTo>
                  <a:lnTo>
                    <a:pt x="1857571" y="2453946"/>
                  </a:lnTo>
                  <a:lnTo>
                    <a:pt x="1863939" y="2462423"/>
                  </a:lnTo>
                  <a:lnTo>
                    <a:pt x="1883042" y="2462423"/>
                  </a:lnTo>
                  <a:lnTo>
                    <a:pt x="1891504" y="2453946"/>
                  </a:lnTo>
                  <a:lnTo>
                    <a:pt x="1891504" y="2436991"/>
                  </a:lnTo>
                  <a:lnTo>
                    <a:pt x="1885137" y="2428513"/>
                  </a:lnTo>
                  <a:close/>
                </a:path>
                <a:path w="9542780" h="6570345">
                  <a:moveTo>
                    <a:pt x="1885137" y="2472879"/>
                  </a:moveTo>
                  <a:lnTo>
                    <a:pt x="1866063" y="2472879"/>
                  </a:lnTo>
                  <a:lnTo>
                    <a:pt x="1857571" y="2479377"/>
                  </a:lnTo>
                  <a:lnTo>
                    <a:pt x="1857571" y="2498310"/>
                  </a:lnTo>
                  <a:lnTo>
                    <a:pt x="1863939" y="2506788"/>
                  </a:lnTo>
                  <a:lnTo>
                    <a:pt x="1883042" y="2506788"/>
                  </a:lnTo>
                  <a:lnTo>
                    <a:pt x="1891504" y="2498310"/>
                  </a:lnTo>
                  <a:lnTo>
                    <a:pt x="1891504" y="2481356"/>
                  </a:lnTo>
                  <a:lnTo>
                    <a:pt x="1885137" y="2472879"/>
                  </a:lnTo>
                  <a:close/>
                </a:path>
                <a:path w="9542780" h="6570345">
                  <a:moveTo>
                    <a:pt x="1885137" y="2517527"/>
                  </a:moveTo>
                  <a:lnTo>
                    <a:pt x="1866063" y="2517527"/>
                  </a:lnTo>
                  <a:lnTo>
                    <a:pt x="1857571" y="2523743"/>
                  </a:lnTo>
                  <a:lnTo>
                    <a:pt x="1857571" y="2544937"/>
                  </a:lnTo>
                  <a:lnTo>
                    <a:pt x="1863939" y="2551436"/>
                  </a:lnTo>
                  <a:lnTo>
                    <a:pt x="1874553" y="2551436"/>
                  </a:lnTo>
                  <a:lnTo>
                    <a:pt x="1883042" y="2549175"/>
                  </a:lnTo>
                  <a:lnTo>
                    <a:pt x="1891504" y="2542959"/>
                  </a:lnTo>
                  <a:lnTo>
                    <a:pt x="1891504" y="2526004"/>
                  </a:lnTo>
                  <a:lnTo>
                    <a:pt x="1885137" y="2517527"/>
                  </a:lnTo>
                  <a:close/>
                </a:path>
                <a:path w="9542780" h="6570345">
                  <a:moveTo>
                    <a:pt x="1885137" y="2561892"/>
                  </a:moveTo>
                  <a:lnTo>
                    <a:pt x="1866063" y="2561892"/>
                  </a:lnTo>
                  <a:lnTo>
                    <a:pt x="1857571" y="2568108"/>
                  </a:lnTo>
                  <a:lnTo>
                    <a:pt x="1857571" y="2589302"/>
                  </a:lnTo>
                  <a:lnTo>
                    <a:pt x="1863939" y="2595802"/>
                  </a:lnTo>
                  <a:lnTo>
                    <a:pt x="1874553" y="2595802"/>
                  </a:lnTo>
                  <a:lnTo>
                    <a:pt x="1883042" y="2593541"/>
                  </a:lnTo>
                  <a:lnTo>
                    <a:pt x="1891504" y="2587325"/>
                  </a:lnTo>
                  <a:lnTo>
                    <a:pt x="1891504" y="2570369"/>
                  </a:lnTo>
                  <a:lnTo>
                    <a:pt x="1885137" y="2561892"/>
                  </a:lnTo>
                  <a:close/>
                </a:path>
                <a:path w="9542780" h="6570345">
                  <a:moveTo>
                    <a:pt x="1885137" y="2604279"/>
                  </a:moveTo>
                  <a:lnTo>
                    <a:pt x="1866063" y="2604279"/>
                  </a:lnTo>
                  <a:lnTo>
                    <a:pt x="1857571" y="2610496"/>
                  </a:lnTo>
                  <a:lnTo>
                    <a:pt x="1857571" y="2631690"/>
                  </a:lnTo>
                  <a:lnTo>
                    <a:pt x="1863939" y="2638190"/>
                  </a:lnTo>
                  <a:lnTo>
                    <a:pt x="1883042" y="2638190"/>
                  </a:lnTo>
                  <a:lnTo>
                    <a:pt x="1891504" y="2631690"/>
                  </a:lnTo>
                  <a:lnTo>
                    <a:pt x="1891504" y="2612757"/>
                  </a:lnTo>
                  <a:lnTo>
                    <a:pt x="1885137" y="2604279"/>
                  </a:lnTo>
                  <a:close/>
                </a:path>
                <a:path w="9542780" h="6570345">
                  <a:moveTo>
                    <a:pt x="1885137" y="2648644"/>
                  </a:moveTo>
                  <a:lnTo>
                    <a:pt x="1866063" y="2648644"/>
                  </a:lnTo>
                  <a:lnTo>
                    <a:pt x="1857571" y="2655144"/>
                  </a:lnTo>
                  <a:lnTo>
                    <a:pt x="1857571" y="2676338"/>
                  </a:lnTo>
                  <a:lnTo>
                    <a:pt x="1863939" y="2682554"/>
                  </a:lnTo>
                  <a:lnTo>
                    <a:pt x="1883042" y="2682554"/>
                  </a:lnTo>
                  <a:lnTo>
                    <a:pt x="1891504" y="2676338"/>
                  </a:lnTo>
                  <a:lnTo>
                    <a:pt x="1891504" y="2657123"/>
                  </a:lnTo>
                  <a:lnTo>
                    <a:pt x="1885137" y="2648644"/>
                  </a:lnTo>
                  <a:close/>
                </a:path>
                <a:path w="9542780" h="6570345">
                  <a:moveTo>
                    <a:pt x="1885137" y="2693292"/>
                  </a:moveTo>
                  <a:lnTo>
                    <a:pt x="1866063" y="2693292"/>
                  </a:lnTo>
                  <a:lnTo>
                    <a:pt x="1857571" y="2699509"/>
                  </a:lnTo>
                  <a:lnTo>
                    <a:pt x="1857571" y="2718442"/>
                  </a:lnTo>
                  <a:lnTo>
                    <a:pt x="1863939" y="2726919"/>
                  </a:lnTo>
                  <a:lnTo>
                    <a:pt x="1883042" y="2726919"/>
                  </a:lnTo>
                  <a:lnTo>
                    <a:pt x="1891504" y="2718442"/>
                  </a:lnTo>
                  <a:lnTo>
                    <a:pt x="1891504" y="2701770"/>
                  </a:lnTo>
                  <a:lnTo>
                    <a:pt x="1885137" y="2693292"/>
                  </a:lnTo>
                  <a:close/>
                </a:path>
                <a:path w="9542780" h="6570345">
                  <a:moveTo>
                    <a:pt x="1885137" y="2737658"/>
                  </a:moveTo>
                  <a:lnTo>
                    <a:pt x="1866063" y="2737658"/>
                  </a:lnTo>
                  <a:lnTo>
                    <a:pt x="1857571" y="2743875"/>
                  </a:lnTo>
                  <a:lnTo>
                    <a:pt x="1857571" y="2763090"/>
                  </a:lnTo>
                  <a:lnTo>
                    <a:pt x="1863939" y="2771567"/>
                  </a:lnTo>
                  <a:lnTo>
                    <a:pt x="1883042" y="2771567"/>
                  </a:lnTo>
                  <a:lnTo>
                    <a:pt x="1891504" y="2763090"/>
                  </a:lnTo>
                  <a:lnTo>
                    <a:pt x="1891504" y="2746136"/>
                  </a:lnTo>
                  <a:lnTo>
                    <a:pt x="1885137" y="2737658"/>
                  </a:lnTo>
                  <a:close/>
                </a:path>
                <a:path w="9542780" h="6570345">
                  <a:moveTo>
                    <a:pt x="1885137" y="2782023"/>
                  </a:moveTo>
                  <a:lnTo>
                    <a:pt x="1866063" y="2782023"/>
                  </a:lnTo>
                  <a:lnTo>
                    <a:pt x="1857571" y="2788523"/>
                  </a:lnTo>
                  <a:lnTo>
                    <a:pt x="1857571" y="2807456"/>
                  </a:lnTo>
                  <a:lnTo>
                    <a:pt x="1863939" y="2815934"/>
                  </a:lnTo>
                  <a:lnTo>
                    <a:pt x="1883042" y="2815934"/>
                  </a:lnTo>
                  <a:lnTo>
                    <a:pt x="1891504" y="2807456"/>
                  </a:lnTo>
                  <a:lnTo>
                    <a:pt x="1891504" y="2790501"/>
                  </a:lnTo>
                  <a:lnTo>
                    <a:pt x="1885137" y="2782023"/>
                  </a:lnTo>
                  <a:close/>
                </a:path>
                <a:path w="9542780" h="6570345">
                  <a:moveTo>
                    <a:pt x="1885137" y="2826672"/>
                  </a:moveTo>
                  <a:lnTo>
                    <a:pt x="1866063" y="2826672"/>
                  </a:lnTo>
                  <a:lnTo>
                    <a:pt x="1857571" y="2832888"/>
                  </a:lnTo>
                  <a:lnTo>
                    <a:pt x="1857571" y="2851821"/>
                  </a:lnTo>
                  <a:lnTo>
                    <a:pt x="1863939" y="2860299"/>
                  </a:lnTo>
                  <a:lnTo>
                    <a:pt x="1874553" y="2860299"/>
                  </a:lnTo>
                  <a:lnTo>
                    <a:pt x="1883042" y="2858321"/>
                  </a:lnTo>
                  <a:lnTo>
                    <a:pt x="1891504" y="2851821"/>
                  </a:lnTo>
                  <a:lnTo>
                    <a:pt x="1891504" y="2835149"/>
                  </a:lnTo>
                  <a:lnTo>
                    <a:pt x="1885137" y="2826672"/>
                  </a:lnTo>
                  <a:close/>
                </a:path>
                <a:path w="9542780" h="6570345">
                  <a:moveTo>
                    <a:pt x="1885137" y="2871036"/>
                  </a:moveTo>
                  <a:lnTo>
                    <a:pt x="1866063" y="2871036"/>
                  </a:lnTo>
                  <a:lnTo>
                    <a:pt x="1857571" y="2877254"/>
                  </a:lnTo>
                  <a:lnTo>
                    <a:pt x="1857571" y="2896469"/>
                  </a:lnTo>
                  <a:lnTo>
                    <a:pt x="1863939" y="2904947"/>
                  </a:lnTo>
                  <a:lnTo>
                    <a:pt x="1874553" y="2904947"/>
                  </a:lnTo>
                  <a:lnTo>
                    <a:pt x="1883042" y="2902686"/>
                  </a:lnTo>
                  <a:lnTo>
                    <a:pt x="1891504" y="2896469"/>
                  </a:lnTo>
                  <a:lnTo>
                    <a:pt x="1891504" y="2879515"/>
                  </a:lnTo>
                  <a:lnTo>
                    <a:pt x="1885137" y="2871036"/>
                  </a:lnTo>
                  <a:close/>
                </a:path>
                <a:path w="9542780" h="6570345">
                  <a:moveTo>
                    <a:pt x="1885137" y="2913424"/>
                  </a:moveTo>
                  <a:lnTo>
                    <a:pt x="1866063" y="2913424"/>
                  </a:lnTo>
                  <a:lnTo>
                    <a:pt x="1857571" y="2919641"/>
                  </a:lnTo>
                  <a:lnTo>
                    <a:pt x="1857571" y="2938857"/>
                  </a:lnTo>
                  <a:lnTo>
                    <a:pt x="1863939" y="2947334"/>
                  </a:lnTo>
                  <a:lnTo>
                    <a:pt x="1883042" y="2947334"/>
                  </a:lnTo>
                  <a:lnTo>
                    <a:pt x="1891504" y="2940834"/>
                  </a:lnTo>
                  <a:lnTo>
                    <a:pt x="1891504" y="2921901"/>
                  </a:lnTo>
                  <a:lnTo>
                    <a:pt x="1885137" y="2913424"/>
                  </a:lnTo>
                  <a:close/>
                </a:path>
                <a:path w="9542780" h="6570345">
                  <a:moveTo>
                    <a:pt x="1885137" y="2957790"/>
                  </a:moveTo>
                  <a:lnTo>
                    <a:pt x="1866063" y="2957790"/>
                  </a:lnTo>
                  <a:lnTo>
                    <a:pt x="1857571" y="2964289"/>
                  </a:lnTo>
                  <a:lnTo>
                    <a:pt x="1857571" y="2983222"/>
                  </a:lnTo>
                  <a:lnTo>
                    <a:pt x="1863939" y="2991699"/>
                  </a:lnTo>
                  <a:lnTo>
                    <a:pt x="1883042" y="2991699"/>
                  </a:lnTo>
                  <a:lnTo>
                    <a:pt x="1891504" y="2985482"/>
                  </a:lnTo>
                  <a:lnTo>
                    <a:pt x="1891504" y="2966267"/>
                  </a:lnTo>
                  <a:lnTo>
                    <a:pt x="1885137" y="2957790"/>
                  </a:lnTo>
                  <a:close/>
                </a:path>
                <a:path w="9542780" h="6570345">
                  <a:moveTo>
                    <a:pt x="1885137" y="3002155"/>
                  </a:moveTo>
                  <a:lnTo>
                    <a:pt x="1866063" y="3002155"/>
                  </a:lnTo>
                  <a:lnTo>
                    <a:pt x="1857571" y="3008655"/>
                  </a:lnTo>
                  <a:lnTo>
                    <a:pt x="1857571" y="3027588"/>
                  </a:lnTo>
                  <a:lnTo>
                    <a:pt x="1863939" y="3036065"/>
                  </a:lnTo>
                  <a:lnTo>
                    <a:pt x="1883042" y="3036065"/>
                  </a:lnTo>
                  <a:lnTo>
                    <a:pt x="1891504" y="3027588"/>
                  </a:lnTo>
                  <a:lnTo>
                    <a:pt x="1891504" y="3010632"/>
                  </a:lnTo>
                  <a:lnTo>
                    <a:pt x="1885137" y="3002155"/>
                  </a:lnTo>
                  <a:close/>
                </a:path>
                <a:path w="9542780" h="6570345">
                  <a:moveTo>
                    <a:pt x="1885137" y="3046803"/>
                  </a:moveTo>
                  <a:lnTo>
                    <a:pt x="1866063" y="3046803"/>
                  </a:lnTo>
                  <a:lnTo>
                    <a:pt x="1857571" y="3053020"/>
                  </a:lnTo>
                  <a:lnTo>
                    <a:pt x="1857571" y="3072236"/>
                  </a:lnTo>
                  <a:lnTo>
                    <a:pt x="1863939" y="3080713"/>
                  </a:lnTo>
                  <a:lnTo>
                    <a:pt x="1883042" y="3080713"/>
                  </a:lnTo>
                  <a:lnTo>
                    <a:pt x="1891504" y="3072236"/>
                  </a:lnTo>
                  <a:lnTo>
                    <a:pt x="1891504" y="3055280"/>
                  </a:lnTo>
                  <a:lnTo>
                    <a:pt x="1885137" y="3046803"/>
                  </a:lnTo>
                  <a:close/>
                </a:path>
                <a:path w="9542780" h="6570345">
                  <a:moveTo>
                    <a:pt x="1885137" y="4107533"/>
                  </a:moveTo>
                  <a:lnTo>
                    <a:pt x="1866063" y="4107533"/>
                  </a:lnTo>
                  <a:lnTo>
                    <a:pt x="1857571" y="4113890"/>
                  </a:lnTo>
                  <a:lnTo>
                    <a:pt x="1857571" y="4132936"/>
                  </a:lnTo>
                  <a:lnTo>
                    <a:pt x="1863939" y="4141415"/>
                  </a:lnTo>
                  <a:lnTo>
                    <a:pt x="1874553" y="4141415"/>
                  </a:lnTo>
                  <a:lnTo>
                    <a:pt x="1883042" y="4139295"/>
                  </a:lnTo>
                  <a:lnTo>
                    <a:pt x="1891504" y="4132936"/>
                  </a:lnTo>
                  <a:lnTo>
                    <a:pt x="1891504" y="4116010"/>
                  </a:lnTo>
                  <a:lnTo>
                    <a:pt x="1885137" y="4107533"/>
                  </a:lnTo>
                  <a:close/>
                </a:path>
                <a:path w="9542780" h="6570345">
                  <a:moveTo>
                    <a:pt x="1885137" y="4149863"/>
                  </a:moveTo>
                  <a:lnTo>
                    <a:pt x="1866063" y="4149863"/>
                  </a:lnTo>
                  <a:lnTo>
                    <a:pt x="1857571" y="4156222"/>
                  </a:lnTo>
                  <a:lnTo>
                    <a:pt x="1857571" y="4175296"/>
                  </a:lnTo>
                  <a:lnTo>
                    <a:pt x="1863939" y="4183745"/>
                  </a:lnTo>
                  <a:lnTo>
                    <a:pt x="1883042" y="4183745"/>
                  </a:lnTo>
                  <a:lnTo>
                    <a:pt x="1891504" y="4177416"/>
                  </a:lnTo>
                  <a:lnTo>
                    <a:pt x="1891504" y="4158341"/>
                  </a:lnTo>
                  <a:lnTo>
                    <a:pt x="1885137" y="4149863"/>
                  </a:lnTo>
                  <a:close/>
                </a:path>
                <a:path w="9542780" h="6570345">
                  <a:moveTo>
                    <a:pt x="1885137" y="4194342"/>
                  </a:moveTo>
                  <a:lnTo>
                    <a:pt x="1866063" y="4194342"/>
                  </a:lnTo>
                  <a:lnTo>
                    <a:pt x="1857571" y="4200700"/>
                  </a:lnTo>
                  <a:lnTo>
                    <a:pt x="1857571" y="4221866"/>
                  </a:lnTo>
                  <a:lnTo>
                    <a:pt x="1863939" y="4228223"/>
                  </a:lnTo>
                  <a:lnTo>
                    <a:pt x="1883042" y="4228223"/>
                  </a:lnTo>
                  <a:lnTo>
                    <a:pt x="1891504" y="4221866"/>
                  </a:lnTo>
                  <a:lnTo>
                    <a:pt x="1891504" y="4202819"/>
                  </a:lnTo>
                  <a:lnTo>
                    <a:pt x="1885137" y="4194342"/>
                  </a:lnTo>
                  <a:close/>
                </a:path>
                <a:path w="9542780" h="6570345">
                  <a:moveTo>
                    <a:pt x="1885137" y="4372199"/>
                  </a:moveTo>
                  <a:lnTo>
                    <a:pt x="1866063" y="4372199"/>
                  </a:lnTo>
                  <a:lnTo>
                    <a:pt x="1857571" y="4378557"/>
                  </a:lnTo>
                  <a:lnTo>
                    <a:pt x="1857571" y="4397603"/>
                  </a:lnTo>
                  <a:lnTo>
                    <a:pt x="1863939" y="4406080"/>
                  </a:lnTo>
                  <a:lnTo>
                    <a:pt x="1874553" y="4406080"/>
                  </a:lnTo>
                  <a:lnTo>
                    <a:pt x="1883042" y="4403962"/>
                  </a:lnTo>
                  <a:lnTo>
                    <a:pt x="1891504" y="4397603"/>
                  </a:lnTo>
                  <a:lnTo>
                    <a:pt x="1891504" y="4380677"/>
                  </a:lnTo>
                  <a:lnTo>
                    <a:pt x="1885137" y="4372199"/>
                  </a:lnTo>
                  <a:close/>
                </a:path>
                <a:path w="9542780" h="6570345">
                  <a:moveTo>
                    <a:pt x="1885137" y="4416649"/>
                  </a:moveTo>
                  <a:lnTo>
                    <a:pt x="1866063" y="4416649"/>
                  </a:lnTo>
                  <a:lnTo>
                    <a:pt x="1857571" y="4423008"/>
                  </a:lnTo>
                  <a:lnTo>
                    <a:pt x="1857571" y="4442053"/>
                  </a:lnTo>
                  <a:lnTo>
                    <a:pt x="1863939" y="4450532"/>
                  </a:lnTo>
                  <a:lnTo>
                    <a:pt x="1874553" y="4450532"/>
                  </a:lnTo>
                  <a:lnTo>
                    <a:pt x="1883042" y="4448412"/>
                  </a:lnTo>
                  <a:lnTo>
                    <a:pt x="1891504" y="4442053"/>
                  </a:lnTo>
                  <a:lnTo>
                    <a:pt x="1891504" y="4425127"/>
                  </a:lnTo>
                  <a:lnTo>
                    <a:pt x="1885137" y="4416649"/>
                  </a:lnTo>
                  <a:close/>
                </a:path>
                <a:path w="9542780" h="6570345">
                  <a:moveTo>
                    <a:pt x="1885137" y="4459009"/>
                  </a:moveTo>
                  <a:lnTo>
                    <a:pt x="1866063" y="4459009"/>
                  </a:lnTo>
                  <a:lnTo>
                    <a:pt x="1857571" y="4465366"/>
                  </a:lnTo>
                  <a:lnTo>
                    <a:pt x="1857571" y="4484413"/>
                  </a:lnTo>
                  <a:lnTo>
                    <a:pt x="1863939" y="4492890"/>
                  </a:lnTo>
                  <a:lnTo>
                    <a:pt x="1883042" y="4492890"/>
                  </a:lnTo>
                  <a:lnTo>
                    <a:pt x="1891504" y="4486532"/>
                  </a:lnTo>
                  <a:lnTo>
                    <a:pt x="1891504" y="4467486"/>
                  </a:lnTo>
                  <a:lnTo>
                    <a:pt x="1885137" y="4459009"/>
                  </a:lnTo>
                  <a:close/>
                </a:path>
                <a:path w="9542780" h="6570345">
                  <a:moveTo>
                    <a:pt x="1885137" y="4503459"/>
                  </a:moveTo>
                  <a:lnTo>
                    <a:pt x="1866063" y="4503459"/>
                  </a:lnTo>
                  <a:lnTo>
                    <a:pt x="1857571" y="4509816"/>
                  </a:lnTo>
                  <a:lnTo>
                    <a:pt x="1857571" y="4528863"/>
                  </a:lnTo>
                  <a:lnTo>
                    <a:pt x="1863939" y="4537340"/>
                  </a:lnTo>
                  <a:lnTo>
                    <a:pt x="1883042" y="4537340"/>
                  </a:lnTo>
                  <a:lnTo>
                    <a:pt x="1891504" y="4530982"/>
                  </a:lnTo>
                  <a:lnTo>
                    <a:pt x="1891504" y="4511936"/>
                  </a:lnTo>
                  <a:lnTo>
                    <a:pt x="1885137" y="4503459"/>
                  </a:lnTo>
                  <a:close/>
                </a:path>
                <a:path w="9542780" h="6570345">
                  <a:moveTo>
                    <a:pt x="1885137" y="4547937"/>
                  </a:moveTo>
                  <a:lnTo>
                    <a:pt x="1866063" y="4547937"/>
                  </a:lnTo>
                  <a:lnTo>
                    <a:pt x="1857571" y="4554296"/>
                  </a:lnTo>
                  <a:lnTo>
                    <a:pt x="1857571" y="4573342"/>
                  </a:lnTo>
                  <a:lnTo>
                    <a:pt x="1863939" y="4581819"/>
                  </a:lnTo>
                  <a:lnTo>
                    <a:pt x="1883042" y="4581819"/>
                  </a:lnTo>
                  <a:lnTo>
                    <a:pt x="1891504" y="4573342"/>
                  </a:lnTo>
                  <a:lnTo>
                    <a:pt x="1891504" y="4556415"/>
                  </a:lnTo>
                  <a:lnTo>
                    <a:pt x="1885137" y="4547937"/>
                  </a:lnTo>
                  <a:close/>
                </a:path>
                <a:path w="9542780" h="6570345">
                  <a:moveTo>
                    <a:pt x="1885137" y="4725795"/>
                  </a:moveTo>
                  <a:lnTo>
                    <a:pt x="1866063" y="4725795"/>
                  </a:lnTo>
                  <a:lnTo>
                    <a:pt x="1857571" y="4732153"/>
                  </a:lnTo>
                  <a:lnTo>
                    <a:pt x="1857571" y="4753319"/>
                  </a:lnTo>
                  <a:lnTo>
                    <a:pt x="1863939" y="4759676"/>
                  </a:lnTo>
                  <a:lnTo>
                    <a:pt x="1874553" y="4759676"/>
                  </a:lnTo>
                  <a:lnTo>
                    <a:pt x="1883042" y="4757557"/>
                  </a:lnTo>
                  <a:lnTo>
                    <a:pt x="1891504" y="4751199"/>
                  </a:lnTo>
                  <a:lnTo>
                    <a:pt x="1891504" y="4734243"/>
                  </a:lnTo>
                  <a:lnTo>
                    <a:pt x="1885137" y="4725795"/>
                  </a:lnTo>
                  <a:close/>
                </a:path>
                <a:path w="9542780" h="6570345">
                  <a:moveTo>
                    <a:pt x="1885137" y="4768126"/>
                  </a:moveTo>
                  <a:lnTo>
                    <a:pt x="1866063" y="4768126"/>
                  </a:lnTo>
                  <a:lnTo>
                    <a:pt x="1857571" y="4774483"/>
                  </a:lnTo>
                  <a:lnTo>
                    <a:pt x="1857571" y="4795649"/>
                  </a:lnTo>
                  <a:lnTo>
                    <a:pt x="1863939" y="4802007"/>
                  </a:lnTo>
                  <a:lnTo>
                    <a:pt x="1883042" y="4802007"/>
                  </a:lnTo>
                  <a:lnTo>
                    <a:pt x="1891504" y="4795649"/>
                  </a:lnTo>
                  <a:lnTo>
                    <a:pt x="1891504" y="4776603"/>
                  </a:lnTo>
                  <a:lnTo>
                    <a:pt x="1885137" y="4768126"/>
                  </a:lnTo>
                  <a:close/>
                </a:path>
                <a:path w="9542780" h="6570345">
                  <a:moveTo>
                    <a:pt x="1885137" y="4945983"/>
                  </a:moveTo>
                  <a:lnTo>
                    <a:pt x="1866063" y="4945983"/>
                  </a:lnTo>
                  <a:lnTo>
                    <a:pt x="1857571" y="4952340"/>
                  </a:lnTo>
                  <a:lnTo>
                    <a:pt x="1857571" y="4971387"/>
                  </a:lnTo>
                  <a:lnTo>
                    <a:pt x="1863939" y="4979865"/>
                  </a:lnTo>
                  <a:lnTo>
                    <a:pt x="1883042" y="4979865"/>
                  </a:lnTo>
                  <a:lnTo>
                    <a:pt x="1891504" y="4971387"/>
                  </a:lnTo>
                  <a:lnTo>
                    <a:pt x="1891504" y="4954460"/>
                  </a:lnTo>
                  <a:lnTo>
                    <a:pt x="1885137" y="4945983"/>
                  </a:lnTo>
                  <a:close/>
                </a:path>
                <a:path w="9542780" h="6570345">
                  <a:moveTo>
                    <a:pt x="1885137" y="4990461"/>
                  </a:moveTo>
                  <a:lnTo>
                    <a:pt x="1866063" y="4990461"/>
                  </a:lnTo>
                  <a:lnTo>
                    <a:pt x="1857571" y="4996792"/>
                  </a:lnTo>
                  <a:lnTo>
                    <a:pt x="1857571" y="5015866"/>
                  </a:lnTo>
                  <a:lnTo>
                    <a:pt x="1863939" y="5024343"/>
                  </a:lnTo>
                  <a:lnTo>
                    <a:pt x="1883042" y="5024343"/>
                  </a:lnTo>
                  <a:lnTo>
                    <a:pt x="1891504" y="5015866"/>
                  </a:lnTo>
                  <a:lnTo>
                    <a:pt x="1891504" y="4998910"/>
                  </a:lnTo>
                  <a:lnTo>
                    <a:pt x="1885137" y="4990461"/>
                  </a:lnTo>
                  <a:close/>
                </a:path>
                <a:path w="9542780" h="6570345">
                  <a:moveTo>
                    <a:pt x="1885137" y="5034912"/>
                  </a:moveTo>
                  <a:lnTo>
                    <a:pt x="1866063" y="5034912"/>
                  </a:lnTo>
                  <a:lnTo>
                    <a:pt x="1857571" y="5041270"/>
                  </a:lnTo>
                  <a:lnTo>
                    <a:pt x="1857571" y="5060316"/>
                  </a:lnTo>
                  <a:lnTo>
                    <a:pt x="1863939" y="5068793"/>
                  </a:lnTo>
                  <a:lnTo>
                    <a:pt x="1874553" y="5068793"/>
                  </a:lnTo>
                  <a:lnTo>
                    <a:pt x="1883042" y="5066673"/>
                  </a:lnTo>
                  <a:lnTo>
                    <a:pt x="1891504" y="5060316"/>
                  </a:lnTo>
                  <a:lnTo>
                    <a:pt x="1891504" y="5043389"/>
                  </a:lnTo>
                  <a:lnTo>
                    <a:pt x="1885137" y="5034912"/>
                  </a:lnTo>
                  <a:close/>
                </a:path>
                <a:path w="9542780" h="6570345">
                  <a:moveTo>
                    <a:pt x="1885137" y="5077270"/>
                  </a:moveTo>
                  <a:lnTo>
                    <a:pt x="1866063" y="5077270"/>
                  </a:lnTo>
                  <a:lnTo>
                    <a:pt x="1857571" y="5083629"/>
                  </a:lnTo>
                  <a:lnTo>
                    <a:pt x="1857571" y="5102675"/>
                  </a:lnTo>
                  <a:lnTo>
                    <a:pt x="1863939" y="5111153"/>
                  </a:lnTo>
                  <a:lnTo>
                    <a:pt x="1883042" y="5111153"/>
                  </a:lnTo>
                  <a:lnTo>
                    <a:pt x="1891504" y="5104794"/>
                  </a:lnTo>
                  <a:lnTo>
                    <a:pt x="1891504" y="5085720"/>
                  </a:lnTo>
                  <a:lnTo>
                    <a:pt x="1885137" y="5077270"/>
                  </a:lnTo>
                  <a:close/>
                </a:path>
                <a:path w="9542780" h="6570345">
                  <a:moveTo>
                    <a:pt x="1885137" y="5121720"/>
                  </a:moveTo>
                  <a:lnTo>
                    <a:pt x="1866063" y="5121720"/>
                  </a:lnTo>
                  <a:lnTo>
                    <a:pt x="1857571" y="5128079"/>
                  </a:lnTo>
                  <a:lnTo>
                    <a:pt x="1857571" y="5147125"/>
                  </a:lnTo>
                  <a:lnTo>
                    <a:pt x="1863939" y="5155603"/>
                  </a:lnTo>
                  <a:lnTo>
                    <a:pt x="1883042" y="5155603"/>
                  </a:lnTo>
                  <a:lnTo>
                    <a:pt x="1891504" y="5149244"/>
                  </a:lnTo>
                  <a:lnTo>
                    <a:pt x="1891504" y="5130199"/>
                  </a:lnTo>
                  <a:lnTo>
                    <a:pt x="1885137" y="5121720"/>
                  </a:lnTo>
                  <a:close/>
                </a:path>
                <a:path w="9542780" h="6570345">
                  <a:moveTo>
                    <a:pt x="1885137" y="5166199"/>
                  </a:moveTo>
                  <a:lnTo>
                    <a:pt x="1866063" y="5166199"/>
                  </a:lnTo>
                  <a:lnTo>
                    <a:pt x="1857571" y="5172529"/>
                  </a:lnTo>
                  <a:lnTo>
                    <a:pt x="1857571" y="5191603"/>
                  </a:lnTo>
                  <a:lnTo>
                    <a:pt x="1863939" y="5200081"/>
                  </a:lnTo>
                  <a:lnTo>
                    <a:pt x="1883042" y="5200081"/>
                  </a:lnTo>
                  <a:lnTo>
                    <a:pt x="1891504" y="5191603"/>
                  </a:lnTo>
                  <a:lnTo>
                    <a:pt x="1891504" y="5174649"/>
                  </a:lnTo>
                  <a:lnTo>
                    <a:pt x="1885137" y="5166199"/>
                  </a:lnTo>
                  <a:close/>
                </a:path>
                <a:path w="9542780" h="6570345">
                  <a:moveTo>
                    <a:pt x="1885137" y="5210649"/>
                  </a:moveTo>
                  <a:lnTo>
                    <a:pt x="1866063" y="5210649"/>
                  </a:lnTo>
                  <a:lnTo>
                    <a:pt x="1857571" y="5217007"/>
                  </a:lnTo>
                  <a:lnTo>
                    <a:pt x="1857571" y="5236053"/>
                  </a:lnTo>
                  <a:lnTo>
                    <a:pt x="1863939" y="5244531"/>
                  </a:lnTo>
                  <a:lnTo>
                    <a:pt x="1883042" y="5244531"/>
                  </a:lnTo>
                  <a:lnTo>
                    <a:pt x="1891504" y="5236053"/>
                  </a:lnTo>
                  <a:lnTo>
                    <a:pt x="1891504" y="5219127"/>
                  </a:lnTo>
                  <a:lnTo>
                    <a:pt x="1885137" y="5210649"/>
                  </a:lnTo>
                  <a:close/>
                </a:path>
                <a:path w="9542780" h="6570345">
                  <a:moveTo>
                    <a:pt x="1885137" y="5255127"/>
                  </a:moveTo>
                  <a:lnTo>
                    <a:pt x="1866063" y="5255127"/>
                  </a:lnTo>
                  <a:lnTo>
                    <a:pt x="1857571" y="5261458"/>
                  </a:lnTo>
                  <a:lnTo>
                    <a:pt x="1857571" y="5282651"/>
                  </a:lnTo>
                  <a:lnTo>
                    <a:pt x="1863939" y="5288982"/>
                  </a:lnTo>
                  <a:lnTo>
                    <a:pt x="1883042" y="5288982"/>
                  </a:lnTo>
                  <a:lnTo>
                    <a:pt x="1891504" y="5280533"/>
                  </a:lnTo>
                  <a:lnTo>
                    <a:pt x="1891504" y="5263577"/>
                  </a:lnTo>
                  <a:lnTo>
                    <a:pt x="1885137" y="5255127"/>
                  </a:lnTo>
                  <a:close/>
                </a:path>
                <a:path w="9542780" h="6570345">
                  <a:moveTo>
                    <a:pt x="1885137" y="5299579"/>
                  </a:moveTo>
                  <a:lnTo>
                    <a:pt x="1866063" y="5299579"/>
                  </a:lnTo>
                  <a:lnTo>
                    <a:pt x="1857571" y="5305936"/>
                  </a:lnTo>
                  <a:lnTo>
                    <a:pt x="1857571" y="5327102"/>
                  </a:lnTo>
                  <a:lnTo>
                    <a:pt x="1863939" y="5333460"/>
                  </a:lnTo>
                  <a:lnTo>
                    <a:pt x="1883042" y="5333460"/>
                  </a:lnTo>
                  <a:lnTo>
                    <a:pt x="1891504" y="5324983"/>
                  </a:lnTo>
                  <a:lnTo>
                    <a:pt x="1891504" y="5308056"/>
                  </a:lnTo>
                  <a:lnTo>
                    <a:pt x="1885137" y="5299579"/>
                  </a:lnTo>
                  <a:close/>
                </a:path>
                <a:path w="9542780" h="6570345">
                  <a:moveTo>
                    <a:pt x="1885137" y="5344057"/>
                  </a:moveTo>
                  <a:lnTo>
                    <a:pt x="1866063" y="5344057"/>
                  </a:lnTo>
                  <a:lnTo>
                    <a:pt x="1857571" y="5350386"/>
                  </a:lnTo>
                  <a:lnTo>
                    <a:pt x="1857571" y="5369460"/>
                  </a:lnTo>
                  <a:lnTo>
                    <a:pt x="1863939" y="5377910"/>
                  </a:lnTo>
                  <a:lnTo>
                    <a:pt x="1874553" y="5377910"/>
                  </a:lnTo>
                  <a:lnTo>
                    <a:pt x="1883042" y="5375790"/>
                  </a:lnTo>
                  <a:lnTo>
                    <a:pt x="1891504" y="5369460"/>
                  </a:lnTo>
                  <a:lnTo>
                    <a:pt x="1891504" y="5352506"/>
                  </a:lnTo>
                  <a:lnTo>
                    <a:pt x="1885137" y="5344057"/>
                  </a:lnTo>
                  <a:close/>
                </a:path>
                <a:path w="9542780" h="6570345">
                  <a:moveTo>
                    <a:pt x="1885137" y="5386387"/>
                  </a:moveTo>
                  <a:lnTo>
                    <a:pt x="1866063" y="5386387"/>
                  </a:lnTo>
                  <a:lnTo>
                    <a:pt x="1857571" y="5392746"/>
                  </a:lnTo>
                  <a:lnTo>
                    <a:pt x="1857571" y="5411792"/>
                  </a:lnTo>
                  <a:lnTo>
                    <a:pt x="1863939" y="5420269"/>
                  </a:lnTo>
                  <a:lnTo>
                    <a:pt x="1883042" y="5420269"/>
                  </a:lnTo>
                  <a:lnTo>
                    <a:pt x="1891504" y="5413910"/>
                  </a:lnTo>
                  <a:lnTo>
                    <a:pt x="1891504" y="5394866"/>
                  </a:lnTo>
                  <a:lnTo>
                    <a:pt x="1885137" y="5386387"/>
                  </a:lnTo>
                  <a:close/>
                </a:path>
                <a:path w="9542780" h="6570345">
                  <a:moveTo>
                    <a:pt x="1885137" y="5430866"/>
                  </a:moveTo>
                  <a:lnTo>
                    <a:pt x="1866063" y="5430866"/>
                  </a:lnTo>
                  <a:lnTo>
                    <a:pt x="1857571" y="5437196"/>
                  </a:lnTo>
                  <a:lnTo>
                    <a:pt x="1857571" y="5458390"/>
                  </a:lnTo>
                  <a:lnTo>
                    <a:pt x="1863939" y="5464719"/>
                  </a:lnTo>
                  <a:lnTo>
                    <a:pt x="1883042" y="5464719"/>
                  </a:lnTo>
                  <a:lnTo>
                    <a:pt x="1891504" y="5458390"/>
                  </a:lnTo>
                  <a:lnTo>
                    <a:pt x="1891504" y="5439316"/>
                  </a:lnTo>
                  <a:lnTo>
                    <a:pt x="1885137" y="5430866"/>
                  </a:lnTo>
                  <a:close/>
                </a:path>
                <a:path w="9542780" h="6570345">
                  <a:moveTo>
                    <a:pt x="1885137" y="5475316"/>
                  </a:moveTo>
                  <a:lnTo>
                    <a:pt x="1866063" y="5475316"/>
                  </a:lnTo>
                  <a:lnTo>
                    <a:pt x="1857571" y="5481674"/>
                  </a:lnTo>
                  <a:lnTo>
                    <a:pt x="1857571" y="5502840"/>
                  </a:lnTo>
                  <a:lnTo>
                    <a:pt x="1863939" y="5509197"/>
                  </a:lnTo>
                  <a:lnTo>
                    <a:pt x="1883042" y="5509197"/>
                  </a:lnTo>
                  <a:lnTo>
                    <a:pt x="1891504" y="5500720"/>
                  </a:lnTo>
                  <a:lnTo>
                    <a:pt x="1891504" y="5483793"/>
                  </a:lnTo>
                  <a:lnTo>
                    <a:pt x="1885137" y="5475316"/>
                  </a:lnTo>
                  <a:close/>
                </a:path>
                <a:path w="9542780" h="6570345">
                  <a:moveTo>
                    <a:pt x="1885137" y="5519794"/>
                  </a:moveTo>
                  <a:lnTo>
                    <a:pt x="1866063" y="5519794"/>
                  </a:lnTo>
                  <a:lnTo>
                    <a:pt x="1857571" y="5526124"/>
                  </a:lnTo>
                  <a:lnTo>
                    <a:pt x="1857571" y="5545199"/>
                  </a:lnTo>
                  <a:lnTo>
                    <a:pt x="1863939" y="5553649"/>
                  </a:lnTo>
                  <a:lnTo>
                    <a:pt x="1883042" y="5553649"/>
                  </a:lnTo>
                  <a:lnTo>
                    <a:pt x="1891504" y="5545199"/>
                  </a:lnTo>
                  <a:lnTo>
                    <a:pt x="1891504" y="5528243"/>
                  </a:lnTo>
                  <a:lnTo>
                    <a:pt x="1885137" y="5519794"/>
                  </a:lnTo>
                  <a:close/>
                </a:path>
                <a:path w="9542780" h="6570345">
                  <a:moveTo>
                    <a:pt x="1885137" y="5564245"/>
                  </a:moveTo>
                  <a:lnTo>
                    <a:pt x="1866063" y="5564245"/>
                  </a:lnTo>
                  <a:lnTo>
                    <a:pt x="1857571" y="5570603"/>
                  </a:lnTo>
                  <a:lnTo>
                    <a:pt x="1857571" y="5589649"/>
                  </a:lnTo>
                  <a:lnTo>
                    <a:pt x="1863939" y="5598126"/>
                  </a:lnTo>
                  <a:lnTo>
                    <a:pt x="1883042" y="5598126"/>
                  </a:lnTo>
                  <a:lnTo>
                    <a:pt x="1891504" y="5589649"/>
                  </a:lnTo>
                  <a:lnTo>
                    <a:pt x="1891504" y="5572723"/>
                  </a:lnTo>
                  <a:lnTo>
                    <a:pt x="1885137" y="5564245"/>
                  </a:lnTo>
                  <a:close/>
                </a:path>
                <a:path w="9542780" h="6570345">
                  <a:moveTo>
                    <a:pt x="1885137" y="5608723"/>
                  </a:moveTo>
                  <a:lnTo>
                    <a:pt x="1866063" y="5608723"/>
                  </a:lnTo>
                  <a:lnTo>
                    <a:pt x="1857571" y="5615053"/>
                  </a:lnTo>
                  <a:lnTo>
                    <a:pt x="1857571" y="5634127"/>
                  </a:lnTo>
                  <a:lnTo>
                    <a:pt x="1863939" y="5642576"/>
                  </a:lnTo>
                  <a:lnTo>
                    <a:pt x="1883042" y="5642576"/>
                  </a:lnTo>
                  <a:lnTo>
                    <a:pt x="1891504" y="5634127"/>
                  </a:lnTo>
                  <a:lnTo>
                    <a:pt x="1891504" y="5617173"/>
                  </a:lnTo>
                  <a:lnTo>
                    <a:pt x="1885137" y="5608723"/>
                  </a:lnTo>
                  <a:close/>
                </a:path>
                <a:path w="9542780" h="6570345">
                  <a:moveTo>
                    <a:pt x="1885137" y="5653173"/>
                  </a:moveTo>
                  <a:lnTo>
                    <a:pt x="1866063" y="5653173"/>
                  </a:lnTo>
                  <a:lnTo>
                    <a:pt x="1857571" y="5659531"/>
                  </a:lnTo>
                  <a:lnTo>
                    <a:pt x="1857571" y="5678577"/>
                  </a:lnTo>
                  <a:lnTo>
                    <a:pt x="1863939" y="5687056"/>
                  </a:lnTo>
                  <a:lnTo>
                    <a:pt x="1874553" y="5687056"/>
                  </a:lnTo>
                  <a:lnTo>
                    <a:pt x="1883042" y="5684936"/>
                  </a:lnTo>
                  <a:lnTo>
                    <a:pt x="1891504" y="5678577"/>
                  </a:lnTo>
                  <a:lnTo>
                    <a:pt x="1891504" y="5661651"/>
                  </a:lnTo>
                  <a:lnTo>
                    <a:pt x="1885137" y="5653173"/>
                  </a:lnTo>
                  <a:close/>
                </a:path>
                <a:path w="9542780" h="6570345">
                  <a:moveTo>
                    <a:pt x="1840619" y="971801"/>
                  </a:moveTo>
                  <a:lnTo>
                    <a:pt x="1819422" y="971801"/>
                  </a:lnTo>
                  <a:lnTo>
                    <a:pt x="1813054" y="978018"/>
                  </a:lnTo>
                  <a:lnTo>
                    <a:pt x="1813054" y="997233"/>
                  </a:lnTo>
                  <a:lnTo>
                    <a:pt x="1819422" y="1005711"/>
                  </a:lnTo>
                  <a:lnTo>
                    <a:pt x="1840619" y="1005711"/>
                  </a:lnTo>
                  <a:lnTo>
                    <a:pt x="1846987" y="997233"/>
                  </a:lnTo>
                  <a:lnTo>
                    <a:pt x="1846987" y="980278"/>
                  </a:lnTo>
                  <a:lnTo>
                    <a:pt x="1840619" y="971801"/>
                  </a:lnTo>
                  <a:close/>
                </a:path>
                <a:path w="9542780" h="6570345">
                  <a:moveTo>
                    <a:pt x="1840619" y="1016166"/>
                  </a:moveTo>
                  <a:lnTo>
                    <a:pt x="1819422" y="1016166"/>
                  </a:lnTo>
                  <a:lnTo>
                    <a:pt x="1813054" y="1022666"/>
                  </a:lnTo>
                  <a:lnTo>
                    <a:pt x="1813054" y="1041599"/>
                  </a:lnTo>
                  <a:lnTo>
                    <a:pt x="1819422" y="1050076"/>
                  </a:lnTo>
                  <a:lnTo>
                    <a:pt x="1840619" y="1050076"/>
                  </a:lnTo>
                  <a:lnTo>
                    <a:pt x="1846987" y="1041599"/>
                  </a:lnTo>
                  <a:lnTo>
                    <a:pt x="1846987" y="1024644"/>
                  </a:lnTo>
                  <a:lnTo>
                    <a:pt x="1840619" y="1016166"/>
                  </a:lnTo>
                  <a:close/>
                </a:path>
                <a:path w="9542780" h="6570345">
                  <a:moveTo>
                    <a:pt x="1840619" y="1058553"/>
                  </a:moveTo>
                  <a:lnTo>
                    <a:pt x="1819422" y="1058553"/>
                  </a:lnTo>
                  <a:lnTo>
                    <a:pt x="1813054" y="1065053"/>
                  </a:lnTo>
                  <a:lnTo>
                    <a:pt x="1813054" y="1086247"/>
                  </a:lnTo>
                  <a:lnTo>
                    <a:pt x="1819422" y="1092464"/>
                  </a:lnTo>
                  <a:lnTo>
                    <a:pt x="1840619" y="1092464"/>
                  </a:lnTo>
                  <a:lnTo>
                    <a:pt x="1846987" y="1086247"/>
                  </a:lnTo>
                  <a:lnTo>
                    <a:pt x="1846987" y="1067031"/>
                  </a:lnTo>
                  <a:lnTo>
                    <a:pt x="1840619" y="1058553"/>
                  </a:lnTo>
                  <a:close/>
                </a:path>
                <a:path w="9542780" h="6570345">
                  <a:moveTo>
                    <a:pt x="1840619" y="1102920"/>
                  </a:moveTo>
                  <a:lnTo>
                    <a:pt x="1819422" y="1102920"/>
                  </a:lnTo>
                  <a:lnTo>
                    <a:pt x="1813054" y="1109418"/>
                  </a:lnTo>
                  <a:lnTo>
                    <a:pt x="1813054" y="1128351"/>
                  </a:lnTo>
                  <a:lnTo>
                    <a:pt x="1819422" y="1136829"/>
                  </a:lnTo>
                  <a:lnTo>
                    <a:pt x="1840619" y="1136829"/>
                  </a:lnTo>
                  <a:lnTo>
                    <a:pt x="1846987" y="1130612"/>
                  </a:lnTo>
                  <a:lnTo>
                    <a:pt x="1846987" y="1111397"/>
                  </a:lnTo>
                  <a:lnTo>
                    <a:pt x="1840619" y="1102920"/>
                  </a:lnTo>
                  <a:close/>
                </a:path>
                <a:path w="9542780" h="6570345">
                  <a:moveTo>
                    <a:pt x="1840619" y="1147568"/>
                  </a:moveTo>
                  <a:lnTo>
                    <a:pt x="1819422" y="1147568"/>
                  </a:lnTo>
                  <a:lnTo>
                    <a:pt x="1813054" y="1153784"/>
                  </a:lnTo>
                  <a:lnTo>
                    <a:pt x="1813054" y="1172999"/>
                  </a:lnTo>
                  <a:lnTo>
                    <a:pt x="1819422" y="1181477"/>
                  </a:lnTo>
                  <a:lnTo>
                    <a:pt x="1840619" y="1181477"/>
                  </a:lnTo>
                  <a:lnTo>
                    <a:pt x="1846987" y="1172999"/>
                  </a:lnTo>
                  <a:lnTo>
                    <a:pt x="1846987" y="1156045"/>
                  </a:lnTo>
                  <a:lnTo>
                    <a:pt x="1840619" y="1147568"/>
                  </a:lnTo>
                  <a:close/>
                </a:path>
                <a:path w="9542780" h="6570345">
                  <a:moveTo>
                    <a:pt x="1840619" y="1191933"/>
                  </a:moveTo>
                  <a:lnTo>
                    <a:pt x="1819422" y="1191933"/>
                  </a:lnTo>
                  <a:lnTo>
                    <a:pt x="1813054" y="1198432"/>
                  </a:lnTo>
                  <a:lnTo>
                    <a:pt x="1813054" y="1217364"/>
                  </a:lnTo>
                  <a:lnTo>
                    <a:pt x="1819422" y="1225843"/>
                  </a:lnTo>
                  <a:lnTo>
                    <a:pt x="1840619" y="1225843"/>
                  </a:lnTo>
                  <a:lnTo>
                    <a:pt x="1846987" y="1217364"/>
                  </a:lnTo>
                  <a:lnTo>
                    <a:pt x="1846987" y="1200410"/>
                  </a:lnTo>
                  <a:lnTo>
                    <a:pt x="1840619" y="1191933"/>
                  </a:lnTo>
                  <a:close/>
                </a:path>
                <a:path w="9542780" h="6570345">
                  <a:moveTo>
                    <a:pt x="1840619" y="1236581"/>
                  </a:moveTo>
                  <a:lnTo>
                    <a:pt x="1819422" y="1236581"/>
                  </a:lnTo>
                  <a:lnTo>
                    <a:pt x="1813054" y="1242797"/>
                  </a:lnTo>
                  <a:lnTo>
                    <a:pt x="1813054" y="1261731"/>
                  </a:lnTo>
                  <a:lnTo>
                    <a:pt x="1819422" y="1270208"/>
                  </a:lnTo>
                  <a:lnTo>
                    <a:pt x="1840619" y="1270208"/>
                  </a:lnTo>
                  <a:lnTo>
                    <a:pt x="1846987" y="1261731"/>
                  </a:lnTo>
                  <a:lnTo>
                    <a:pt x="1846987" y="1244776"/>
                  </a:lnTo>
                  <a:lnTo>
                    <a:pt x="1840619" y="1236581"/>
                  </a:lnTo>
                  <a:close/>
                </a:path>
                <a:path w="9542780" h="6570345">
                  <a:moveTo>
                    <a:pt x="1840619" y="1280946"/>
                  </a:moveTo>
                  <a:lnTo>
                    <a:pt x="1819422" y="1280946"/>
                  </a:lnTo>
                  <a:lnTo>
                    <a:pt x="1813054" y="1287162"/>
                  </a:lnTo>
                  <a:lnTo>
                    <a:pt x="1813054" y="1306379"/>
                  </a:lnTo>
                  <a:lnTo>
                    <a:pt x="1819422" y="1314856"/>
                  </a:lnTo>
                  <a:lnTo>
                    <a:pt x="1840619" y="1314856"/>
                  </a:lnTo>
                  <a:lnTo>
                    <a:pt x="1846987" y="1306379"/>
                  </a:lnTo>
                  <a:lnTo>
                    <a:pt x="1846987" y="1289423"/>
                  </a:lnTo>
                  <a:lnTo>
                    <a:pt x="1840619" y="1280946"/>
                  </a:lnTo>
                  <a:close/>
                </a:path>
                <a:path w="9542780" h="6570345">
                  <a:moveTo>
                    <a:pt x="1840619" y="1325312"/>
                  </a:moveTo>
                  <a:lnTo>
                    <a:pt x="1819422" y="1325312"/>
                  </a:lnTo>
                  <a:lnTo>
                    <a:pt x="1813054" y="1331810"/>
                  </a:lnTo>
                  <a:lnTo>
                    <a:pt x="1813054" y="1350744"/>
                  </a:lnTo>
                  <a:lnTo>
                    <a:pt x="1819422" y="1359221"/>
                  </a:lnTo>
                  <a:lnTo>
                    <a:pt x="1840619" y="1359221"/>
                  </a:lnTo>
                  <a:lnTo>
                    <a:pt x="1846987" y="1350744"/>
                  </a:lnTo>
                  <a:lnTo>
                    <a:pt x="1846987" y="1333789"/>
                  </a:lnTo>
                  <a:lnTo>
                    <a:pt x="1840619" y="1325312"/>
                  </a:lnTo>
                  <a:close/>
                </a:path>
                <a:path w="9542780" h="6570345">
                  <a:moveTo>
                    <a:pt x="1840619" y="1367699"/>
                  </a:moveTo>
                  <a:lnTo>
                    <a:pt x="1819422" y="1367699"/>
                  </a:lnTo>
                  <a:lnTo>
                    <a:pt x="1813054" y="1374198"/>
                  </a:lnTo>
                  <a:lnTo>
                    <a:pt x="1813054" y="1393131"/>
                  </a:lnTo>
                  <a:lnTo>
                    <a:pt x="1819422" y="1401608"/>
                  </a:lnTo>
                  <a:lnTo>
                    <a:pt x="1840619" y="1401608"/>
                  </a:lnTo>
                  <a:lnTo>
                    <a:pt x="1846987" y="1395110"/>
                  </a:lnTo>
                  <a:lnTo>
                    <a:pt x="1846987" y="1376177"/>
                  </a:lnTo>
                  <a:lnTo>
                    <a:pt x="1840619" y="1367699"/>
                  </a:lnTo>
                  <a:close/>
                </a:path>
                <a:path w="9542780" h="6570345">
                  <a:moveTo>
                    <a:pt x="1840619" y="1412064"/>
                  </a:moveTo>
                  <a:lnTo>
                    <a:pt x="1819422" y="1412064"/>
                  </a:lnTo>
                  <a:lnTo>
                    <a:pt x="1813054" y="1418564"/>
                  </a:lnTo>
                  <a:lnTo>
                    <a:pt x="1813054" y="1439758"/>
                  </a:lnTo>
                  <a:lnTo>
                    <a:pt x="1819422" y="1445975"/>
                  </a:lnTo>
                  <a:lnTo>
                    <a:pt x="1840619" y="1445975"/>
                  </a:lnTo>
                  <a:lnTo>
                    <a:pt x="1846987" y="1439758"/>
                  </a:lnTo>
                  <a:lnTo>
                    <a:pt x="1846987" y="1420541"/>
                  </a:lnTo>
                  <a:lnTo>
                    <a:pt x="1840619" y="1412064"/>
                  </a:lnTo>
                  <a:close/>
                </a:path>
                <a:path w="9542780" h="6570345">
                  <a:moveTo>
                    <a:pt x="1840619" y="1456712"/>
                  </a:moveTo>
                  <a:lnTo>
                    <a:pt x="1819422" y="1456712"/>
                  </a:lnTo>
                  <a:lnTo>
                    <a:pt x="1813054" y="1462929"/>
                  </a:lnTo>
                  <a:lnTo>
                    <a:pt x="1813054" y="1484123"/>
                  </a:lnTo>
                  <a:lnTo>
                    <a:pt x="1819422" y="1490623"/>
                  </a:lnTo>
                  <a:lnTo>
                    <a:pt x="1840619" y="1490623"/>
                  </a:lnTo>
                  <a:lnTo>
                    <a:pt x="1846987" y="1482144"/>
                  </a:lnTo>
                  <a:lnTo>
                    <a:pt x="1846987" y="1465190"/>
                  </a:lnTo>
                  <a:lnTo>
                    <a:pt x="1840619" y="1456712"/>
                  </a:lnTo>
                  <a:close/>
                </a:path>
                <a:path w="9542780" h="6570345">
                  <a:moveTo>
                    <a:pt x="1840619" y="1501077"/>
                  </a:moveTo>
                  <a:lnTo>
                    <a:pt x="1819422" y="1501077"/>
                  </a:lnTo>
                  <a:lnTo>
                    <a:pt x="1813054" y="1507577"/>
                  </a:lnTo>
                  <a:lnTo>
                    <a:pt x="1813054" y="1528771"/>
                  </a:lnTo>
                  <a:lnTo>
                    <a:pt x="1819422" y="1534988"/>
                  </a:lnTo>
                  <a:lnTo>
                    <a:pt x="1840619" y="1534988"/>
                  </a:lnTo>
                  <a:lnTo>
                    <a:pt x="1846987" y="1526510"/>
                  </a:lnTo>
                  <a:lnTo>
                    <a:pt x="1846987" y="1509555"/>
                  </a:lnTo>
                  <a:lnTo>
                    <a:pt x="1840619" y="1501077"/>
                  </a:lnTo>
                  <a:close/>
                </a:path>
                <a:path w="9542780" h="6570345">
                  <a:moveTo>
                    <a:pt x="1840619" y="1545443"/>
                  </a:moveTo>
                  <a:lnTo>
                    <a:pt x="1819422" y="1545443"/>
                  </a:lnTo>
                  <a:lnTo>
                    <a:pt x="1813054" y="1551942"/>
                  </a:lnTo>
                  <a:lnTo>
                    <a:pt x="1813054" y="1573136"/>
                  </a:lnTo>
                  <a:lnTo>
                    <a:pt x="1819422" y="1579352"/>
                  </a:lnTo>
                  <a:lnTo>
                    <a:pt x="1840619" y="1579352"/>
                  </a:lnTo>
                  <a:lnTo>
                    <a:pt x="1846987" y="1570875"/>
                  </a:lnTo>
                  <a:lnTo>
                    <a:pt x="1846987" y="1553921"/>
                  </a:lnTo>
                  <a:lnTo>
                    <a:pt x="1840619" y="1545443"/>
                  </a:lnTo>
                  <a:close/>
                </a:path>
                <a:path w="9542780" h="6570345">
                  <a:moveTo>
                    <a:pt x="1840619" y="1590092"/>
                  </a:moveTo>
                  <a:lnTo>
                    <a:pt x="1819422" y="1590092"/>
                  </a:lnTo>
                  <a:lnTo>
                    <a:pt x="1813054" y="1596308"/>
                  </a:lnTo>
                  <a:lnTo>
                    <a:pt x="1813054" y="1615523"/>
                  </a:lnTo>
                  <a:lnTo>
                    <a:pt x="1819422" y="1624001"/>
                  </a:lnTo>
                  <a:lnTo>
                    <a:pt x="1840619" y="1624001"/>
                  </a:lnTo>
                  <a:lnTo>
                    <a:pt x="1846987" y="1615523"/>
                  </a:lnTo>
                  <a:lnTo>
                    <a:pt x="1846987" y="1598569"/>
                  </a:lnTo>
                  <a:lnTo>
                    <a:pt x="1840619" y="1590092"/>
                  </a:lnTo>
                  <a:close/>
                </a:path>
                <a:path w="9542780" h="6570345">
                  <a:moveTo>
                    <a:pt x="1840619" y="1634456"/>
                  </a:moveTo>
                  <a:lnTo>
                    <a:pt x="1819422" y="1634456"/>
                  </a:lnTo>
                  <a:lnTo>
                    <a:pt x="1813054" y="1640956"/>
                  </a:lnTo>
                  <a:lnTo>
                    <a:pt x="1813054" y="1659889"/>
                  </a:lnTo>
                  <a:lnTo>
                    <a:pt x="1819422" y="1668367"/>
                  </a:lnTo>
                  <a:lnTo>
                    <a:pt x="1840619" y="1668367"/>
                  </a:lnTo>
                  <a:lnTo>
                    <a:pt x="1846987" y="1659889"/>
                  </a:lnTo>
                  <a:lnTo>
                    <a:pt x="1846987" y="1642934"/>
                  </a:lnTo>
                  <a:lnTo>
                    <a:pt x="1840619" y="1634456"/>
                  </a:lnTo>
                  <a:close/>
                </a:path>
                <a:path w="9542780" h="6570345">
                  <a:moveTo>
                    <a:pt x="1840619" y="1676844"/>
                  </a:moveTo>
                  <a:lnTo>
                    <a:pt x="1819422" y="1676844"/>
                  </a:lnTo>
                  <a:lnTo>
                    <a:pt x="1813054" y="1683061"/>
                  </a:lnTo>
                  <a:lnTo>
                    <a:pt x="1813054" y="1704254"/>
                  </a:lnTo>
                  <a:lnTo>
                    <a:pt x="1819422" y="1710754"/>
                  </a:lnTo>
                  <a:lnTo>
                    <a:pt x="1840619" y="1710754"/>
                  </a:lnTo>
                  <a:lnTo>
                    <a:pt x="1846987" y="1704254"/>
                  </a:lnTo>
                  <a:lnTo>
                    <a:pt x="1846987" y="1685321"/>
                  </a:lnTo>
                  <a:lnTo>
                    <a:pt x="1840619" y="1676844"/>
                  </a:lnTo>
                  <a:close/>
                </a:path>
                <a:path w="9542780" h="6570345">
                  <a:moveTo>
                    <a:pt x="1840619" y="1721209"/>
                  </a:moveTo>
                  <a:lnTo>
                    <a:pt x="1819422" y="1721209"/>
                  </a:lnTo>
                  <a:lnTo>
                    <a:pt x="1813054" y="1727709"/>
                  </a:lnTo>
                  <a:lnTo>
                    <a:pt x="1813054" y="1748903"/>
                  </a:lnTo>
                  <a:lnTo>
                    <a:pt x="1819422" y="1755119"/>
                  </a:lnTo>
                  <a:lnTo>
                    <a:pt x="1840619" y="1755119"/>
                  </a:lnTo>
                  <a:lnTo>
                    <a:pt x="1846987" y="1748903"/>
                  </a:lnTo>
                  <a:lnTo>
                    <a:pt x="1846987" y="1729686"/>
                  </a:lnTo>
                  <a:lnTo>
                    <a:pt x="1840619" y="1721209"/>
                  </a:lnTo>
                  <a:close/>
                </a:path>
                <a:path w="9542780" h="6570345">
                  <a:moveTo>
                    <a:pt x="1840619" y="1765857"/>
                  </a:moveTo>
                  <a:lnTo>
                    <a:pt x="1819422" y="1765857"/>
                  </a:lnTo>
                  <a:lnTo>
                    <a:pt x="1813054" y="1772074"/>
                  </a:lnTo>
                  <a:lnTo>
                    <a:pt x="1813054" y="1793267"/>
                  </a:lnTo>
                  <a:lnTo>
                    <a:pt x="1819422" y="1799767"/>
                  </a:lnTo>
                  <a:lnTo>
                    <a:pt x="1840619" y="1799767"/>
                  </a:lnTo>
                  <a:lnTo>
                    <a:pt x="1846987" y="1791290"/>
                  </a:lnTo>
                  <a:lnTo>
                    <a:pt x="1846987" y="1774334"/>
                  </a:lnTo>
                  <a:lnTo>
                    <a:pt x="1840619" y="1765857"/>
                  </a:lnTo>
                  <a:close/>
                </a:path>
                <a:path w="9542780" h="6570345">
                  <a:moveTo>
                    <a:pt x="1840619" y="1810223"/>
                  </a:moveTo>
                  <a:lnTo>
                    <a:pt x="1819422" y="1810223"/>
                  </a:lnTo>
                  <a:lnTo>
                    <a:pt x="1813054" y="1816722"/>
                  </a:lnTo>
                  <a:lnTo>
                    <a:pt x="1813054" y="1837634"/>
                  </a:lnTo>
                  <a:lnTo>
                    <a:pt x="1819422" y="1844132"/>
                  </a:lnTo>
                  <a:lnTo>
                    <a:pt x="1840619" y="1844132"/>
                  </a:lnTo>
                  <a:lnTo>
                    <a:pt x="1846987" y="1835655"/>
                  </a:lnTo>
                  <a:lnTo>
                    <a:pt x="1846987" y="1818700"/>
                  </a:lnTo>
                  <a:lnTo>
                    <a:pt x="1840619" y="1810223"/>
                  </a:lnTo>
                  <a:close/>
                </a:path>
                <a:path w="9542780" h="6570345">
                  <a:moveTo>
                    <a:pt x="1840619" y="1854588"/>
                  </a:moveTo>
                  <a:lnTo>
                    <a:pt x="1819422" y="1854588"/>
                  </a:lnTo>
                  <a:lnTo>
                    <a:pt x="1813054" y="1861088"/>
                  </a:lnTo>
                  <a:lnTo>
                    <a:pt x="1813054" y="1880021"/>
                  </a:lnTo>
                  <a:lnTo>
                    <a:pt x="1819422" y="1888498"/>
                  </a:lnTo>
                  <a:lnTo>
                    <a:pt x="1840619" y="1888498"/>
                  </a:lnTo>
                  <a:lnTo>
                    <a:pt x="1846987" y="1880021"/>
                  </a:lnTo>
                  <a:lnTo>
                    <a:pt x="1846987" y="1863065"/>
                  </a:lnTo>
                  <a:lnTo>
                    <a:pt x="1840619" y="1854588"/>
                  </a:lnTo>
                  <a:close/>
                </a:path>
                <a:path w="9542780" h="6570345">
                  <a:moveTo>
                    <a:pt x="1840619" y="1899236"/>
                  </a:moveTo>
                  <a:lnTo>
                    <a:pt x="1819422" y="1899236"/>
                  </a:lnTo>
                  <a:lnTo>
                    <a:pt x="1813054" y="1905453"/>
                  </a:lnTo>
                  <a:lnTo>
                    <a:pt x="1813054" y="1924668"/>
                  </a:lnTo>
                  <a:lnTo>
                    <a:pt x="1819422" y="1933147"/>
                  </a:lnTo>
                  <a:lnTo>
                    <a:pt x="1840619" y="1933147"/>
                  </a:lnTo>
                  <a:lnTo>
                    <a:pt x="1846987" y="1924668"/>
                  </a:lnTo>
                  <a:lnTo>
                    <a:pt x="1846987" y="1907713"/>
                  </a:lnTo>
                  <a:lnTo>
                    <a:pt x="1840619" y="1899236"/>
                  </a:lnTo>
                  <a:close/>
                </a:path>
                <a:path w="9542780" h="6570345">
                  <a:moveTo>
                    <a:pt x="1840619" y="1943601"/>
                  </a:moveTo>
                  <a:lnTo>
                    <a:pt x="1819422" y="1943601"/>
                  </a:lnTo>
                  <a:lnTo>
                    <a:pt x="1813054" y="1950101"/>
                  </a:lnTo>
                  <a:lnTo>
                    <a:pt x="1813054" y="1971295"/>
                  </a:lnTo>
                  <a:lnTo>
                    <a:pt x="1819422" y="1977511"/>
                  </a:lnTo>
                  <a:lnTo>
                    <a:pt x="1840619" y="1977511"/>
                  </a:lnTo>
                  <a:lnTo>
                    <a:pt x="1846987" y="1969034"/>
                  </a:lnTo>
                  <a:lnTo>
                    <a:pt x="1846987" y="1952080"/>
                  </a:lnTo>
                  <a:lnTo>
                    <a:pt x="1840619" y="1943601"/>
                  </a:lnTo>
                  <a:close/>
                </a:path>
                <a:path w="9542780" h="6570345">
                  <a:moveTo>
                    <a:pt x="1840619" y="1985989"/>
                  </a:moveTo>
                  <a:lnTo>
                    <a:pt x="1819422" y="1985989"/>
                  </a:lnTo>
                  <a:lnTo>
                    <a:pt x="1813054" y="1992205"/>
                  </a:lnTo>
                  <a:lnTo>
                    <a:pt x="1813054" y="2013399"/>
                  </a:lnTo>
                  <a:lnTo>
                    <a:pt x="1819422" y="2019899"/>
                  </a:lnTo>
                  <a:lnTo>
                    <a:pt x="1840619" y="2019899"/>
                  </a:lnTo>
                  <a:lnTo>
                    <a:pt x="1846987" y="2013399"/>
                  </a:lnTo>
                  <a:lnTo>
                    <a:pt x="1846987" y="1994466"/>
                  </a:lnTo>
                  <a:lnTo>
                    <a:pt x="1840619" y="1985989"/>
                  </a:lnTo>
                  <a:close/>
                </a:path>
                <a:path w="9542780" h="6570345">
                  <a:moveTo>
                    <a:pt x="1840619" y="2030355"/>
                  </a:moveTo>
                  <a:lnTo>
                    <a:pt x="1819422" y="2030355"/>
                  </a:lnTo>
                  <a:lnTo>
                    <a:pt x="1813054" y="2036853"/>
                  </a:lnTo>
                  <a:lnTo>
                    <a:pt x="1813054" y="2058047"/>
                  </a:lnTo>
                  <a:lnTo>
                    <a:pt x="1819422" y="2064264"/>
                  </a:lnTo>
                  <a:lnTo>
                    <a:pt x="1840619" y="2064264"/>
                  </a:lnTo>
                  <a:lnTo>
                    <a:pt x="1846987" y="2058047"/>
                  </a:lnTo>
                  <a:lnTo>
                    <a:pt x="1846987" y="2038832"/>
                  </a:lnTo>
                  <a:lnTo>
                    <a:pt x="1840619" y="2030355"/>
                  </a:lnTo>
                  <a:close/>
                </a:path>
                <a:path w="9542780" h="6570345">
                  <a:moveTo>
                    <a:pt x="1840619" y="2075003"/>
                  </a:moveTo>
                  <a:lnTo>
                    <a:pt x="1819422" y="2075003"/>
                  </a:lnTo>
                  <a:lnTo>
                    <a:pt x="1813054" y="2081220"/>
                  </a:lnTo>
                  <a:lnTo>
                    <a:pt x="1813054" y="2102413"/>
                  </a:lnTo>
                  <a:lnTo>
                    <a:pt x="1819422" y="2108912"/>
                  </a:lnTo>
                  <a:lnTo>
                    <a:pt x="1840619" y="2108912"/>
                  </a:lnTo>
                  <a:lnTo>
                    <a:pt x="1846987" y="2100435"/>
                  </a:lnTo>
                  <a:lnTo>
                    <a:pt x="1846987" y="2083480"/>
                  </a:lnTo>
                  <a:lnTo>
                    <a:pt x="1840619" y="2075003"/>
                  </a:lnTo>
                  <a:close/>
                </a:path>
                <a:path w="9542780" h="6570345">
                  <a:moveTo>
                    <a:pt x="1840619" y="2119368"/>
                  </a:moveTo>
                  <a:lnTo>
                    <a:pt x="1819422" y="2119368"/>
                  </a:lnTo>
                  <a:lnTo>
                    <a:pt x="1813054" y="2125585"/>
                  </a:lnTo>
                  <a:lnTo>
                    <a:pt x="1813054" y="2144801"/>
                  </a:lnTo>
                  <a:lnTo>
                    <a:pt x="1819422" y="2153278"/>
                  </a:lnTo>
                  <a:lnTo>
                    <a:pt x="1840619" y="2153278"/>
                  </a:lnTo>
                  <a:lnTo>
                    <a:pt x="1846987" y="2144801"/>
                  </a:lnTo>
                  <a:lnTo>
                    <a:pt x="1846987" y="2127845"/>
                  </a:lnTo>
                  <a:lnTo>
                    <a:pt x="1840619" y="2119368"/>
                  </a:lnTo>
                  <a:close/>
                </a:path>
                <a:path w="9542780" h="6570345">
                  <a:moveTo>
                    <a:pt x="1840619" y="2163733"/>
                  </a:moveTo>
                  <a:lnTo>
                    <a:pt x="1819422" y="2163733"/>
                  </a:lnTo>
                  <a:lnTo>
                    <a:pt x="1813054" y="2170233"/>
                  </a:lnTo>
                  <a:lnTo>
                    <a:pt x="1813054" y="2189166"/>
                  </a:lnTo>
                  <a:lnTo>
                    <a:pt x="1819422" y="2197643"/>
                  </a:lnTo>
                  <a:lnTo>
                    <a:pt x="1840619" y="2197643"/>
                  </a:lnTo>
                  <a:lnTo>
                    <a:pt x="1846987" y="2189166"/>
                  </a:lnTo>
                  <a:lnTo>
                    <a:pt x="1846987" y="2172211"/>
                  </a:lnTo>
                  <a:lnTo>
                    <a:pt x="1840619" y="2163733"/>
                  </a:lnTo>
                  <a:close/>
                </a:path>
                <a:path w="9542780" h="6570345">
                  <a:moveTo>
                    <a:pt x="1840619" y="2208381"/>
                  </a:moveTo>
                  <a:lnTo>
                    <a:pt x="1819422" y="2208381"/>
                  </a:lnTo>
                  <a:lnTo>
                    <a:pt x="1813054" y="2214598"/>
                  </a:lnTo>
                  <a:lnTo>
                    <a:pt x="1813054" y="2233814"/>
                  </a:lnTo>
                  <a:lnTo>
                    <a:pt x="1819422" y="2242291"/>
                  </a:lnTo>
                  <a:lnTo>
                    <a:pt x="1840619" y="2242291"/>
                  </a:lnTo>
                  <a:lnTo>
                    <a:pt x="1846987" y="2233814"/>
                  </a:lnTo>
                  <a:lnTo>
                    <a:pt x="1846987" y="2216858"/>
                  </a:lnTo>
                  <a:lnTo>
                    <a:pt x="1840619" y="2208381"/>
                  </a:lnTo>
                  <a:close/>
                </a:path>
                <a:path w="9542780" h="6570345">
                  <a:moveTo>
                    <a:pt x="1840619" y="2252747"/>
                  </a:moveTo>
                  <a:lnTo>
                    <a:pt x="1819422" y="2252747"/>
                  </a:lnTo>
                  <a:lnTo>
                    <a:pt x="1813054" y="2259246"/>
                  </a:lnTo>
                  <a:lnTo>
                    <a:pt x="1813054" y="2280157"/>
                  </a:lnTo>
                  <a:lnTo>
                    <a:pt x="1819422" y="2286656"/>
                  </a:lnTo>
                  <a:lnTo>
                    <a:pt x="1840619" y="2286656"/>
                  </a:lnTo>
                  <a:lnTo>
                    <a:pt x="1846987" y="2278179"/>
                  </a:lnTo>
                  <a:lnTo>
                    <a:pt x="1846987" y="2261224"/>
                  </a:lnTo>
                  <a:lnTo>
                    <a:pt x="1840619" y="2252747"/>
                  </a:lnTo>
                  <a:close/>
                </a:path>
                <a:path w="9542780" h="6570345">
                  <a:moveTo>
                    <a:pt x="1840619" y="2295135"/>
                  </a:moveTo>
                  <a:lnTo>
                    <a:pt x="1819422" y="2295135"/>
                  </a:lnTo>
                  <a:lnTo>
                    <a:pt x="1813054" y="2301351"/>
                  </a:lnTo>
                  <a:lnTo>
                    <a:pt x="1813054" y="2322545"/>
                  </a:lnTo>
                  <a:lnTo>
                    <a:pt x="1819422" y="2329044"/>
                  </a:lnTo>
                  <a:lnTo>
                    <a:pt x="1840619" y="2329044"/>
                  </a:lnTo>
                  <a:lnTo>
                    <a:pt x="1846987" y="2322545"/>
                  </a:lnTo>
                  <a:lnTo>
                    <a:pt x="1846987" y="2303612"/>
                  </a:lnTo>
                  <a:lnTo>
                    <a:pt x="1840619" y="2295135"/>
                  </a:lnTo>
                  <a:close/>
                </a:path>
                <a:path w="9542780" h="6570345">
                  <a:moveTo>
                    <a:pt x="1840619" y="2339500"/>
                  </a:moveTo>
                  <a:lnTo>
                    <a:pt x="1819422" y="2339500"/>
                  </a:lnTo>
                  <a:lnTo>
                    <a:pt x="1813054" y="2345999"/>
                  </a:lnTo>
                  <a:lnTo>
                    <a:pt x="1813054" y="2367193"/>
                  </a:lnTo>
                  <a:lnTo>
                    <a:pt x="1819422" y="2373410"/>
                  </a:lnTo>
                  <a:lnTo>
                    <a:pt x="1840619" y="2373410"/>
                  </a:lnTo>
                  <a:lnTo>
                    <a:pt x="1846987" y="2367193"/>
                  </a:lnTo>
                  <a:lnTo>
                    <a:pt x="1846987" y="2347977"/>
                  </a:lnTo>
                  <a:lnTo>
                    <a:pt x="1840619" y="2339500"/>
                  </a:lnTo>
                  <a:close/>
                </a:path>
                <a:path w="9542780" h="6570345">
                  <a:moveTo>
                    <a:pt x="1840619" y="2384148"/>
                  </a:moveTo>
                  <a:lnTo>
                    <a:pt x="1819422" y="2384148"/>
                  </a:lnTo>
                  <a:lnTo>
                    <a:pt x="1813054" y="2390364"/>
                  </a:lnTo>
                  <a:lnTo>
                    <a:pt x="1813054" y="2411558"/>
                  </a:lnTo>
                  <a:lnTo>
                    <a:pt x="1819422" y="2417775"/>
                  </a:lnTo>
                  <a:lnTo>
                    <a:pt x="1840619" y="2417775"/>
                  </a:lnTo>
                  <a:lnTo>
                    <a:pt x="1846987" y="2409579"/>
                  </a:lnTo>
                  <a:lnTo>
                    <a:pt x="1846987" y="2392625"/>
                  </a:lnTo>
                  <a:lnTo>
                    <a:pt x="1840619" y="2384148"/>
                  </a:lnTo>
                  <a:close/>
                </a:path>
                <a:path w="9542780" h="6570345">
                  <a:moveTo>
                    <a:pt x="1840619" y="2428513"/>
                  </a:moveTo>
                  <a:lnTo>
                    <a:pt x="1819422" y="2428513"/>
                  </a:lnTo>
                  <a:lnTo>
                    <a:pt x="1813054" y="2434729"/>
                  </a:lnTo>
                  <a:lnTo>
                    <a:pt x="1813054" y="2453946"/>
                  </a:lnTo>
                  <a:lnTo>
                    <a:pt x="1819422" y="2462423"/>
                  </a:lnTo>
                  <a:lnTo>
                    <a:pt x="1840619" y="2462423"/>
                  </a:lnTo>
                  <a:lnTo>
                    <a:pt x="1846987" y="2453946"/>
                  </a:lnTo>
                  <a:lnTo>
                    <a:pt x="1846987" y="2436991"/>
                  </a:lnTo>
                  <a:lnTo>
                    <a:pt x="1840619" y="2428513"/>
                  </a:lnTo>
                  <a:close/>
                </a:path>
                <a:path w="9542780" h="6570345">
                  <a:moveTo>
                    <a:pt x="1840619" y="2472879"/>
                  </a:moveTo>
                  <a:lnTo>
                    <a:pt x="1819422" y="2472879"/>
                  </a:lnTo>
                  <a:lnTo>
                    <a:pt x="1813054" y="2479377"/>
                  </a:lnTo>
                  <a:lnTo>
                    <a:pt x="1813054" y="2498310"/>
                  </a:lnTo>
                  <a:lnTo>
                    <a:pt x="1819422" y="2506788"/>
                  </a:lnTo>
                  <a:lnTo>
                    <a:pt x="1840619" y="2506788"/>
                  </a:lnTo>
                  <a:lnTo>
                    <a:pt x="1846987" y="2498310"/>
                  </a:lnTo>
                  <a:lnTo>
                    <a:pt x="1846987" y="2481356"/>
                  </a:lnTo>
                  <a:lnTo>
                    <a:pt x="1840619" y="2472879"/>
                  </a:lnTo>
                  <a:close/>
                </a:path>
                <a:path w="9542780" h="6570345">
                  <a:moveTo>
                    <a:pt x="1840619" y="2517527"/>
                  </a:moveTo>
                  <a:lnTo>
                    <a:pt x="1819422" y="2517527"/>
                  </a:lnTo>
                  <a:lnTo>
                    <a:pt x="1813054" y="2523743"/>
                  </a:lnTo>
                  <a:lnTo>
                    <a:pt x="1813054" y="2544937"/>
                  </a:lnTo>
                  <a:lnTo>
                    <a:pt x="1819422" y="2551436"/>
                  </a:lnTo>
                  <a:lnTo>
                    <a:pt x="1840619" y="2551436"/>
                  </a:lnTo>
                  <a:lnTo>
                    <a:pt x="1846987" y="2542959"/>
                  </a:lnTo>
                  <a:lnTo>
                    <a:pt x="1846987" y="2526004"/>
                  </a:lnTo>
                  <a:lnTo>
                    <a:pt x="1840619" y="2517527"/>
                  </a:lnTo>
                  <a:close/>
                </a:path>
                <a:path w="9542780" h="6570345">
                  <a:moveTo>
                    <a:pt x="1840619" y="2561892"/>
                  </a:moveTo>
                  <a:lnTo>
                    <a:pt x="1819422" y="2561892"/>
                  </a:lnTo>
                  <a:lnTo>
                    <a:pt x="1813054" y="2568108"/>
                  </a:lnTo>
                  <a:lnTo>
                    <a:pt x="1813054" y="2589302"/>
                  </a:lnTo>
                  <a:lnTo>
                    <a:pt x="1819422" y="2595802"/>
                  </a:lnTo>
                  <a:lnTo>
                    <a:pt x="1840619" y="2595802"/>
                  </a:lnTo>
                  <a:lnTo>
                    <a:pt x="1846987" y="2587325"/>
                  </a:lnTo>
                  <a:lnTo>
                    <a:pt x="1846987" y="2570369"/>
                  </a:lnTo>
                  <a:lnTo>
                    <a:pt x="1840619" y="2561892"/>
                  </a:lnTo>
                  <a:close/>
                </a:path>
                <a:path w="9542780" h="6570345">
                  <a:moveTo>
                    <a:pt x="1840619" y="2604279"/>
                  </a:moveTo>
                  <a:lnTo>
                    <a:pt x="1819422" y="2604279"/>
                  </a:lnTo>
                  <a:lnTo>
                    <a:pt x="1813054" y="2610496"/>
                  </a:lnTo>
                  <a:lnTo>
                    <a:pt x="1813054" y="2631690"/>
                  </a:lnTo>
                  <a:lnTo>
                    <a:pt x="1819422" y="2638190"/>
                  </a:lnTo>
                  <a:lnTo>
                    <a:pt x="1840619" y="2638190"/>
                  </a:lnTo>
                  <a:lnTo>
                    <a:pt x="1846987" y="2631690"/>
                  </a:lnTo>
                  <a:lnTo>
                    <a:pt x="1846987" y="2612757"/>
                  </a:lnTo>
                  <a:lnTo>
                    <a:pt x="1840619" y="2604279"/>
                  </a:lnTo>
                  <a:close/>
                </a:path>
                <a:path w="9542780" h="6570345">
                  <a:moveTo>
                    <a:pt x="1840619" y="2648644"/>
                  </a:moveTo>
                  <a:lnTo>
                    <a:pt x="1819422" y="2648644"/>
                  </a:lnTo>
                  <a:lnTo>
                    <a:pt x="1813054" y="2655144"/>
                  </a:lnTo>
                  <a:lnTo>
                    <a:pt x="1813054" y="2676338"/>
                  </a:lnTo>
                  <a:lnTo>
                    <a:pt x="1819422" y="2682554"/>
                  </a:lnTo>
                  <a:lnTo>
                    <a:pt x="1840619" y="2682554"/>
                  </a:lnTo>
                  <a:lnTo>
                    <a:pt x="1846987" y="2676338"/>
                  </a:lnTo>
                  <a:lnTo>
                    <a:pt x="1846987" y="2657123"/>
                  </a:lnTo>
                  <a:lnTo>
                    <a:pt x="1840619" y="2648644"/>
                  </a:lnTo>
                  <a:close/>
                </a:path>
                <a:path w="9542780" h="6570345">
                  <a:moveTo>
                    <a:pt x="1840619" y="2693292"/>
                  </a:moveTo>
                  <a:lnTo>
                    <a:pt x="1819422" y="2693292"/>
                  </a:lnTo>
                  <a:lnTo>
                    <a:pt x="1813054" y="2699509"/>
                  </a:lnTo>
                  <a:lnTo>
                    <a:pt x="1813054" y="2718442"/>
                  </a:lnTo>
                  <a:lnTo>
                    <a:pt x="1819422" y="2726919"/>
                  </a:lnTo>
                  <a:lnTo>
                    <a:pt x="1840619" y="2726919"/>
                  </a:lnTo>
                  <a:lnTo>
                    <a:pt x="1846987" y="2718442"/>
                  </a:lnTo>
                  <a:lnTo>
                    <a:pt x="1846987" y="2701770"/>
                  </a:lnTo>
                  <a:lnTo>
                    <a:pt x="1840619" y="2693292"/>
                  </a:lnTo>
                  <a:close/>
                </a:path>
                <a:path w="9542780" h="6570345">
                  <a:moveTo>
                    <a:pt x="1840619" y="2737658"/>
                  </a:moveTo>
                  <a:lnTo>
                    <a:pt x="1819422" y="2737658"/>
                  </a:lnTo>
                  <a:lnTo>
                    <a:pt x="1813054" y="2743875"/>
                  </a:lnTo>
                  <a:lnTo>
                    <a:pt x="1813054" y="2763090"/>
                  </a:lnTo>
                  <a:lnTo>
                    <a:pt x="1819422" y="2771567"/>
                  </a:lnTo>
                  <a:lnTo>
                    <a:pt x="1840619" y="2771567"/>
                  </a:lnTo>
                  <a:lnTo>
                    <a:pt x="1846987" y="2763090"/>
                  </a:lnTo>
                  <a:lnTo>
                    <a:pt x="1846987" y="2746136"/>
                  </a:lnTo>
                  <a:lnTo>
                    <a:pt x="1840619" y="2737658"/>
                  </a:lnTo>
                  <a:close/>
                </a:path>
                <a:path w="9542780" h="6570345">
                  <a:moveTo>
                    <a:pt x="1840619" y="2782023"/>
                  </a:moveTo>
                  <a:lnTo>
                    <a:pt x="1819422" y="2782023"/>
                  </a:lnTo>
                  <a:lnTo>
                    <a:pt x="1813054" y="2788523"/>
                  </a:lnTo>
                  <a:lnTo>
                    <a:pt x="1813054" y="2807456"/>
                  </a:lnTo>
                  <a:lnTo>
                    <a:pt x="1819422" y="2815934"/>
                  </a:lnTo>
                  <a:lnTo>
                    <a:pt x="1840619" y="2815934"/>
                  </a:lnTo>
                  <a:lnTo>
                    <a:pt x="1846987" y="2807456"/>
                  </a:lnTo>
                  <a:lnTo>
                    <a:pt x="1846987" y="2790501"/>
                  </a:lnTo>
                  <a:lnTo>
                    <a:pt x="1840619" y="2782023"/>
                  </a:lnTo>
                  <a:close/>
                </a:path>
                <a:path w="9542780" h="6570345">
                  <a:moveTo>
                    <a:pt x="1840619" y="2826672"/>
                  </a:moveTo>
                  <a:lnTo>
                    <a:pt x="1819422" y="2826672"/>
                  </a:lnTo>
                  <a:lnTo>
                    <a:pt x="1813054" y="2832888"/>
                  </a:lnTo>
                  <a:lnTo>
                    <a:pt x="1813054" y="2851821"/>
                  </a:lnTo>
                  <a:lnTo>
                    <a:pt x="1819422" y="2860299"/>
                  </a:lnTo>
                  <a:lnTo>
                    <a:pt x="1840619" y="2860299"/>
                  </a:lnTo>
                  <a:lnTo>
                    <a:pt x="1846987" y="2851821"/>
                  </a:lnTo>
                  <a:lnTo>
                    <a:pt x="1846987" y="2835149"/>
                  </a:lnTo>
                  <a:lnTo>
                    <a:pt x="1840619" y="2826672"/>
                  </a:lnTo>
                  <a:close/>
                </a:path>
                <a:path w="9542780" h="6570345">
                  <a:moveTo>
                    <a:pt x="1840619" y="2871036"/>
                  </a:moveTo>
                  <a:lnTo>
                    <a:pt x="1819422" y="2871036"/>
                  </a:lnTo>
                  <a:lnTo>
                    <a:pt x="1813054" y="2877254"/>
                  </a:lnTo>
                  <a:lnTo>
                    <a:pt x="1813054" y="2896469"/>
                  </a:lnTo>
                  <a:lnTo>
                    <a:pt x="1819422" y="2904947"/>
                  </a:lnTo>
                  <a:lnTo>
                    <a:pt x="1840619" y="2904947"/>
                  </a:lnTo>
                  <a:lnTo>
                    <a:pt x="1846987" y="2896469"/>
                  </a:lnTo>
                  <a:lnTo>
                    <a:pt x="1846987" y="2879515"/>
                  </a:lnTo>
                  <a:lnTo>
                    <a:pt x="1840619" y="2871036"/>
                  </a:lnTo>
                  <a:close/>
                </a:path>
                <a:path w="9542780" h="6570345">
                  <a:moveTo>
                    <a:pt x="1840619" y="2913424"/>
                  </a:moveTo>
                  <a:lnTo>
                    <a:pt x="1819422" y="2913424"/>
                  </a:lnTo>
                  <a:lnTo>
                    <a:pt x="1813054" y="2919641"/>
                  </a:lnTo>
                  <a:lnTo>
                    <a:pt x="1813054" y="2938857"/>
                  </a:lnTo>
                  <a:lnTo>
                    <a:pt x="1819422" y="2947334"/>
                  </a:lnTo>
                  <a:lnTo>
                    <a:pt x="1840619" y="2947334"/>
                  </a:lnTo>
                  <a:lnTo>
                    <a:pt x="1846987" y="2940834"/>
                  </a:lnTo>
                  <a:lnTo>
                    <a:pt x="1846987" y="2921901"/>
                  </a:lnTo>
                  <a:lnTo>
                    <a:pt x="1840619" y="2913424"/>
                  </a:lnTo>
                  <a:close/>
                </a:path>
                <a:path w="9542780" h="6570345">
                  <a:moveTo>
                    <a:pt x="1840619" y="2957790"/>
                  </a:moveTo>
                  <a:lnTo>
                    <a:pt x="1819422" y="2957790"/>
                  </a:lnTo>
                  <a:lnTo>
                    <a:pt x="1813054" y="2964289"/>
                  </a:lnTo>
                  <a:lnTo>
                    <a:pt x="1813054" y="2983222"/>
                  </a:lnTo>
                  <a:lnTo>
                    <a:pt x="1819422" y="2991699"/>
                  </a:lnTo>
                  <a:lnTo>
                    <a:pt x="1840619" y="2991699"/>
                  </a:lnTo>
                  <a:lnTo>
                    <a:pt x="1846987" y="2985482"/>
                  </a:lnTo>
                  <a:lnTo>
                    <a:pt x="1846987" y="2966267"/>
                  </a:lnTo>
                  <a:lnTo>
                    <a:pt x="1840619" y="2957790"/>
                  </a:lnTo>
                  <a:close/>
                </a:path>
                <a:path w="9542780" h="6570345">
                  <a:moveTo>
                    <a:pt x="1840619" y="3974125"/>
                  </a:moveTo>
                  <a:lnTo>
                    <a:pt x="1819422" y="3974125"/>
                  </a:lnTo>
                  <a:lnTo>
                    <a:pt x="1813054" y="3980483"/>
                  </a:lnTo>
                  <a:lnTo>
                    <a:pt x="1813054" y="3999558"/>
                  </a:lnTo>
                  <a:lnTo>
                    <a:pt x="1819422" y="4008008"/>
                  </a:lnTo>
                  <a:lnTo>
                    <a:pt x="1840619" y="4008008"/>
                  </a:lnTo>
                  <a:lnTo>
                    <a:pt x="1846987" y="3999558"/>
                  </a:lnTo>
                  <a:lnTo>
                    <a:pt x="1846987" y="3982603"/>
                  </a:lnTo>
                  <a:lnTo>
                    <a:pt x="1840619" y="3974125"/>
                  </a:lnTo>
                  <a:close/>
                </a:path>
                <a:path w="9542780" h="6570345">
                  <a:moveTo>
                    <a:pt x="1840619" y="4018605"/>
                  </a:moveTo>
                  <a:lnTo>
                    <a:pt x="1819422" y="4018605"/>
                  </a:lnTo>
                  <a:lnTo>
                    <a:pt x="1813054" y="4024962"/>
                  </a:lnTo>
                  <a:lnTo>
                    <a:pt x="1813054" y="4044008"/>
                  </a:lnTo>
                  <a:lnTo>
                    <a:pt x="1819422" y="4052486"/>
                  </a:lnTo>
                  <a:lnTo>
                    <a:pt x="1840619" y="4052486"/>
                  </a:lnTo>
                  <a:lnTo>
                    <a:pt x="1846987" y="4044008"/>
                  </a:lnTo>
                  <a:lnTo>
                    <a:pt x="1846987" y="4027082"/>
                  </a:lnTo>
                  <a:lnTo>
                    <a:pt x="1840619" y="4018605"/>
                  </a:lnTo>
                  <a:close/>
                </a:path>
                <a:path w="9542780" h="6570345">
                  <a:moveTo>
                    <a:pt x="1840619" y="4063055"/>
                  </a:moveTo>
                  <a:lnTo>
                    <a:pt x="1819422" y="4063055"/>
                  </a:lnTo>
                  <a:lnTo>
                    <a:pt x="1813054" y="4069412"/>
                  </a:lnTo>
                  <a:lnTo>
                    <a:pt x="1813054" y="4088486"/>
                  </a:lnTo>
                  <a:lnTo>
                    <a:pt x="1819422" y="4096936"/>
                  </a:lnTo>
                  <a:lnTo>
                    <a:pt x="1840619" y="4096936"/>
                  </a:lnTo>
                  <a:lnTo>
                    <a:pt x="1846987" y="4088486"/>
                  </a:lnTo>
                  <a:lnTo>
                    <a:pt x="1846987" y="4071532"/>
                  </a:lnTo>
                  <a:lnTo>
                    <a:pt x="1840619" y="4063055"/>
                  </a:lnTo>
                  <a:close/>
                </a:path>
                <a:path w="9542780" h="6570345">
                  <a:moveTo>
                    <a:pt x="1840619" y="4107533"/>
                  </a:moveTo>
                  <a:lnTo>
                    <a:pt x="1819422" y="4107533"/>
                  </a:lnTo>
                  <a:lnTo>
                    <a:pt x="1813054" y="4113890"/>
                  </a:lnTo>
                  <a:lnTo>
                    <a:pt x="1813054" y="4132936"/>
                  </a:lnTo>
                  <a:lnTo>
                    <a:pt x="1819422" y="4141415"/>
                  </a:lnTo>
                  <a:lnTo>
                    <a:pt x="1840619" y="4141415"/>
                  </a:lnTo>
                  <a:lnTo>
                    <a:pt x="1846987" y="4132936"/>
                  </a:lnTo>
                  <a:lnTo>
                    <a:pt x="1846987" y="4116010"/>
                  </a:lnTo>
                  <a:lnTo>
                    <a:pt x="1840619" y="4107533"/>
                  </a:lnTo>
                  <a:close/>
                </a:path>
                <a:path w="9542780" h="6570345">
                  <a:moveTo>
                    <a:pt x="1840619" y="4149863"/>
                  </a:moveTo>
                  <a:lnTo>
                    <a:pt x="1819422" y="4149863"/>
                  </a:lnTo>
                  <a:lnTo>
                    <a:pt x="1813054" y="4156222"/>
                  </a:lnTo>
                  <a:lnTo>
                    <a:pt x="1813054" y="4175296"/>
                  </a:lnTo>
                  <a:lnTo>
                    <a:pt x="1819422" y="4183745"/>
                  </a:lnTo>
                  <a:lnTo>
                    <a:pt x="1840619" y="4183745"/>
                  </a:lnTo>
                  <a:lnTo>
                    <a:pt x="1846987" y="4177416"/>
                  </a:lnTo>
                  <a:lnTo>
                    <a:pt x="1846987" y="4158341"/>
                  </a:lnTo>
                  <a:lnTo>
                    <a:pt x="1840619" y="4149863"/>
                  </a:lnTo>
                  <a:close/>
                </a:path>
                <a:path w="9542780" h="6570345">
                  <a:moveTo>
                    <a:pt x="1840619" y="4194342"/>
                  </a:moveTo>
                  <a:lnTo>
                    <a:pt x="1819422" y="4194342"/>
                  </a:lnTo>
                  <a:lnTo>
                    <a:pt x="1813054" y="4200700"/>
                  </a:lnTo>
                  <a:lnTo>
                    <a:pt x="1813054" y="4221866"/>
                  </a:lnTo>
                  <a:lnTo>
                    <a:pt x="1819422" y="4228223"/>
                  </a:lnTo>
                  <a:lnTo>
                    <a:pt x="1840619" y="4228223"/>
                  </a:lnTo>
                  <a:lnTo>
                    <a:pt x="1846987" y="4221866"/>
                  </a:lnTo>
                  <a:lnTo>
                    <a:pt x="1846987" y="4202819"/>
                  </a:lnTo>
                  <a:lnTo>
                    <a:pt x="1840619" y="4194342"/>
                  </a:lnTo>
                  <a:close/>
                </a:path>
                <a:path w="9542780" h="6570345">
                  <a:moveTo>
                    <a:pt x="1840619" y="4238792"/>
                  </a:moveTo>
                  <a:lnTo>
                    <a:pt x="1819422" y="4238792"/>
                  </a:lnTo>
                  <a:lnTo>
                    <a:pt x="1813054" y="4245150"/>
                  </a:lnTo>
                  <a:lnTo>
                    <a:pt x="1813054" y="4266316"/>
                  </a:lnTo>
                  <a:lnTo>
                    <a:pt x="1819422" y="4272673"/>
                  </a:lnTo>
                  <a:lnTo>
                    <a:pt x="1840619" y="4272673"/>
                  </a:lnTo>
                  <a:lnTo>
                    <a:pt x="1846987" y="4264225"/>
                  </a:lnTo>
                  <a:lnTo>
                    <a:pt x="1846987" y="4247269"/>
                  </a:lnTo>
                  <a:lnTo>
                    <a:pt x="1840619" y="4238792"/>
                  </a:lnTo>
                  <a:close/>
                </a:path>
                <a:path w="9542780" h="6570345">
                  <a:moveTo>
                    <a:pt x="1840619" y="4283270"/>
                  </a:moveTo>
                  <a:lnTo>
                    <a:pt x="1819422" y="4283270"/>
                  </a:lnTo>
                  <a:lnTo>
                    <a:pt x="1813054" y="4289629"/>
                  </a:lnTo>
                  <a:lnTo>
                    <a:pt x="1813054" y="4308675"/>
                  </a:lnTo>
                  <a:lnTo>
                    <a:pt x="1819422" y="4317152"/>
                  </a:lnTo>
                  <a:lnTo>
                    <a:pt x="1840619" y="4317152"/>
                  </a:lnTo>
                  <a:lnTo>
                    <a:pt x="1846987" y="4308675"/>
                  </a:lnTo>
                  <a:lnTo>
                    <a:pt x="1846987" y="4291749"/>
                  </a:lnTo>
                  <a:lnTo>
                    <a:pt x="1840619" y="4283270"/>
                  </a:lnTo>
                  <a:close/>
                </a:path>
                <a:path w="9542780" h="6570345">
                  <a:moveTo>
                    <a:pt x="1840619" y="4327721"/>
                  </a:moveTo>
                  <a:lnTo>
                    <a:pt x="1819422" y="4327721"/>
                  </a:lnTo>
                  <a:lnTo>
                    <a:pt x="1813054" y="4334079"/>
                  </a:lnTo>
                  <a:lnTo>
                    <a:pt x="1813054" y="4353153"/>
                  </a:lnTo>
                  <a:lnTo>
                    <a:pt x="1819422" y="4361602"/>
                  </a:lnTo>
                  <a:lnTo>
                    <a:pt x="1840619" y="4361602"/>
                  </a:lnTo>
                  <a:lnTo>
                    <a:pt x="1846987" y="4353153"/>
                  </a:lnTo>
                  <a:lnTo>
                    <a:pt x="1846987" y="4336199"/>
                  </a:lnTo>
                  <a:lnTo>
                    <a:pt x="1840619" y="4327721"/>
                  </a:lnTo>
                  <a:close/>
                </a:path>
                <a:path w="9542780" h="6570345">
                  <a:moveTo>
                    <a:pt x="1840619" y="4372199"/>
                  </a:moveTo>
                  <a:lnTo>
                    <a:pt x="1819422" y="4372199"/>
                  </a:lnTo>
                  <a:lnTo>
                    <a:pt x="1813054" y="4378557"/>
                  </a:lnTo>
                  <a:lnTo>
                    <a:pt x="1813054" y="4397603"/>
                  </a:lnTo>
                  <a:lnTo>
                    <a:pt x="1819422" y="4406080"/>
                  </a:lnTo>
                  <a:lnTo>
                    <a:pt x="1840619" y="4406080"/>
                  </a:lnTo>
                  <a:lnTo>
                    <a:pt x="1846987" y="4397603"/>
                  </a:lnTo>
                  <a:lnTo>
                    <a:pt x="1846987" y="4380677"/>
                  </a:lnTo>
                  <a:lnTo>
                    <a:pt x="1840619" y="4372199"/>
                  </a:lnTo>
                  <a:close/>
                </a:path>
                <a:path w="9542780" h="6570345">
                  <a:moveTo>
                    <a:pt x="1840619" y="4416649"/>
                  </a:moveTo>
                  <a:lnTo>
                    <a:pt x="1819422" y="4416649"/>
                  </a:lnTo>
                  <a:lnTo>
                    <a:pt x="1813054" y="4423008"/>
                  </a:lnTo>
                  <a:lnTo>
                    <a:pt x="1813054" y="4442053"/>
                  </a:lnTo>
                  <a:lnTo>
                    <a:pt x="1819422" y="4450532"/>
                  </a:lnTo>
                  <a:lnTo>
                    <a:pt x="1840619" y="4450532"/>
                  </a:lnTo>
                  <a:lnTo>
                    <a:pt x="1846987" y="4442053"/>
                  </a:lnTo>
                  <a:lnTo>
                    <a:pt x="1846987" y="4425127"/>
                  </a:lnTo>
                  <a:lnTo>
                    <a:pt x="1840619" y="4416649"/>
                  </a:lnTo>
                  <a:close/>
                </a:path>
                <a:path w="9542780" h="6570345">
                  <a:moveTo>
                    <a:pt x="1840619" y="4459009"/>
                  </a:moveTo>
                  <a:lnTo>
                    <a:pt x="1819422" y="4459009"/>
                  </a:lnTo>
                  <a:lnTo>
                    <a:pt x="1813054" y="4465366"/>
                  </a:lnTo>
                  <a:lnTo>
                    <a:pt x="1813054" y="4484413"/>
                  </a:lnTo>
                  <a:lnTo>
                    <a:pt x="1819422" y="4492890"/>
                  </a:lnTo>
                  <a:lnTo>
                    <a:pt x="1840619" y="4492890"/>
                  </a:lnTo>
                  <a:lnTo>
                    <a:pt x="1846987" y="4486532"/>
                  </a:lnTo>
                  <a:lnTo>
                    <a:pt x="1846987" y="4467486"/>
                  </a:lnTo>
                  <a:lnTo>
                    <a:pt x="1840619" y="4459009"/>
                  </a:lnTo>
                  <a:close/>
                </a:path>
                <a:path w="9542780" h="6570345">
                  <a:moveTo>
                    <a:pt x="1840619" y="4503459"/>
                  </a:moveTo>
                  <a:lnTo>
                    <a:pt x="1819422" y="4503459"/>
                  </a:lnTo>
                  <a:lnTo>
                    <a:pt x="1813054" y="4509816"/>
                  </a:lnTo>
                  <a:lnTo>
                    <a:pt x="1813054" y="4528863"/>
                  </a:lnTo>
                  <a:lnTo>
                    <a:pt x="1819422" y="4537340"/>
                  </a:lnTo>
                  <a:lnTo>
                    <a:pt x="1840619" y="4537340"/>
                  </a:lnTo>
                  <a:lnTo>
                    <a:pt x="1846987" y="4530982"/>
                  </a:lnTo>
                  <a:lnTo>
                    <a:pt x="1846987" y="4511936"/>
                  </a:lnTo>
                  <a:lnTo>
                    <a:pt x="1840619" y="4503459"/>
                  </a:lnTo>
                  <a:close/>
                </a:path>
                <a:path w="9542780" h="6570345">
                  <a:moveTo>
                    <a:pt x="1840619" y="4547937"/>
                  </a:moveTo>
                  <a:lnTo>
                    <a:pt x="1819422" y="4547937"/>
                  </a:lnTo>
                  <a:lnTo>
                    <a:pt x="1813054" y="4554296"/>
                  </a:lnTo>
                  <a:lnTo>
                    <a:pt x="1813054" y="4573342"/>
                  </a:lnTo>
                  <a:lnTo>
                    <a:pt x="1819422" y="4581819"/>
                  </a:lnTo>
                  <a:lnTo>
                    <a:pt x="1840619" y="4581819"/>
                  </a:lnTo>
                  <a:lnTo>
                    <a:pt x="1846987" y="4573342"/>
                  </a:lnTo>
                  <a:lnTo>
                    <a:pt x="1846987" y="4556415"/>
                  </a:lnTo>
                  <a:lnTo>
                    <a:pt x="1840619" y="4547937"/>
                  </a:lnTo>
                  <a:close/>
                </a:path>
                <a:path w="9542780" h="6570345">
                  <a:moveTo>
                    <a:pt x="1840619" y="4725795"/>
                  </a:moveTo>
                  <a:lnTo>
                    <a:pt x="1819422" y="4725795"/>
                  </a:lnTo>
                  <a:lnTo>
                    <a:pt x="1813054" y="4732153"/>
                  </a:lnTo>
                  <a:lnTo>
                    <a:pt x="1813054" y="4753319"/>
                  </a:lnTo>
                  <a:lnTo>
                    <a:pt x="1819422" y="4759676"/>
                  </a:lnTo>
                  <a:lnTo>
                    <a:pt x="1840619" y="4759676"/>
                  </a:lnTo>
                  <a:lnTo>
                    <a:pt x="1846987" y="4751199"/>
                  </a:lnTo>
                  <a:lnTo>
                    <a:pt x="1846987" y="4734243"/>
                  </a:lnTo>
                  <a:lnTo>
                    <a:pt x="1840619" y="4725795"/>
                  </a:lnTo>
                  <a:close/>
                </a:path>
                <a:path w="9542780" h="6570345">
                  <a:moveTo>
                    <a:pt x="1840619" y="4768126"/>
                  </a:moveTo>
                  <a:lnTo>
                    <a:pt x="1819422" y="4768126"/>
                  </a:lnTo>
                  <a:lnTo>
                    <a:pt x="1813054" y="4774483"/>
                  </a:lnTo>
                  <a:lnTo>
                    <a:pt x="1813054" y="4795649"/>
                  </a:lnTo>
                  <a:lnTo>
                    <a:pt x="1819422" y="4802007"/>
                  </a:lnTo>
                  <a:lnTo>
                    <a:pt x="1840619" y="4802007"/>
                  </a:lnTo>
                  <a:lnTo>
                    <a:pt x="1846987" y="4795649"/>
                  </a:lnTo>
                  <a:lnTo>
                    <a:pt x="1846987" y="4776603"/>
                  </a:lnTo>
                  <a:lnTo>
                    <a:pt x="1840619" y="4768126"/>
                  </a:lnTo>
                  <a:close/>
                </a:path>
                <a:path w="9542780" h="6570345">
                  <a:moveTo>
                    <a:pt x="1840619" y="4812604"/>
                  </a:moveTo>
                  <a:lnTo>
                    <a:pt x="1819422" y="4812604"/>
                  </a:lnTo>
                  <a:lnTo>
                    <a:pt x="1813054" y="4818962"/>
                  </a:lnTo>
                  <a:lnTo>
                    <a:pt x="1813054" y="4838009"/>
                  </a:lnTo>
                  <a:lnTo>
                    <a:pt x="1819422" y="4846486"/>
                  </a:lnTo>
                  <a:lnTo>
                    <a:pt x="1840619" y="4846486"/>
                  </a:lnTo>
                  <a:lnTo>
                    <a:pt x="1846987" y="4840127"/>
                  </a:lnTo>
                  <a:lnTo>
                    <a:pt x="1846987" y="4821053"/>
                  </a:lnTo>
                  <a:lnTo>
                    <a:pt x="1840619" y="4812604"/>
                  </a:lnTo>
                  <a:close/>
                </a:path>
                <a:path w="9542780" h="6570345">
                  <a:moveTo>
                    <a:pt x="1840619" y="4857054"/>
                  </a:moveTo>
                  <a:lnTo>
                    <a:pt x="1819422" y="4857054"/>
                  </a:lnTo>
                  <a:lnTo>
                    <a:pt x="1813054" y="4863412"/>
                  </a:lnTo>
                  <a:lnTo>
                    <a:pt x="1813054" y="4882459"/>
                  </a:lnTo>
                  <a:lnTo>
                    <a:pt x="1819422" y="4890936"/>
                  </a:lnTo>
                  <a:lnTo>
                    <a:pt x="1840619" y="4890936"/>
                  </a:lnTo>
                  <a:lnTo>
                    <a:pt x="1846987" y="4882459"/>
                  </a:lnTo>
                  <a:lnTo>
                    <a:pt x="1846987" y="4865532"/>
                  </a:lnTo>
                  <a:lnTo>
                    <a:pt x="1840619" y="4857054"/>
                  </a:lnTo>
                  <a:close/>
                </a:path>
                <a:path w="9542780" h="6570345">
                  <a:moveTo>
                    <a:pt x="1840619" y="4901533"/>
                  </a:moveTo>
                  <a:lnTo>
                    <a:pt x="1819422" y="4901533"/>
                  </a:lnTo>
                  <a:lnTo>
                    <a:pt x="1813054" y="4907890"/>
                  </a:lnTo>
                  <a:lnTo>
                    <a:pt x="1813054" y="4926937"/>
                  </a:lnTo>
                  <a:lnTo>
                    <a:pt x="1819422" y="4935414"/>
                  </a:lnTo>
                  <a:lnTo>
                    <a:pt x="1840619" y="4935414"/>
                  </a:lnTo>
                  <a:lnTo>
                    <a:pt x="1846987" y="4926937"/>
                  </a:lnTo>
                  <a:lnTo>
                    <a:pt x="1846987" y="4909982"/>
                  </a:lnTo>
                  <a:lnTo>
                    <a:pt x="1840619" y="4901533"/>
                  </a:lnTo>
                  <a:close/>
                </a:path>
                <a:path w="9542780" h="6570345">
                  <a:moveTo>
                    <a:pt x="1840619" y="4945983"/>
                  </a:moveTo>
                  <a:lnTo>
                    <a:pt x="1819422" y="4945983"/>
                  </a:lnTo>
                  <a:lnTo>
                    <a:pt x="1813054" y="4952340"/>
                  </a:lnTo>
                  <a:lnTo>
                    <a:pt x="1813054" y="4971387"/>
                  </a:lnTo>
                  <a:lnTo>
                    <a:pt x="1819422" y="4979865"/>
                  </a:lnTo>
                  <a:lnTo>
                    <a:pt x="1840619" y="4979865"/>
                  </a:lnTo>
                  <a:lnTo>
                    <a:pt x="1846987" y="4971387"/>
                  </a:lnTo>
                  <a:lnTo>
                    <a:pt x="1846987" y="4954460"/>
                  </a:lnTo>
                  <a:lnTo>
                    <a:pt x="1840619" y="4945983"/>
                  </a:lnTo>
                  <a:close/>
                </a:path>
                <a:path w="9542780" h="6570345">
                  <a:moveTo>
                    <a:pt x="1840619" y="4990461"/>
                  </a:moveTo>
                  <a:lnTo>
                    <a:pt x="1819422" y="4990461"/>
                  </a:lnTo>
                  <a:lnTo>
                    <a:pt x="1813054" y="4996792"/>
                  </a:lnTo>
                  <a:lnTo>
                    <a:pt x="1813054" y="5015866"/>
                  </a:lnTo>
                  <a:lnTo>
                    <a:pt x="1819422" y="5024343"/>
                  </a:lnTo>
                  <a:lnTo>
                    <a:pt x="1840619" y="5024343"/>
                  </a:lnTo>
                  <a:lnTo>
                    <a:pt x="1846987" y="5015866"/>
                  </a:lnTo>
                  <a:lnTo>
                    <a:pt x="1846987" y="4998910"/>
                  </a:lnTo>
                  <a:lnTo>
                    <a:pt x="1840619" y="4990461"/>
                  </a:lnTo>
                  <a:close/>
                </a:path>
                <a:path w="9542780" h="6570345">
                  <a:moveTo>
                    <a:pt x="1840619" y="5034912"/>
                  </a:moveTo>
                  <a:lnTo>
                    <a:pt x="1819422" y="5034912"/>
                  </a:lnTo>
                  <a:lnTo>
                    <a:pt x="1813054" y="5041270"/>
                  </a:lnTo>
                  <a:lnTo>
                    <a:pt x="1813054" y="5060316"/>
                  </a:lnTo>
                  <a:lnTo>
                    <a:pt x="1819422" y="5068793"/>
                  </a:lnTo>
                  <a:lnTo>
                    <a:pt x="1840619" y="5068793"/>
                  </a:lnTo>
                  <a:lnTo>
                    <a:pt x="1846987" y="5060316"/>
                  </a:lnTo>
                  <a:lnTo>
                    <a:pt x="1846987" y="5043389"/>
                  </a:lnTo>
                  <a:lnTo>
                    <a:pt x="1840619" y="5034912"/>
                  </a:lnTo>
                  <a:close/>
                </a:path>
                <a:path w="9542780" h="6570345">
                  <a:moveTo>
                    <a:pt x="1840619" y="5077270"/>
                  </a:moveTo>
                  <a:lnTo>
                    <a:pt x="1819422" y="5077270"/>
                  </a:lnTo>
                  <a:lnTo>
                    <a:pt x="1813054" y="5083629"/>
                  </a:lnTo>
                  <a:lnTo>
                    <a:pt x="1813054" y="5102675"/>
                  </a:lnTo>
                  <a:lnTo>
                    <a:pt x="1819422" y="5111153"/>
                  </a:lnTo>
                  <a:lnTo>
                    <a:pt x="1840619" y="5111153"/>
                  </a:lnTo>
                  <a:lnTo>
                    <a:pt x="1846987" y="5104794"/>
                  </a:lnTo>
                  <a:lnTo>
                    <a:pt x="1846987" y="5085720"/>
                  </a:lnTo>
                  <a:lnTo>
                    <a:pt x="1840619" y="5077270"/>
                  </a:lnTo>
                  <a:close/>
                </a:path>
                <a:path w="9542780" h="6570345">
                  <a:moveTo>
                    <a:pt x="1840619" y="5121720"/>
                  </a:moveTo>
                  <a:lnTo>
                    <a:pt x="1819422" y="5121720"/>
                  </a:lnTo>
                  <a:lnTo>
                    <a:pt x="1813054" y="5128079"/>
                  </a:lnTo>
                  <a:lnTo>
                    <a:pt x="1813054" y="5147125"/>
                  </a:lnTo>
                  <a:lnTo>
                    <a:pt x="1819422" y="5155603"/>
                  </a:lnTo>
                  <a:lnTo>
                    <a:pt x="1840619" y="5155603"/>
                  </a:lnTo>
                  <a:lnTo>
                    <a:pt x="1846987" y="5149244"/>
                  </a:lnTo>
                  <a:lnTo>
                    <a:pt x="1846987" y="5130199"/>
                  </a:lnTo>
                  <a:lnTo>
                    <a:pt x="1840619" y="5121720"/>
                  </a:lnTo>
                  <a:close/>
                </a:path>
                <a:path w="9542780" h="6570345">
                  <a:moveTo>
                    <a:pt x="1840619" y="5166199"/>
                  </a:moveTo>
                  <a:lnTo>
                    <a:pt x="1819422" y="5166199"/>
                  </a:lnTo>
                  <a:lnTo>
                    <a:pt x="1813054" y="5172529"/>
                  </a:lnTo>
                  <a:lnTo>
                    <a:pt x="1813054" y="5191603"/>
                  </a:lnTo>
                  <a:lnTo>
                    <a:pt x="1819422" y="5200081"/>
                  </a:lnTo>
                  <a:lnTo>
                    <a:pt x="1840619" y="5200081"/>
                  </a:lnTo>
                  <a:lnTo>
                    <a:pt x="1846987" y="5191603"/>
                  </a:lnTo>
                  <a:lnTo>
                    <a:pt x="1846987" y="5174649"/>
                  </a:lnTo>
                  <a:lnTo>
                    <a:pt x="1840619" y="5166199"/>
                  </a:lnTo>
                  <a:close/>
                </a:path>
                <a:path w="9542780" h="6570345">
                  <a:moveTo>
                    <a:pt x="1840619" y="5210649"/>
                  </a:moveTo>
                  <a:lnTo>
                    <a:pt x="1819422" y="5210649"/>
                  </a:lnTo>
                  <a:lnTo>
                    <a:pt x="1813054" y="5217007"/>
                  </a:lnTo>
                  <a:lnTo>
                    <a:pt x="1813054" y="5236053"/>
                  </a:lnTo>
                  <a:lnTo>
                    <a:pt x="1819422" y="5244531"/>
                  </a:lnTo>
                  <a:lnTo>
                    <a:pt x="1840619" y="5244531"/>
                  </a:lnTo>
                  <a:lnTo>
                    <a:pt x="1846987" y="5236053"/>
                  </a:lnTo>
                  <a:lnTo>
                    <a:pt x="1846987" y="5219127"/>
                  </a:lnTo>
                  <a:lnTo>
                    <a:pt x="1840619" y="5210649"/>
                  </a:lnTo>
                  <a:close/>
                </a:path>
                <a:path w="9542780" h="6570345">
                  <a:moveTo>
                    <a:pt x="1840619" y="5255127"/>
                  </a:moveTo>
                  <a:lnTo>
                    <a:pt x="1819422" y="5255127"/>
                  </a:lnTo>
                  <a:lnTo>
                    <a:pt x="1813054" y="5261458"/>
                  </a:lnTo>
                  <a:lnTo>
                    <a:pt x="1813054" y="5282651"/>
                  </a:lnTo>
                  <a:lnTo>
                    <a:pt x="1819422" y="5288982"/>
                  </a:lnTo>
                  <a:lnTo>
                    <a:pt x="1840619" y="5288982"/>
                  </a:lnTo>
                  <a:lnTo>
                    <a:pt x="1846987" y="5280533"/>
                  </a:lnTo>
                  <a:lnTo>
                    <a:pt x="1846987" y="5263577"/>
                  </a:lnTo>
                  <a:lnTo>
                    <a:pt x="1840619" y="5255127"/>
                  </a:lnTo>
                  <a:close/>
                </a:path>
                <a:path w="9542780" h="6570345">
                  <a:moveTo>
                    <a:pt x="1840619" y="5299579"/>
                  </a:moveTo>
                  <a:lnTo>
                    <a:pt x="1819422" y="5299579"/>
                  </a:lnTo>
                  <a:lnTo>
                    <a:pt x="1813054" y="5305936"/>
                  </a:lnTo>
                  <a:lnTo>
                    <a:pt x="1813054" y="5327102"/>
                  </a:lnTo>
                  <a:lnTo>
                    <a:pt x="1819422" y="5333460"/>
                  </a:lnTo>
                  <a:lnTo>
                    <a:pt x="1840619" y="5333460"/>
                  </a:lnTo>
                  <a:lnTo>
                    <a:pt x="1846987" y="5324983"/>
                  </a:lnTo>
                  <a:lnTo>
                    <a:pt x="1846987" y="5308056"/>
                  </a:lnTo>
                  <a:lnTo>
                    <a:pt x="1840619" y="5299579"/>
                  </a:lnTo>
                  <a:close/>
                </a:path>
                <a:path w="9542780" h="6570345">
                  <a:moveTo>
                    <a:pt x="1840619" y="5344057"/>
                  </a:moveTo>
                  <a:lnTo>
                    <a:pt x="1819422" y="5344057"/>
                  </a:lnTo>
                  <a:lnTo>
                    <a:pt x="1813054" y="5350386"/>
                  </a:lnTo>
                  <a:lnTo>
                    <a:pt x="1813054" y="5369460"/>
                  </a:lnTo>
                  <a:lnTo>
                    <a:pt x="1819422" y="5377910"/>
                  </a:lnTo>
                  <a:lnTo>
                    <a:pt x="1840619" y="5377910"/>
                  </a:lnTo>
                  <a:lnTo>
                    <a:pt x="1846987" y="5369460"/>
                  </a:lnTo>
                  <a:lnTo>
                    <a:pt x="1846987" y="5352506"/>
                  </a:lnTo>
                  <a:lnTo>
                    <a:pt x="1840619" y="5344057"/>
                  </a:lnTo>
                  <a:close/>
                </a:path>
                <a:path w="9542780" h="6570345">
                  <a:moveTo>
                    <a:pt x="1840619" y="5386387"/>
                  </a:moveTo>
                  <a:lnTo>
                    <a:pt x="1819422" y="5386387"/>
                  </a:lnTo>
                  <a:lnTo>
                    <a:pt x="1813054" y="5392746"/>
                  </a:lnTo>
                  <a:lnTo>
                    <a:pt x="1813054" y="5411792"/>
                  </a:lnTo>
                  <a:lnTo>
                    <a:pt x="1819422" y="5420269"/>
                  </a:lnTo>
                  <a:lnTo>
                    <a:pt x="1840619" y="5420269"/>
                  </a:lnTo>
                  <a:lnTo>
                    <a:pt x="1846987" y="5413910"/>
                  </a:lnTo>
                  <a:lnTo>
                    <a:pt x="1846987" y="5394866"/>
                  </a:lnTo>
                  <a:lnTo>
                    <a:pt x="1840619" y="5386387"/>
                  </a:lnTo>
                  <a:close/>
                </a:path>
                <a:path w="9542780" h="6570345">
                  <a:moveTo>
                    <a:pt x="1840619" y="5430866"/>
                  </a:moveTo>
                  <a:lnTo>
                    <a:pt x="1819422" y="5430866"/>
                  </a:lnTo>
                  <a:lnTo>
                    <a:pt x="1813054" y="5437196"/>
                  </a:lnTo>
                  <a:lnTo>
                    <a:pt x="1813054" y="5458390"/>
                  </a:lnTo>
                  <a:lnTo>
                    <a:pt x="1819422" y="5464719"/>
                  </a:lnTo>
                  <a:lnTo>
                    <a:pt x="1840619" y="5464719"/>
                  </a:lnTo>
                  <a:lnTo>
                    <a:pt x="1846987" y="5458390"/>
                  </a:lnTo>
                  <a:lnTo>
                    <a:pt x="1846987" y="5439316"/>
                  </a:lnTo>
                  <a:lnTo>
                    <a:pt x="1840619" y="5430866"/>
                  </a:lnTo>
                  <a:close/>
                </a:path>
                <a:path w="9542780" h="6570345">
                  <a:moveTo>
                    <a:pt x="1840619" y="5475316"/>
                  </a:moveTo>
                  <a:lnTo>
                    <a:pt x="1819422" y="5475316"/>
                  </a:lnTo>
                  <a:lnTo>
                    <a:pt x="1813054" y="5481674"/>
                  </a:lnTo>
                  <a:lnTo>
                    <a:pt x="1813054" y="5502840"/>
                  </a:lnTo>
                  <a:lnTo>
                    <a:pt x="1819422" y="5509197"/>
                  </a:lnTo>
                  <a:lnTo>
                    <a:pt x="1840619" y="5509197"/>
                  </a:lnTo>
                  <a:lnTo>
                    <a:pt x="1846987" y="5500720"/>
                  </a:lnTo>
                  <a:lnTo>
                    <a:pt x="1846987" y="5483793"/>
                  </a:lnTo>
                  <a:lnTo>
                    <a:pt x="1840619" y="5475316"/>
                  </a:lnTo>
                  <a:close/>
                </a:path>
                <a:path w="9542780" h="6570345">
                  <a:moveTo>
                    <a:pt x="1840619" y="5519794"/>
                  </a:moveTo>
                  <a:lnTo>
                    <a:pt x="1819422" y="5519794"/>
                  </a:lnTo>
                  <a:lnTo>
                    <a:pt x="1813054" y="5526124"/>
                  </a:lnTo>
                  <a:lnTo>
                    <a:pt x="1813054" y="5545199"/>
                  </a:lnTo>
                  <a:lnTo>
                    <a:pt x="1819422" y="5553649"/>
                  </a:lnTo>
                  <a:lnTo>
                    <a:pt x="1840619" y="5553649"/>
                  </a:lnTo>
                  <a:lnTo>
                    <a:pt x="1846987" y="5545199"/>
                  </a:lnTo>
                  <a:lnTo>
                    <a:pt x="1846987" y="5528243"/>
                  </a:lnTo>
                  <a:lnTo>
                    <a:pt x="1840619" y="5519794"/>
                  </a:lnTo>
                  <a:close/>
                </a:path>
                <a:path w="9542780" h="6570345">
                  <a:moveTo>
                    <a:pt x="1840619" y="5564245"/>
                  </a:moveTo>
                  <a:lnTo>
                    <a:pt x="1819422" y="5564245"/>
                  </a:lnTo>
                  <a:lnTo>
                    <a:pt x="1813054" y="5570603"/>
                  </a:lnTo>
                  <a:lnTo>
                    <a:pt x="1813054" y="5589649"/>
                  </a:lnTo>
                  <a:lnTo>
                    <a:pt x="1819422" y="5598126"/>
                  </a:lnTo>
                  <a:lnTo>
                    <a:pt x="1840619" y="5598126"/>
                  </a:lnTo>
                  <a:lnTo>
                    <a:pt x="1846987" y="5589649"/>
                  </a:lnTo>
                  <a:lnTo>
                    <a:pt x="1846987" y="5572723"/>
                  </a:lnTo>
                  <a:lnTo>
                    <a:pt x="1840619" y="5564245"/>
                  </a:lnTo>
                  <a:close/>
                </a:path>
                <a:path w="9542780" h="6570345">
                  <a:moveTo>
                    <a:pt x="1840619" y="5608723"/>
                  </a:moveTo>
                  <a:lnTo>
                    <a:pt x="1819422" y="5608723"/>
                  </a:lnTo>
                  <a:lnTo>
                    <a:pt x="1813054" y="5615053"/>
                  </a:lnTo>
                  <a:lnTo>
                    <a:pt x="1813054" y="5634127"/>
                  </a:lnTo>
                  <a:lnTo>
                    <a:pt x="1819422" y="5642576"/>
                  </a:lnTo>
                  <a:lnTo>
                    <a:pt x="1840619" y="5642576"/>
                  </a:lnTo>
                  <a:lnTo>
                    <a:pt x="1846987" y="5634127"/>
                  </a:lnTo>
                  <a:lnTo>
                    <a:pt x="1846987" y="5617173"/>
                  </a:lnTo>
                  <a:lnTo>
                    <a:pt x="1840619" y="5608723"/>
                  </a:lnTo>
                  <a:close/>
                </a:path>
                <a:path w="9542780" h="6570345">
                  <a:moveTo>
                    <a:pt x="1796073" y="1016166"/>
                  </a:moveTo>
                  <a:lnTo>
                    <a:pt x="1774875" y="1016166"/>
                  </a:lnTo>
                  <a:lnTo>
                    <a:pt x="1768508" y="1022666"/>
                  </a:lnTo>
                  <a:lnTo>
                    <a:pt x="1768508" y="1041599"/>
                  </a:lnTo>
                  <a:lnTo>
                    <a:pt x="1774875" y="1050076"/>
                  </a:lnTo>
                  <a:lnTo>
                    <a:pt x="1796073" y="1050076"/>
                  </a:lnTo>
                  <a:lnTo>
                    <a:pt x="1802441" y="1041599"/>
                  </a:lnTo>
                  <a:lnTo>
                    <a:pt x="1802441" y="1024644"/>
                  </a:lnTo>
                  <a:lnTo>
                    <a:pt x="1796073" y="1016166"/>
                  </a:lnTo>
                  <a:close/>
                </a:path>
                <a:path w="9542780" h="6570345">
                  <a:moveTo>
                    <a:pt x="1796073" y="1058553"/>
                  </a:moveTo>
                  <a:lnTo>
                    <a:pt x="1774875" y="1058553"/>
                  </a:lnTo>
                  <a:lnTo>
                    <a:pt x="1768508" y="1065053"/>
                  </a:lnTo>
                  <a:lnTo>
                    <a:pt x="1768508" y="1086247"/>
                  </a:lnTo>
                  <a:lnTo>
                    <a:pt x="1774875" y="1092464"/>
                  </a:lnTo>
                  <a:lnTo>
                    <a:pt x="1796073" y="1092464"/>
                  </a:lnTo>
                  <a:lnTo>
                    <a:pt x="1802441" y="1086247"/>
                  </a:lnTo>
                  <a:lnTo>
                    <a:pt x="1802441" y="1067031"/>
                  </a:lnTo>
                  <a:lnTo>
                    <a:pt x="1796073" y="1058553"/>
                  </a:lnTo>
                  <a:close/>
                </a:path>
                <a:path w="9542780" h="6570345">
                  <a:moveTo>
                    <a:pt x="1796073" y="1102920"/>
                  </a:moveTo>
                  <a:lnTo>
                    <a:pt x="1774875" y="1102920"/>
                  </a:lnTo>
                  <a:lnTo>
                    <a:pt x="1768508" y="1109418"/>
                  </a:lnTo>
                  <a:lnTo>
                    <a:pt x="1768508" y="1128351"/>
                  </a:lnTo>
                  <a:lnTo>
                    <a:pt x="1774875" y="1136829"/>
                  </a:lnTo>
                  <a:lnTo>
                    <a:pt x="1796073" y="1136829"/>
                  </a:lnTo>
                  <a:lnTo>
                    <a:pt x="1802441" y="1130612"/>
                  </a:lnTo>
                  <a:lnTo>
                    <a:pt x="1802441" y="1111397"/>
                  </a:lnTo>
                  <a:lnTo>
                    <a:pt x="1796073" y="1102920"/>
                  </a:lnTo>
                  <a:close/>
                </a:path>
                <a:path w="9542780" h="6570345">
                  <a:moveTo>
                    <a:pt x="1796073" y="1147568"/>
                  </a:moveTo>
                  <a:lnTo>
                    <a:pt x="1774875" y="1147568"/>
                  </a:lnTo>
                  <a:lnTo>
                    <a:pt x="1768508" y="1153784"/>
                  </a:lnTo>
                  <a:lnTo>
                    <a:pt x="1768508" y="1172999"/>
                  </a:lnTo>
                  <a:lnTo>
                    <a:pt x="1774875" y="1181477"/>
                  </a:lnTo>
                  <a:lnTo>
                    <a:pt x="1796073" y="1181477"/>
                  </a:lnTo>
                  <a:lnTo>
                    <a:pt x="1802441" y="1172999"/>
                  </a:lnTo>
                  <a:lnTo>
                    <a:pt x="1802441" y="1156045"/>
                  </a:lnTo>
                  <a:lnTo>
                    <a:pt x="1796073" y="1147568"/>
                  </a:lnTo>
                  <a:close/>
                </a:path>
                <a:path w="9542780" h="6570345">
                  <a:moveTo>
                    <a:pt x="1796073" y="1191933"/>
                  </a:moveTo>
                  <a:lnTo>
                    <a:pt x="1774875" y="1191933"/>
                  </a:lnTo>
                  <a:lnTo>
                    <a:pt x="1768508" y="1198432"/>
                  </a:lnTo>
                  <a:lnTo>
                    <a:pt x="1768508" y="1217364"/>
                  </a:lnTo>
                  <a:lnTo>
                    <a:pt x="1774875" y="1225843"/>
                  </a:lnTo>
                  <a:lnTo>
                    <a:pt x="1796073" y="1225843"/>
                  </a:lnTo>
                  <a:lnTo>
                    <a:pt x="1802441" y="1217364"/>
                  </a:lnTo>
                  <a:lnTo>
                    <a:pt x="1802441" y="1200410"/>
                  </a:lnTo>
                  <a:lnTo>
                    <a:pt x="1796073" y="1191933"/>
                  </a:lnTo>
                  <a:close/>
                </a:path>
                <a:path w="9542780" h="6570345">
                  <a:moveTo>
                    <a:pt x="1796073" y="1236581"/>
                  </a:moveTo>
                  <a:lnTo>
                    <a:pt x="1774875" y="1236581"/>
                  </a:lnTo>
                  <a:lnTo>
                    <a:pt x="1768508" y="1242797"/>
                  </a:lnTo>
                  <a:lnTo>
                    <a:pt x="1768508" y="1261731"/>
                  </a:lnTo>
                  <a:lnTo>
                    <a:pt x="1774875" y="1270208"/>
                  </a:lnTo>
                  <a:lnTo>
                    <a:pt x="1796073" y="1270208"/>
                  </a:lnTo>
                  <a:lnTo>
                    <a:pt x="1802441" y="1261731"/>
                  </a:lnTo>
                  <a:lnTo>
                    <a:pt x="1802441" y="1244776"/>
                  </a:lnTo>
                  <a:lnTo>
                    <a:pt x="1796073" y="1236581"/>
                  </a:lnTo>
                  <a:close/>
                </a:path>
                <a:path w="9542780" h="6570345">
                  <a:moveTo>
                    <a:pt x="1796073" y="1280946"/>
                  </a:moveTo>
                  <a:lnTo>
                    <a:pt x="1774875" y="1280946"/>
                  </a:lnTo>
                  <a:lnTo>
                    <a:pt x="1768508" y="1287162"/>
                  </a:lnTo>
                  <a:lnTo>
                    <a:pt x="1768508" y="1306379"/>
                  </a:lnTo>
                  <a:lnTo>
                    <a:pt x="1774875" y="1314856"/>
                  </a:lnTo>
                  <a:lnTo>
                    <a:pt x="1796073" y="1314856"/>
                  </a:lnTo>
                  <a:lnTo>
                    <a:pt x="1802441" y="1306379"/>
                  </a:lnTo>
                  <a:lnTo>
                    <a:pt x="1802441" y="1289423"/>
                  </a:lnTo>
                  <a:lnTo>
                    <a:pt x="1796073" y="1280946"/>
                  </a:lnTo>
                  <a:close/>
                </a:path>
                <a:path w="9542780" h="6570345">
                  <a:moveTo>
                    <a:pt x="1796073" y="1325312"/>
                  </a:moveTo>
                  <a:lnTo>
                    <a:pt x="1774875" y="1325312"/>
                  </a:lnTo>
                  <a:lnTo>
                    <a:pt x="1768508" y="1331810"/>
                  </a:lnTo>
                  <a:lnTo>
                    <a:pt x="1768508" y="1350744"/>
                  </a:lnTo>
                  <a:lnTo>
                    <a:pt x="1774875" y="1359221"/>
                  </a:lnTo>
                  <a:lnTo>
                    <a:pt x="1796073" y="1359221"/>
                  </a:lnTo>
                  <a:lnTo>
                    <a:pt x="1802441" y="1350744"/>
                  </a:lnTo>
                  <a:lnTo>
                    <a:pt x="1802441" y="1333789"/>
                  </a:lnTo>
                  <a:lnTo>
                    <a:pt x="1796073" y="1325312"/>
                  </a:lnTo>
                  <a:close/>
                </a:path>
                <a:path w="9542780" h="6570345">
                  <a:moveTo>
                    <a:pt x="1796073" y="1367699"/>
                  </a:moveTo>
                  <a:lnTo>
                    <a:pt x="1774875" y="1367699"/>
                  </a:lnTo>
                  <a:lnTo>
                    <a:pt x="1768508" y="1374198"/>
                  </a:lnTo>
                  <a:lnTo>
                    <a:pt x="1768508" y="1393131"/>
                  </a:lnTo>
                  <a:lnTo>
                    <a:pt x="1774875" y="1401608"/>
                  </a:lnTo>
                  <a:lnTo>
                    <a:pt x="1796073" y="1401608"/>
                  </a:lnTo>
                  <a:lnTo>
                    <a:pt x="1802441" y="1395110"/>
                  </a:lnTo>
                  <a:lnTo>
                    <a:pt x="1802441" y="1376177"/>
                  </a:lnTo>
                  <a:lnTo>
                    <a:pt x="1796073" y="1367699"/>
                  </a:lnTo>
                  <a:close/>
                </a:path>
                <a:path w="9542780" h="6570345">
                  <a:moveTo>
                    <a:pt x="1796073" y="1412064"/>
                  </a:moveTo>
                  <a:lnTo>
                    <a:pt x="1774875" y="1412064"/>
                  </a:lnTo>
                  <a:lnTo>
                    <a:pt x="1768508" y="1418564"/>
                  </a:lnTo>
                  <a:lnTo>
                    <a:pt x="1768508" y="1439758"/>
                  </a:lnTo>
                  <a:lnTo>
                    <a:pt x="1774875" y="1445975"/>
                  </a:lnTo>
                  <a:lnTo>
                    <a:pt x="1796073" y="1445975"/>
                  </a:lnTo>
                  <a:lnTo>
                    <a:pt x="1802441" y="1439758"/>
                  </a:lnTo>
                  <a:lnTo>
                    <a:pt x="1802441" y="1420541"/>
                  </a:lnTo>
                  <a:lnTo>
                    <a:pt x="1796073" y="1412064"/>
                  </a:lnTo>
                  <a:close/>
                </a:path>
                <a:path w="9542780" h="6570345">
                  <a:moveTo>
                    <a:pt x="1796073" y="1456712"/>
                  </a:moveTo>
                  <a:lnTo>
                    <a:pt x="1774875" y="1456712"/>
                  </a:lnTo>
                  <a:lnTo>
                    <a:pt x="1768508" y="1462929"/>
                  </a:lnTo>
                  <a:lnTo>
                    <a:pt x="1768508" y="1484123"/>
                  </a:lnTo>
                  <a:lnTo>
                    <a:pt x="1774875" y="1490623"/>
                  </a:lnTo>
                  <a:lnTo>
                    <a:pt x="1796073" y="1490623"/>
                  </a:lnTo>
                  <a:lnTo>
                    <a:pt x="1802441" y="1482144"/>
                  </a:lnTo>
                  <a:lnTo>
                    <a:pt x="1802441" y="1465190"/>
                  </a:lnTo>
                  <a:lnTo>
                    <a:pt x="1796073" y="1456712"/>
                  </a:lnTo>
                  <a:close/>
                </a:path>
                <a:path w="9542780" h="6570345">
                  <a:moveTo>
                    <a:pt x="1796073" y="1501077"/>
                  </a:moveTo>
                  <a:lnTo>
                    <a:pt x="1774875" y="1501077"/>
                  </a:lnTo>
                  <a:lnTo>
                    <a:pt x="1768508" y="1507577"/>
                  </a:lnTo>
                  <a:lnTo>
                    <a:pt x="1768508" y="1528771"/>
                  </a:lnTo>
                  <a:lnTo>
                    <a:pt x="1774875" y="1534988"/>
                  </a:lnTo>
                  <a:lnTo>
                    <a:pt x="1796073" y="1534988"/>
                  </a:lnTo>
                  <a:lnTo>
                    <a:pt x="1802441" y="1526510"/>
                  </a:lnTo>
                  <a:lnTo>
                    <a:pt x="1802441" y="1509555"/>
                  </a:lnTo>
                  <a:lnTo>
                    <a:pt x="1796073" y="1501077"/>
                  </a:lnTo>
                  <a:close/>
                </a:path>
                <a:path w="9542780" h="6570345">
                  <a:moveTo>
                    <a:pt x="1796073" y="1545443"/>
                  </a:moveTo>
                  <a:lnTo>
                    <a:pt x="1774875" y="1545443"/>
                  </a:lnTo>
                  <a:lnTo>
                    <a:pt x="1768508" y="1551942"/>
                  </a:lnTo>
                  <a:lnTo>
                    <a:pt x="1768508" y="1573136"/>
                  </a:lnTo>
                  <a:lnTo>
                    <a:pt x="1774875" y="1579352"/>
                  </a:lnTo>
                  <a:lnTo>
                    <a:pt x="1796073" y="1579352"/>
                  </a:lnTo>
                  <a:lnTo>
                    <a:pt x="1802441" y="1570875"/>
                  </a:lnTo>
                  <a:lnTo>
                    <a:pt x="1802441" y="1553921"/>
                  </a:lnTo>
                  <a:lnTo>
                    <a:pt x="1796073" y="1545443"/>
                  </a:lnTo>
                  <a:close/>
                </a:path>
                <a:path w="9542780" h="6570345">
                  <a:moveTo>
                    <a:pt x="1796073" y="1590092"/>
                  </a:moveTo>
                  <a:lnTo>
                    <a:pt x="1774875" y="1590092"/>
                  </a:lnTo>
                  <a:lnTo>
                    <a:pt x="1768508" y="1596308"/>
                  </a:lnTo>
                  <a:lnTo>
                    <a:pt x="1768508" y="1615523"/>
                  </a:lnTo>
                  <a:lnTo>
                    <a:pt x="1774875" y="1624001"/>
                  </a:lnTo>
                  <a:lnTo>
                    <a:pt x="1796073" y="1624001"/>
                  </a:lnTo>
                  <a:lnTo>
                    <a:pt x="1802441" y="1615523"/>
                  </a:lnTo>
                  <a:lnTo>
                    <a:pt x="1802441" y="1598569"/>
                  </a:lnTo>
                  <a:lnTo>
                    <a:pt x="1796073" y="1590092"/>
                  </a:lnTo>
                  <a:close/>
                </a:path>
                <a:path w="9542780" h="6570345">
                  <a:moveTo>
                    <a:pt x="1796073" y="1634456"/>
                  </a:moveTo>
                  <a:lnTo>
                    <a:pt x="1774875" y="1634456"/>
                  </a:lnTo>
                  <a:lnTo>
                    <a:pt x="1768508" y="1640956"/>
                  </a:lnTo>
                  <a:lnTo>
                    <a:pt x="1768508" y="1659889"/>
                  </a:lnTo>
                  <a:lnTo>
                    <a:pt x="1774875" y="1668367"/>
                  </a:lnTo>
                  <a:lnTo>
                    <a:pt x="1796073" y="1668367"/>
                  </a:lnTo>
                  <a:lnTo>
                    <a:pt x="1802441" y="1659889"/>
                  </a:lnTo>
                  <a:lnTo>
                    <a:pt x="1802441" y="1642934"/>
                  </a:lnTo>
                  <a:lnTo>
                    <a:pt x="1796073" y="1634456"/>
                  </a:lnTo>
                  <a:close/>
                </a:path>
                <a:path w="9542780" h="6570345">
                  <a:moveTo>
                    <a:pt x="1796073" y="1676844"/>
                  </a:moveTo>
                  <a:lnTo>
                    <a:pt x="1774875" y="1676844"/>
                  </a:lnTo>
                  <a:lnTo>
                    <a:pt x="1768508" y="1683061"/>
                  </a:lnTo>
                  <a:lnTo>
                    <a:pt x="1768508" y="1704254"/>
                  </a:lnTo>
                  <a:lnTo>
                    <a:pt x="1774875" y="1710754"/>
                  </a:lnTo>
                  <a:lnTo>
                    <a:pt x="1796073" y="1710754"/>
                  </a:lnTo>
                  <a:lnTo>
                    <a:pt x="1802441" y="1704254"/>
                  </a:lnTo>
                  <a:lnTo>
                    <a:pt x="1802441" y="1685321"/>
                  </a:lnTo>
                  <a:lnTo>
                    <a:pt x="1796073" y="1676844"/>
                  </a:lnTo>
                  <a:close/>
                </a:path>
                <a:path w="9542780" h="6570345">
                  <a:moveTo>
                    <a:pt x="1796073" y="1721209"/>
                  </a:moveTo>
                  <a:lnTo>
                    <a:pt x="1774875" y="1721209"/>
                  </a:lnTo>
                  <a:lnTo>
                    <a:pt x="1768508" y="1727709"/>
                  </a:lnTo>
                  <a:lnTo>
                    <a:pt x="1768508" y="1748903"/>
                  </a:lnTo>
                  <a:lnTo>
                    <a:pt x="1774875" y="1755119"/>
                  </a:lnTo>
                  <a:lnTo>
                    <a:pt x="1796073" y="1755119"/>
                  </a:lnTo>
                  <a:lnTo>
                    <a:pt x="1802441" y="1748903"/>
                  </a:lnTo>
                  <a:lnTo>
                    <a:pt x="1802441" y="1729686"/>
                  </a:lnTo>
                  <a:lnTo>
                    <a:pt x="1796073" y="1721209"/>
                  </a:lnTo>
                  <a:close/>
                </a:path>
                <a:path w="9542780" h="6570345">
                  <a:moveTo>
                    <a:pt x="1796073" y="1765857"/>
                  </a:moveTo>
                  <a:lnTo>
                    <a:pt x="1774875" y="1765857"/>
                  </a:lnTo>
                  <a:lnTo>
                    <a:pt x="1768508" y="1772074"/>
                  </a:lnTo>
                  <a:lnTo>
                    <a:pt x="1768508" y="1793267"/>
                  </a:lnTo>
                  <a:lnTo>
                    <a:pt x="1774875" y="1799767"/>
                  </a:lnTo>
                  <a:lnTo>
                    <a:pt x="1796073" y="1799767"/>
                  </a:lnTo>
                  <a:lnTo>
                    <a:pt x="1802441" y="1791290"/>
                  </a:lnTo>
                  <a:lnTo>
                    <a:pt x="1802441" y="1774334"/>
                  </a:lnTo>
                  <a:lnTo>
                    <a:pt x="1796073" y="1765857"/>
                  </a:lnTo>
                  <a:close/>
                </a:path>
                <a:path w="9542780" h="6570345">
                  <a:moveTo>
                    <a:pt x="1796073" y="1810223"/>
                  </a:moveTo>
                  <a:lnTo>
                    <a:pt x="1774875" y="1810223"/>
                  </a:lnTo>
                  <a:lnTo>
                    <a:pt x="1768508" y="1816722"/>
                  </a:lnTo>
                  <a:lnTo>
                    <a:pt x="1768508" y="1837634"/>
                  </a:lnTo>
                  <a:lnTo>
                    <a:pt x="1774875" y="1844132"/>
                  </a:lnTo>
                  <a:lnTo>
                    <a:pt x="1796073" y="1844132"/>
                  </a:lnTo>
                  <a:lnTo>
                    <a:pt x="1802441" y="1835655"/>
                  </a:lnTo>
                  <a:lnTo>
                    <a:pt x="1802441" y="1818700"/>
                  </a:lnTo>
                  <a:lnTo>
                    <a:pt x="1796073" y="1810223"/>
                  </a:lnTo>
                  <a:close/>
                </a:path>
                <a:path w="9542780" h="6570345">
                  <a:moveTo>
                    <a:pt x="1796073" y="1854588"/>
                  </a:moveTo>
                  <a:lnTo>
                    <a:pt x="1774875" y="1854588"/>
                  </a:lnTo>
                  <a:lnTo>
                    <a:pt x="1768508" y="1861088"/>
                  </a:lnTo>
                  <a:lnTo>
                    <a:pt x="1768508" y="1880021"/>
                  </a:lnTo>
                  <a:lnTo>
                    <a:pt x="1774875" y="1888498"/>
                  </a:lnTo>
                  <a:lnTo>
                    <a:pt x="1796073" y="1888498"/>
                  </a:lnTo>
                  <a:lnTo>
                    <a:pt x="1802441" y="1880021"/>
                  </a:lnTo>
                  <a:lnTo>
                    <a:pt x="1802441" y="1863065"/>
                  </a:lnTo>
                  <a:lnTo>
                    <a:pt x="1796073" y="1854588"/>
                  </a:lnTo>
                  <a:close/>
                </a:path>
                <a:path w="9542780" h="6570345">
                  <a:moveTo>
                    <a:pt x="1796073" y="1899236"/>
                  </a:moveTo>
                  <a:lnTo>
                    <a:pt x="1774875" y="1899236"/>
                  </a:lnTo>
                  <a:lnTo>
                    <a:pt x="1768508" y="1905453"/>
                  </a:lnTo>
                  <a:lnTo>
                    <a:pt x="1768508" y="1924668"/>
                  </a:lnTo>
                  <a:lnTo>
                    <a:pt x="1774875" y="1933147"/>
                  </a:lnTo>
                  <a:lnTo>
                    <a:pt x="1796073" y="1933147"/>
                  </a:lnTo>
                  <a:lnTo>
                    <a:pt x="1802441" y="1924668"/>
                  </a:lnTo>
                  <a:lnTo>
                    <a:pt x="1802441" y="1907713"/>
                  </a:lnTo>
                  <a:lnTo>
                    <a:pt x="1796073" y="1899236"/>
                  </a:lnTo>
                  <a:close/>
                </a:path>
                <a:path w="9542780" h="6570345">
                  <a:moveTo>
                    <a:pt x="1796073" y="1943601"/>
                  </a:moveTo>
                  <a:lnTo>
                    <a:pt x="1774875" y="1943601"/>
                  </a:lnTo>
                  <a:lnTo>
                    <a:pt x="1768508" y="1950101"/>
                  </a:lnTo>
                  <a:lnTo>
                    <a:pt x="1768508" y="1971295"/>
                  </a:lnTo>
                  <a:lnTo>
                    <a:pt x="1774875" y="1977511"/>
                  </a:lnTo>
                  <a:lnTo>
                    <a:pt x="1796073" y="1977511"/>
                  </a:lnTo>
                  <a:lnTo>
                    <a:pt x="1802441" y="1969034"/>
                  </a:lnTo>
                  <a:lnTo>
                    <a:pt x="1802441" y="1952080"/>
                  </a:lnTo>
                  <a:lnTo>
                    <a:pt x="1796073" y="1943601"/>
                  </a:lnTo>
                  <a:close/>
                </a:path>
                <a:path w="9542780" h="6570345">
                  <a:moveTo>
                    <a:pt x="1796073" y="1985989"/>
                  </a:moveTo>
                  <a:lnTo>
                    <a:pt x="1774875" y="1985989"/>
                  </a:lnTo>
                  <a:lnTo>
                    <a:pt x="1768508" y="1992205"/>
                  </a:lnTo>
                  <a:lnTo>
                    <a:pt x="1768508" y="2013399"/>
                  </a:lnTo>
                  <a:lnTo>
                    <a:pt x="1774875" y="2019899"/>
                  </a:lnTo>
                  <a:lnTo>
                    <a:pt x="1796073" y="2019899"/>
                  </a:lnTo>
                  <a:lnTo>
                    <a:pt x="1802441" y="2013399"/>
                  </a:lnTo>
                  <a:lnTo>
                    <a:pt x="1802441" y="1994466"/>
                  </a:lnTo>
                  <a:lnTo>
                    <a:pt x="1796073" y="1985989"/>
                  </a:lnTo>
                  <a:close/>
                </a:path>
                <a:path w="9542780" h="6570345">
                  <a:moveTo>
                    <a:pt x="1796073" y="2030355"/>
                  </a:moveTo>
                  <a:lnTo>
                    <a:pt x="1774875" y="2030355"/>
                  </a:lnTo>
                  <a:lnTo>
                    <a:pt x="1768508" y="2036853"/>
                  </a:lnTo>
                  <a:lnTo>
                    <a:pt x="1768508" y="2058047"/>
                  </a:lnTo>
                  <a:lnTo>
                    <a:pt x="1774875" y="2064264"/>
                  </a:lnTo>
                  <a:lnTo>
                    <a:pt x="1796073" y="2064264"/>
                  </a:lnTo>
                  <a:lnTo>
                    <a:pt x="1802441" y="2058047"/>
                  </a:lnTo>
                  <a:lnTo>
                    <a:pt x="1802441" y="2038832"/>
                  </a:lnTo>
                  <a:lnTo>
                    <a:pt x="1796073" y="2030355"/>
                  </a:lnTo>
                  <a:close/>
                </a:path>
                <a:path w="9542780" h="6570345">
                  <a:moveTo>
                    <a:pt x="1796073" y="2075003"/>
                  </a:moveTo>
                  <a:lnTo>
                    <a:pt x="1774875" y="2075003"/>
                  </a:lnTo>
                  <a:lnTo>
                    <a:pt x="1768508" y="2081220"/>
                  </a:lnTo>
                  <a:lnTo>
                    <a:pt x="1768508" y="2102413"/>
                  </a:lnTo>
                  <a:lnTo>
                    <a:pt x="1774875" y="2108912"/>
                  </a:lnTo>
                  <a:lnTo>
                    <a:pt x="1796073" y="2108912"/>
                  </a:lnTo>
                  <a:lnTo>
                    <a:pt x="1802441" y="2100435"/>
                  </a:lnTo>
                  <a:lnTo>
                    <a:pt x="1802441" y="2083480"/>
                  </a:lnTo>
                  <a:lnTo>
                    <a:pt x="1796073" y="2075003"/>
                  </a:lnTo>
                  <a:close/>
                </a:path>
                <a:path w="9542780" h="6570345">
                  <a:moveTo>
                    <a:pt x="1796073" y="2119368"/>
                  </a:moveTo>
                  <a:lnTo>
                    <a:pt x="1774875" y="2119368"/>
                  </a:lnTo>
                  <a:lnTo>
                    <a:pt x="1768508" y="2125585"/>
                  </a:lnTo>
                  <a:lnTo>
                    <a:pt x="1768508" y="2144801"/>
                  </a:lnTo>
                  <a:lnTo>
                    <a:pt x="1774875" y="2153278"/>
                  </a:lnTo>
                  <a:lnTo>
                    <a:pt x="1796073" y="2153278"/>
                  </a:lnTo>
                  <a:lnTo>
                    <a:pt x="1802441" y="2144801"/>
                  </a:lnTo>
                  <a:lnTo>
                    <a:pt x="1802441" y="2127845"/>
                  </a:lnTo>
                  <a:lnTo>
                    <a:pt x="1796073" y="2119368"/>
                  </a:lnTo>
                  <a:close/>
                </a:path>
                <a:path w="9542780" h="6570345">
                  <a:moveTo>
                    <a:pt x="1796073" y="2163733"/>
                  </a:moveTo>
                  <a:lnTo>
                    <a:pt x="1774875" y="2163733"/>
                  </a:lnTo>
                  <a:lnTo>
                    <a:pt x="1768508" y="2170233"/>
                  </a:lnTo>
                  <a:lnTo>
                    <a:pt x="1768508" y="2189166"/>
                  </a:lnTo>
                  <a:lnTo>
                    <a:pt x="1774875" y="2197643"/>
                  </a:lnTo>
                  <a:lnTo>
                    <a:pt x="1796073" y="2197643"/>
                  </a:lnTo>
                  <a:lnTo>
                    <a:pt x="1802441" y="2189166"/>
                  </a:lnTo>
                  <a:lnTo>
                    <a:pt x="1802441" y="2172211"/>
                  </a:lnTo>
                  <a:lnTo>
                    <a:pt x="1796073" y="2163733"/>
                  </a:lnTo>
                  <a:close/>
                </a:path>
                <a:path w="9542780" h="6570345">
                  <a:moveTo>
                    <a:pt x="1796073" y="2208381"/>
                  </a:moveTo>
                  <a:lnTo>
                    <a:pt x="1774875" y="2208381"/>
                  </a:lnTo>
                  <a:lnTo>
                    <a:pt x="1768508" y="2214598"/>
                  </a:lnTo>
                  <a:lnTo>
                    <a:pt x="1768508" y="2233814"/>
                  </a:lnTo>
                  <a:lnTo>
                    <a:pt x="1774875" y="2242291"/>
                  </a:lnTo>
                  <a:lnTo>
                    <a:pt x="1796073" y="2242291"/>
                  </a:lnTo>
                  <a:lnTo>
                    <a:pt x="1802441" y="2233814"/>
                  </a:lnTo>
                  <a:lnTo>
                    <a:pt x="1802441" y="2216858"/>
                  </a:lnTo>
                  <a:lnTo>
                    <a:pt x="1796073" y="2208381"/>
                  </a:lnTo>
                  <a:close/>
                </a:path>
                <a:path w="9542780" h="6570345">
                  <a:moveTo>
                    <a:pt x="1796073" y="2252747"/>
                  </a:moveTo>
                  <a:lnTo>
                    <a:pt x="1774875" y="2252747"/>
                  </a:lnTo>
                  <a:lnTo>
                    <a:pt x="1768508" y="2259246"/>
                  </a:lnTo>
                  <a:lnTo>
                    <a:pt x="1768508" y="2280157"/>
                  </a:lnTo>
                  <a:lnTo>
                    <a:pt x="1774875" y="2286656"/>
                  </a:lnTo>
                  <a:lnTo>
                    <a:pt x="1796073" y="2286656"/>
                  </a:lnTo>
                  <a:lnTo>
                    <a:pt x="1802441" y="2278179"/>
                  </a:lnTo>
                  <a:lnTo>
                    <a:pt x="1802441" y="2261224"/>
                  </a:lnTo>
                  <a:lnTo>
                    <a:pt x="1796073" y="2252747"/>
                  </a:lnTo>
                  <a:close/>
                </a:path>
                <a:path w="9542780" h="6570345">
                  <a:moveTo>
                    <a:pt x="1796073" y="2295135"/>
                  </a:moveTo>
                  <a:lnTo>
                    <a:pt x="1774875" y="2295135"/>
                  </a:lnTo>
                  <a:lnTo>
                    <a:pt x="1768508" y="2301351"/>
                  </a:lnTo>
                  <a:lnTo>
                    <a:pt x="1768509" y="2322545"/>
                  </a:lnTo>
                  <a:lnTo>
                    <a:pt x="1774875" y="2329044"/>
                  </a:lnTo>
                  <a:lnTo>
                    <a:pt x="1796073" y="2329044"/>
                  </a:lnTo>
                  <a:lnTo>
                    <a:pt x="1802441" y="2322545"/>
                  </a:lnTo>
                  <a:lnTo>
                    <a:pt x="1802441" y="2303612"/>
                  </a:lnTo>
                  <a:lnTo>
                    <a:pt x="1796073" y="2295135"/>
                  </a:lnTo>
                  <a:close/>
                </a:path>
                <a:path w="9542780" h="6570345">
                  <a:moveTo>
                    <a:pt x="1796073" y="2339500"/>
                  </a:moveTo>
                  <a:lnTo>
                    <a:pt x="1774875" y="2339500"/>
                  </a:lnTo>
                  <a:lnTo>
                    <a:pt x="1768509" y="2345999"/>
                  </a:lnTo>
                  <a:lnTo>
                    <a:pt x="1768509" y="2367193"/>
                  </a:lnTo>
                  <a:lnTo>
                    <a:pt x="1774875" y="2373410"/>
                  </a:lnTo>
                  <a:lnTo>
                    <a:pt x="1796073" y="2373410"/>
                  </a:lnTo>
                  <a:lnTo>
                    <a:pt x="1802441" y="2367193"/>
                  </a:lnTo>
                  <a:lnTo>
                    <a:pt x="1802441" y="2347977"/>
                  </a:lnTo>
                  <a:lnTo>
                    <a:pt x="1796073" y="2339500"/>
                  </a:lnTo>
                  <a:close/>
                </a:path>
                <a:path w="9542780" h="6570345">
                  <a:moveTo>
                    <a:pt x="1796073" y="2384148"/>
                  </a:moveTo>
                  <a:lnTo>
                    <a:pt x="1774875" y="2384148"/>
                  </a:lnTo>
                  <a:lnTo>
                    <a:pt x="1768509" y="2390364"/>
                  </a:lnTo>
                  <a:lnTo>
                    <a:pt x="1768509" y="2411558"/>
                  </a:lnTo>
                  <a:lnTo>
                    <a:pt x="1774875" y="2417775"/>
                  </a:lnTo>
                  <a:lnTo>
                    <a:pt x="1796073" y="2417775"/>
                  </a:lnTo>
                  <a:lnTo>
                    <a:pt x="1802441" y="2409579"/>
                  </a:lnTo>
                  <a:lnTo>
                    <a:pt x="1802441" y="2392625"/>
                  </a:lnTo>
                  <a:lnTo>
                    <a:pt x="1796073" y="2384148"/>
                  </a:lnTo>
                  <a:close/>
                </a:path>
                <a:path w="9542780" h="6570345">
                  <a:moveTo>
                    <a:pt x="1796073" y="2428513"/>
                  </a:moveTo>
                  <a:lnTo>
                    <a:pt x="1774875" y="2428513"/>
                  </a:lnTo>
                  <a:lnTo>
                    <a:pt x="1768509" y="2434729"/>
                  </a:lnTo>
                  <a:lnTo>
                    <a:pt x="1768509" y="2453946"/>
                  </a:lnTo>
                  <a:lnTo>
                    <a:pt x="1774875" y="2462423"/>
                  </a:lnTo>
                  <a:lnTo>
                    <a:pt x="1796073" y="2462423"/>
                  </a:lnTo>
                  <a:lnTo>
                    <a:pt x="1802441" y="2453946"/>
                  </a:lnTo>
                  <a:lnTo>
                    <a:pt x="1802441" y="2436991"/>
                  </a:lnTo>
                  <a:lnTo>
                    <a:pt x="1796073" y="2428513"/>
                  </a:lnTo>
                  <a:close/>
                </a:path>
                <a:path w="9542780" h="6570345">
                  <a:moveTo>
                    <a:pt x="1796073" y="2472879"/>
                  </a:moveTo>
                  <a:lnTo>
                    <a:pt x="1774875" y="2472879"/>
                  </a:lnTo>
                  <a:lnTo>
                    <a:pt x="1768509" y="2479377"/>
                  </a:lnTo>
                  <a:lnTo>
                    <a:pt x="1768509" y="2498310"/>
                  </a:lnTo>
                  <a:lnTo>
                    <a:pt x="1774875" y="2506788"/>
                  </a:lnTo>
                  <a:lnTo>
                    <a:pt x="1796073" y="2506788"/>
                  </a:lnTo>
                  <a:lnTo>
                    <a:pt x="1802441" y="2498310"/>
                  </a:lnTo>
                  <a:lnTo>
                    <a:pt x="1802441" y="2481356"/>
                  </a:lnTo>
                  <a:lnTo>
                    <a:pt x="1796073" y="2472879"/>
                  </a:lnTo>
                  <a:close/>
                </a:path>
                <a:path w="9542780" h="6570345">
                  <a:moveTo>
                    <a:pt x="1796073" y="2517527"/>
                  </a:moveTo>
                  <a:lnTo>
                    <a:pt x="1774875" y="2517527"/>
                  </a:lnTo>
                  <a:lnTo>
                    <a:pt x="1768509" y="2523743"/>
                  </a:lnTo>
                  <a:lnTo>
                    <a:pt x="1768509" y="2544937"/>
                  </a:lnTo>
                  <a:lnTo>
                    <a:pt x="1774875" y="2551436"/>
                  </a:lnTo>
                  <a:lnTo>
                    <a:pt x="1796073" y="2551436"/>
                  </a:lnTo>
                  <a:lnTo>
                    <a:pt x="1802441" y="2542959"/>
                  </a:lnTo>
                  <a:lnTo>
                    <a:pt x="1802441" y="2526004"/>
                  </a:lnTo>
                  <a:lnTo>
                    <a:pt x="1796073" y="2517527"/>
                  </a:lnTo>
                  <a:close/>
                </a:path>
                <a:path w="9542780" h="6570345">
                  <a:moveTo>
                    <a:pt x="1796073" y="2561892"/>
                  </a:moveTo>
                  <a:lnTo>
                    <a:pt x="1774875" y="2561892"/>
                  </a:lnTo>
                  <a:lnTo>
                    <a:pt x="1768509" y="2568108"/>
                  </a:lnTo>
                  <a:lnTo>
                    <a:pt x="1768509" y="2589302"/>
                  </a:lnTo>
                  <a:lnTo>
                    <a:pt x="1774875" y="2595802"/>
                  </a:lnTo>
                  <a:lnTo>
                    <a:pt x="1796073" y="2595802"/>
                  </a:lnTo>
                  <a:lnTo>
                    <a:pt x="1802441" y="2587325"/>
                  </a:lnTo>
                  <a:lnTo>
                    <a:pt x="1802441" y="2570369"/>
                  </a:lnTo>
                  <a:lnTo>
                    <a:pt x="1796073" y="2561892"/>
                  </a:lnTo>
                  <a:close/>
                </a:path>
                <a:path w="9542780" h="6570345">
                  <a:moveTo>
                    <a:pt x="1796073" y="2604279"/>
                  </a:moveTo>
                  <a:lnTo>
                    <a:pt x="1774875" y="2604279"/>
                  </a:lnTo>
                  <a:lnTo>
                    <a:pt x="1768509" y="2610496"/>
                  </a:lnTo>
                  <a:lnTo>
                    <a:pt x="1768509" y="2631690"/>
                  </a:lnTo>
                  <a:lnTo>
                    <a:pt x="1774875" y="2638190"/>
                  </a:lnTo>
                  <a:lnTo>
                    <a:pt x="1796073" y="2638190"/>
                  </a:lnTo>
                  <a:lnTo>
                    <a:pt x="1802441" y="2631690"/>
                  </a:lnTo>
                  <a:lnTo>
                    <a:pt x="1802441" y="2612757"/>
                  </a:lnTo>
                  <a:lnTo>
                    <a:pt x="1796073" y="2604279"/>
                  </a:lnTo>
                  <a:close/>
                </a:path>
                <a:path w="9542780" h="6570345">
                  <a:moveTo>
                    <a:pt x="1796073" y="2648644"/>
                  </a:moveTo>
                  <a:lnTo>
                    <a:pt x="1774875" y="2648644"/>
                  </a:lnTo>
                  <a:lnTo>
                    <a:pt x="1768509" y="2655144"/>
                  </a:lnTo>
                  <a:lnTo>
                    <a:pt x="1768509" y="2676338"/>
                  </a:lnTo>
                  <a:lnTo>
                    <a:pt x="1774875" y="2682554"/>
                  </a:lnTo>
                  <a:lnTo>
                    <a:pt x="1796073" y="2682554"/>
                  </a:lnTo>
                  <a:lnTo>
                    <a:pt x="1802441" y="2676338"/>
                  </a:lnTo>
                  <a:lnTo>
                    <a:pt x="1802441" y="2657123"/>
                  </a:lnTo>
                  <a:lnTo>
                    <a:pt x="1796073" y="2648644"/>
                  </a:lnTo>
                  <a:close/>
                </a:path>
                <a:path w="9542780" h="6570345">
                  <a:moveTo>
                    <a:pt x="1796073" y="2693292"/>
                  </a:moveTo>
                  <a:lnTo>
                    <a:pt x="1774875" y="2693292"/>
                  </a:lnTo>
                  <a:lnTo>
                    <a:pt x="1768509" y="2699509"/>
                  </a:lnTo>
                  <a:lnTo>
                    <a:pt x="1768509" y="2718442"/>
                  </a:lnTo>
                  <a:lnTo>
                    <a:pt x="1774875" y="2726919"/>
                  </a:lnTo>
                  <a:lnTo>
                    <a:pt x="1796073" y="2726919"/>
                  </a:lnTo>
                  <a:lnTo>
                    <a:pt x="1802441" y="2718442"/>
                  </a:lnTo>
                  <a:lnTo>
                    <a:pt x="1802441" y="2701770"/>
                  </a:lnTo>
                  <a:lnTo>
                    <a:pt x="1796073" y="2693292"/>
                  </a:lnTo>
                  <a:close/>
                </a:path>
                <a:path w="9542780" h="6570345">
                  <a:moveTo>
                    <a:pt x="1796073" y="2737658"/>
                  </a:moveTo>
                  <a:lnTo>
                    <a:pt x="1774875" y="2737658"/>
                  </a:lnTo>
                  <a:lnTo>
                    <a:pt x="1768509" y="2743875"/>
                  </a:lnTo>
                  <a:lnTo>
                    <a:pt x="1768509" y="2763090"/>
                  </a:lnTo>
                  <a:lnTo>
                    <a:pt x="1774875" y="2771567"/>
                  </a:lnTo>
                  <a:lnTo>
                    <a:pt x="1796073" y="2771567"/>
                  </a:lnTo>
                  <a:lnTo>
                    <a:pt x="1802441" y="2763090"/>
                  </a:lnTo>
                  <a:lnTo>
                    <a:pt x="1802441" y="2746136"/>
                  </a:lnTo>
                  <a:lnTo>
                    <a:pt x="1796073" y="2737658"/>
                  </a:lnTo>
                  <a:close/>
                </a:path>
                <a:path w="9542780" h="6570345">
                  <a:moveTo>
                    <a:pt x="1796073" y="2782023"/>
                  </a:moveTo>
                  <a:lnTo>
                    <a:pt x="1774875" y="2782023"/>
                  </a:lnTo>
                  <a:lnTo>
                    <a:pt x="1768509" y="2788523"/>
                  </a:lnTo>
                  <a:lnTo>
                    <a:pt x="1768509" y="2807456"/>
                  </a:lnTo>
                  <a:lnTo>
                    <a:pt x="1774875" y="2815934"/>
                  </a:lnTo>
                  <a:lnTo>
                    <a:pt x="1796073" y="2815934"/>
                  </a:lnTo>
                  <a:lnTo>
                    <a:pt x="1802441" y="2807456"/>
                  </a:lnTo>
                  <a:lnTo>
                    <a:pt x="1802441" y="2790501"/>
                  </a:lnTo>
                  <a:lnTo>
                    <a:pt x="1796073" y="2782023"/>
                  </a:lnTo>
                  <a:close/>
                </a:path>
                <a:path w="9542780" h="6570345">
                  <a:moveTo>
                    <a:pt x="1796073" y="2826672"/>
                  </a:moveTo>
                  <a:lnTo>
                    <a:pt x="1774875" y="2826672"/>
                  </a:lnTo>
                  <a:lnTo>
                    <a:pt x="1768509" y="2832888"/>
                  </a:lnTo>
                  <a:lnTo>
                    <a:pt x="1768509" y="2851821"/>
                  </a:lnTo>
                  <a:lnTo>
                    <a:pt x="1774875" y="2860299"/>
                  </a:lnTo>
                  <a:lnTo>
                    <a:pt x="1796073" y="2860299"/>
                  </a:lnTo>
                  <a:lnTo>
                    <a:pt x="1802441" y="2851821"/>
                  </a:lnTo>
                  <a:lnTo>
                    <a:pt x="1802441" y="2835149"/>
                  </a:lnTo>
                  <a:lnTo>
                    <a:pt x="1796073" y="2826672"/>
                  </a:lnTo>
                  <a:close/>
                </a:path>
                <a:path w="9542780" h="6570345">
                  <a:moveTo>
                    <a:pt x="1796073" y="2871036"/>
                  </a:moveTo>
                  <a:lnTo>
                    <a:pt x="1774875" y="2871036"/>
                  </a:lnTo>
                  <a:lnTo>
                    <a:pt x="1768509" y="2877254"/>
                  </a:lnTo>
                  <a:lnTo>
                    <a:pt x="1768509" y="2896469"/>
                  </a:lnTo>
                  <a:lnTo>
                    <a:pt x="1774875" y="2904947"/>
                  </a:lnTo>
                  <a:lnTo>
                    <a:pt x="1796073" y="2904947"/>
                  </a:lnTo>
                  <a:lnTo>
                    <a:pt x="1802441" y="2896469"/>
                  </a:lnTo>
                  <a:lnTo>
                    <a:pt x="1802441" y="2879515"/>
                  </a:lnTo>
                  <a:lnTo>
                    <a:pt x="1796073" y="2871036"/>
                  </a:lnTo>
                  <a:close/>
                </a:path>
                <a:path w="9542780" h="6570345">
                  <a:moveTo>
                    <a:pt x="1796073" y="2913424"/>
                  </a:moveTo>
                  <a:lnTo>
                    <a:pt x="1774875" y="2913424"/>
                  </a:lnTo>
                  <a:lnTo>
                    <a:pt x="1768509" y="2919641"/>
                  </a:lnTo>
                  <a:lnTo>
                    <a:pt x="1768509" y="2938857"/>
                  </a:lnTo>
                  <a:lnTo>
                    <a:pt x="1774875" y="2947334"/>
                  </a:lnTo>
                  <a:lnTo>
                    <a:pt x="1796073" y="2947334"/>
                  </a:lnTo>
                  <a:lnTo>
                    <a:pt x="1802441" y="2940834"/>
                  </a:lnTo>
                  <a:lnTo>
                    <a:pt x="1802441" y="2921901"/>
                  </a:lnTo>
                  <a:lnTo>
                    <a:pt x="1796073" y="2913424"/>
                  </a:lnTo>
                  <a:close/>
                </a:path>
                <a:path w="9542780" h="6570345">
                  <a:moveTo>
                    <a:pt x="1796073" y="3929675"/>
                  </a:moveTo>
                  <a:lnTo>
                    <a:pt x="1774877" y="3929675"/>
                  </a:lnTo>
                  <a:lnTo>
                    <a:pt x="1768509" y="3936033"/>
                  </a:lnTo>
                  <a:lnTo>
                    <a:pt x="1768509" y="3955079"/>
                  </a:lnTo>
                  <a:lnTo>
                    <a:pt x="1774877" y="3963556"/>
                  </a:lnTo>
                  <a:lnTo>
                    <a:pt x="1796073" y="3963556"/>
                  </a:lnTo>
                  <a:lnTo>
                    <a:pt x="1802441" y="3955079"/>
                  </a:lnTo>
                  <a:lnTo>
                    <a:pt x="1802441" y="3938153"/>
                  </a:lnTo>
                  <a:lnTo>
                    <a:pt x="1796073" y="3929675"/>
                  </a:lnTo>
                  <a:close/>
                </a:path>
                <a:path w="9542780" h="6570345">
                  <a:moveTo>
                    <a:pt x="1796073" y="3974125"/>
                  </a:moveTo>
                  <a:lnTo>
                    <a:pt x="1774877" y="3974125"/>
                  </a:lnTo>
                  <a:lnTo>
                    <a:pt x="1768509" y="3980483"/>
                  </a:lnTo>
                  <a:lnTo>
                    <a:pt x="1768509" y="3999558"/>
                  </a:lnTo>
                  <a:lnTo>
                    <a:pt x="1774877" y="4008008"/>
                  </a:lnTo>
                  <a:lnTo>
                    <a:pt x="1796073" y="4008008"/>
                  </a:lnTo>
                  <a:lnTo>
                    <a:pt x="1802441" y="3999558"/>
                  </a:lnTo>
                  <a:lnTo>
                    <a:pt x="1802441" y="3982603"/>
                  </a:lnTo>
                  <a:lnTo>
                    <a:pt x="1796073" y="3974125"/>
                  </a:lnTo>
                  <a:close/>
                </a:path>
                <a:path w="9542780" h="6570345">
                  <a:moveTo>
                    <a:pt x="1796073" y="4018605"/>
                  </a:moveTo>
                  <a:lnTo>
                    <a:pt x="1774877" y="4018605"/>
                  </a:lnTo>
                  <a:lnTo>
                    <a:pt x="1768509" y="4024962"/>
                  </a:lnTo>
                  <a:lnTo>
                    <a:pt x="1768509" y="4044008"/>
                  </a:lnTo>
                  <a:lnTo>
                    <a:pt x="1774877" y="4052486"/>
                  </a:lnTo>
                  <a:lnTo>
                    <a:pt x="1796073" y="4052486"/>
                  </a:lnTo>
                  <a:lnTo>
                    <a:pt x="1802441" y="4044008"/>
                  </a:lnTo>
                  <a:lnTo>
                    <a:pt x="1802441" y="4027082"/>
                  </a:lnTo>
                  <a:lnTo>
                    <a:pt x="1796073" y="4018605"/>
                  </a:lnTo>
                  <a:close/>
                </a:path>
                <a:path w="9542780" h="6570345">
                  <a:moveTo>
                    <a:pt x="1796073" y="4063055"/>
                  </a:moveTo>
                  <a:lnTo>
                    <a:pt x="1774877" y="4063055"/>
                  </a:lnTo>
                  <a:lnTo>
                    <a:pt x="1768509" y="4069412"/>
                  </a:lnTo>
                  <a:lnTo>
                    <a:pt x="1768509" y="4088486"/>
                  </a:lnTo>
                  <a:lnTo>
                    <a:pt x="1774877" y="4096936"/>
                  </a:lnTo>
                  <a:lnTo>
                    <a:pt x="1796073" y="4096936"/>
                  </a:lnTo>
                  <a:lnTo>
                    <a:pt x="1802441" y="4088486"/>
                  </a:lnTo>
                  <a:lnTo>
                    <a:pt x="1802441" y="4071532"/>
                  </a:lnTo>
                  <a:lnTo>
                    <a:pt x="1796073" y="4063055"/>
                  </a:lnTo>
                  <a:close/>
                </a:path>
                <a:path w="9542780" h="6570345">
                  <a:moveTo>
                    <a:pt x="1796073" y="4107533"/>
                  </a:moveTo>
                  <a:lnTo>
                    <a:pt x="1774877" y="4107533"/>
                  </a:lnTo>
                  <a:lnTo>
                    <a:pt x="1768509" y="4113890"/>
                  </a:lnTo>
                  <a:lnTo>
                    <a:pt x="1768509" y="4132936"/>
                  </a:lnTo>
                  <a:lnTo>
                    <a:pt x="1774877" y="4141415"/>
                  </a:lnTo>
                  <a:lnTo>
                    <a:pt x="1796073" y="4141415"/>
                  </a:lnTo>
                  <a:lnTo>
                    <a:pt x="1802441" y="4132936"/>
                  </a:lnTo>
                  <a:lnTo>
                    <a:pt x="1802441" y="4116010"/>
                  </a:lnTo>
                  <a:lnTo>
                    <a:pt x="1796073" y="4107533"/>
                  </a:lnTo>
                  <a:close/>
                </a:path>
                <a:path w="9542780" h="6570345">
                  <a:moveTo>
                    <a:pt x="1796073" y="4149863"/>
                  </a:moveTo>
                  <a:lnTo>
                    <a:pt x="1774877" y="4149863"/>
                  </a:lnTo>
                  <a:lnTo>
                    <a:pt x="1768509" y="4156222"/>
                  </a:lnTo>
                  <a:lnTo>
                    <a:pt x="1768509" y="4175296"/>
                  </a:lnTo>
                  <a:lnTo>
                    <a:pt x="1774877" y="4183745"/>
                  </a:lnTo>
                  <a:lnTo>
                    <a:pt x="1796073" y="4183745"/>
                  </a:lnTo>
                  <a:lnTo>
                    <a:pt x="1802441" y="4177416"/>
                  </a:lnTo>
                  <a:lnTo>
                    <a:pt x="1802441" y="4158341"/>
                  </a:lnTo>
                  <a:lnTo>
                    <a:pt x="1796073" y="4149863"/>
                  </a:lnTo>
                  <a:close/>
                </a:path>
                <a:path w="9542780" h="6570345">
                  <a:moveTo>
                    <a:pt x="1796073" y="4194342"/>
                  </a:moveTo>
                  <a:lnTo>
                    <a:pt x="1774877" y="4194342"/>
                  </a:lnTo>
                  <a:lnTo>
                    <a:pt x="1768509" y="4200700"/>
                  </a:lnTo>
                  <a:lnTo>
                    <a:pt x="1768509" y="4221866"/>
                  </a:lnTo>
                  <a:lnTo>
                    <a:pt x="1774877" y="4228223"/>
                  </a:lnTo>
                  <a:lnTo>
                    <a:pt x="1796073" y="4228223"/>
                  </a:lnTo>
                  <a:lnTo>
                    <a:pt x="1802441" y="4221866"/>
                  </a:lnTo>
                  <a:lnTo>
                    <a:pt x="1802441" y="4202819"/>
                  </a:lnTo>
                  <a:lnTo>
                    <a:pt x="1796073" y="4194342"/>
                  </a:lnTo>
                  <a:close/>
                </a:path>
                <a:path w="9542780" h="6570345">
                  <a:moveTo>
                    <a:pt x="1796074" y="4238792"/>
                  </a:moveTo>
                  <a:lnTo>
                    <a:pt x="1774877" y="4238792"/>
                  </a:lnTo>
                  <a:lnTo>
                    <a:pt x="1768509" y="4245150"/>
                  </a:lnTo>
                  <a:lnTo>
                    <a:pt x="1768509" y="4266316"/>
                  </a:lnTo>
                  <a:lnTo>
                    <a:pt x="1774877" y="4272673"/>
                  </a:lnTo>
                  <a:lnTo>
                    <a:pt x="1796074" y="4272673"/>
                  </a:lnTo>
                  <a:lnTo>
                    <a:pt x="1802441" y="4264225"/>
                  </a:lnTo>
                  <a:lnTo>
                    <a:pt x="1802441" y="4247269"/>
                  </a:lnTo>
                  <a:lnTo>
                    <a:pt x="1796074" y="4238792"/>
                  </a:lnTo>
                  <a:close/>
                </a:path>
                <a:path w="9542780" h="6570345">
                  <a:moveTo>
                    <a:pt x="1796074" y="4283270"/>
                  </a:moveTo>
                  <a:lnTo>
                    <a:pt x="1774877" y="4283270"/>
                  </a:lnTo>
                  <a:lnTo>
                    <a:pt x="1768509" y="4289629"/>
                  </a:lnTo>
                  <a:lnTo>
                    <a:pt x="1768509" y="4308675"/>
                  </a:lnTo>
                  <a:lnTo>
                    <a:pt x="1774877" y="4317152"/>
                  </a:lnTo>
                  <a:lnTo>
                    <a:pt x="1796074" y="4317152"/>
                  </a:lnTo>
                  <a:lnTo>
                    <a:pt x="1802441" y="4308675"/>
                  </a:lnTo>
                  <a:lnTo>
                    <a:pt x="1802441" y="4291749"/>
                  </a:lnTo>
                  <a:lnTo>
                    <a:pt x="1796074" y="4283270"/>
                  </a:lnTo>
                  <a:close/>
                </a:path>
                <a:path w="9542780" h="6570345">
                  <a:moveTo>
                    <a:pt x="1796074" y="4327721"/>
                  </a:moveTo>
                  <a:lnTo>
                    <a:pt x="1774877" y="4327721"/>
                  </a:lnTo>
                  <a:lnTo>
                    <a:pt x="1768509" y="4334079"/>
                  </a:lnTo>
                  <a:lnTo>
                    <a:pt x="1768509" y="4353153"/>
                  </a:lnTo>
                  <a:lnTo>
                    <a:pt x="1774877" y="4361602"/>
                  </a:lnTo>
                  <a:lnTo>
                    <a:pt x="1796074" y="4361602"/>
                  </a:lnTo>
                  <a:lnTo>
                    <a:pt x="1802441" y="4353153"/>
                  </a:lnTo>
                  <a:lnTo>
                    <a:pt x="1802441" y="4336199"/>
                  </a:lnTo>
                  <a:lnTo>
                    <a:pt x="1796074" y="4327721"/>
                  </a:lnTo>
                  <a:close/>
                </a:path>
                <a:path w="9542780" h="6570345">
                  <a:moveTo>
                    <a:pt x="1796074" y="4372199"/>
                  </a:moveTo>
                  <a:lnTo>
                    <a:pt x="1774877" y="4372199"/>
                  </a:lnTo>
                  <a:lnTo>
                    <a:pt x="1768509" y="4378557"/>
                  </a:lnTo>
                  <a:lnTo>
                    <a:pt x="1768509" y="4397603"/>
                  </a:lnTo>
                  <a:lnTo>
                    <a:pt x="1774877" y="4406080"/>
                  </a:lnTo>
                  <a:lnTo>
                    <a:pt x="1796074" y="4406080"/>
                  </a:lnTo>
                  <a:lnTo>
                    <a:pt x="1802441" y="4397603"/>
                  </a:lnTo>
                  <a:lnTo>
                    <a:pt x="1802441" y="4380677"/>
                  </a:lnTo>
                  <a:lnTo>
                    <a:pt x="1796074" y="4372199"/>
                  </a:lnTo>
                  <a:close/>
                </a:path>
                <a:path w="9542780" h="6570345">
                  <a:moveTo>
                    <a:pt x="1796074" y="4416649"/>
                  </a:moveTo>
                  <a:lnTo>
                    <a:pt x="1774877" y="4416649"/>
                  </a:lnTo>
                  <a:lnTo>
                    <a:pt x="1768509" y="4423008"/>
                  </a:lnTo>
                  <a:lnTo>
                    <a:pt x="1768509" y="4442053"/>
                  </a:lnTo>
                  <a:lnTo>
                    <a:pt x="1774877" y="4450532"/>
                  </a:lnTo>
                  <a:lnTo>
                    <a:pt x="1796074" y="4450532"/>
                  </a:lnTo>
                  <a:lnTo>
                    <a:pt x="1802441" y="4442053"/>
                  </a:lnTo>
                  <a:lnTo>
                    <a:pt x="1802441" y="4425127"/>
                  </a:lnTo>
                  <a:lnTo>
                    <a:pt x="1796074" y="4416649"/>
                  </a:lnTo>
                  <a:close/>
                </a:path>
                <a:path w="9542780" h="6570345">
                  <a:moveTo>
                    <a:pt x="1796074" y="4459009"/>
                  </a:moveTo>
                  <a:lnTo>
                    <a:pt x="1774877" y="4459009"/>
                  </a:lnTo>
                  <a:lnTo>
                    <a:pt x="1768509" y="4465366"/>
                  </a:lnTo>
                  <a:lnTo>
                    <a:pt x="1768509" y="4484413"/>
                  </a:lnTo>
                  <a:lnTo>
                    <a:pt x="1774877" y="4492890"/>
                  </a:lnTo>
                  <a:lnTo>
                    <a:pt x="1796074" y="4492890"/>
                  </a:lnTo>
                  <a:lnTo>
                    <a:pt x="1802441" y="4486532"/>
                  </a:lnTo>
                  <a:lnTo>
                    <a:pt x="1802441" y="4467486"/>
                  </a:lnTo>
                  <a:lnTo>
                    <a:pt x="1796074" y="4459009"/>
                  </a:lnTo>
                  <a:close/>
                </a:path>
                <a:path w="9542780" h="6570345">
                  <a:moveTo>
                    <a:pt x="1796074" y="4503459"/>
                  </a:moveTo>
                  <a:lnTo>
                    <a:pt x="1774877" y="4503459"/>
                  </a:lnTo>
                  <a:lnTo>
                    <a:pt x="1768509" y="4509816"/>
                  </a:lnTo>
                  <a:lnTo>
                    <a:pt x="1768509" y="4528863"/>
                  </a:lnTo>
                  <a:lnTo>
                    <a:pt x="1774877" y="4537340"/>
                  </a:lnTo>
                  <a:lnTo>
                    <a:pt x="1796074" y="4537340"/>
                  </a:lnTo>
                  <a:lnTo>
                    <a:pt x="1802441" y="4530982"/>
                  </a:lnTo>
                  <a:lnTo>
                    <a:pt x="1802441" y="4511936"/>
                  </a:lnTo>
                  <a:lnTo>
                    <a:pt x="1796074" y="4503459"/>
                  </a:lnTo>
                  <a:close/>
                </a:path>
                <a:path w="9542780" h="6570345">
                  <a:moveTo>
                    <a:pt x="1796074" y="4547937"/>
                  </a:moveTo>
                  <a:lnTo>
                    <a:pt x="1774877" y="4547937"/>
                  </a:lnTo>
                  <a:lnTo>
                    <a:pt x="1768509" y="4554296"/>
                  </a:lnTo>
                  <a:lnTo>
                    <a:pt x="1768509" y="4573342"/>
                  </a:lnTo>
                  <a:lnTo>
                    <a:pt x="1774877" y="4581819"/>
                  </a:lnTo>
                  <a:lnTo>
                    <a:pt x="1796074" y="4581819"/>
                  </a:lnTo>
                  <a:lnTo>
                    <a:pt x="1802441" y="4573342"/>
                  </a:lnTo>
                  <a:lnTo>
                    <a:pt x="1802441" y="4556415"/>
                  </a:lnTo>
                  <a:lnTo>
                    <a:pt x="1796074" y="4547937"/>
                  </a:lnTo>
                  <a:close/>
                </a:path>
                <a:path w="9542780" h="6570345">
                  <a:moveTo>
                    <a:pt x="1796074" y="4681316"/>
                  </a:moveTo>
                  <a:lnTo>
                    <a:pt x="1774877" y="4681316"/>
                  </a:lnTo>
                  <a:lnTo>
                    <a:pt x="1768509" y="4687674"/>
                  </a:lnTo>
                  <a:lnTo>
                    <a:pt x="1768509" y="4706720"/>
                  </a:lnTo>
                  <a:lnTo>
                    <a:pt x="1774877" y="4715198"/>
                  </a:lnTo>
                  <a:lnTo>
                    <a:pt x="1796074" y="4715198"/>
                  </a:lnTo>
                  <a:lnTo>
                    <a:pt x="1802441" y="4706720"/>
                  </a:lnTo>
                  <a:lnTo>
                    <a:pt x="1802441" y="4689793"/>
                  </a:lnTo>
                  <a:lnTo>
                    <a:pt x="1796074" y="4681316"/>
                  </a:lnTo>
                  <a:close/>
                </a:path>
                <a:path w="9542780" h="6570345">
                  <a:moveTo>
                    <a:pt x="1796074" y="4725795"/>
                  </a:moveTo>
                  <a:lnTo>
                    <a:pt x="1774877" y="4725795"/>
                  </a:lnTo>
                  <a:lnTo>
                    <a:pt x="1768509" y="4732153"/>
                  </a:lnTo>
                  <a:lnTo>
                    <a:pt x="1768509" y="4753319"/>
                  </a:lnTo>
                  <a:lnTo>
                    <a:pt x="1774877" y="4759676"/>
                  </a:lnTo>
                  <a:lnTo>
                    <a:pt x="1796074" y="4759676"/>
                  </a:lnTo>
                  <a:lnTo>
                    <a:pt x="1802441" y="4751199"/>
                  </a:lnTo>
                  <a:lnTo>
                    <a:pt x="1802441" y="4734243"/>
                  </a:lnTo>
                  <a:lnTo>
                    <a:pt x="1796074" y="4725795"/>
                  </a:lnTo>
                  <a:close/>
                </a:path>
                <a:path w="9542780" h="6570345">
                  <a:moveTo>
                    <a:pt x="1796074" y="4768126"/>
                  </a:moveTo>
                  <a:lnTo>
                    <a:pt x="1774877" y="4768126"/>
                  </a:lnTo>
                  <a:lnTo>
                    <a:pt x="1768509" y="4774483"/>
                  </a:lnTo>
                  <a:lnTo>
                    <a:pt x="1768509" y="4795649"/>
                  </a:lnTo>
                  <a:lnTo>
                    <a:pt x="1774877" y="4802007"/>
                  </a:lnTo>
                  <a:lnTo>
                    <a:pt x="1796074" y="4802007"/>
                  </a:lnTo>
                  <a:lnTo>
                    <a:pt x="1802441" y="4795649"/>
                  </a:lnTo>
                  <a:lnTo>
                    <a:pt x="1802441" y="4776603"/>
                  </a:lnTo>
                  <a:lnTo>
                    <a:pt x="1796074" y="4768126"/>
                  </a:lnTo>
                  <a:close/>
                </a:path>
                <a:path w="9542780" h="6570345">
                  <a:moveTo>
                    <a:pt x="1796074" y="4812604"/>
                  </a:moveTo>
                  <a:lnTo>
                    <a:pt x="1774877" y="4812604"/>
                  </a:lnTo>
                  <a:lnTo>
                    <a:pt x="1768509" y="4818962"/>
                  </a:lnTo>
                  <a:lnTo>
                    <a:pt x="1768509" y="4838009"/>
                  </a:lnTo>
                  <a:lnTo>
                    <a:pt x="1774877" y="4846486"/>
                  </a:lnTo>
                  <a:lnTo>
                    <a:pt x="1796074" y="4846486"/>
                  </a:lnTo>
                  <a:lnTo>
                    <a:pt x="1802441" y="4840127"/>
                  </a:lnTo>
                  <a:lnTo>
                    <a:pt x="1802441" y="4821053"/>
                  </a:lnTo>
                  <a:lnTo>
                    <a:pt x="1796074" y="4812604"/>
                  </a:lnTo>
                  <a:close/>
                </a:path>
                <a:path w="9542780" h="6570345">
                  <a:moveTo>
                    <a:pt x="1796074" y="4857054"/>
                  </a:moveTo>
                  <a:lnTo>
                    <a:pt x="1774877" y="4857054"/>
                  </a:lnTo>
                  <a:lnTo>
                    <a:pt x="1768509" y="4863412"/>
                  </a:lnTo>
                  <a:lnTo>
                    <a:pt x="1768509" y="4882459"/>
                  </a:lnTo>
                  <a:lnTo>
                    <a:pt x="1774877" y="4890936"/>
                  </a:lnTo>
                  <a:lnTo>
                    <a:pt x="1796074" y="4890936"/>
                  </a:lnTo>
                  <a:lnTo>
                    <a:pt x="1802441" y="4882459"/>
                  </a:lnTo>
                  <a:lnTo>
                    <a:pt x="1802441" y="4865532"/>
                  </a:lnTo>
                  <a:lnTo>
                    <a:pt x="1796074" y="4857054"/>
                  </a:lnTo>
                  <a:close/>
                </a:path>
                <a:path w="9542780" h="6570345">
                  <a:moveTo>
                    <a:pt x="1796074" y="4901533"/>
                  </a:moveTo>
                  <a:lnTo>
                    <a:pt x="1774877" y="4901533"/>
                  </a:lnTo>
                  <a:lnTo>
                    <a:pt x="1768509" y="4907890"/>
                  </a:lnTo>
                  <a:lnTo>
                    <a:pt x="1768509" y="4926937"/>
                  </a:lnTo>
                  <a:lnTo>
                    <a:pt x="1774877" y="4935414"/>
                  </a:lnTo>
                  <a:lnTo>
                    <a:pt x="1796074" y="4935414"/>
                  </a:lnTo>
                  <a:lnTo>
                    <a:pt x="1802441" y="4926937"/>
                  </a:lnTo>
                  <a:lnTo>
                    <a:pt x="1802441" y="4909982"/>
                  </a:lnTo>
                  <a:lnTo>
                    <a:pt x="1796074" y="4901533"/>
                  </a:lnTo>
                  <a:close/>
                </a:path>
                <a:path w="9542780" h="6570345">
                  <a:moveTo>
                    <a:pt x="1796074" y="4945983"/>
                  </a:moveTo>
                  <a:lnTo>
                    <a:pt x="1774877" y="4945983"/>
                  </a:lnTo>
                  <a:lnTo>
                    <a:pt x="1768509" y="4952340"/>
                  </a:lnTo>
                  <a:lnTo>
                    <a:pt x="1768509" y="4971387"/>
                  </a:lnTo>
                  <a:lnTo>
                    <a:pt x="1774877" y="4979864"/>
                  </a:lnTo>
                  <a:lnTo>
                    <a:pt x="1796074" y="4979864"/>
                  </a:lnTo>
                  <a:lnTo>
                    <a:pt x="1802442" y="4971387"/>
                  </a:lnTo>
                  <a:lnTo>
                    <a:pt x="1802442" y="4954460"/>
                  </a:lnTo>
                  <a:lnTo>
                    <a:pt x="1796074" y="4945983"/>
                  </a:lnTo>
                  <a:close/>
                </a:path>
                <a:path w="9542780" h="6570345">
                  <a:moveTo>
                    <a:pt x="1796074" y="4990461"/>
                  </a:moveTo>
                  <a:lnTo>
                    <a:pt x="1774877" y="4990461"/>
                  </a:lnTo>
                  <a:lnTo>
                    <a:pt x="1768509" y="4996792"/>
                  </a:lnTo>
                  <a:lnTo>
                    <a:pt x="1768509" y="5015866"/>
                  </a:lnTo>
                  <a:lnTo>
                    <a:pt x="1774877" y="5024343"/>
                  </a:lnTo>
                  <a:lnTo>
                    <a:pt x="1796074" y="5024343"/>
                  </a:lnTo>
                  <a:lnTo>
                    <a:pt x="1802442" y="5015866"/>
                  </a:lnTo>
                  <a:lnTo>
                    <a:pt x="1802442" y="4998910"/>
                  </a:lnTo>
                  <a:lnTo>
                    <a:pt x="1796074" y="4990461"/>
                  </a:lnTo>
                  <a:close/>
                </a:path>
                <a:path w="9542780" h="6570345">
                  <a:moveTo>
                    <a:pt x="1796074" y="5034912"/>
                  </a:moveTo>
                  <a:lnTo>
                    <a:pt x="1774877" y="5034912"/>
                  </a:lnTo>
                  <a:lnTo>
                    <a:pt x="1768509" y="5041270"/>
                  </a:lnTo>
                  <a:lnTo>
                    <a:pt x="1768509" y="5060316"/>
                  </a:lnTo>
                  <a:lnTo>
                    <a:pt x="1774877" y="5068793"/>
                  </a:lnTo>
                  <a:lnTo>
                    <a:pt x="1796074" y="5068793"/>
                  </a:lnTo>
                  <a:lnTo>
                    <a:pt x="1802442" y="5060316"/>
                  </a:lnTo>
                  <a:lnTo>
                    <a:pt x="1802442" y="5043389"/>
                  </a:lnTo>
                  <a:lnTo>
                    <a:pt x="1796074" y="5034912"/>
                  </a:lnTo>
                  <a:close/>
                </a:path>
                <a:path w="9542780" h="6570345">
                  <a:moveTo>
                    <a:pt x="1796074" y="5077270"/>
                  </a:moveTo>
                  <a:lnTo>
                    <a:pt x="1774877" y="5077270"/>
                  </a:lnTo>
                  <a:lnTo>
                    <a:pt x="1768509" y="5083629"/>
                  </a:lnTo>
                  <a:lnTo>
                    <a:pt x="1768509" y="5102675"/>
                  </a:lnTo>
                  <a:lnTo>
                    <a:pt x="1774877" y="5111153"/>
                  </a:lnTo>
                  <a:lnTo>
                    <a:pt x="1796074" y="5111153"/>
                  </a:lnTo>
                  <a:lnTo>
                    <a:pt x="1802442" y="5104794"/>
                  </a:lnTo>
                  <a:lnTo>
                    <a:pt x="1802442" y="5085720"/>
                  </a:lnTo>
                  <a:lnTo>
                    <a:pt x="1796074" y="5077270"/>
                  </a:lnTo>
                  <a:close/>
                </a:path>
                <a:path w="9542780" h="6570345">
                  <a:moveTo>
                    <a:pt x="1796074" y="5121720"/>
                  </a:moveTo>
                  <a:lnTo>
                    <a:pt x="1774877" y="5121720"/>
                  </a:lnTo>
                  <a:lnTo>
                    <a:pt x="1768509" y="5128079"/>
                  </a:lnTo>
                  <a:lnTo>
                    <a:pt x="1768509" y="5147125"/>
                  </a:lnTo>
                  <a:lnTo>
                    <a:pt x="1774877" y="5155603"/>
                  </a:lnTo>
                  <a:lnTo>
                    <a:pt x="1796074" y="5155603"/>
                  </a:lnTo>
                  <a:lnTo>
                    <a:pt x="1802442" y="5149244"/>
                  </a:lnTo>
                  <a:lnTo>
                    <a:pt x="1802442" y="5130199"/>
                  </a:lnTo>
                  <a:lnTo>
                    <a:pt x="1796074" y="5121720"/>
                  </a:lnTo>
                  <a:close/>
                </a:path>
                <a:path w="9542780" h="6570345">
                  <a:moveTo>
                    <a:pt x="1796074" y="5166199"/>
                  </a:moveTo>
                  <a:lnTo>
                    <a:pt x="1774877" y="5166199"/>
                  </a:lnTo>
                  <a:lnTo>
                    <a:pt x="1768509" y="5172529"/>
                  </a:lnTo>
                  <a:lnTo>
                    <a:pt x="1768509" y="5191603"/>
                  </a:lnTo>
                  <a:lnTo>
                    <a:pt x="1774877" y="5200081"/>
                  </a:lnTo>
                  <a:lnTo>
                    <a:pt x="1796074" y="5200081"/>
                  </a:lnTo>
                  <a:lnTo>
                    <a:pt x="1802442" y="5191603"/>
                  </a:lnTo>
                  <a:lnTo>
                    <a:pt x="1802442" y="5174649"/>
                  </a:lnTo>
                  <a:lnTo>
                    <a:pt x="1796074" y="5166199"/>
                  </a:lnTo>
                  <a:close/>
                </a:path>
                <a:path w="9542780" h="6570345">
                  <a:moveTo>
                    <a:pt x="1796074" y="5210649"/>
                  </a:moveTo>
                  <a:lnTo>
                    <a:pt x="1774877" y="5210649"/>
                  </a:lnTo>
                  <a:lnTo>
                    <a:pt x="1768509" y="5217007"/>
                  </a:lnTo>
                  <a:lnTo>
                    <a:pt x="1768509" y="5236053"/>
                  </a:lnTo>
                  <a:lnTo>
                    <a:pt x="1774877" y="5244531"/>
                  </a:lnTo>
                  <a:lnTo>
                    <a:pt x="1796074" y="5244531"/>
                  </a:lnTo>
                  <a:lnTo>
                    <a:pt x="1802442" y="5236053"/>
                  </a:lnTo>
                  <a:lnTo>
                    <a:pt x="1802442" y="5219127"/>
                  </a:lnTo>
                  <a:lnTo>
                    <a:pt x="1796074" y="5210649"/>
                  </a:lnTo>
                  <a:close/>
                </a:path>
                <a:path w="9542780" h="6570345">
                  <a:moveTo>
                    <a:pt x="1796074" y="5255127"/>
                  </a:moveTo>
                  <a:lnTo>
                    <a:pt x="1774877" y="5255127"/>
                  </a:lnTo>
                  <a:lnTo>
                    <a:pt x="1768509" y="5261458"/>
                  </a:lnTo>
                  <a:lnTo>
                    <a:pt x="1768509" y="5282651"/>
                  </a:lnTo>
                  <a:lnTo>
                    <a:pt x="1774877" y="5288982"/>
                  </a:lnTo>
                  <a:lnTo>
                    <a:pt x="1796074" y="5288982"/>
                  </a:lnTo>
                  <a:lnTo>
                    <a:pt x="1802442" y="5280533"/>
                  </a:lnTo>
                  <a:lnTo>
                    <a:pt x="1802442" y="5263577"/>
                  </a:lnTo>
                  <a:lnTo>
                    <a:pt x="1796074" y="5255127"/>
                  </a:lnTo>
                  <a:close/>
                </a:path>
                <a:path w="9542780" h="6570345">
                  <a:moveTo>
                    <a:pt x="1796074" y="5299579"/>
                  </a:moveTo>
                  <a:lnTo>
                    <a:pt x="1774877" y="5299579"/>
                  </a:lnTo>
                  <a:lnTo>
                    <a:pt x="1768509" y="5305936"/>
                  </a:lnTo>
                  <a:lnTo>
                    <a:pt x="1768509" y="5327102"/>
                  </a:lnTo>
                  <a:lnTo>
                    <a:pt x="1774877" y="5333460"/>
                  </a:lnTo>
                  <a:lnTo>
                    <a:pt x="1796074" y="5333460"/>
                  </a:lnTo>
                  <a:lnTo>
                    <a:pt x="1802442" y="5324983"/>
                  </a:lnTo>
                  <a:lnTo>
                    <a:pt x="1802442" y="5308056"/>
                  </a:lnTo>
                  <a:lnTo>
                    <a:pt x="1796074" y="5299579"/>
                  </a:lnTo>
                  <a:close/>
                </a:path>
                <a:path w="9542780" h="6570345">
                  <a:moveTo>
                    <a:pt x="1796074" y="5344057"/>
                  </a:moveTo>
                  <a:lnTo>
                    <a:pt x="1774877" y="5344057"/>
                  </a:lnTo>
                  <a:lnTo>
                    <a:pt x="1768509" y="5350386"/>
                  </a:lnTo>
                  <a:lnTo>
                    <a:pt x="1768509" y="5369460"/>
                  </a:lnTo>
                  <a:lnTo>
                    <a:pt x="1774877" y="5377910"/>
                  </a:lnTo>
                  <a:lnTo>
                    <a:pt x="1796074" y="5377910"/>
                  </a:lnTo>
                  <a:lnTo>
                    <a:pt x="1802442" y="5369460"/>
                  </a:lnTo>
                  <a:lnTo>
                    <a:pt x="1802442" y="5352506"/>
                  </a:lnTo>
                  <a:lnTo>
                    <a:pt x="1796074" y="5344057"/>
                  </a:lnTo>
                  <a:close/>
                </a:path>
                <a:path w="9542780" h="6570345">
                  <a:moveTo>
                    <a:pt x="1796074" y="5386387"/>
                  </a:moveTo>
                  <a:lnTo>
                    <a:pt x="1774877" y="5386387"/>
                  </a:lnTo>
                  <a:lnTo>
                    <a:pt x="1768509" y="5392746"/>
                  </a:lnTo>
                  <a:lnTo>
                    <a:pt x="1768509" y="5411792"/>
                  </a:lnTo>
                  <a:lnTo>
                    <a:pt x="1774877" y="5420269"/>
                  </a:lnTo>
                  <a:lnTo>
                    <a:pt x="1796074" y="5420269"/>
                  </a:lnTo>
                  <a:lnTo>
                    <a:pt x="1802442" y="5413910"/>
                  </a:lnTo>
                  <a:lnTo>
                    <a:pt x="1802442" y="5394866"/>
                  </a:lnTo>
                  <a:lnTo>
                    <a:pt x="1796074" y="5386387"/>
                  </a:lnTo>
                  <a:close/>
                </a:path>
                <a:path w="9542780" h="6570345">
                  <a:moveTo>
                    <a:pt x="1796074" y="5430866"/>
                  </a:moveTo>
                  <a:lnTo>
                    <a:pt x="1774877" y="5430866"/>
                  </a:lnTo>
                  <a:lnTo>
                    <a:pt x="1768509" y="5437196"/>
                  </a:lnTo>
                  <a:lnTo>
                    <a:pt x="1768509" y="5458390"/>
                  </a:lnTo>
                  <a:lnTo>
                    <a:pt x="1774877" y="5464719"/>
                  </a:lnTo>
                  <a:lnTo>
                    <a:pt x="1796074" y="5464719"/>
                  </a:lnTo>
                  <a:lnTo>
                    <a:pt x="1802442" y="5458390"/>
                  </a:lnTo>
                  <a:lnTo>
                    <a:pt x="1802442" y="5439316"/>
                  </a:lnTo>
                  <a:lnTo>
                    <a:pt x="1796074" y="5430866"/>
                  </a:lnTo>
                  <a:close/>
                </a:path>
                <a:path w="9542780" h="6570345">
                  <a:moveTo>
                    <a:pt x="1796074" y="5475316"/>
                  </a:moveTo>
                  <a:lnTo>
                    <a:pt x="1774877" y="5475316"/>
                  </a:lnTo>
                  <a:lnTo>
                    <a:pt x="1768509" y="5481674"/>
                  </a:lnTo>
                  <a:lnTo>
                    <a:pt x="1768509" y="5502840"/>
                  </a:lnTo>
                  <a:lnTo>
                    <a:pt x="1774877" y="5509197"/>
                  </a:lnTo>
                  <a:lnTo>
                    <a:pt x="1796074" y="5509197"/>
                  </a:lnTo>
                  <a:lnTo>
                    <a:pt x="1802442" y="5500720"/>
                  </a:lnTo>
                  <a:lnTo>
                    <a:pt x="1802442" y="5483793"/>
                  </a:lnTo>
                  <a:lnTo>
                    <a:pt x="1796074" y="5475316"/>
                  </a:lnTo>
                  <a:close/>
                </a:path>
                <a:path w="9542780" h="6570345">
                  <a:moveTo>
                    <a:pt x="1796074" y="5519794"/>
                  </a:moveTo>
                  <a:lnTo>
                    <a:pt x="1774877" y="5519794"/>
                  </a:lnTo>
                  <a:lnTo>
                    <a:pt x="1768509" y="5526124"/>
                  </a:lnTo>
                  <a:lnTo>
                    <a:pt x="1768509" y="5545199"/>
                  </a:lnTo>
                  <a:lnTo>
                    <a:pt x="1774877" y="5553649"/>
                  </a:lnTo>
                  <a:lnTo>
                    <a:pt x="1796074" y="5553649"/>
                  </a:lnTo>
                  <a:lnTo>
                    <a:pt x="1802442" y="5545199"/>
                  </a:lnTo>
                  <a:lnTo>
                    <a:pt x="1802442" y="5528243"/>
                  </a:lnTo>
                  <a:lnTo>
                    <a:pt x="1796074" y="5519794"/>
                  </a:lnTo>
                  <a:close/>
                </a:path>
                <a:path w="9542780" h="6570345">
                  <a:moveTo>
                    <a:pt x="1796074" y="5564245"/>
                  </a:moveTo>
                  <a:lnTo>
                    <a:pt x="1774877" y="5564245"/>
                  </a:lnTo>
                  <a:lnTo>
                    <a:pt x="1768509" y="5570603"/>
                  </a:lnTo>
                  <a:lnTo>
                    <a:pt x="1768509" y="5589649"/>
                  </a:lnTo>
                  <a:lnTo>
                    <a:pt x="1774877" y="5598126"/>
                  </a:lnTo>
                  <a:lnTo>
                    <a:pt x="1796074" y="5598126"/>
                  </a:lnTo>
                  <a:lnTo>
                    <a:pt x="1802442" y="5589649"/>
                  </a:lnTo>
                  <a:lnTo>
                    <a:pt x="1802442" y="5572723"/>
                  </a:lnTo>
                  <a:lnTo>
                    <a:pt x="1796074" y="5564245"/>
                  </a:lnTo>
                  <a:close/>
                </a:path>
                <a:path w="9542780" h="6570345">
                  <a:moveTo>
                    <a:pt x="1751556" y="971801"/>
                  </a:moveTo>
                  <a:lnTo>
                    <a:pt x="1730358" y="971801"/>
                  </a:lnTo>
                  <a:lnTo>
                    <a:pt x="1723990" y="978018"/>
                  </a:lnTo>
                  <a:lnTo>
                    <a:pt x="1723990" y="997233"/>
                  </a:lnTo>
                  <a:lnTo>
                    <a:pt x="1730358" y="1005711"/>
                  </a:lnTo>
                  <a:lnTo>
                    <a:pt x="1751556" y="1005711"/>
                  </a:lnTo>
                  <a:lnTo>
                    <a:pt x="1757923" y="997233"/>
                  </a:lnTo>
                  <a:lnTo>
                    <a:pt x="1757923" y="980278"/>
                  </a:lnTo>
                  <a:lnTo>
                    <a:pt x="1751556" y="971801"/>
                  </a:lnTo>
                  <a:close/>
                </a:path>
                <a:path w="9542780" h="6570345">
                  <a:moveTo>
                    <a:pt x="1751556" y="1016166"/>
                  </a:moveTo>
                  <a:lnTo>
                    <a:pt x="1730358" y="1016166"/>
                  </a:lnTo>
                  <a:lnTo>
                    <a:pt x="1723990" y="1022666"/>
                  </a:lnTo>
                  <a:lnTo>
                    <a:pt x="1723990" y="1041599"/>
                  </a:lnTo>
                  <a:lnTo>
                    <a:pt x="1730358" y="1050076"/>
                  </a:lnTo>
                  <a:lnTo>
                    <a:pt x="1751556" y="1050076"/>
                  </a:lnTo>
                  <a:lnTo>
                    <a:pt x="1757923" y="1041599"/>
                  </a:lnTo>
                  <a:lnTo>
                    <a:pt x="1757923" y="1024644"/>
                  </a:lnTo>
                  <a:lnTo>
                    <a:pt x="1751556" y="1016166"/>
                  </a:lnTo>
                  <a:close/>
                </a:path>
                <a:path w="9542780" h="6570345">
                  <a:moveTo>
                    <a:pt x="1751556" y="1058553"/>
                  </a:moveTo>
                  <a:lnTo>
                    <a:pt x="1730358" y="1058553"/>
                  </a:lnTo>
                  <a:lnTo>
                    <a:pt x="1723990" y="1065053"/>
                  </a:lnTo>
                  <a:lnTo>
                    <a:pt x="1723990" y="1086247"/>
                  </a:lnTo>
                  <a:lnTo>
                    <a:pt x="1730358" y="1092464"/>
                  </a:lnTo>
                  <a:lnTo>
                    <a:pt x="1751556" y="1092464"/>
                  </a:lnTo>
                  <a:lnTo>
                    <a:pt x="1757923" y="1086247"/>
                  </a:lnTo>
                  <a:lnTo>
                    <a:pt x="1757923" y="1067031"/>
                  </a:lnTo>
                  <a:lnTo>
                    <a:pt x="1751556" y="1058553"/>
                  </a:lnTo>
                  <a:close/>
                </a:path>
                <a:path w="9542780" h="6570345">
                  <a:moveTo>
                    <a:pt x="1751556" y="1102920"/>
                  </a:moveTo>
                  <a:lnTo>
                    <a:pt x="1730358" y="1102920"/>
                  </a:lnTo>
                  <a:lnTo>
                    <a:pt x="1723990" y="1109418"/>
                  </a:lnTo>
                  <a:lnTo>
                    <a:pt x="1723990" y="1128351"/>
                  </a:lnTo>
                  <a:lnTo>
                    <a:pt x="1730358" y="1136829"/>
                  </a:lnTo>
                  <a:lnTo>
                    <a:pt x="1751556" y="1136829"/>
                  </a:lnTo>
                  <a:lnTo>
                    <a:pt x="1757923" y="1130612"/>
                  </a:lnTo>
                  <a:lnTo>
                    <a:pt x="1757923" y="1111397"/>
                  </a:lnTo>
                  <a:lnTo>
                    <a:pt x="1751556" y="1102920"/>
                  </a:lnTo>
                  <a:close/>
                </a:path>
                <a:path w="9542780" h="6570345">
                  <a:moveTo>
                    <a:pt x="1751556" y="1147568"/>
                  </a:moveTo>
                  <a:lnTo>
                    <a:pt x="1730358" y="1147568"/>
                  </a:lnTo>
                  <a:lnTo>
                    <a:pt x="1723990" y="1153784"/>
                  </a:lnTo>
                  <a:lnTo>
                    <a:pt x="1723990" y="1172999"/>
                  </a:lnTo>
                  <a:lnTo>
                    <a:pt x="1730358" y="1181477"/>
                  </a:lnTo>
                  <a:lnTo>
                    <a:pt x="1751556" y="1181477"/>
                  </a:lnTo>
                  <a:lnTo>
                    <a:pt x="1757923" y="1172999"/>
                  </a:lnTo>
                  <a:lnTo>
                    <a:pt x="1757923" y="1156045"/>
                  </a:lnTo>
                  <a:lnTo>
                    <a:pt x="1751556" y="1147568"/>
                  </a:lnTo>
                  <a:close/>
                </a:path>
                <a:path w="9542780" h="6570345">
                  <a:moveTo>
                    <a:pt x="1751556" y="1191933"/>
                  </a:moveTo>
                  <a:lnTo>
                    <a:pt x="1730358" y="1191933"/>
                  </a:lnTo>
                  <a:lnTo>
                    <a:pt x="1723990" y="1198432"/>
                  </a:lnTo>
                  <a:lnTo>
                    <a:pt x="1723990" y="1217364"/>
                  </a:lnTo>
                  <a:lnTo>
                    <a:pt x="1730358" y="1225843"/>
                  </a:lnTo>
                  <a:lnTo>
                    <a:pt x="1751556" y="1225843"/>
                  </a:lnTo>
                  <a:lnTo>
                    <a:pt x="1757923" y="1217364"/>
                  </a:lnTo>
                  <a:lnTo>
                    <a:pt x="1757923" y="1200410"/>
                  </a:lnTo>
                  <a:lnTo>
                    <a:pt x="1751556" y="1191933"/>
                  </a:lnTo>
                  <a:close/>
                </a:path>
                <a:path w="9542780" h="6570345">
                  <a:moveTo>
                    <a:pt x="1751556" y="1236581"/>
                  </a:moveTo>
                  <a:lnTo>
                    <a:pt x="1730358" y="1236581"/>
                  </a:lnTo>
                  <a:lnTo>
                    <a:pt x="1723990" y="1242797"/>
                  </a:lnTo>
                  <a:lnTo>
                    <a:pt x="1723990" y="1261731"/>
                  </a:lnTo>
                  <a:lnTo>
                    <a:pt x="1730358" y="1270208"/>
                  </a:lnTo>
                  <a:lnTo>
                    <a:pt x="1751556" y="1270208"/>
                  </a:lnTo>
                  <a:lnTo>
                    <a:pt x="1757923" y="1261731"/>
                  </a:lnTo>
                  <a:lnTo>
                    <a:pt x="1757923" y="1244776"/>
                  </a:lnTo>
                  <a:lnTo>
                    <a:pt x="1751556" y="1236581"/>
                  </a:lnTo>
                  <a:close/>
                </a:path>
                <a:path w="9542780" h="6570345">
                  <a:moveTo>
                    <a:pt x="1751556" y="1280946"/>
                  </a:moveTo>
                  <a:lnTo>
                    <a:pt x="1730358" y="1280946"/>
                  </a:lnTo>
                  <a:lnTo>
                    <a:pt x="1723990" y="1287162"/>
                  </a:lnTo>
                  <a:lnTo>
                    <a:pt x="1723990" y="1306379"/>
                  </a:lnTo>
                  <a:lnTo>
                    <a:pt x="1730358" y="1314856"/>
                  </a:lnTo>
                  <a:lnTo>
                    <a:pt x="1751556" y="1314856"/>
                  </a:lnTo>
                  <a:lnTo>
                    <a:pt x="1757923" y="1306379"/>
                  </a:lnTo>
                  <a:lnTo>
                    <a:pt x="1757923" y="1289423"/>
                  </a:lnTo>
                  <a:lnTo>
                    <a:pt x="1751556" y="1280946"/>
                  </a:lnTo>
                  <a:close/>
                </a:path>
                <a:path w="9542780" h="6570345">
                  <a:moveTo>
                    <a:pt x="1751556" y="1325312"/>
                  </a:moveTo>
                  <a:lnTo>
                    <a:pt x="1730358" y="1325312"/>
                  </a:lnTo>
                  <a:lnTo>
                    <a:pt x="1723990" y="1331810"/>
                  </a:lnTo>
                  <a:lnTo>
                    <a:pt x="1723990" y="1350744"/>
                  </a:lnTo>
                  <a:lnTo>
                    <a:pt x="1730358" y="1359221"/>
                  </a:lnTo>
                  <a:lnTo>
                    <a:pt x="1751556" y="1359221"/>
                  </a:lnTo>
                  <a:lnTo>
                    <a:pt x="1757923" y="1350744"/>
                  </a:lnTo>
                  <a:lnTo>
                    <a:pt x="1757923" y="1333789"/>
                  </a:lnTo>
                  <a:lnTo>
                    <a:pt x="1751556" y="1325312"/>
                  </a:lnTo>
                  <a:close/>
                </a:path>
                <a:path w="9542780" h="6570345">
                  <a:moveTo>
                    <a:pt x="1751556" y="1367699"/>
                  </a:moveTo>
                  <a:lnTo>
                    <a:pt x="1730358" y="1367699"/>
                  </a:lnTo>
                  <a:lnTo>
                    <a:pt x="1723990" y="1374198"/>
                  </a:lnTo>
                  <a:lnTo>
                    <a:pt x="1723990" y="1393131"/>
                  </a:lnTo>
                  <a:lnTo>
                    <a:pt x="1730358" y="1401608"/>
                  </a:lnTo>
                  <a:lnTo>
                    <a:pt x="1751556" y="1401608"/>
                  </a:lnTo>
                  <a:lnTo>
                    <a:pt x="1757923" y="1395110"/>
                  </a:lnTo>
                  <a:lnTo>
                    <a:pt x="1757923" y="1376177"/>
                  </a:lnTo>
                  <a:lnTo>
                    <a:pt x="1751556" y="1367699"/>
                  </a:lnTo>
                  <a:close/>
                </a:path>
                <a:path w="9542780" h="6570345">
                  <a:moveTo>
                    <a:pt x="1751556" y="1412064"/>
                  </a:moveTo>
                  <a:lnTo>
                    <a:pt x="1730358" y="1412064"/>
                  </a:lnTo>
                  <a:lnTo>
                    <a:pt x="1723990" y="1418564"/>
                  </a:lnTo>
                  <a:lnTo>
                    <a:pt x="1723990" y="1439758"/>
                  </a:lnTo>
                  <a:lnTo>
                    <a:pt x="1730358" y="1445975"/>
                  </a:lnTo>
                  <a:lnTo>
                    <a:pt x="1751556" y="1445975"/>
                  </a:lnTo>
                  <a:lnTo>
                    <a:pt x="1757923" y="1439758"/>
                  </a:lnTo>
                  <a:lnTo>
                    <a:pt x="1757923" y="1420541"/>
                  </a:lnTo>
                  <a:lnTo>
                    <a:pt x="1751556" y="1412064"/>
                  </a:lnTo>
                  <a:close/>
                </a:path>
                <a:path w="9542780" h="6570345">
                  <a:moveTo>
                    <a:pt x="1751556" y="1456712"/>
                  </a:moveTo>
                  <a:lnTo>
                    <a:pt x="1730358" y="1456712"/>
                  </a:lnTo>
                  <a:lnTo>
                    <a:pt x="1723990" y="1462929"/>
                  </a:lnTo>
                  <a:lnTo>
                    <a:pt x="1723990" y="1484123"/>
                  </a:lnTo>
                  <a:lnTo>
                    <a:pt x="1730358" y="1490623"/>
                  </a:lnTo>
                  <a:lnTo>
                    <a:pt x="1751556" y="1490623"/>
                  </a:lnTo>
                  <a:lnTo>
                    <a:pt x="1757923" y="1482144"/>
                  </a:lnTo>
                  <a:lnTo>
                    <a:pt x="1757923" y="1465190"/>
                  </a:lnTo>
                  <a:lnTo>
                    <a:pt x="1751556" y="1456712"/>
                  </a:lnTo>
                  <a:close/>
                </a:path>
                <a:path w="9542780" h="6570345">
                  <a:moveTo>
                    <a:pt x="1751556" y="1501077"/>
                  </a:moveTo>
                  <a:lnTo>
                    <a:pt x="1730358" y="1501077"/>
                  </a:lnTo>
                  <a:lnTo>
                    <a:pt x="1723990" y="1507577"/>
                  </a:lnTo>
                  <a:lnTo>
                    <a:pt x="1723990" y="1528771"/>
                  </a:lnTo>
                  <a:lnTo>
                    <a:pt x="1730358" y="1534988"/>
                  </a:lnTo>
                  <a:lnTo>
                    <a:pt x="1751556" y="1534988"/>
                  </a:lnTo>
                  <a:lnTo>
                    <a:pt x="1757923" y="1526510"/>
                  </a:lnTo>
                  <a:lnTo>
                    <a:pt x="1757923" y="1509555"/>
                  </a:lnTo>
                  <a:lnTo>
                    <a:pt x="1751556" y="1501077"/>
                  </a:lnTo>
                  <a:close/>
                </a:path>
                <a:path w="9542780" h="6570345">
                  <a:moveTo>
                    <a:pt x="1751556" y="1545443"/>
                  </a:moveTo>
                  <a:lnTo>
                    <a:pt x="1730358" y="1545443"/>
                  </a:lnTo>
                  <a:lnTo>
                    <a:pt x="1723990" y="1551942"/>
                  </a:lnTo>
                  <a:lnTo>
                    <a:pt x="1723990" y="1573136"/>
                  </a:lnTo>
                  <a:lnTo>
                    <a:pt x="1730358" y="1579352"/>
                  </a:lnTo>
                  <a:lnTo>
                    <a:pt x="1751556" y="1579352"/>
                  </a:lnTo>
                  <a:lnTo>
                    <a:pt x="1757923" y="1570875"/>
                  </a:lnTo>
                  <a:lnTo>
                    <a:pt x="1757923" y="1553921"/>
                  </a:lnTo>
                  <a:lnTo>
                    <a:pt x="1751556" y="1545443"/>
                  </a:lnTo>
                  <a:close/>
                </a:path>
                <a:path w="9542780" h="6570345">
                  <a:moveTo>
                    <a:pt x="1751556" y="1590092"/>
                  </a:moveTo>
                  <a:lnTo>
                    <a:pt x="1730358" y="1590092"/>
                  </a:lnTo>
                  <a:lnTo>
                    <a:pt x="1723990" y="1596308"/>
                  </a:lnTo>
                  <a:lnTo>
                    <a:pt x="1723990" y="1615523"/>
                  </a:lnTo>
                  <a:lnTo>
                    <a:pt x="1730358" y="1624001"/>
                  </a:lnTo>
                  <a:lnTo>
                    <a:pt x="1751556" y="1624001"/>
                  </a:lnTo>
                  <a:lnTo>
                    <a:pt x="1757923" y="1615523"/>
                  </a:lnTo>
                  <a:lnTo>
                    <a:pt x="1757923" y="1598569"/>
                  </a:lnTo>
                  <a:lnTo>
                    <a:pt x="1751556" y="1590092"/>
                  </a:lnTo>
                  <a:close/>
                </a:path>
                <a:path w="9542780" h="6570345">
                  <a:moveTo>
                    <a:pt x="1751556" y="1634456"/>
                  </a:moveTo>
                  <a:lnTo>
                    <a:pt x="1730358" y="1634456"/>
                  </a:lnTo>
                  <a:lnTo>
                    <a:pt x="1723990" y="1640956"/>
                  </a:lnTo>
                  <a:lnTo>
                    <a:pt x="1723990" y="1659889"/>
                  </a:lnTo>
                  <a:lnTo>
                    <a:pt x="1730358" y="1668367"/>
                  </a:lnTo>
                  <a:lnTo>
                    <a:pt x="1751556" y="1668367"/>
                  </a:lnTo>
                  <a:lnTo>
                    <a:pt x="1757923" y="1659889"/>
                  </a:lnTo>
                  <a:lnTo>
                    <a:pt x="1757923" y="1642934"/>
                  </a:lnTo>
                  <a:lnTo>
                    <a:pt x="1751556" y="1634456"/>
                  </a:lnTo>
                  <a:close/>
                </a:path>
                <a:path w="9542780" h="6570345">
                  <a:moveTo>
                    <a:pt x="1751556" y="1676844"/>
                  </a:moveTo>
                  <a:lnTo>
                    <a:pt x="1730358" y="1676844"/>
                  </a:lnTo>
                  <a:lnTo>
                    <a:pt x="1723990" y="1683061"/>
                  </a:lnTo>
                  <a:lnTo>
                    <a:pt x="1723990" y="1704254"/>
                  </a:lnTo>
                  <a:lnTo>
                    <a:pt x="1730358" y="1710754"/>
                  </a:lnTo>
                  <a:lnTo>
                    <a:pt x="1751556" y="1710754"/>
                  </a:lnTo>
                  <a:lnTo>
                    <a:pt x="1757923" y="1704254"/>
                  </a:lnTo>
                  <a:lnTo>
                    <a:pt x="1757923" y="1685321"/>
                  </a:lnTo>
                  <a:lnTo>
                    <a:pt x="1751556" y="1676844"/>
                  </a:lnTo>
                  <a:close/>
                </a:path>
                <a:path w="9542780" h="6570345">
                  <a:moveTo>
                    <a:pt x="1751556" y="1721209"/>
                  </a:moveTo>
                  <a:lnTo>
                    <a:pt x="1730358" y="1721209"/>
                  </a:lnTo>
                  <a:lnTo>
                    <a:pt x="1723990" y="1727709"/>
                  </a:lnTo>
                  <a:lnTo>
                    <a:pt x="1723990" y="1748903"/>
                  </a:lnTo>
                  <a:lnTo>
                    <a:pt x="1730358" y="1755119"/>
                  </a:lnTo>
                  <a:lnTo>
                    <a:pt x="1751556" y="1755119"/>
                  </a:lnTo>
                  <a:lnTo>
                    <a:pt x="1757923" y="1748903"/>
                  </a:lnTo>
                  <a:lnTo>
                    <a:pt x="1757923" y="1729686"/>
                  </a:lnTo>
                  <a:lnTo>
                    <a:pt x="1751556" y="1721209"/>
                  </a:lnTo>
                  <a:close/>
                </a:path>
                <a:path w="9542780" h="6570345">
                  <a:moveTo>
                    <a:pt x="1751556" y="1765857"/>
                  </a:moveTo>
                  <a:lnTo>
                    <a:pt x="1730358" y="1765857"/>
                  </a:lnTo>
                  <a:lnTo>
                    <a:pt x="1723990" y="1772074"/>
                  </a:lnTo>
                  <a:lnTo>
                    <a:pt x="1723990" y="1793267"/>
                  </a:lnTo>
                  <a:lnTo>
                    <a:pt x="1730358" y="1799767"/>
                  </a:lnTo>
                  <a:lnTo>
                    <a:pt x="1751556" y="1799767"/>
                  </a:lnTo>
                  <a:lnTo>
                    <a:pt x="1757923" y="1791290"/>
                  </a:lnTo>
                  <a:lnTo>
                    <a:pt x="1757923" y="1774334"/>
                  </a:lnTo>
                  <a:lnTo>
                    <a:pt x="1751556" y="1765857"/>
                  </a:lnTo>
                  <a:close/>
                </a:path>
                <a:path w="9542780" h="6570345">
                  <a:moveTo>
                    <a:pt x="1751556" y="1810223"/>
                  </a:moveTo>
                  <a:lnTo>
                    <a:pt x="1730358" y="1810223"/>
                  </a:lnTo>
                  <a:lnTo>
                    <a:pt x="1723990" y="1816722"/>
                  </a:lnTo>
                  <a:lnTo>
                    <a:pt x="1723990" y="1837634"/>
                  </a:lnTo>
                  <a:lnTo>
                    <a:pt x="1730358" y="1844132"/>
                  </a:lnTo>
                  <a:lnTo>
                    <a:pt x="1751556" y="1844132"/>
                  </a:lnTo>
                  <a:lnTo>
                    <a:pt x="1757923" y="1835655"/>
                  </a:lnTo>
                  <a:lnTo>
                    <a:pt x="1757923" y="1818700"/>
                  </a:lnTo>
                  <a:lnTo>
                    <a:pt x="1751556" y="1810223"/>
                  </a:lnTo>
                  <a:close/>
                </a:path>
                <a:path w="9542780" h="6570345">
                  <a:moveTo>
                    <a:pt x="1751556" y="1854588"/>
                  </a:moveTo>
                  <a:lnTo>
                    <a:pt x="1730358" y="1854588"/>
                  </a:lnTo>
                  <a:lnTo>
                    <a:pt x="1723990" y="1861088"/>
                  </a:lnTo>
                  <a:lnTo>
                    <a:pt x="1723990" y="1880021"/>
                  </a:lnTo>
                  <a:lnTo>
                    <a:pt x="1730358" y="1888498"/>
                  </a:lnTo>
                  <a:lnTo>
                    <a:pt x="1751556" y="1888498"/>
                  </a:lnTo>
                  <a:lnTo>
                    <a:pt x="1757923" y="1880021"/>
                  </a:lnTo>
                  <a:lnTo>
                    <a:pt x="1757923" y="1863065"/>
                  </a:lnTo>
                  <a:lnTo>
                    <a:pt x="1751556" y="1854588"/>
                  </a:lnTo>
                  <a:close/>
                </a:path>
                <a:path w="9542780" h="6570345">
                  <a:moveTo>
                    <a:pt x="1751556" y="1899236"/>
                  </a:moveTo>
                  <a:lnTo>
                    <a:pt x="1730358" y="1899236"/>
                  </a:lnTo>
                  <a:lnTo>
                    <a:pt x="1723990" y="1905453"/>
                  </a:lnTo>
                  <a:lnTo>
                    <a:pt x="1723990" y="1924668"/>
                  </a:lnTo>
                  <a:lnTo>
                    <a:pt x="1730358" y="1933147"/>
                  </a:lnTo>
                  <a:lnTo>
                    <a:pt x="1751556" y="1933147"/>
                  </a:lnTo>
                  <a:lnTo>
                    <a:pt x="1757923" y="1924668"/>
                  </a:lnTo>
                  <a:lnTo>
                    <a:pt x="1757923" y="1907713"/>
                  </a:lnTo>
                  <a:lnTo>
                    <a:pt x="1751556" y="1899236"/>
                  </a:lnTo>
                  <a:close/>
                </a:path>
                <a:path w="9542780" h="6570345">
                  <a:moveTo>
                    <a:pt x="1751556" y="1943601"/>
                  </a:moveTo>
                  <a:lnTo>
                    <a:pt x="1730358" y="1943601"/>
                  </a:lnTo>
                  <a:lnTo>
                    <a:pt x="1723990" y="1950101"/>
                  </a:lnTo>
                  <a:lnTo>
                    <a:pt x="1723990" y="1971295"/>
                  </a:lnTo>
                  <a:lnTo>
                    <a:pt x="1730358" y="1977511"/>
                  </a:lnTo>
                  <a:lnTo>
                    <a:pt x="1751556" y="1977511"/>
                  </a:lnTo>
                  <a:lnTo>
                    <a:pt x="1757923" y="1969034"/>
                  </a:lnTo>
                  <a:lnTo>
                    <a:pt x="1757923" y="1952080"/>
                  </a:lnTo>
                  <a:lnTo>
                    <a:pt x="1751556" y="1943601"/>
                  </a:lnTo>
                  <a:close/>
                </a:path>
                <a:path w="9542780" h="6570345">
                  <a:moveTo>
                    <a:pt x="1751556" y="1985989"/>
                  </a:moveTo>
                  <a:lnTo>
                    <a:pt x="1730358" y="1985989"/>
                  </a:lnTo>
                  <a:lnTo>
                    <a:pt x="1723990" y="1992205"/>
                  </a:lnTo>
                  <a:lnTo>
                    <a:pt x="1723990" y="2013399"/>
                  </a:lnTo>
                  <a:lnTo>
                    <a:pt x="1730358" y="2019899"/>
                  </a:lnTo>
                  <a:lnTo>
                    <a:pt x="1751556" y="2019899"/>
                  </a:lnTo>
                  <a:lnTo>
                    <a:pt x="1757923" y="2013399"/>
                  </a:lnTo>
                  <a:lnTo>
                    <a:pt x="1757923" y="1994466"/>
                  </a:lnTo>
                  <a:lnTo>
                    <a:pt x="1751556" y="1985989"/>
                  </a:lnTo>
                  <a:close/>
                </a:path>
                <a:path w="9542780" h="6570345">
                  <a:moveTo>
                    <a:pt x="1751556" y="2030355"/>
                  </a:moveTo>
                  <a:lnTo>
                    <a:pt x="1730358" y="2030355"/>
                  </a:lnTo>
                  <a:lnTo>
                    <a:pt x="1723990" y="2036853"/>
                  </a:lnTo>
                  <a:lnTo>
                    <a:pt x="1723990" y="2058047"/>
                  </a:lnTo>
                  <a:lnTo>
                    <a:pt x="1730358" y="2064264"/>
                  </a:lnTo>
                  <a:lnTo>
                    <a:pt x="1751556" y="2064264"/>
                  </a:lnTo>
                  <a:lnTo>
                    <a:pt x="1757923" y="2058047"/>
                  </a:lnTo>
                  <a:lnTo>
                    <a:pt x="1757923" y="2038832"/>
                  </a:lnTo>
                  <a:lnTo>
                    <a:pt x="1751556" y="2030355"/>
                  </a:lnTo>
                  <a:close/>
                </a:path>
                <a:path w="9542780" h="6570345">
                  <a:moveTo>
                    <a:pt x="1751556" y="2075003"/>
                  </a:moveTo>
                  <a:lnTo>
                    <a:pt x="1730358" y="2075003"/>
                  </a:lnTo>
                  <a:lnTo>
                    <a:pt x="1723990" y="2081220"/>
                  </a:lnTo>
                  <a:lnTo>
                    <a:pt x="1723990" y="2102413"/>
                  </a:lnTo>
                  <a:lnTo>
                    <a:pt x="1730358" y="2108912"/>
                  </a:lnTo>
                  <a:lnTo>
                    <a:pt x="1751556" y="2108912"/>
                  </a:lnTo>
                  <a:lnTo>
                    <a:pt x="1757923" y="2100435"/>
                  </a:lnTo>
                  <a:lnTo>
                    <a:pt x="1757923" y="2083480"/>
                  </a:lnTo>
                  <a:lnTo>
                    <a:pt x="1751556" y="2075003"/>
                  </a:lnTo>
                  <a:close/>
                </a:path>
                <a:path w="9542780" h="6570345">
                  <a:moveTo>
                    <a:pt x="1751556" y="2119368"/>
                  </a:moveTo>
                  <a:lnTo>
                    <a:pt x="1730358" y="2119368"/>
                  </a:lnTo>
                  <a:lnTo>
                    <a:pt x="1723990" y="2125585"/>
                  </a:lnTo>
                  <a:lnTo>
                    <a:pt x="1723990" y="2144801"/>
                  </a:lnTo>
                  <a:lnTo>
                    <a:pt x="1730358" y="2153278"/>
                  </a:lnTo>
                  <a:lnTo>
                    <a:pt x="1751556" y="2153278"/>
                  </a:lnTo>
                  <a:lnTo>
                    <a:pt x="1757923" y="2144801"/>
                  </a:lnTo>
                  <a:lnTo>
                    <a:pt x="1757923" y="2127845"/>
                  </a:lnTo>
                  <a:lnTo>
                    <a:pt x="1751556" y="2119368"/>
                  </a:lnTo>
                  <a:close/>
                </a:path>
                <a:path w="9542780" h="6570345">
                  <a:moveTo>
                    <a:pt x="1751556" y="2163733"/>
                  </a:moveTo>
                  <a:lnTo>
                    <a:pt x="1730358" y="2163733"/>
                  </a:lnTo>
                  <a:lnTo>
                    <a:pt x="1723990" y="2170233"/>
                  </a:lnTo>
                  <a:lnTo>
                    <a:pt x="1723990" y="2189166"/>
                  </a:lnTo>
                  <a:lnTo>
                    <a:pt x="1730358" y="2197643"/>
                  </a:lnTo>
                  <a:lnTo>
                    <a:pt x="1751556" y="2197643"/>
                  </a:lnTo>
                  <a:lnTo>
                    <a:pt x="1757923" y="2189166"/>
                  </a:lnTo>
                  <a:lnTo>
                    <a:pt x="1757923" y="2172211"/>
                  </a:lnTo>
                  <a:lnTo>
                    <a:pt x="1751556" y="2163733"/>
                  </a:lnTo>
                  <a:close/>
                </a:path>
                <a:path w="9542780" h="6570345">
                  <a:moveTo>
                    <a:pt x="1751556" y="2208381"/>
                  </a:moveTo>
                  <a:lnTo>
                    <a:pt x="1730358" y="2208381"/>
                  </a:lnTo>
                  <a:lnTo>
                    <a:pt x="1723990" y="2214598"/>
                  </a:lnTo>
                  <a:lnTo>
                    <a:pt x="1723990" y="2233814"/>
                  </a:lnTo>
                  <a:lnTo>
                    <a:pt x="1730358" y="2242291"/>
                  </a:lnTo>
                  <a:lnTo>
                    <a:pt x="1751556" y="2242291"/>
                  </a:lnTo>
                  <a:lnTo>
                    <a:pt x="1757923" y="2233814"/>
                  </a:lnTo>
                  <a:lnTo>
                    <a:pt x="1757923" y="2216858"/>
                  </a:lnTo>
                  <a:lnTo>
                    <a:pt x="1751556" y="2208381"/>
                  </a:lnTo>
                  <a:close/>
                </a:path>
                <a:path w="9542780" h="6570345">
                  <a:moveTo>
                    <a:pt x="1751556" y="2252747"/>
                  </a:moveTo>
                  <a:lnTo>
                    <a:pt x="1730358" y="2252747"/>
                  </a:lnTo>
                  <a:lnTo>
                    <a:pt x="1723990" y="2259246"/>
                  </a:lnTo>
                  <a:lnTo>
                    <a:pt x="1723990" y="2280157"/>
                  </a:lnTo>
                  <a:lnTo>
                    <a:pt x="1730358" y="2286656"/>
                  </a:lnTo>
                  <a:lnTo>
                    <a:pt x="1751556" y="2286656"/>
                  </a:lnTo>
                  <a:lnTo>
                    <a:pt x="1757923" y="2278179"/>
                  </a:lnTo>
                  <a:lnTo>
                    <a:pt x="1757923" y="2261224"/>
                  </a:lnTo>
                  <a:lnTo>
                    <a:pt x="1751556" y="2252747"/>
                  </a:lnTo>
                  <a:close/>
                </a:path>
                <a:path w="9542780" h="6570345">
                  <a:moveTo>
                    <a:pt x="1751556" y="2295135"/>
                  </a:moveTo>
                  <a:lnTo>
                    <a:pt x="1730358" y="2295135"/>
                  </a:lnTo>
                  <a:lnTo>
                    <a:pt x="1723990" y="2301351"/>
                  </a:lnTo>
                  <a:lnTo>
                    <a:pt x="1723990" y="2322545"/>
                  </a:lnTo>
                  <a:lnTo>
                    <a:pt x="1730358" y="2329044"/>
                  </a:lnTo>
                  <a:lnTo>
                    <a:pt x="1751556" y="2329044"/>
                  </a:lnTo>
                  <a:lnTo>
                    <a:pt x="1757923" y="2322545"/>
                  </a:lnTo>
                  <a:lnTo>
                    <a:pt x="1757923" y="2303612"/>
                  </a:lnTo>
                  <a:lnTo>
                    <a:pt x="1751556" y="2295135"/>
                  </a:lnTo>
                  <a:close/>
                </a:path>
                <a:path w="9542780" h="6570345">
                  <a:moveTo>
                    <a:pt x="1751556" y="2339500"/>
                  </a:moveTo>
                  <a:lnTo>
                    <a:pt x="1730358" y="2339500"/>
                  </a:lnTo>
                  <a:lnTo>
                    <a:pt x="1723990" y="2345999"/>
                  </a:lnTo>
                  <a:lnTo>
                    <a:pt x="1723990" y="2367193"/>
                  </a:lnTo>
                  <a:lnTo>
                    <a:pt x="1730358" y="2373410"/>
                  </a:lnTo>
                  <a:lnTo>
                    <a:pt x="1751556" y="2373410"/>
                  </a:lnTo>
                  <a:lnTo>
                    <a:pt x="1757923" y="2367193"/>
                  </a:lnTo>
                  <a:lnTo>
                    <a:pt x="1757923" y="2347977"/>
                  </a:lnTo>
                  <a:lnTo>
                    <a:pt x="1751556" y="2339500"/>
                  </a:lnTo>
                  <a:close/>
                </a:path>
                <a:path w="9542780" h="6570345">
                  <a:moveTo>
                    <a:pt x="1751556" y="2384148"/>
                  </a:moveTo>
                  <a:lnTo>
                    <a:pt x="1730358" y="2384148"/>
                  </a:lnTo>
                  <a:lnTo>
                    <a:pt x="1723990" y="2390364"/>
                  </a:lnTo>
                  <a:lnTo>
                    <a:pt x="1723990" y="2411558"/>
                  </a:lnTo>
                  <a:lnTo>
                    <a:pt x="1730358" y="2417775"/>
                  </a:lnTo>
                  <a:lnTo>
                    <a:pt x="1751556" y="2417775"/>
                  </a:lnTo>
                  <a:lnTo>
                    <a:pt x="1757923" y="2409579"/>
                  </a:lnTo>
                  <a:lnTo>
                    <a:pt x="1757923" y="2392625"/>
                  </a:lnTo>
                  <a:lnTo>
                    <a:pt x="1751556" y="2384148"/>
                  </a:lnTo>
                  <a:close/>
                </a:path>
                <a:path w="9542780" h="6570345">
                  <a:moveTo>
                    <a:pt x="1751556" y="2428513"/>
                  </a:moveTo>
                  <a:lnTo>
                    <a:pt x="1730358" y="2428513"/>
                  </a:lnTo>
                  <a:lnTo>
                    <a:pt x="1723990" y="2434729"/>
                  </a:lnTo>
                  <a:lnTo>
                    <a:pt x="1723990" y="2453946"/>
                  </a:lnTo>
                  <a:lnTo>
                    <a:pt x="1730358" y="2462423"/>
                  </a:lnTo>
                  <a:lnTo>
                    <a:pt x="1751556" y="2462423"/>
                  </a:lnTo>
                  <a:lnTo>
                    <a:pt x="1757923" y="2453946"/>
                  </a:lnTo>
                  <a:lnTo>
                    <a:pt x="1757923" y="2436991"/>
                  </a:lnTo>
                  <a:lnTo>
                    <a:pt x="1751556" y="2428513"/>
                  </a:lnTo>
                  <a:close/>
                </a:path>
                <a:path w="9542780" h="6570345">
                  <a:moveTo>
                    <a:pt x="1751556" y="2472879"/>
                  </a:moveTo>
                  <a:lnTo>
                    <a:pt x="1730358" y="2472879"/>
                  </a:lnTo>
                  <a:lnTo>
                    <a:pt x="1723990" y="2479377"/>
                  </a:lnTo>
                  <a:lnTo>
                    <a:pt x="1723990" y="2498310"/>
                  </a:lnTo>
                  <a:lnTo>
                    <a:pt x="1730358" y="2506788"/>
                  </a:lnTo>
                  <a:lnTo>
                    <a:pt x="1751556" y="2506788"/>
                  </a:lnTo>
                  <a:lnTo>
                    <a:pt x="1757923" y="2498310"/>
                  </a:lnTo>
                  <a:lnTo>
                    <a:pt x="1757923" y="2481356"/>
                  </a:lnTo>
                  <a:lnTo>
                    <a:pt x="1751556" y="2472879"/>
                  </a:lnTo>
                  <a:close/>
                </a:path>
                <a:path w="9542780" h="6570345">
                  <a:moveTo>
                    <a:pt x="1751556" y="2517527"/>
                  </a:moveTo>
                  <a:lnTo>
                    <a:pt x="1730358" y="2517527"/>
                  </a:lnTo>
                  <a:lnTo>
                    <a:pt x="1723990" y="2523743"/>
                  </a:lnTo>
                  <a:lnTo>
                    <a:pt x="1723990" y="2544937"/>
                  </a:lnTo>
                  <a:lnTo>
                    <a:pt x="1730358" y="2551436"/>
                  </a:lnTo>
                  <a:lnTo>
                    <a:pt x="1751556" y="2551436"/>
                  </a:lnTo>
                  <a:lnTo>
                    <a:pt x="1757923" y="2542959"/>
                  </a:lnTo>
                  <a:lnTo>
                    <a:pt x="1757923" y="2526004"/>
                  </a:lnTo>
                  <a:lnTo>
                    <a:pt x="1751556" y="2517527"/>
                  </a:lnTo>
                  <a:close/>
                </a:path>
                <a:path w="9542780" h="6570345">
                  <a:moveTo>
                    <a:pt x="1751556" y="2561892"/>
                  </a:moveTo>
                  <a:lnTo>
                    <a:pt x="1730358" y="2561892"/>
                  </a:lnTo>
                  <a:lnTo>
                    <a:pt x="1723990" y="2568108"/>
                  </a:lnTo>
                  <a:lnTo>
                    <a:pt x="1723990" y="2589302"/>
                  </a:lnTo>
                  <a:lnTo>
                    <a:pt x="1730358" y="2595802"/>
                  </a:lnTo>
                  <a:lnTo>
                    <a:pt x="1751556" y="2595802"/>
                  </a:lnTo>
                  <a:lnTo>
                    <a:pt x="1757923" y="2587325"/>
                  </a:lnTo>
                  <a:lnTo>
                    <a:pt x="1757923" y="2570369"/>
                  </a:lnTo>
                  <a:lnTo>
                    <a:pt x="1751556" y="2561892"/>
                  </a:lnTo>
                  <a:close/>
                </a:path>
                <a:path w="9542780" h="6570345">
                  <a:moveTo>
                    <a:pt x="1751556" y="2604279"/>
                  </a:moveTo>
                  <a:lnTo>
                    <a:pt x="1730358" y="2604279"/>
                  </a:lnTo>
                  <a:lnTo>
                    <a:pt x="1723990" y="2610496"/>
                  </a:lnTo>
                  <a:lnTo>
                    <a:pt x="1723990" y="2631690"/>
                  </a:lnTo>
                  <a:lnTo>
                    <a:pt x="1730358" y="2638190"/>
                  </a:lnTo>
                  <a:lnTo>
                    <a:pt x="1751556" y="2638190"/>
                  </a:lnTo>
                  <a:lnTo>
                    <a:pt x="1757923" y="2631690"/>
                  </a:lnTo>
                  <a:lnTo>
                    <a:pt x="1757923" y="2612757"/>
                  </a:lnTo>
                  <a:lnTo>
                    <a:pt x="1751556" y="2604279"/>
                  </a:lnTo>
                  <a:close/>
                </a:path>
                <a:path w="9542780" h="6570345">
                  <a:moveTo>
                    <a:pt x="1751556" y="2648644"/>
                  </a:moveTo>
                  <a:lnTo>
                    <a:pt x="1730358" y="2648644"/>
                  </a:lnTo>
                  <a:lnTo>
                    <a:pt x="1723990" y="2655144"/>
                  </a:lnTo>
                  <a:lnTo>
                    <a:pt x="1723990" y="2676338"/>
                  </a:lnTo>
                  <a:lnTo>
                    <a:pt x="1730358" y="2682554"/>
                  </a:lnTo>
                  <a:lnTo>
                    <a:pt x="1751556" y="2682554"/>
                  </a:lnTo>
                  <a:lnTo>
                    <a:pt x="1757923" y="2676338"/>
                  </a:lnTo>
                  <a:lnTo>
                    <a:pt x="1757923" y="2657123"/>
                  </a:lnTo>
                  <a:lnTo>
                    <a:pt x="1751556" y="2648644"/>
                  </a:lnTo>
                  <a:close/>
                </a:path>
                <a:path w="9542780" h="6570345">
                  <a:moveTo>
                    <a:pt x="1751556" y="2693292"/>
                  </a:moveTo>
                  <a:lnTo>
                    <a:pt x="1730358" y="2693292"/>
                  </a:lnTo>
                  <a:lnTo>
                    <a:pt x="1723990" y="2699509"/>
                  </a:lnTo>
                  <a:lnTo>
                    <a:pt x="1723990" y="2718442"/>
                  </a:lnTo>
                  <a:lnTo>
                    <a:pt x="1730358" y="2726919"/>
                  </a:lnTo>
                  <a:lnTo>
                    <a:pt x="1751556" y="2726919"/>
                  </a:lnTo>
                  <a:lnTo>
                    <a:pt x="1757923" y="2718442"/>
                  </a:lnTo>
                  <a:lnTo>
                    <a:pt x="1757923" y="2701770"/>
                  </a:lnTo>
                  <a:lnTo>
                    <a:pt x="1751556" y="2693292"/>
                  </a:lnTo>
                  <a:close/>
                </a:path>
                <a:path w="9542780" h="6570345">
                  <a:moveTo>
                    <a:pt x="1751556" y="2737658"/>
                  </a:moveTo>
                  <a:lnTo>
                    <a:pt x="1730358" y="2737658"/>
                  </a:lnTo>
                  <a:lnTo>
                    <a:pt x="1723990" y="2743875"/>
                  </a:lnTo>
                  <a:lnTo>
                    <a:pt x="1723990" y="2763090"/>
                  </a:lnTo>
                  <a:lnTo>
                    <a:pt x="1730358" y="2771567"/>
                  </a:lnTo>
                  <a:lnTo>
                    <a:pt x="1751556" y="2771567"/>
                  </a:lnTo>
                  <a:lnTo>
                    <a:pt x="1757923" y="2763090"/>
                  </a:lnTo>
                  <a:lnTo>
                    <a:pt x="1757923" y="2746136"/>
                  </a:lnTo>
                  <a:lnTo>
                    <a:pt x="1751556" y="2737658"/>
                  </a:lnTo>
                  <a:close/>
                </a:path>
                <a:path w="9542780" h="6570345">
                  <a:moveTo>
                    <a:pt x="1751556" y="2782023"/>
                  </a:moveTo>
                  <a:lnTo>
                    <a:pt x="1730358" y="2782023"/>
                  </a:lnTo>
                  <a:lnTo>
                    <a:pt x="1723990" y="2788523"/>
                  </a:lnTo>
                  <a:lnTo>
                    <a:pt x="1723990" y="2807456"/>
                  </a:lnTo>
                  <a:lnTo>
                    <a:pt x="1730358" y="2815934"/>
                  </a:lnTo>
                  <a:lnTo>
                    <a:pt x="1751556" y="2815934"/>
                  </a:lnTo>
                  <a:lnTo>
                    <a:pt x="1757923" y="2807456"/>
                  </a:lnTo>
                  <a:lnTo>
                    <a:pt x="1757923" y="2790501"/>
                  </a:lnTo>
                  <a:lnTo>
                    <a:pt x="1751556" y="2782023"/>
                  </a:lnTo>
                  <a:close/>
                </a:path>
                <a:path w="9542780" h="6570345">
                  <a:moveTo>
                    <a:pt x="1751556" y="2826672"/>
                  </a:moveTo>
                  <a:lnTo>
                    <a:pt x="1730358" y="2826672"/>
                  </a:lnTo>
                  <a:lnTo>
                    <a:pt x="1723990" y="2832888"/>
                  </a:lnTo>
                  <a:lnTo>
                    <a:pt x="1723990" y="2851821"/>
                  </a:lnTo>
                  <a:lnTo>
                    <a:pt x="1730358" y="2860299"/>
                  </a:lnTo>
                  <a:lnTo>
                    <a:pt x="1751556" y="2860299"/>
                  </a:lnTo>
                  <a:lnTo>
                    <a:pt x="1757923" y="2851821"/>
                  </a:lnTo>
                  <a:lnTo>
                    <a:pt x="1757923" y="2835149"/>
                  </a:lnTo>
                  <a:lnTo>
                    <a:pt x="1751556" y="2826672"/>
                  </a:lnTo>
                  <a:close/>
                </a:path>
                <a:path w="9542780" h="6570345">
                  <a:moveTo>
                    <a:pt x="1751556" y="3840746"/>
                  </a:moveTo>
                  <a:lnTo>
                    <a:pt x="1730358" y="3840746"/>
                  </a:lnTo>
                  <a:lnTo>
                    <a:pt x="1723990" y="3847105"/>
                  </a:lnTo>
                  <a:lnTo>
                    <a:pt x="1723990" y="3866151"/>
                  </a:lnTo>
                  <a:lnTo>
                    <a:pt x="1730358" y="3874629"/>
                  </a:lnTo>
                  <a:lnTo>
                    <a:pt x="1751556" y="3874629"/>
                  </a:lnTo>
                  <a:lnTo>
                    <a:pt x="1757923" y="3868270"/>
                  </a:lnTo>
                  <a:lnTo>
                    <a:pt x="1757923" y="3849225"/>
                  </a:lnTo>
                  <a:lnTo>
                    <a:pt x="1751556" y="3840746"/>
                  </a:lnTo>
                  <a:close/>
                </a:path>
                <a:path w="9542780" h="6570345">
                  <a:moveTo>
                    <a:pt x="1751556" y="3885225"/>
                  </a:moveTo>
                  <a:lnTo>
                    <a:pt x="1730358" y="3885225"/>
                  </a:lnTo>
                  <a:lnTo>
                    <a:pt x="1723990" y="3891555"/>
                  </a:lnTo>
                  <a:lnTo>
                    <a:pt x="1723990" y="3910629"/>
                  </a:lnTo>
                  <a:lnTo>
                    <a:pt x="1730358" y="3919079"/>
                  </a:lnTo>
                  <a:lnTo>
                    <a:pt x="1751556" y="3919079"/>
                  </a:lnTo>
                  <a:lnTo>
                    <a:pt x="1757923" y="3912749"/>
                  </a:lnTo>
                  <a:lnTo>
                    <a:pt x="1757923" y="3893675"/>
                  </a:lnTo>
                  <a:lnTo>
                    <a:pt x="1751556" y="3885225"/>
                  </a:lnTo>
                  <a:close/>
                </a:path>
                <a:path w="9542780" h="6570345">
                  <a:moveTo>
                    <a:pt x="1751556" y="3929675"/>
                  </a:moveTo>
                  <a:lnTo>
                    <a:pt x="1730358" y="3929675"/>
                  </a:lnTo>
                  <a:lnTo>
                    <a:pt x="1723990" y="3936033"/>
                  </a:lnTo>
                  <a:lnTo>
                    <a:pt x="1723990" y="3955079"/>
                  </a:lnTo>
                  <a:lnTo>
                    <a:pt x="1730358" y="3963556"/>
                  </a:lnTo>
                  <a:lnTo>
                    <a:pt x="1751556" y="3963556"/>
                  </a:lnTo>
                  <a:lnTo>
                    <a:pt x="1757923" y="3955079"/>
                  </a:lnTo>
                  <a:lnTo>
                    <a:pt x="1757923" y="3938153"/>
                  </a:lnTo>
                  <a:lnTo>
                    <a:pt x="1751556" y="3929675"/>
                  </a:lnTo>
                  <a:close/>
                </a:path>
                <a:path w="9542780" h="6570345">
                  <a:moveTo>
                    <a:pt x="1751556" y="3974125"/>
                  </a:moveTo>
                  <a:lnTo>
                    <a:pt x="1730358" y="3974125"/>
                  </a:lnTo>
                  <a:lnTo>
                    <a:pt x="1723990" y="3980483"/>
                  </a:lnTo>
                  <a:lnTo>
                    <a:pt x="1723990" y="3999558"/>
                  </a:lnTo>
                  <a:lnTo>
                    <a:pt x="1730358" y="4008008"/>
                  </a:lnTo>
                  <a:lnTo>
                    <a:pt x="1751556" y="4008008"/>
                  </a:lnTo>
                  <a:lnTo>
                    <a:pt x="1757923" y="3999558"/>
                  </a:lnTo>
                  <a:lnTo>
                    <a:pt x="1757923" y="3982603"/>
                  </a:lnTo>
                  <a:lnTo>
                    <a:pt x="1751556" y="3974125"/>
                  </a:lnTo>
                  <a:close/>
                </a:path>
                <a:path w="9542780" h="6570345">
                  <a:moveTo>
                    <a:pt x="1751556" y="4018605"/>
                  </a:moveTo>
                  <a:lnTo>
                    <a:pt x="1730358" y="4018605"/>
                  </a:lnTo>
                  <a:lnTo>
                    <a:pt x="1723990" y="4024962"/>
                  </a:lnTo>
                  <a:lnTo>
                    <a:pt x="1723990" y="4044008"/>
                  </a:lnTo>
                  <a:lnTo>
                    <a:pt x="1730358" y="4052486"/>
                  </a:lnTo>
                  <a:lnTo>
                    <a:pt x="1751556" y="4052486"/>
                  </a:lnTo>
                  <a:lnTo>
                    <a:pt x="1757923" y="4044008"/>
                  </a:lnTo>
                  <a:lnTo>
                    <a:pt x="1757923" y="4027082"/>
                  </a:lnTo>
                  <a:lnTo>
                    <a:pt x="1751556" y="4018605"/>
                  </a:lnTo>
                  <a:close/>
                </a:path>
                <a:path w="9542780" h="6570345">
                  <a:moveTo>
                    <a:pt x="1751556" y="4063055"/>
                  </a:moveTo>
                  <a:lnTo>
                    <a:pt x="1730358" y="4063055"/>
                  </a:lnTo>
                  <a:lnTo>
                    <a:pt x="1723990" y="4069412"/>
                  </a:lnTo>
                  <a:lnTo>
                    <a:pt x="1723990" y="4088486"/>
                  </a:lnTo>
                  <a:lnTo>
                    <a:pt x="1730358" y="4096936"/>
                  </a:lnTo>
                  <a:lnTo>
                    <a:pt x="1751556" y="4096936"/>
                  </a:lnTo>
                  <a:lnTo>
                    <a:pt x="1757923" y="4088486"/>
                  </a:lnTo>
                  <a:lnTo>
                    <a:pt x="1757923" y="4071532"/>
                  </a:lnTo>
                  <a:lnTo>
                    <a:pt x="1751556" y="4063055"/>
                  </a:lnTo>
                  <a:close/>
                </a:path>
                <a:path w="9542780" h="6570345">
                  <a:moveTo>
                    <a:pt x="1751556" y="4107533"/>
                  </a:moveTo>
                  <a:lnTo>
                    <a:pt x="1730358" y="4107533"/>
                  </a:lnTo>
                  <a:lnTo>
                    <a:pt x="1723990" y="4113890"/>
                  </a:lnTo>
                  <a:lnTo>
                    <a:pt x="1723990" y="4132936"/>
                  </a:lnTo>
                  <a:lnTo>
                    <a:pt x="1730358" y="4141415"/>
                  </a:lnTo>
                  <a:lnTo>
                    <a:pt x="1751556" y="4141415"/>
                  </a:lnTo>
                  <a:lnTo>
                    <a:pt x="1757923" y="4132936"/>
                  </a:lnTo>
                  <a:lnTo>
                    <a:pt x="1757923" y="4116010"/>
                  </a:lnTo>
                  <a:lnTo>
                    <a:pt x="1751556" y="4107533"/>
                  </a:lnTo>
                  <a:close/>
                </a:path>
                <a:path w="9542780" h="6570345">
                  <a:moveTo>
                    <a:pt x="1751556" y="4149863"/>
                  </a:moveTo>
                  <a:lnTo>
                    <a:pt x="1730358" y="4149863"/>
                  </a:lnTo>
                  <a:lnTo>
                    <a:pt x="1723990" y="4156222"/>
                  </a:lnTo>
                  <a:lnTo>
                    <a:pt x="1723990" y="4175296"/>
                  </a:lnTo>
                  <a:lnTo>
                    <a:pt x="1730358" y="4183745"/>
                  </a:lnTo>
                  <a:lnTo>
                    <a:pt x="1751556" y="4183745"/>
                  </a:lnTo>
                  <a:lnTo>
                    <a:pt x="1757923" y="4177416"/>
                  </a:lnTo>
                  <a:lnTo>
                    <a:pt x="1757923" y="4158341"/>
                  </a:lnTo>
                  <a:lnTo>
                    <a:pt x="1751556" y="4149863"/>
                  </a:lnTo>
                  <a:close/>
                </a:path>
                <a:path w="9542780" h="6570345">
                  <a:moveTo>
                    <a:pt x="1751556" y="4194342"/>
                  </a:moveTo>
                  <a:lnTo>
                    <a:pt x="1730358" y="4194342"/>
                  </a:lnTo>
                  <a:lnTo>
                    <a:pt x="1723990" y="4200700"/>
                  </a:lnTo>
                  <a:lnTo>
                    <a:pt x="1723990" y="4221866"/>
                  </a:lnTo>
                  <a:lnTo>
                    <a:pt x="1730358" y="4228223"/>
                  </a:lnTo>
                  <a:lnTo>
                    <a:pt x="1751556" y="4228223"/>
                  </a:lnTo>
                  <a:lnTo>
                    <a:pt x="1757923" y="4221866"/>
                  </a:lnTo>
                  <a:lnTo>
                    <a:pt x="1757923" y="4202819"/>
                  </a:lnTo>
                  <a:lnTo>
                    <a:pt x="1751556" y="4194342"/>
                  </a:lnTo>
                  <a:close/>
                </a:path>
                <a:path w="9542780" h="6570345">
                  <a:moveTo>
                    <a:pt x="1751556" y="4238792"/>
                  </a:moveTo>
                  <a:lnTo>
                    <a:pt x="1730358" y="4238792"/>
                  </a:lnTo>
                  <a:lnTo>
                    <a:pt x="1723990" y="4245150"/>
                  </a:lnTo>
                  <a:lnTo>
                    <a:pt x="1723990" y="4266316"/>
                  </a:lnTo>
                  <a:lnTo>
                    <a:pt x="1730358" y="4272673"/>
                  </a:lnTo>
                  <a:lnTo>
                    <a:pt x="1751556" y="4272673"/>
                  </a:lnTo>
                  <a:lnTo>
                    <a:pt x="1757923" y="4264225"/>
                  </a:lnTo>
                  <a:lnTo>
                    <a:pt x="1757923" y="4247269"/>
                  </a:lnTo>
                  <a:lnTo>
                    <a:pt x="1751556" y="4238792"/>
                  </a:lnTo>
                  <a:close/>
                </a:path>
                <a:path w="9542780" h="6570345">
                  <a:moveTo>
                    <a:pt x="1751556" y="4283270"/>
                  </a:moveTo>
                  <a:lnTo>
                    <a:pt x="1730358" y="4283270"/>
                  </a:lnTo>
                  <a:lnTo>
                    <a:pt x="1723990" y="4289629"/>
                  </a:lnTo>
                  <a:lnTo>
                    <a:pt x="1723990" y="4308675"/>
                  </a:lnTo>
                  <a:lnTo>
                    <a:pt x="1730358" y="4317152"/>
                  </a:lnTo>
                  <a:lnTo>
                    <a:pt x="1751556" y="4317152"/>
                  </a:lnTo>
                  <a:lnTo>
                    <a:pt x="1757923" y="4308675"/>
                  </a:lnTo>
                  <a:lnTo>
                    <a:pt x="1757923" y="4291749"/>
                  </a:lnTo>
                  <a:lnTo>
                    <a:pt x="1751556" y="4283270"/>
                  </a:lnTo>
                  <a:close/>
                </a:path>
                <a:path w="9542780" h="6570345">
                  <a:moveTo>
                    <a:pt x="1751556" y="4327721"/>
                  </a:moveTo>
                  <a:lnTo>
                    <a:pt x="1730358" y="4327721"/>
                  </a:lnTo>
                  <a:lnTo>
                    <a:pt x="1723990" y="4334079"/>
                  </a:lnTo>
                  <a:lnTo>
                    <a:pt x="1723990" y="4353153"/>
                  </a:lnTo>
                  <a:lnTo>
                    <a:pt x="1730358" y="4361602"/>
                  </a:lnTo>
                  <a:lnTo>
                    <a:pt x="1751556" y="4361602"/>
                  </a:lnTo>
                  <a:lnTo>
                    <a:pt x="1757923" y="4353153"/>
                  </a:lnTo>
                  <a:lnTo>
                    <a:pt x="1757923" y="4336199"/>
                  </a:lnTo>
                  <a:lnTo>
                    <a:pt x="1751556" y="4327721"/>
                  </a:lnTo>
                  <a:close/>
                </a:path>
                <a:path w="9542780" h="6570345">
                  <a:moveTo>
                    <a:pt x="1751556" y="4372199"/>
                  </a:moveTo>
                  <a:lnTo>
                    <a:pt x="1730358" y="4372199"/>
                  </a:lnTo>
                  <a:lnTo>
                    <a:pt x="1723990" y="4378557"/>
                  </a:lnTo>
                  <a:lnTo>
                    <a:pt x="1723990" y="4397603"/>
                  </a:lnTo>
                  <a:lnTo>
                    <a:pt x="1730358" y="4406080"/>
                  </a:lnTo>
                  <a:lnTo>
                    <a:pt x="1751556" y="4406080"/>
                  </a:lnTo>
                  <a:lnTo>
                    <a:pt x="1757923" y="4397603"/>
                  </a:lnTo>
                  <a:lnTo>
                    <a:pt x="1757923" y="4380677"/>
                  </a:lnTo>
                  <a:lnTo>
                    <a:pt x="1751556" y="4372199"/>
                  </a:lnTo>
                  <a:close/>
                </a:path>
                <a:path w="9542780" h="6570345">
                  <a:moveTo>
                    <a:pt x="1751556" y="4416649"/>
                  </a:moveTo>
                  <a:lnTo>
                    <a:pt x="1730358" y="4416649"/>
                  </a:lnTo>
                  <a:lnTo>
                    <a:pt x="1723990" y="4423008"/>
                  </a:lnTo>
                  <a:lnTo>
                    <a:pt x="1723990" y="4442053"/>
                  </a:lnTo>
                  <a:lnTo>
                    <a:pt x="1730358" y="4450532"/>
                  </a:lnTo>
                  <a:lnTo>
                    <a:pt x="1751556" y="4450532"/>
                  </a:lnTo>
                  <a:lnTo>
                    <a:pt x="1757923" y="4442053"/>
                  </a:lnTo>
                  <a:lnTo>
                    <a:pt x="1757923" y="4425127"/>
                  </a:lnTo>
                  <a:lnTo>
                    <a:pt x="1751556" y="4416649"/>
                  </a:lnTo>
                  <a:close/>
                </a:path>
                <a:path w="9542780" h="6570345">
                  <a:moveTo>
                    <a:pt x="1751556" y="4459009"/>
                  </a:moveTo>
                  <a:lnTo>
                    <a:pt x="1730358" y="4459009"/>
                  </a:lnTo>
                  <a:lnTo>
                    <a:pt x="1723990" y="4465366"/>
                  </a:lnTo>
                  <a:lnTo>
                    <a:pt x="1723990" y="4484413"/>
                  </a:lnTo>
                  <a:lnTo>
                    <a:pt x="1730358" y="4492890"/>
                  </a:lnTo>
                  <a:lnTo>
                    <a:pt x="1751556" y="4492890"/>
                  </a:lnTo>
                  <a:lnTo>
                    <a:pt x="1757923" y="4486532"/>
                  </a:lnTo>
                  <a:lnTo>
                    <a:pt x="1757923" y="4467486"/>
                  </a:lnTo>
                  <a:lnTo>
                    <a:pt x="1751556" y="4459009"/>
                  </a:lnTo>
                  <a:close/>
                </a:path>
                <a:path w="9542780" h="6570345">
                  <a:moveTo>
                    <a:pt x="1751556" y="4503459"/>
                  </a:moveTo>
                  <a:lnTo>
                    <a:pt x="1730358" y="4503459"/>
                  </a:lnTo>
                  <a:lnTo>
                    <a:pt x="1723990" y="4509816"/>
                  </a:lnTo>
                  <a:lnTo>
                    <a:pt x="1723990" y="4528863"/>
                  </a:lnTo>
                  <a:lnTo>
                    <a:pt x="1730358" y="4537340"/>
                  </a:lnTo>
                  <a:lnTo>
                    <a:pt x="1751556" y="4537340"/>
                  </a:lnTo>
                  <a:lnTo>
                    <a:pt x="1757923" y="4530982"/>
                  </a:lnTo>
                  <a:lnTo>
                    <a:pt x="1757923" y="4511936"/>
                  </a:lnTo>
                  <a:lnTo>
                    <a:pt x="1751556" y="4503459"/>
                  </a:lnTo>
                  <a:close/>
                </a:path>
                <a:path w="9542780" h="6570345">
                  <a:moveTo>
                    <a:pt x="1751556" y="4681316"/>
                  </a:moveTo>
                  <a:lnTo>
                    <a:pt x="1730358" y="4681316"/>
                  </a:lnTo>
                  <a:lnTo>
                    <a:pt x="1723990" y="4687674"/>
                  </a:lnTo>
                  <a:lnTo>
                    <a:pt x="1723990" y="4706720"/>
                  </a:lnTo>
                  <a:lnTo>
                    <a:pt x="1730358" y="4715198"/>
                  </a:lnTo>
                  <a:lnTo>
                    <a:pt x="1751556" y="4715198"/>
                  </a:lnTo>
                  <a:lnTo>
                    <a:pt x="1757923" y="4706720"/>
                  </a:lnTo>
                  <a:lnTo>
                    <a:pt x="1757923" y="4689793"/>
                  </a:lnTo>
                  <a:lnTo>
                    <a:pt x="1751556" y="4681316"/>
                  </a:lnTo>
                  <a:close/>
                </a:path>
                <a:path w="9542780" h="6570345">
                  <a:moveTo>
                    <a:pt x="1751556" y="4725795"/>
                  </a:moveTo>
                  <a:lnTo>
                    <a:pt x="1730358" y="4725795"/>
                  </a:lnTo>
                  <a:lnTo>
                    <a:pt x="1723990" y="4732153"/>
                  </a:lnTo>
                  <a:lnTo>
                    <a:pt x="1723990" y="4753319"/>
                  </a:lnTo>
                  <a:lnTo>
                    <a:pt x="1730358" y="4759676"/>
                  </a:lnTo>
                  <a:lnTo>
                    <a:pt x="1751556" y="4759676"/>
                  </a:lnTo>
                  <a:lnTo>
                    <a:pt x="1757923" y="4751199"/>
                  </a:lnTo>
                  <a:lnTo>
                    <a:pt x="1757923" y="4734243"/>
                  </a:lnTo>
                  <a:lnTo>
                    <a:pt x="1751556" y="4725795"/>
                  </a:lnTo>
                  <a:close/>
                </a:path>
                <a:path w="9542780" h="6570345">
                  <a:moveTo>
                    <a:pt x="1751556" y="4768126"/>
                  </a:moveTo>
                  <a:lnTo>
                    <a:pt x="1730358" y="4768126"/>
                  </a:lnTo>
                  <a:lnTo>
                    <a:pt x="1723990" y="4774483"/>
                  </a:lnTo>
                  <a:lnTo>
                    <a:pt x="1723990" y="4795649"/>
                  </a:lnTo>
                  <a:lnTo>
                    <a:pt x="1730358" y="4802007"/>
                  </a:lnTo>
                  <a:lnTo>
                    <a:pt x="1751556" y="4802007"/>
                  </a:lnTo>
                  <a:lnTo>
                    <a:pt x="1757923" y="4795649"/>
                  </a:lnTo>
                  <a:lnTo>
                    <a:pt x="1757923" y="4776603"/>
                  </a:lnTo>
                  <a:lnTo>
                    <a:pt x="1751556" y="4768126"/>
                  </a:lnTo>
                  <a:close/>
                </a:path>
                <a:path w="9542780" h="6570345">
                  <a:moveTo>
                    <a:pt x="1751556" y="4812604"/>
                  </a:moveTo>
                  <a:lnTo>
                    <a:pt x="1730358" y="4812604"/>
                  </a:lnTo>
                  <a:lnTo>
                    <a:pt x="1723990" y="4818962"/>
                  </a:lnTo>
                  <a:lnTo>
                    <a:pt x="1723990" y="4838009"/>
                  </a:lnTo>
                  <a:lnTo>
                    <a:pt x="1730358" y="4846486"/>
                  </a:lnTo>
                  <a:lnTo>
                    <a:pt x="1751556" y="4846486"/>
                  </a:lnTo>
                  <a:lnTo>
                    <a:pt x="1757923" y="4840127"/>
                  </a:lnTo>
                  <a:lnTo>
                    <a:pt x="1757923" y="4821053"/>
                  </a:lnTo>
                  <a:lnTo>
                    <a:pt x="1751556" y="4812604"/>
                  </a:lnTo>
                  <a:close/>
                </a:path>
                <a:path w="9542780" h="6570345">
                  <a:moveTo>
                    <a:pt x="1751556" y="4857054"/>
                  </a:moveTo>
                  <a:lnTo>
                    <a:pt x="1730358" y="4857054"/>
                  </a:lnTo>
                  <a:lnTo>
                    <a:pt x="1723990" y="4863412"/>
                  </a:lnTo>
                  <a:lnTo>
                    <a:pt x="1723990" y="4882459"/>
                  </a:lnTo>
                  <a:lnTo>
                    <a:pt x="1730358" y="4890936"/>
                  </a:lnTo>
                  <a:lnTo>
                    <a:pt x="1751556" y="4890936"/>
                  </a:lnTo>
                  <a:lnTo>
                    <a:pt x="1757923" y="4882459"/>
                  </a:lnTo>
                  <a:lnTo>
                    <a:pt x="1757923" y="4865532"/>
                  </a:lnTo>
                  <a:lnTo>
                    <a:pt x="1751556" y="4857054"/>
                  </a:lnTo>
                  <a:close/>
                </a:path>
                <a:path w="9542780" h="6570345">
                  <a:moveTo>
                    <a:pt x="1751556" y="4901533"/>
                  </a:moveTo>
                  <a:lnTo>
                    <a:pt x="1730358" y="4901533"/>
                  </a:lnTo>
                  <a:lnTo>
                    <a:pt x="1723990" y="4907890"/>
                  </a:lnTo>
                  <a:lnTo>
                    <a:pt x="1723990" y="4926937"/>
                  </a:lnTo>
                  <a:lnTo>
                    <a:pt x="1730358" y="4935414"/>
                  </a:lnTo>
                  <a:lnTo>
                    <a:pt x="1751556" y="4935414"/>
                  </a:lnTo>
                  <a:lnTo>
                    <a:pt x="1757923" y="4926937"/>
                  </a:lnTo>
                  <a:lnTo>
                    <a:pt x="1757923" y="4909982"/>
                  </a:lnTo>
                  <a:lnTo>
                    <a:pt x="1751556" y="4901533"/>
                  </a:lnTo>
                  <a:close/>
                </a:path>
                <a:path w="9542780" h="6570345">
                  <a:moveTo>
                    <a:pt x="1751556" y="4945983"/>
                  </a:moveTo>
                  <a:lnTo>
                    <a:pt x="1730358" y="4945983"/>
                  </a:lnTo>
                  <a:lnTo>
                    <a:pt x="1723990" y="4952340"/>
                  </a:lnTo>
                  <a:lnTo>
                    <a:pt x="1723990" y="4971387"/>
                  </a:lnTo>
                  <a:lnTo>
                    <a:pt x="1730358" y="4979864"/>
                  </a:lnTo>
                  <a:lnTo>
                    <a:pt x="1751556" y="4979864"/>
                  </a:lnTo>
                  <a:lnTo>
                    <a:pt x="1757923" y="4971387"/>
                  </a:lnTo>
                  <a:lnTo>
                    <a:pt x="1757923" y="4954460"/>
                  </a:lnTo>
                  <a:lnTo>
                    <a:pt x="1751556" y="4945983"/>
                  </a:lnTo>
                  <a:close/>
                </a:path>
                <a:path w="9542780" h="6570345">
                  <a:moveTo>
                    <a:pt x="1751556" y="4990461"/>
                  </a:moveTo>
                  <a:lnTo>
                    <a:pt x="1730358" y="4990461"/>
                  </a:lnTo>
                  <a:lnTo>
                    <a:pt x="1723990" y="4996792"/>
                  </a:lnTo>
                  <a:lnTo>
                    <a:pt x="1723990" y="5015866"/>
                  </a:lnTo>
                  <a:lnTo>
                    <a:pt x="1730358" y="5024343"/>
                  </a:lnTo>
                  <a:lnTo>
                    <a:pt x="1751556" y="5024343"/>
                  </a:lnTo>
                  <a:lnTo>
                    <a:pt x="1757923" y="5015866"/>
                  </a:lnTo>
                  <a:lnTo>
                    <a:pt x="1757923" y="4998910"/>
                  </a:lnTo>
                  <a:lnTo>
                    <a:pt x="1751556" y="4990461"/>
                  </a:lnTo>
                  <a:close/>
                </a:path>
                <a:path w="9542780" h="6570345">
                  <a:moveTo>
                    <a:pt x="1751556" y="5034912"/>
                  </a:moveTo>
                  <a:lnTo>
                    <a:pt x="1730358" y="5034912"/>
                  </a:lnTo>
                  <a:lnTo>
                    <a:pt x="1723990" y="5041270"/>
                  </a:lnTo>
                  <a:lnTo>
                    <a:pt x="1723990" y="5060316"/>
                  </a:lnTo>
                  <a:lnTo>
                    <a:pt x="1730358" y="5068793"/>
                  </a:lnTo>
                  <a:lnTo>
                    <a:pt x="1751556" y="5068793"/>
                  </a:lnTo>
                  <a:lnTo>
                    <a:pt x="1757923" y="5060316"/>
                  </a:lnTo>
                  <a:lnTo>
                    <a:pt x="1757923" y="5043389"/>
                  </a:lnTo>
                  <a:lnTo>
                    <a:pt x="1751556" y="5034912"/>
                  </a:lnTo>
                  <a:close/>
                </a:path>
                <a:path w="9542780" h="6570345">
                  <a:moveTo>
                    <a:pt x="1751556" y="5077270"/>
                  </a:moveTo>
                  <a:lnTo>
                    <a:pt x="1730358" y="5077270"/>
                  </a:lnTo>
                  <a:lnTo>
                    <a:pt x="1723990" y="5083629"/>
                  </a:lnTo>
                  <a:lnTo>
                    <a:pt x="1723990" y="5102675"/>
                  </a:lnTo>
                  <a:lnTo>
                    <a:pt x="1730358" y="5111153"/>
                  </a:lnTo>
                  <a:lnTo>
                    <a:pt x="1751556" y="5111153"/>
                  </a:lnTo>
                  <a:lnTo>
                    <a:pt x="1757923" y="5104794"/>
                  </a:lnTo>
                  <a:lnTo>
                    <a:pt x="1757923" y="5085720"/>
                  </a:lnTo>
                  <a:lnTo>
                    <a:pt x="1751556" y="5077270"/>
                  </a:lnTo>
                  <a:close/>
                </a:path>
                <a:path w="9542780" h="6570345">
                  <a:moveTo>
                    <a:pt x="1751556" y="5121720"/>
                  </a:moveTo>
                  <a:lnTo>
                    <a:pt x="1730358" y="5121720"/>
                  </a:lnTo>
                  <a:lnTo>
                    <a:pt x="1723990" y="5128079"/>
                  </a:lnTo>
                  <a:lnTo>
                    <a:pt x="1723990" y="5147125"/>
                  </a:lnTo>
                  <a:lnTo>
                    <a:pt x="1730358" y="5155603"/>
                  </a:lnTo>
                  <a:lnTo>
                    <a:pt x="1751556" y="5155603"/>
                  </a:lnTo>
                  <a:lnTo>
                    <a:pt x="1757923" y="5149244"/>
                  </a:lnTo>
                  <a:lnTo>
                    <a:pt x="1757923" y="5130199"/>
                  </a:lnTo>
                  <a:lnTo>
                    <a:pt x="1751556" y="5121720"/>
                  </a:lnTo>
                  <a:close/>
                </a:path>
                <a:path w="9542780" h="6570345">
                  <a:moveTo>
                    <a:pt x="1751556" y="5166199"/>
                  </a:moveTo>
                  <a:lnTo>
                    <a:pt x="1730358" y="5166199"/>
                  </a:lnTo>
                  <a:lnTo>
                    <a:pt x="1723990" y="5172529"/>
                  </a:lnTo>
                  <a:lnTo>
                    <a:pt x="1723990" y="5191603"/>
                  </a:lnTo>
                  <a:lnTo>
                    <a:pt x="1730358" y="5200081"/>
                  </a:lnTo>
                  <a:lnTo>
                    <a:pt x="1751556" y="5200081"/>
                  </a:lnTo>
                  <a:lnTo>
                    <a:pt x="1757923" y="5191603"/>
                  </a:lnTo>
                  <a:lnTo>
                    <a:pt x="1757923" y="5174649"/>
                  </a:lnTo>
                  <a:lnTo>
                    <a:pt x="1751556" y="5166199"/>
                  </a:lnTo>
                  <a:close/>
                </a:path>
                <a:path w="9542780" h="6570345">
                  <a:moveTo>
                    <a:pt x="1751556" y="5210649"/>
                  </a:moveTo>
                  <a:lnTo>
                    <a:pt x="1730358" y="5210649"/>
                  </a:lnTo>
                  <a:lnTo>
                    <a:pt x="1723990" y="5217007"/>
                  </a:lnTo>
                  <a:lnTo>
                    <a:pt x="1723990" y="5236053"/>
                  </a:lnTo>
                  <a:lnTo>
                    <a:pt x="1730358" y="5244531"/>
                  </a:lnTo>
                  <a:lnTo>
                    <a:pt x="1751556" y="5244531"/>
                  </a:lnTo>
                  <a:lnTo>
                    <a:pt x="1757923" y="5236053"/>
                  </a:lnTo>
                  <a:lnTo>
                    <a:pt x="1757923" y="5219127"/>
                  </a:lnTo>
                  <a:lnTo>
                    <a:pt x="1751556" y="5210649"/>
                  </a:lnTo>
                  <a:close/>
                </a:path>
                <a:path w="9542780" h="6570345">
                  <a:moveTo>
                    <a:pt x="1751556" y="5255127"/>
                  </a:moveTo>
                  <a:lnTo>
                    <a:pt x="1730358" y="5255127"/>
                  </a:lnTo>
                  <a:lnTo>
                    <a:pt x="1723990" y="5261458"/>
                  </a:lnTo>
                  <a:lnTo>
                    <a:pt x="1723990" y="5282651"/>
                  </a:lnTo>
                  <a:lnTo>
                    <a:pt x="1730358" y="5288982"/>
                  </a:lnTo>
                  <a:lnTo>
                    <a:pt x="1751556" y="5288982"/>
                  </a:lnTo>
                  <a:lnTo>
                    <a:pt x="1757923" y="5280533"/>
                  </a:lnTo>
                  <a:lnTo>
                    <a:pt x="1757923" y="5263577"/>
                  </a:lnTo>
                  <a:lnTo>
                    <a:pt x="1751556" y="5255127"/>
                  </a:lnTo>
                  <a:close/>
                </a:path>
                <a:path w="9542780" h="6570345">
                  <a:moveTo>
                    <a:pt x="1751556" y="5299579"/>
                  </a:moveTo>
                  <a:lnTo>
                    <a:pt x="1730358" y="5299579"/>
                  </a:lnTo>
                  <a:lnTo>
                    <a:pt x="1723990" y="5305936"/>
                  </a:lnTo>
                  <a:lnTo>
                    <a:pt x="1723990" y="5327102"/>
                  </a:lnTo>
                  <a:lnTo>
                    <a:pt x="1730358" y="5333460"/>
                  </a:lnTo>
                  <a:lnTo>
                    <a:pt x="1751556" y="5333460"/>
                  </a:lnTo>
                  <a:lnTo>
                    <a:pt x="1757923" y="5324983"/>
                  </a:lnTo>
                  <a:lnTo>
                    <a:pt x="1757923" y="5308056"/>
                  </a:lnTo>
                  <a:lnTo>
                    <a:pt x="1751556" y="5299579"/>
                  </a:lnTo>
                  <a:close/>
                </a:path>
                <a:path w="9542780" h="6570345">
                  <a:moveTo>
                    <a:pt x="1751556" y="5344057"/>
                  </a:moveTo>
                  <a:lnTo>
                    <a:pt x="1730358" y="5344057"/>
                  </a:lnTo>
                  <a:lnTo>
                    <a:pt x="1723990" y="5350386"/>
                  </a:lnTo>
                  <a:lnTo>
                    <a:pt x="1723990" y="5369460"/>
                  </a:lnTo>
                  <a:lnTo>
                    <a:pt x="1730358" y="5377910"/>
                  </a:lnTo>
                  <a:lnTo>
                    <a:pt x="1751556" y="5377910"/>
                  </a:lnTo>
                  <a:lnTo>
                    <a:pt x="1757923" y="5369460"/>
                  </a:lnTo>
                  <a:lnTo>
                    <a:pt x="1757923" y="5352506"/>
                  </a:lnTo>
                  <a:lnTo>
                    <a:pt x="1751556" y="5344057"/>
                  </a:lnTo>
                  <a:close/>
                </a:path>
                <a:path w="9542780" h="6570345">
                  <a:moveTo>
                    <a:pt x="1751556" y="5386387"/>
                  </a:moveTo>
                  <a:lnTo>
                    <a:pt x="1730358" y="5386387"/>
                  </a:lnTo>
                  <a:lnTo>
                    <a:pt x="1723990" y="5392746"/>
                  </a:lnTo>
                  <a:lnTo>
                    <a:pt x="1723990" y="5411792"/>
                  </a:lnTo>
                  <a:lnTo>
                    <a:pt x="1730358" y="5420269"/>
                  </a:lnTo>
                  <a:lnTo>
                    <a:pt x="1751556" y="5420269"/>
                  </a:lnTo>
                  <a:lnTo>
                    <a:pt x="1757923" y="5413910"/>
                  </a:lnTo>
                  <a:lnTo>
                    <a:pt x="1757923" y="5394866"/>
                  </a:lnTo>
                  <a:lnTo>
                    <a:pt x="1751556" y="5386387"/>
                  </a:lnTo>
                  <a:close/>
                </a:path>
                <a:path w="9542780" h="6570345">
                  <a:moveTo>
                    <a:pt x="1751556" y="5430866"/>
                  </a:moveTo>
                  <a:lnTo>
                    <a:pt x="1730358" y="5430866"/>
                  </a:lnTo>
                  <a:lnTo>
                    <a:pt x="1723990" y="5437196"/>
                  </a:lnTo>
                  <a:lnTo>
                    <a:pt x="1723990" y="5458390"/>
                  </a:lnTo>
                  <a:lnTo>
                    <a:pt x="1730358" y="5464719"/>
                  </a:lnTo>
                  <a:lnTo>
                    <a:pt x="1751556" y="5464719"/>
                  </a:lnTo>
                  <a:lnTo>
                    <a:pt x="1757923" y="5458390"/>
                  </a:lnTo>
                  <a:lnTo>
                    <a:pt x="1757923" y="5439316"/>
                  </a:lnTo>
                  <a:lnTo>
                    <a:pt x="1751556" y="5430866"/>
                  </a:lnTo>
                  <a:close/>
                </a:path>
                <a:path w="9542780" h="6570345">
                  <a:moveTo>
                    <a:pt x="1751556" y="5475316"/>
                  </a:moveTo>
                  <a:lnTo>
                    <a:pt x="1730358" y="5475316"/>
                  </a:lnTo>
                  <a:lnTo>
                    <a:pt x="1723990" y="5481674"/>
                  </a:lnTo>
                  <a:lnTo>
                    <a:pt x="1723990" y="5502840"/>
                  </a:lnTo>
                  <a:lnTo>
                    <a:pt x="1730358" y="5509197"/>
                  </a:lnTo>
                  <a:lnTo>
                    <a:pt x="1751556" y="5509197"/>
                  </a:lnTo>
                  <a:lnTo>
                    <a:pt x="1757923" y="5500720"/>
                  </a:lnTo>
                  <a:lnTo>
                    <a:pt x="1757923" y="5483793"/>
                  </a:lnTo>
                  <a:lnTo>
                    <a:pt x="1751556" y="5475316"/>
                  </a:lnTo>
                  <a:close/>
                </a:path>
                <a:path w="9542780" h="6570345">
                  <a:moveTo>
                    <a:pt x="1751556" y="5519794"/>
                  </a:moveTo>
                  <a:lnTo>
                    <a:pt x="1730358" y="5519794"/>
                  </a:lnTo>
                  <a:lnTo>
                    <a:pt x="1723990" y="5526124"/>
                  </a:lnTo>
                  <a:lnTo>
                    <a:pt x="1723990" y="5545199"/>
                  </a:lnTo>
                  <a:lnTo>
                    <a:pt x="1730358" y="5553649"/>
                  </a:lnTo>
                  <a:lnTo>
                    <a:pt x="1751556" y="5553649"/>
                  </a:lnTo>
                  <a:lnTo>
                    <a:pt x="1757923" y="5545199"/>
                  </a:lnTo>
                  <a:lnTo>
                    <a:pt x="1757923" y="5528243"/>
                  </a:lnTo>
                  <a:lnTo>
                    <a:pt x="1751556" y="5519794"/>
                  </a:lnTo>
                  <a:close/>
                </a:path>
                <a:path w="9542780" h="6570345">
                  <a:moveTo>
                    <a:pt x="1707038" y="971801"/>
                  </a:moveTo>
                  <a:lnTo>
                    <a:pt x="1685813" y="971801"/>
                  </a:lnTo>
                  <a:lnTo>
                    <a:pt x="1679445" y="978018"/>
                  </a:lnTo>
                  <a:lnTo>
                    <a:pt x="1679445" y="997233"/>
                  </a:lnTo>
                  <a:lnTo>
                    <a:pt x="1685813" y="1005711"/>
                  </a:lnTo>
                  <a:lnTo>
                    <a:pt x="1707038" y="1005711"/>
                  </a:lnTo>
                  <a:lnTo>
                    <a:pt x="1713378" y="997233"/>
                  </a:lnTo>
                  <a:lnTo>
                    <a:pt x="1713378" y="980278"/>
                  </a:lnTo>
                  <a:lnTo>
                    <a:pt x="1707038" y="971801"/>
                  </a:lnTo>
                  <a:close/>
                </a:path>
                <a:path w="9542780" h="6570345">
                  <a:moveTo>
                    <a:pt x="1707038" y="1016166"/>
                  </a:moveTo>
                  <a:lnTo>
                    <a:pt x="1685813" y="1016166"/>
                  </a:lnTo>
                  <a:lnTo>
                    <a:pt x="1679445" y="1022666"/>
                  </a:lnTo>
                  <a:lnTo>
                    <a:pt x="1679445" y="1041599"/>
                  </a:lnTo>
                  <a:lnTo>
                    <a:pt x="1685813" y="1050076"/>
                  </a:lnTo>
                  <a:lnTo>
                    <a:pt x="1707038" y="1050076"/>
                  </a:lnTo>
                  <a:lnTo>
                    <a:pt x="1713378" y="1041599"/>
                  </a:lnTo>
                  <a:lnTo>
                    <a:pt x="1713378" y="1024644"/>
                  </a:lnTo>
                  <a:lnTo>
                    <a:pt x="1707038" y="1016166"/>
                  </a:lnTo>
                  <a:close/>
                </a:path>
                <a:path w="9542780" h="6570345">
                  <a:moveTo>
                    <a:pt x="1707038" y="1058553"/>
                  </a:moveTo>
                  <a:lnTo>
                    <a:pt x="1685813" y="1058553"/>
                  </a:lnTo>
                  <a:lnTo>
                    <a:pt x="1679445" y="1065053"/>
                  </a:lnTo>
                  <a:lnTo>
                    <a:pt x="1679445" y="1086247"/>
                  </a:lnTo>
                  <a:lnTo>
                    <a:pt x="1685813" y="1092464"/>
                  </a:lnTo>
                  <a:lnTo>
                    <a:pt x="1707038" y="1092464"/>
                  </a:lnTo>
                  <a:lnTo>
                    <a:pt x="1713378" y="1086247"/>
                  </a:lnTo>
                  <a:lnTo>
                    <a:pt x="1713378" y="1067031"/>
                  </a:lnTo>
                  <a:lnTo>
                    <a:pt x="1707038" y="1058553"/>
                  </a:lnTo>
                  <a:close/>
                </a:path>
                <a:path w="9542780" h="6570345">
                  <a:moveTo>
                    <a:pt x="1707038" y="1102920"/>
                  </a:moveTo>
                  <a:lnTo>
                    <a:pt x="1685813" y="1102920"/>
                  </a:lnTo>
                  <a:lnTo>
                    <a:pt x="1679445" y="1109418"/>
                  </a:lnTo>
                  <a:lnTo>
                    <a:pt x="1679445" y="1128351"/>
                  </a:lnTo>
                  <a:lnTo>
                    <a:pt x="1685813" y="1136829"/>
                  </a:lnTo>
                  <a:lnTo>
                    <a:pt x="1707038" y="1136829"/>
                  </a:lnTo>
                  <a:lnTo>
                    <a:pt x="1713378" y="1130612"/>
                  </a:lnTo>
                  <a:lnTo>
                    <a:pt x="1713378" y="1111397"/>
                  </a:lnTo>
                  <a:lnTo>
                    <a:pt x="1707038" y="1102920"/>
                  </a:lnTo>
                  <a:close/>
                </a:path>
                <a:path w="9542780" h="6570345">
                  <a:moveTo>
                    <a:pt x="1707038" y="1147568"/>
                  </a:moveTo>
                  <a:lnTo>
                    <a:pt x="1685813" y="1147568"/>
                  </a:lnTo>
                  <a:lnTo>
                    <a:pt x="1679445" y="1153784"/>
                  </a:lnTo>
                  <a:lnTo>
                    <a:pt x="1679445" y="1172999"/>
                  </a:lnTo>
                  <a:lnTo>
                    <a:pt x="1685813" y="1181477"/>
                  </a:lnTo>
                  <a:lnTo>
                    <a:pt x="1707038" y="1181477"/>
                  </a:lnTo>
                  <a:lnTo>
                    <a:pt x="1713378" y="1172999"/>
                  </a:lnTo>
                  <a:lnTo>
                    <a:pt x="1713378" y="1156045"/>
                  </a:lnTo>
                  <a:lnTo>
                    <a:pt x="1707038" y="1147568"/>
                  </a:lnTo>
                  <a:close/>
                </a:path>
                <a:path w="9542780" h="6570345">
                  <a:moveTo>
                    <a:pt x="1707038" y="1191933"/>
                  </a:moveTo>
                  <a:lnTo>
                    <a:pt x="1685813" y="1191933"/>
                  </a:lnTo>
                  <a:lnTo>
                    <a:pt x="1679445" y="1198432"/>
                  </a:lnTo>
                  <a:lnTo>
                    <a:pt x="1679445" y="1217364"/>
                  </a:lnTo>
                  <a:lnTo>
                    <a:pt x="1685813" y="1225843"/>
                  </a:lnTo>
                  <a:lnTo>
                    <a:pt x="1707038" y="1225843"/>
                  </a:lnTo>
                  <a:lnTo>
                    <a:pt x="1713378" y="1217364"/>
                  </a:lnTo>
                  <a:lnTo>
                    <a:pt x="1713378" y="1200410"/>
                  </a:lnTo>
                  <a:lnTo>
                    <a:pt x="1707038" y="1191933"/>
                  </a:lnTo>
                  <a:close/>
                </a:path>
                <a:path w="9542780" h="6570345">
                  <a:moveTo>
                    <a:pt x="1707038" y="1236581"/>
                  </a:moveTo>
                  <a:lnTo>
                    <a:pt x="1685813" y="1236581"/>
                  </a:lnTo>
                  <a:lnTo>
                    <a:pt x="1679445" y="1242797"/>
                  </a:lnTo>
                  <a:lnTo>
                    <a:pt x="1679445" y="1261731"/>
                  </a:lnTo>
                  <a:lnTo>
                    <a:pt x="1685813" y="1270208"/>
                  </a:lnTo>
                  <a:lnTo>
                    <a:pt x="1707038" y="1270208"/>
                  </a:lnTo>
                  <a:lnTo>
                    <a:pt x="1713378" y="1261731"/>
                  </a:lnTo>
                  <a:lnTo>
                    <a:pt x="1713378" y="1244776"/>
                  </a:lnTo>
                  <a:lnTo>
                    <a:pt x="1707038" y="1236581"/>
                  </a:lnTo>
                  <a:close/>
                </a:path>
                <a:path w="9542780" h="6570345">
                  <a:moveTo>
                    <a:pt x="1707038" y="1280946"/>
                  </a:moveTo>
                  <a:lnTo>
                    <a:pt x="1685813" y="1280946"/>
                  </a:lnTo>
                  <a:lnTo>
                    <a:pt x="1679445" y="1287162"/>
                  </a:lnTo>
                  <a:lnTo>
                    <a:pt x="1679445" y="1306379"/>
                  </a:lnTo>
                  <a:lnTo>
                    <a:pt x="1685813" y="1314856"/>
                  </a:lnTo>
                  <a:lnTo>
                    <a:pt x="1707038" y="1314856"/>
                  </a:lnTo>
                  <a:lnTo>
                    <a:pt x="1713378" y="1306379"/>
                  </a:lnTo>
                  <a:lnTo>
                    <a:pt x="1713378" y="1289423"/>
                  </a:lnTo>
                  <a:lnTo>
                    <a:pt x="1707038" y="1280946"/>
                  </a:lnTo>
                  <a:close/>
                </a:path>
                <a:path w="9542780" h="6570345">
                  <a:moveTo>
                    <a:pt x="1707038" y="1325312"/>
                  </a:moveTo>
                  <a:lnTo>
                    <a:pt x="1685813" y="1325312"/>
                  </a:lnTo>
                  <a:lnTo>
                    <a:pt x="1679445" y="1331810"/>
                  </a:lnTo>
                  <a:lnTo>
                    <a:pt x="1679445" y="1350744"/>
                  </a:lnTo>
                  <a:lnTo>
                    <a:pt x="1685813" y="1359221"/>
                  </a:lnTo>
                  <a:lnTo>
                    <a:pt x="1707038" y="1359221"/>
                  </a:lnTo>
                  <a:lnTo>
                    <a:pt x="1713378" y="1350744"/>
                  </a:lnTo>
                  <a:lnTo>
                    <a:pt x="1713378" y="1333789"/>
                  </a:lnTo>
                  <a:lnTo>
                    <a:pt x="1707038" y="1325312"/>
                  </a:lnTo>
                  <a:close/>
                </a:path>
                <a:path w="9542780" h="6570345">
                  <a:moveTo>
                    <a:pt x="1707038" y="1367699"/>
                  </a:moveTo>
                  <a:lnTo>
                    <a:pt x="1685813" y="1367699"/>
                  </a:lnTo>
                  <a:lnTo>
                    <a:pt x="1679445" y="1374198"/>
                  </a:lnTo>
                  <a:lnTo>
                    <a:pt x="1679445" y="1393131"/>
                  </a:lnTo>
                  <a:lnTo>
                    <a:pt x="1685813" y="1401608"/>
                  </a:lnTo>
                  <a:lnTo>
                    <a:pt x="1707038" y="1401608"/>
                  </a:lnTo>
                  <a:lnTo>
                    <a:pt x="1713378" y="1395110"/>
                  </a:lnTo>
                  <a:lnTo>
                    <a:pt x="1713378" y="1376177"/>
                  </a:lnTo>
                  <a:lnTo>
                    <a:pt x="1707038" y="1367699"/>
                  </a:lnTo>
                  <a:close/>
                </a:path>
                <a:path w="9542780" h="6570345">
                  <a:moveTo>
                    <a:pt x="1707038" y="1412064"/>
                  </a:moveTo>
                  <a:lnTo>
                    <a:pt x="1685813" y="1412064"/>
                  </a:lnTo>
                  <a:lnTo>
                    <a:pt x="1679445" y="1418564"/>
                  </a:lnTo>
                  <a:lnTo>
                    <a:pt x="1679445" y="1439758"/>
                  </a:lnTo>
                  <a:lnTo>
                    <a:pt x="1685813" y="1445975"/>
                  </a:lnTo>
                  <a:lnTo>
                    <a:pt x="1707038" y="1445975"/>
                  </a:lnTo>
                  <a:lnTo>
                    <a:pt x="1713378" y="1439758"/>
                  </a:lnTo>
                  <a:lnTo>
                    <a:pt x="1713378" y="1420541"/>
                  </a:lnTo>
                  <a:lnTo>
                    <a:pt x="1707038" y="1412064"/>
                  </a:lnTo>
                  <a:close/>
                </a:path>
                <a:path w="9542780" h="6570345">
                  <a:moveTo>
                    <a:pt x="1707038" y="1456712"/>
                  </a:moveTo>
                  <a:lnTo>
                    <a:pt x="1685813" y="1456712"/>
                  </a:lnTo>
                  <a:lnTo>
                    <a:pt x="1679445" y="1462929"/>
                  </a:lnTo>
                  <a:lnTo>
                    <a:pt x="1679445" y="1484123"/>
                  </a:lnTo>
                  <a:lnTo>
                    <a:pt x="1685813" y="1490623"/>
                  </a:lnTo>
                  <a:lnTo>
                    <a:pt x="1707038" y="1490623"/>
                  </a:lnTo>
                  <a:lnTo>
                    <a:pt x="1713378" y="1482144"/>
                  </a:lnTo>
                  <a:lnTo>
                    <a:pt x="1713378" y="1465190"/>
                  </a:lnTo>
                  <a:lnTo>
                    <a:pt x="1707038" y="1456712"/>
                  </a:lnTo>
                  <a:close/>
                </a:path>
                <a:path w="9542780" h="6570345">
                  <a:moveTo>
                    <a:pt x="1707038" y="1501077"/>
                  </a:moveTo>
                  <a:lnTo>
                    <a:pt x="1685813" y="1501077"/>
                  </a:lnTo>
                  <a:lnTo>
                    <a:pt x="1679445" y="1507577"/>
                  </a:lnTo>
                  <a:lnTo>
                    <a:pt x="1679445" y="1528771"/>
                  </a:lnTo>
                  <a:lnTo>
                    <a:pt x="1685813" y="1534988"/>
                  </a:lnTo>
                  <a:lnTo>
                    <a:pt x="1707038" y="1534988"/>
                  </a:lnTo>
                  <a:lnTo>
                    <a:pt x="1713378" y="1526510"/>
                  </a:lnTo>
                  <a:lnTo>
                    <a:pt x="1713378" y="1509555"/>
                  </a:lnTo>
                  <a:lnTo>
                    <a:pt x="1707038" y="1501077"/>
                  </a:lnTo>
                  <a:close/>
                </a:path>
                <a:path w="9542780" h="6570345">
                  <a:moveTo>
                    <a:pt x="1707038" y="1545443"/>
                  </a:moveTo>
                  <a:lnTo>
                    <a:pt x="1685813" y="1545443"/>
                  </a:lnTo>
                  <a:lnTo>
                    <a:pt x="1679445" y="1551942"/>
                  </a:lnTo>
                  <a:lnTo>
                    <a:pt x="1679445" y="1573136"/>
                  </a:lnTo>
                  <a:lnTo>
                    <a:pt x="1685813" y="1579352"/>
                  </a:lnTo>
                  <a:lnTo>
                    <a:pt x="1707038" y="1579352"/>
                  </a:lnTo>
                  <a:lnTo>
                    <a:pt x="1713378" y="1570875"/>
                  </a:lnTo>
                  <a:lnTo>
                    <a:pt x="1713378" y="1553921"/>
                  </a:lnTo>
                  <a:lnTo>
                    <a:pt x="1707038" y="1545443"/>
                  </a:lnTo>
                  <a:close/>
                </a:path>
                <a:path w="9542780" h="6570345">
                  <a:moveTo>
                    <a:pt x="1707038" y="1590092"/>
                  </a:moveTo>
                  <a:lnTo>
                    <a:pt x="1685813" y="1590092"/>
                  </a:lnTo>
                  <a:lnTo>
                    <a:pt x="1679445" y="1596308"/>
                  </a:lnTo>
                  <a:lnTo>
                    <a:pt x="1679445" y="1615523"/>
                  </a:lnTo>
                  <a:lnTo>
                    <a:pt x="1685813" y="1624001"/>
                  </a:lnTo>
                  <a:lnTo>
                    <a:pt x="1707038" y="1624001"/>
                  </a:lnTo>
                  <a:lnTo>
                    <a:pt x="1713378" y="1615523"/>
                  </a:lnTo>
                  <a:lnTo>
                    <a:pt x="1713378" y="1598569"/>
                  </a:lnTo>
                  <a:lnTo>
                    <a:pt x="1707038" y="1590092"/>
                  </a:lnTo>
                  <a:close/>
                </a:path>
                <a:path w="9542780" h="6570345">
                  <a:moveTo>
                    <a:pt x="1707038" y="1634456"/>
                  </a:moveTo>
                  <a:lnTo>
                    <a:pt x="1685813" y="1634456"/>
                  </a:lnTo>
                  <a:lnTo>
                    <a:pt x="1679445" y="1640956"/>
                  </a:lnTo>
                  <a:lnTo>
                    <a:pt x="1679445" y="1659889"/>
                  </a:lnTo>
                  <a:lnTo>
                    <a:pt x="1685813" y="1668367"/>
                  </a:lnTo>
                  <a:lnTo>
                    <a:pt x="1707038" y="1668367"/>
                  </a:lnTo>
                  <a:lnTo>
                    <a:pt x="1713378" y="1659889"/>
                  </a:lnTo>
                  <a:lnTo>
                    <a:pt x="1713378" y="1642934"/>
                  </a:lnTo>
                  <a:lnTo>
                    <a:pt x="1707038" y="1634456"/>
                  </a:lnTo>
                  <a:close/>
                </a:path>
                <a:path w="9542780" h="6570345">
                  <a:moveTo>
                    <a:pt x="1707038" y="1676844"/>
                  </a:moveTo>
                  <a:lnTo>
                    <a:pt x="1685813" y="1676844"/>
                  </a:lnTo>
                  <a:lnTo>
                    <a:pt x="1679445" y="1683061"/>
                  </a:lnTo>
                  <a:lnTo>
                    <a:pt x="1679445" y="1704254"/>
                  </a:lnTo>
                  <a:lnTo>
                    <a:pt x="1685813" y="1710754"/>
                  </a:lnTo>
                  <a:lnTo>
                    <a:pt x="1707038" y="1710754"/>
                  </a:lnTo>
                  <a:lnTo>
                    <a:pt x="1713378" y="1704254"/>
                  </a:lnTo>
                  <a:lnTo>
                    <a:pt x="1713378" y="1685321"/>
                  </a:lnTo>
                  <a:lnTo>
                    <a:pt x="1707038" y="1676844"/>
                  </a:lnTo>
                  <a:close/>
                </a:path>
                <a:path w="9542780" h="6570345">
                  <a:moveTo>
                    <a:pt x="1707038" y="1721209"/>
                  </a:moveTo>
                  <a:lnTo>
                    <a:pt x="1685813" y="1721209"/>
                  </a:lnTo>
                  <a:lnTo>
                    <a:pt x="1679445" y="1727709"/>
                  </a:lnTo>
                  <a:lnTo>
                    <a:pt x="1679445" y="1748903"/>
                  </a:lnTo>
                  <a:lnTo>
                    <a:pt x="1685813" y="1755119"/>
                  </a:lnTo>
                  <a:lnTo>
                    <a:pt x="1707038" y="1755119"/>
                  </a:lnTo>
                  <a:lnTo>
                    <a:pt x="1713378" y="1748903"/>
                  </a:lnTo>
                  <a:lnTo>
                    <a:pt x="1713378" y="1729686"/>
                  </a:lnTo>
                  <a:lnTo>
                    <a:pt x="1707038" y="1721209"/>
                  </a:lnTo>
                  <a:close/>
                </a:path>
                <a:path w="9542780" h="6570345">
                  <a:moveTo>
                    <a:pt x="1707038" y="1765857"/>
                  </a:moveTo>
                  <a:lnTo>
                    <a:pt x="1685813" y="1765857"/>
                  </a:lnTo>
                  <a:lnTo>
                    <a:pt x="1679445" y="1772074"/>
                  </a:lnTo>
                  <a:lnTo>
                    <a:pt x="1679445" y="1793267"/>
                  </a:lnTo>
                  <a:lnTo>
                    <a:pt x="1687935" y="1799767"/>
                  </a:lnTo>
                  <a:lnTo>
                    <a:pt x="1704916" y="1799767"/>
                  </a:lnTo>
                  <a:lnTo>
                    <a:pt x="1713378" y="1791290"/>
                  </a:lnTo>
                  <a:lnTo>
                    <a:pt x="1713378" y="1774334"/>
                  </a:lnTo>
                  <a:lnTo>
                    <a:pt x="1707038" y="1765857"/>
                  </a:lnTo>
                  <a:close/>
                </a:path>
                <a:path w="9542780" h="6570345">
                  <a:moveTo>
                    <a:pt x="1707038" y="1810223"/>
                  </a:moveTo>
                  <a:lnTo>
                    <a:pt x="1685813" y="1810223"/>
                  </a:lnTo>
                  <a:lnTo>
                    <a:pt x="1679445" y="1816722"/>
                  </a:lnTo>
                  <a:lnTo>
                    <a:pt x="1679445" y="1837634"/>
                  </a:lnTo>
                  <a:lnTo>
                    <a:pt x="1685813" y="1844132"/>
                  </a:lnTo>
                  <a:lnTo>
                    <a:pt x="1707038" y="1844132"/>
                  </a:lnTo>
                  <a:lnTo>
                    <a:pt x="1713378" y="1835655"/>
                  </a:lnTo>
                  <a:lnTo>
                    <a:pt x="1713378" y="1818700"/>
                  </a:lnTo>
                  <a:lnTo>
                    <a:pt x="1707038" y="1810223"/>
                  </a:lnTo>
                  <a:close/>
                </a:path>
                <a:path w="9542780" h="6570345">
                  <a:moveTo>
                    <a:pt x="1707038" y="1854588"/>
                  </a:moveTo>
                  <a:lnTo>
                    <a:pt x="1685813" y="1854588"/>
                  </a:lnTo>
                  <a:lnTo>
                    <a:pt x="1679445" y="1861088"/>
                  </a:lnTo>
                  <a:lnTo>
                    <a:pt x="1679445" y="1880021"/>
                  </a:lnTo>
                  <a:lnTo>
                    <a:pt x="1685813" y="1888498"/>
                  </a:lnTo>
                  <a:lnTo>
                    <a:pt x="1707038" y="1888498"/>
                  </a:lnTo>
                  <a:lnTo>
                    <a:pt x="1713378" y="1880021"/>
                  </a:lnTo>
                  <a:lnTo>
                    <a:pt x="1713378" y="1863065"/>
                  </a:lnTo>
                  <a:lnTo>
                    <a:pt x="1707038" y="1854588"/>
                  </a:lnTo>
                  <a:close/>
                </a:path>
                <a:path w="9542780" h="6570345">
                  <a:moveTo>
                    <a:pt x="1707038" y="1899236"/>
                  </a:moveTo>
                  <a:lnTo>
                    <a:pt x="1685813" y="1899236"/>
                  </a:lnTo>
                  <a:lnTo>
                    <a:pt x="1679445" y="1905453"/>
                  </a:lnTo>
                  <a:lnTo>
                    <a:pt x="1679445" y="1924668"/>
                  </a:lnTo>
                  <a:lnTo>
                    <a:pt x="1685813" y="1933147"/>
                  </a:lnTo>
                  <a:lnTo>
                    <a:pt x="1707038" y="1933147"/>
                  </a:lnTo>
                  <a:lnTo>
                    <a:pt x="1713378" y="1924668"/>
                  </a:lnTo>
                  <a:lnTo>
                    <a:pt x="1713378" y="1907713"/>
                  </a:lnTo>
                  <a:lnTo>
                    <a:pt x="1707038" y="1899236"/>
                  </a:lnTo>
                  <a:close/>
                </a:path>
                <a:path w="9542780" h="6570345">
                  <a:moveTo>
                    <a:pt x="1707038" y="1943601"/>
                  </a:moveTo>
                  <a:lnTo>
                    <a:pt x="1685813" y="1943601"/>
                  </a:lnTo>
                  <a:lnTo>
                    <a:pt x="1679445" y="1950101"/>
                  </a:lnTo>
                  <a:lnTo>
                    <a:pt x="1679445" y="1971295"/>
                  </a:lnTo>
                  <a:lnTo>
                    <a:pt x="1685813" y="1977511"/>
                  </a:lnTo>
                  <a:lnTo>
                    <a:pt x="1707038" y="1977511"/>
                  </a:lnTo>
                  <a:lnTo>
                    <a:pt x="1713378" y="1969034"/>
                  </a:lnTo>
                  <a:lnTo>
                    <a:pt x="1713378" y="1952080"/>
                  </a:lnTo>
                  <a:lnTo>
                    <a:pt x="1707038" y="1943601"/>
                  </a:lnTo>
                  <a:close/>
                </a:path>
                <a:path w="9542780" h="6570345">
                  <a:moveTo>
                    <a:pt x="1707038" y="1985989"/>
                  </a:moveTo>
                  <a:lnTo>
                    <a:pt x="1685813" y="1985989"/>
                  </a:lnTo>
                  <a:lnTo>
                    <a:pt x="1679445" y="1992205"/>
                  </a:lnTo>
                  <a:lnTo>
                    <a:pt x="1679445" y="2013399"/>
                  </a:lnTo>
                  <a:lnTo>
                    <a:pt x="1685813" y="2019899"/>
                  </a:lnTo>
                  <a:lnTo>
                    <a:pt x="1707038" y="2019899"/>
                  </a:lnTo>
                  <a:lnTo>
                    <a:pt x="1713378" y="2013399"/>
                  </a:lnTo>
                  <a:lnTo>
                    <a:pt x="1713378" y="1994466"/>
                  </a:lnTo>
                  <a:lnTo>
                    <a:pt x="1707038" y="1985989"/>
                  </a:lnTo>
                  <a:close/>
                </a:path>
                <a:path w="9542780" h="6570345">
                  <a:moveTo>
                    <a:pt x="1707038" y="2030355"/>
                  </a:moveTo>
                  <a:lnTo>
                    <a:pt x="1685813" y="2030355"/>
                  </a:lnTo>
                  <a:lnTo>
                    <a:pt x="1679445" y="2036853"/>
                  </a:lnTo>
                  <a:lnTo>
                    <a:pt x="1679445" y="2058047"/>
                  </a:lnTo>
                  <a:lnTo>
                    <a:pt x="1685813" y="2064264"/>
                  </a:lnTo>
                  <a:lnTo>
                    <a:pt x="1707038" y="2064264"/>
                  </a:lnTo>
                  <a:lnTo>
                    <a:pt x="1713378" y="2058047"/>
                  </a:lnTo>
                  <a:lnTo>
                    <a:pt x="1713378" y="2038832"/>
                  </a:lnTo>
                  <a:lnTo>
                    <a:pt x="1707038" y="2030355"/>
                  </a:lnTo>
                  <a:close/>
                </a:path>
                <a:path w="9542780" h="6570345">
                  <a:moveTo>
                    <a:pt x="1707038" y="2075003"/>
                  </a:moveTo>
                  <a:lnTo>
                    <a:pt x="1685813" y="2075003"/>
                  </a:lnTo>
                  <a:lnTo>
                    <a:pt x="1679445" y="2081220"/>
                  </a:lnTo>
                  <a:lnTo>
                    <a:pt x="1679445" y="2102413"/>
                  </a:lnTo>
                  <a:lnTo>
                    <a:pt x="1685813" y="2108912"/>
                  </a:lnTo>
                  <a:lnTo>
                    <a:pt x="1707038" y="2108912"/>
                  </a:lnTo>
                  <a:lnTo>
                    <a:pt x="1713378" y="2100435"/>
                  </a:lnTo>
                  <a:lnTo>
                    <a:pt x="1713378" y="2083480"/>
                  </a:lnTo>
                  <a:lnTo>
                    <a:pt x="1707038" y="2075003"/>
                  </a:lnTo>
                  <a:close/>
                </a:path>
                <a:path w="9542780" h="6570345">
                  <a:moveTo>
                    <a:pt x="1707038" y="2119368"/>
                  </a:moveTo>
                  <a:lnTo>
                    <a:pt x="1685813" y="2119368"/>
                  </a:lnTo>
                  <a:lnTo>
                    <a:pt x="1679445" y="2125585"/>
                  </a:lnTo>
                  <a:lnTo>
                    <a:pt x="1679445" y="2144801"/>
                  </a:lnTo>
                  <a:lnTo>
                    <a:pt x="1685813" y="2153278"/>
                  </a:lnTo>
                  <a:lnTo>
                    <a:pt x="1707038" y="2153278"/>
                  </a:lnTo>
                  <a:lnTo>
                    <a:pt x="1713378" y="2144801"/>
                  </a:lnTo>
                  <a:lnTo>
                    <a:pt x="1713378" y="2127845"/>
                  </a:lnTo>
                  <a:lnTo>
                    <a:pt x="1707038" y="2119368"/>
                  </a:lnTo>
                  <a:close/>
                </a:path>
                <a:path w="9542780" h="6570345">
                  <a:moveTo>
                    <a:pt x="1707038" y="2163733"/>
                  </a:moveTo>
                  <a:lnTo>
                    <a:pt x="1685813" y="2163733"/>
                  </a:lnTo>
                  <a:lnTo>
                    <a:pt x="1679445" y="2170233"/>
                  </a:lnTo>
                  <a:lnTo>
                    <a:pt x="1679445" y="2189166"/>
                  </a:lnTo>
                  <a:lnTo>
                    <a:pt x="1685813" y="2197643"/>
                  </a:lnTo>
                  <a:lnTo>
                    <a:pt x="1707038" y="2197643"/>
                  </a:lnTo>
                  <a:lnTo>
                    <a:pt x="1713378" y="2189166"/>
                  </a:lnTo>
                  <a:lnTo>
                    <a:pt x="1713378" y="2172211"/>
                  </a:lnTo>
                  <a:lnTo>
                    <a:pt x="1707038" y="2163733"/>
                  </a:lnTo>
                  <a:close/>
                </a:path>
                <a:path w="9542780" h="6570345">
                  <a:moveTo>
                    <a:pt x="1707038" y="2208381"/>
                  </a:moveTo>
                  <a:lnTo>
                    <a:pt x="1685813" y="2208381"/>
                  </a:lnTo>
                  <a:lnTo>
                    <a:pt x="1679445" y="2214598"/>
                  </a:lnTo>
                  <a:lnTo>
                    <a:pt x="1679445" y="2233814"/>
                  </a:lnTo>
                  <a:lnTo>
                    <a:pt x="1685813" y="2242291"/>
                  </a:lnTo>
                  <a:lnTo>
                    <a:pt x="1707038" y="2242291"/>
                  </a:lnTo>
                  <a:lnTo>
                    <a:pt x="1713378" y="2233814"/>
                  </a:lnTo>
                  <a:lnTo>
                    <a:pt x="1713378" y="2216858"/>
                  </a:lnTo>
                  <a:lnTo>
                    <a:pt x="1707038" y="2208381"/>
                  </a:lnTo>
                  <a:close/>
                </a:path>
                <a:path w="9542780" h="6570345">
                  <a:moveTo>
                    <a:pt x="1707038" y="2252747"/>
                  </a:moveTo>
                  <a:lnTo>
                    <a:pt x="1685813" y="2252747"/>
                  </a:lnTo>
                  <a:lnTo>
                    <a:pt x="1679445" y="2259246"/>
                  </a:lnTo>
                  <a:lnTo>
                    <a:pt x="1679445" y="2280157"/>
                  </a:lnTo>
                  <a:lnTo>
                    <a:pt x="1685813" y="2286656"/>
                  </a:lnTo>
                  <a:lnTo>
                    <a:pt x="1707038" y="2286656"/>
                  </a:lnTo>
                  <a:lnTo>
                    <a:pt x="1713378" y="2278179"/>
                  </a:lnTo>
                  <a:lnTo>
                    <a:pt x="1713378" y="2261224"/>
                  </a:lnTo>
                  <a:lnTo>
                    <a:pt x="1707038" y="2252747"/>
                  </a:lnTo>
                  <a:close/>
                </a:path>
                <a:path w="9542780" h="6570345">
                  <a:moveTo>
                    <a:pt x="1707038" y="2295135"/>
                  </a:moveTo>
                  <a:lnTo>
                    <a:pt x="1685813" y="2295135"/>
                  </a:lnTo>
                  <a:lnTo>
                    <a:pt x="1679445" y="2301351"/>
                  </a:lnTo>
                  <a:lnTo>
                    <a:pt x="1679445" y="2322545"/>
                  </a:lnTo>
                  <a:lnTo>
                    <a:pt x="1685813" y="2329044"/>
                  </a:lnTo>
                  <a:lnTo>
                    <a:pt x="1707038" y="2329044"/>
                  </a:lnTo>
                  <a:lnTo>
                    <a:pt x="1713378" y="2322545"/>
                  </a:lnTo>
                  <a:lnTo>
                    <a:pt x="1713378" y="2303612"/>
                  </a:lnTo>
                  <a:lnTo>
                    <a:pt x="1707038" y="2295135"/>
                  </a:lnTo>
                  <a:close/>
                </a:path>
                <a:path w="9542780" h="6570345">
                  <a:moveTo>
                    <a:pt x="1707038" y="2339500"/>
                  </a:moveTo>
                  <a:lnTo>
                    <a:pt x="1685813" y="2339500"/>
                  </a:lnTo>
                  <a:lnTo>
                    <a:pt x="1679445" y="2345999"/>
                  </a:lnTo>
                  <a:lnTo>
                    <a:pt x="1679445" y="2367193"/>
                  </a:lnTo>
                  <a:lnTo>
                    <a:pt x="1685813" y="2373410"/>
                  </a:lnTo>
                  <a:lnTo>
                    <a:pt x="1707038" y="2373410"/>
                  </a:lnTo>
                  <a:lnTo>
                    <a:pt x="1713378" y="2367193"/>
                  </a:lnTo>
                  <a:lnTo>
                    <a:pt x="1713378" y="2347977"/>
                  </a:lnTo>
                  <a:lnTo>
                    <a:pt x="1707038" y="2339500"/>
                  </a:lnTo>
                  <a:close/>
                </a:path>
                <a:path w="9542780" h="6570345">
                  <a:moveTo>
                    <a:pt x="1707038" y="2384148"/>
                  </a:moveTo>
                  <a:lnTo>
                    <a:pt x="1685813" y="2384148"/>
                  </a:lnTo>
                  <a:lnTo>
                    <a:pt x="1679445" y="2390364"/>
                  </a:lnTo>
                  <a:lnTo>
                    <a:pt x="1679445" y="2411558"/>
                  </a:lnTo>
                  <a:lnTo>
                    <a:pt x="1685813" y="2417775"/>
                  </a:lnTo>
                  <a:lnTo>
                    <a:pt x="1707038" y="2417775"/>
                  </a:lnTo>
                  <a:lnTo>
                    <a:pt x="1713378" y="2409579"/>
                  </a:lnTo>
                  <a:lnTo>
                    <a:pt x="1713378" y="2392625"/>
                  </a:lnTo>
                  <a:lnTo>
                    <a:pt x="1707038" y="2384148"/>
                  </a:lnTo>
                  <a:close/>
                </a:path>
                <a:path w="9542780" h="6570345">
                  <a:moveTo>
                    <a:pt x="1707038" y="2428513"/>
                  </a:moveTo>
                  <a:lnTo>
                    <a:pt x="1685813" y="2428513"/>
                  </a:lnTo>
                  <a:lnTo>
                    <a:pt x="1679445" y="2434729"/>
                  </a:lnTo>
                  <a:lnTo>
                    <a:pt x="1679445" y="2453946"/>
                  </a:lnTo>
                  <a:lnTo>
                    <a:pt x="1685813" y="2462423"/>
                  </a:lnTo>
                  <a:lnTo>
                    <a:pt x="1707038" y="2462423"/>
                  </a:lnTo>
                  <a:lnTo>
                    <a:pt x="1713378" y="2453946"/>
                  </a:lnTo>
                  <a:lnTo>
                    <a:pt x="1713378" y="2436991"/>
                  </a:lnTo>
                  <a:lnTo>
                    <a:pt x="1707038" y="2428513"/>
                  </a:lnTo>
                  <a:close/>
                </a:path>
                <a:path w="9542780" h="6570345">
                  <a:moveTo>
                    <a:pt x="1707038" y="2472879"/>
                  </a:moveTo>
                  <a:lnTo>
                    <a:pt x="1685813" y="2472879"/>
                  </a:lnTo>
                  <a:lnTo>
                    <a:pt x="1679445" y="2479377"/>
                  </a:lnTo>
                  <a:lnTo>
                    <a:pt x="1679445" y="2498310"/>
                  </a:lnTo>
                  <a:lnTo>
                    <a:pt x="1685813" y="2506788"/>
                  </a:lnTo>
                  <a:lnTo>
                    <a:pt x="1707038" y="2506788"/>
                  </a:lnTo>
                  <a:lnTo>
                    <a:pt x="1713378" y="2498310"/>
                  </a:lnTo>
                  <a:lnTo>
                    <a:pt x="1713378" y="2481356"/>
                  </a:lnTo>
                  <a:lnTo>
                    <a:pt x="1707038" y="2472879"/>
                  </a:lnTo>
                  <a:close/>
                </a:path>
                <a:path w="9542780" h="6570345">
                  <a:moveTo>
                    <a:pt x="1707038" y="2517527"/>
                  </a:moveTo>
                  <a:lnTo>
                    <a:pt x="1685813" y="2517527"/>
                  </a:lnTo>
                  <a:lnTo>
                    <a:pt x="1679445" y="2523743"/>
                  </a:lnTo>
                  <a:lnTo>
                    <a:pt x="1679445" y="2544937"/>
                  </a:lnTo>
                  <a:lnTo>
                    <a:pt x="1685813" y="2551436"/>
                  </a:lnTo>
                  <a:lnTo>
                    <a:pt x="1707038" y="2551436"/>
                  </a:lnTo>
                  <a:lnTo>
                    <a:pt x="1713378" y="2542959"/>
                  </a:lnTo>
                  <a:lnTo>
                    <a:pt x="1713378" y="2526004"/>
                  </a:lnTo>
                  <a:lnTo>
                    <a:pt x="1707038" y="2517527"/>
                  </a:lnTo>
                  <a:close/>
                </a:path>
                <a:path w="9542780" h="6570345">
                  <a:moveTo>
                    <a:pt x="1707038" y="2561892"/>
                  </a:moveTo>
                  <a:lnTo>
                    <a:pt x="1685813" y="2561892"/>
                  </a:lnTo>
                  <a:lnTo>
                    <a:pt x="1679445" y="2568108"/>
                  </a:lnTo>
                  <a:lnTo>
                    <a:pt x="1679445" y="2589302"/>
                  </a:lnTo>
                  <a:lnTo>
                    <a:pt x="1685813" y="2595802"/>
                  </a:lnTo>
                  <a:lnTo>
                    <a:pt x="1707038" y="2595802"/>
                  </a:lnTo>
                  <a:lnTo>
                    <a:pt x="1713378" y="2587325"/>
                  </a:lnTo>
                  <a:lnTo>
                    <a:pt x="1713378" y="2570369"/>
                  </a:lnTo>
                  <a:lnTo>
                    <a:pt x="1707038" y="2561892"/>
                  </a:lnTo>
                  <a:close/>
                </a:path>
                <a:path w="9542780" h="6570345">
                  <a:moveTo>
                    <a:pt x="1707038" y="2604279"/>
                  </a:moveTo>
                  <a:lnTo>
                    <a:pt x="1685813" y="2604279"/>
                  </a:lnTo>
                  <a:lnTo>
                    <a:pt x="1679445" y="2610496"/>
                  </a:lnTo>
                  <a:lnTo>
                    <a:pt x="1679445" y="2631690"/>
                  </a:lnTo>
                  <a:lnTo>
                    <a:pt x="1685813" y="2638190"/>
                  </a:lnTo>
                  <a:lnTo>
                    <a:pt x="1707038" y="2638190"/>
                  </a:lnTo>
                  <a:lnTo>
                    <a:pt x="1713378" y="2631690"/>
                  </a:lnTo>
                  <a:lnTo>
                    <a:pt x="1713378" y="2612757"/>
                  </a:lnTo>
                  <a:lnTo>
                    <a:pt x="1707038" y="2604279"/>
                  </a:lnTo>
                  <a:close/>
                </a:path>
                <a:path w="9542780" h="6570345">
                  <a:moveTo>
                    <a:pt x="1707038" y="2648644"/>
                  </a:moveTo>
                  <a:lnTo>
                    <a:pt x="1685813" y="2648644"/>
                  </a:lnTo>
                  <a:lnTo>
                    <a:pt x="1679445" y="2655144"/>
                  </a:lnTo>
                  <a:lnTo>
                    <a:pt x="1679445" y="2676338"/>
                  </a:lnTo>
                  <a:lnTo>
                    <a:pt x="1685813" y="2682554"/>
                  </a:lnTo>
                  <a:lnTo>
                    <a:pt x="1707038" y="2682554"/>
                  </a:lnTo>
                  <a:lnTo>
                    <a:pt x="1713378" y="2676338"/>
                  </a:lnTo>
                  <a:lnTo>
                    <a:pt x="1713378" y="2657123"/>
                  </a:lnTo>
                  <a:lnTo>
                    <a:pt x="1707038" y="2648644"/>
                  </a:lnTo>
                  <a:close/>
                </a:path>
                <a:path w="9542780" h="6570345">
                  <a:moveTo>
                    <a:pt x="1707038" y="2693292"/>
                  </a:moveTo>
                  <a:lnTo>
                    <a:pt x="1685813" y="2693292"/>
                  </a:lnTo>
                  <a:lnTo>
                    <a:pt x="1679445" y="2699509"/>
                  </a:lnTo>
                  <a:lnTo>
                    <a:pt x="1679445" y="2718442"/>
                  </a:lnTo>
                  <a:lnTo>
                    <a:pt x="1685813" y="2726919"/>
                  </a:lnTo>
                  <a:lnTo>
                    <a:pt x="1707038" y="2726919"/>
                  </a:lnTo>
                  <a:lnTo>
                    <a:pt x="1713378" y="2718442"/>
                  </a:lnTo>
                  <a:lnTo>
                    <a:pt x="1713378" y="2701770"/>
                  </a:lnTo>
                  <a:lnTo>
                    <a:pt x="1707038" y="2693292"/>
                  </a:lnTo>
                  <a:close/>
                </a:path>
                <a:path w="9542780" h="6570345">
                  <a:moveTo>
                    <a:pt x="1707038" y="2737658"/>
                  </a:moveTo>
                  <a:lnTo>
                    <a:pt x="1685813" y="2737658"/>
                  </a:lnTo>
                  <a:lnTo>
                    <a:pt x="1679445" y="2743875"/>
                  </a:lnTo>
                  <a:lnTo>
                    <a:pt x="1679445" y="2763090"/>
                  </a:lnTo>
                  <a:lnTo>
                    <a:pt x="1685813" y="2771567"/>
                  </a:lnTo>
                  <a:lnTo>
                    <a:pt x="1707038" y="2771567"/>
                  </a:lnTo>
                  <a:lnTo>
                    <a:pt x="1713378" y="2763090"/>
                  </a:lnTo>
                  <a:lnTo>
                    <a:pt x="1713378" y="2746136"/>
                  </a:lnTo>
                  <a:lnTo>
                    <a:pt x="1707038" y="2737658"/>
                  </a:lnTo>
                  <a:close/>
                </a:path>
                <a:path w="9542780" h="6570345">
                  <a:moveTo>
                    <a:pt x="1707038" y="2782023"/>
                  </a:moveTo>
                  <a:lnTo>
                    <a:pt x="1685813" y="2782023"/>
                  </a:lnTo>
                  <a:lnTo>
                    <a:pt x="1679445" y="2788523"/>
                  </a:lnTo>
                  <a:lnTo>
                    <a:pt x="1679445" y="2807456"/>
                  </a:lnTo>
                  <a:lnTo>
                    <a:pt x="1685813" y="2815934"/>
                  </a:lnTo>
                  <a:lnTo>
                    <a:pt x="1707038" y="2815934"/>
                  </a:lnTo>
                  <a:lnTo>
                    <a:pt x="1713378" y="2807456"/>
                  </a:lnTo>
                  <a:lnTo>
                    <a:pt x="1713378" y="2790501"/>
                  </a:lnTo>
                  <a:lnTo>
                    <a:pt x="1707038" y="2782023"/>
                  </a:lnTo>
                  <a:close/>
                </a:path>
                <a:path w="9542780" h="6570345">
                  <a:moveTo>
                    <a:pt x="1707038" y="3798416"/>
                  </a:moveTo>
                  <a:lnTo>
                    <a:pt x="1685813" y="3798416"/>
                  </a:lnTo>
                  <a:lnTo>
                    <a:pt x="1679445" y="3804746"/>
                  </a:lnTo>
                  <a:lnTo>
                    <a:pt x="1679445" y="3823820"/>
                  </a:lnTo>
                  <a:lnTo>
                    <a:pt x="1685813" y="3832269"/>
                  </a:lnTo>
                  <a:lnTo>
                    <a:pt x="1707038" y="3832269"/>
                  </a:lnTo>
                  <a:lnTo>
                    <a:pt x="1713378" y="3823820"/>
                  </a:lnTo>
                  <a:lnTo>
                    <a:pt x="1713378" y="3806865"/>
                  </a:lnTo>
                  <a:lnTo>
                    <a:pt x="1707038" y="3798416"/>
                  </a:lnTo>
                  <a:close/>
                </a:path>
                <a:path w="9542780" h="6570345">
                  <a:moveTo>
                    <a:pt x="1707038" y="3840746"/>
                  </a:moveTo>
                  <a:lnTo>
                    <a:pt x="1685813" y="3840746"/>
                  </a:lnTo>
                  <a:lnTo>
                    <a:pt x="1679445" y="3847105"/>
                  </a:lnTo>
                  <a:lnTo>
                    <a:pt x="1679445" y="3866151"/>
                  </a:lnTo>
                  <a:lnTo>
                    <a:pt x="1685813" y="3874629"/>
                  </a:lnTo>
                  <a:lnTo>
                    <a:pt x="1707038" y="3874629"/>
                  </a:lnTo>
                  <a:lnTo>
                    <a:pt x="1713378" y="3868270"/>
                  </a:lnTo>
                  <a:lnTo>
                    <a:pt x="1713378" y="3849225"/>
                  </a:lnTo>
                  <a:lnTo>
                    <a:pt x="1707038" y="3840746"/>
                  </a:lnTo>
                  <a:close/>
                </a:path>
                <a:path w="9542780" h="6570345">
                  <a:moveTo>
                    <a:pt x="1707038" y="3885225"/>
                  </a:moveTo>
                  <a:lnTo>
                    <a:pt x="1685813" y="3885225"/>
                  </a:lnTo>
                  <a:lnTo>
                    <a:pt x="1679445" y="3891555"/>
                  </a:lnTo>
                  <a:lnTo>
                    <a:pt x="1679445" y="3910629"/>
                  </a:lnTo>
                  <a:lnTo>
                    <a:pt x="1685813" y="3919079"/>
                  </a:lnTo>
                  <a:lnTo>
                    <a:pt x="1707038" y="3919079"/>
                  </a:lnTo>
                  <a:lnTo>
                    <a:pt x="1713378" y="3912749"/>
                  </a:lnTo>
                  <a:lnTo>
                    <a:pt x="1713378" y="3893675"/>
                  </a:lnTo>
                  <a:lnTo>
                    <a:pt x="1707038" y="3885225"/>
                  </a:lnTo>
                  <a:close/>
                </a:path>
                <a:path w="9542780" h="6570345">
                  <a:moveTo>
                    <a:pt x="1707038" y="3929675"/>
                  </a:moveTo>
                  <a:lnTo>
                    <a:pt x="1685813" y="3929675"/>
                  </a:lnTo>
                  <a:lnTo>
                    <a:pt x="1679445" y="3936033"/>
                  </a:lnTo>
                  <a:lnTo>
                    <a:pt x="1679445" y="3955079"/>
                  </a:lnTo>
                  <a:lnTo>
                    <a:pt x="1685813" y="3963556"/>
                  </a:lnTo>
                  <a:lnTo>
                    <a:pt x="1707038" y="3963556"/>
                  </a:lnTo>
                  <a:lnTo>
                    <a:pt x="1713378" y="3955079"/>
                  </a:lnTo>
                  <a:lnTo>
                    <a:pt x="1713378" y="3938153"/>
                  </a:lnTo>
                  <a:lnTo>
                    <a:pt x="1707038" y="3929675"/>
                  </a:lnTo>
                  <a:close/>
                </a:path>
                <a:path w="9542780" h="6570345">
                  <a:moveTo>
                    <a:pt x="1707038" y="3974125"/>
                  </a:moveTo>
                  <a:lnTo>
                    <a:pt x="1685813" y="3974125"/>
                  </a:lnTo>
                  <a:lnTo>
                    <a:pt x="1679445" y="3980483"/>
                  </a:lnTo>
                  <a:lnTo>
                    <a:pt x="1679445" y="3999558"/>
                  </a:lnTo>
                  <a:lnTo>
                    <a:pt x="1685813" y="4008008"/>
                  </a:lnTo>
                  <a:lnTo>
                    <a:pt x="1707038" y="4008008"/>
                  </a:lnTo>
                  <a:lnTo>
                    <a:pt x="1713378" y="3999558"/>
                  </a:lnTo>
                  <a:lnTo>
                    <a:pt x="1713378" y="3982603"/>
                  </a:lnTo>
                  <a:lnTo>
                    <a:pt x="1707038" y="3974125"/>
                  </a:lnTo>
                  <a:close/>
                </a:path>
                <a:path w="9542780" h="6570345">
                  <a:moveTo>
                    <a:pt x="1707038" y="4018603"/>
                  </a:moveTo>
                  <a:lnTo>
                    <a:pt x="1685813" y="4018603"/>
                  </a:lnTo>
                  <a:lnTo>
                    <a:pt x="1679445" y="4024962"/>
                  </a:lnTo>
                  <a:lnTo>
                    <a:pt x="1679445" y="4044008"/>
                  </a:lnTo>
                  <a:lnTo>
                    <a:pt x="1685813" y="4052486"/>
                  </a:lnTo>
                  <a:lnTo>
                    <a:pt x="1707038" y="4052486"/>
                  </a:lnTo>
                  <a:lnTo>
                    <a:pt x="1713378" y="4044008"/>
                  </a:lnTo>
                  <a:lnTo>
                    <a:pt x="1713378" y="4027082"/>
                  </a:lnTo>
                  <a:lnTo>
                    <a:pt x="1707038" y="4018603"/>
                  </a:lnTo>
                  <a:close/>
                </a:path>
                <a:path w="9542780" h="6570345">
                  <a:moveTo>
                    <a:pt x="1707038" y="4063055"/>
                  </a:moveTo>
                  <a:lnTo>
                    <a:pt x="1685813" y="4063055"/>
                  </a:lnTo>
                  <a:lnTo>
                    <a:pt x="1679445" y="4069412"/>
                  </a:lnTo>
                  <a:lnTo>
                    <a:pt x="1679445" y="4088486"/>
                  </a:lnTo>
                  <a:lnTo>
                    <a:pt x="1685813" y="4096936"/>
                  </a:lnTo>
                  <a:lnTo>
                    <a:pt x="1707038" y="4096936"/>
                  </a:lnTo>
                  <a:lnTo>
                    <a:pt x="1713378" y="4088486"/>
                  </a:lnTo>
                  <a:lnTo>
                    <a:pt x="1713378" y="4071532"/>
                  </a:lnTo>
                  <a:lnTo>
                    <a:pt x="1707038" y="4063055"/>
                  </a:lnTo>
                  <a:close/>
                </a:path>
                <a:path w="9542780" h="6570345">
                  <a:moveTo>
                    <a:pt x="1707038" y="4107533"/>
                  </a:moveTo>
                  <a:lnTo>
                    <a:pt x="1685813" y="4107533"/>
                  </a:lnTo>
                  <a:lnTo>
                    <a:pt x="1679445" y="4113890"/>
                  </a:lnTo>
                  <a:lnTo>
                    <a:pt x="1679445" y="4132936"/>
                  </a:lnTo>
                  <a:lnTo>
                    <a:pt x="1685813" y="4141415"/>
                  </a:lnTo>
                  <a:lnTo>
                    <a:pt x="1707038" y="4141415"/>
                  </a:lnTo>
                  <a:lnTo>
                    <a:pt x="1713378" y="4132936"/>
                  </a:lnTo>
                  <a:lnTo>
                    <a:pt x="1713378" y="4116010"/>
                  </a:lnTo>
                  <a:lnTo>
                    <a:pt x="1707038" y="4107533"/>
                  </a:lnTo>
                  <a:close/>
                </a:path>
                <a:path w="9542780" h="6570345">
                  <a:moveTo>
                    <a:pt x="1707038" y="4149863"/>
                  </a:moveTo>
                  <a:lnTo>
                    <a:pt x="1685813" y="4149863"/>
                  </a:lnTo>
                  <a:lnTo>
                    <a:pt x="1679445" y="4156222"/>
                  </a:lnTo>
                  <a:lnTo>
                    <a:pt x="1679445" y="4175296"/>
                  </a:lnTo>
                  <a:lnTo>
                    <a:pt x="1685813" y="4183745"/>
                  </a:lnTo>
                  <a:lnTo>
                    <a:pt x="1707038" y="4183745"/>
                  </a:lnTo>
                  <a:lnTo>
                    <a:pt x="1713378" y="4177416"/>
                  </a:lnTo>
                  <a:lnTo>
                    <a:pt x="1713378" y="4158341"/>
                  </a:lnTo>
                  <a:lnTo>
                    <a:pt x="1707038" y="4149863"/>
                  </a:lnTo>
                  <a:close/>
                </a:path>
                <a:path w="9542780" h="6570345">
                  <a:moveTo>
                    <a:pt x="1707038" y="4194342"/>
                  </a:moveTo>
                  <a:lnTo>
                    <a:pt x="1685813" y="4194342"/>
                  </a:lnTo>
                  <a:lnTo>
                    <a:pt x="1679445" y="4200700"/>
                  </a:lnTo>
                  <a:lnTo>
                    <a:pt x="1679445" y="4221866"/>
                  </a:lnTo>
                  <a:lnTo>
                    <a:pt x="1685813" y="4228223"/>
                  </a:lnTo>
                  <a:lnTo>
                    <a:pt x="1707038" y="4228223"/>
                  </a:lnTo>
                  <a:lnTo>
                    <a:pt x="1713378" y="4221866"/>
                  </a:lnTo>
                  <a:lnTo>
                    <a:pt x="1713378" y="4202819"/>
                  </a:lnTo>
                  <a:lnTo>
                    <a:pt x="1707038" y="4194342"/>
                  </a:lnTo>
                  <a:close/>
                </a:path>
                <a:path w="9542780" h="6570345">
                  <a:moveTo>
                    <a:pt x="1707038" y="4238792"/>
                  </a:moveTo>
                  <a:lnTo>
                    <a:pt x="1685813" y="4238792"/>
                  </a:lnTo>
                  <a:lnTo>
                    <a:pt x="1679445" y="4245150"/>
                  </a:lnTo>
                  <a:lnTo>
                    <a:pt x="1679445" y="4266316"/>
                  </a:lnTo>
                  <a:lnTo>
                    <a:pt x="1685813" y="4272673"/>
                  </a:lnTo>
                  <a:lnTo>
                    <a:pt x="1707038" y="4272673"/>
                  </a:lnTo>
                  <a:lnTo>
                    <a:pt x="1713378" y="4264225"/>
                  </a:lnTo>
                  <a:lnTo>
                    <a:pt x="1713378" y="4247269"/>
                  </a:lnTo>
                  <a:lnTo>
                    <a:pt x="1707038" y="4238792"/>
                  </a:lnTo>
                  <a:close/>
                </a:path>
                <a:path w="9542780" h="6570345">
                  <a:moveTo>
                    <a:pt x="1707038" y="4283270"/>
                  </a:moveTo>
                  <a:lnTo>
                    <a:pt x="1685813" y="4283270"/>
                  </a:lnTo>
                  <a:lnTo>
                    <a:pt x="1679445" y="4289629"/>
                  </a:lnTo>
                  <a:lnTo>
                    <a:pt x="1679445" y="4308675"/>
                  </a:lnTo>
                  <a:lnTo>
                    <a:pt x="1685813" y="4317152"/>
                  </a:lnTo>
                  <a:lnTo>
                    <a:pt x="1707038" y="4317152"/>
                  </a:lnTo>
                  <a:lnTo>
                    <a:pt x="1713378" y="4308675"/>
                  </a:lnTo>
                  <a:lnTo>
                    <a:pt x="1713378" y="4291749"/>
                  </a:lnTo>
                  <a:lnTo>
                    <a:pt x="1707038" y="4283270"/>
                  </a:lnTo>
                  <a:close/>
                </a:path>
                <a:path w="9542780" h="6570345">
                  <a:moveTo>
                    <a:pt x="1707038" y="4327721"/>
                  </a:moveTo>
                  <a:lnTo>
                    <a:pt x="1685813" y="4327721"/>
                  </a:lnTo>
                  <a:lnTo>
                    <a:pt x="1679445" y="4334079"/>
                  </a:lnTo>
                  <a:lnTo>
                    <a:pt x="1679445" y="4353153"/>
                  </a:lnTo>
                  <a:lnTo>
                    <a:pt x="1685813" y="4361602"/>
                  </a:lnTo>
                  <a:lnTo>
                    <a:pt x="1707038" y="4361602"/>
                  </a:lnTo>
                  <a:lnTo>
                    <a:pt x="1713378" y="4353153"/>
                  </a:lnTo>
                  <a:lnTo>
                    <a:pt x="1713378" y="4336199"/>
                  </a:lnTo>
                  <a:lnTo>
                    <a:pt x="1707038" y="4327721"/>
                  </a:lnTo>
                  <a:close/>
                </a:path>
                <a:path w="9542780" h="6570345">
                  <a:moveTo>
                    <a:pt x="1707038" y="4372199"/>
                  </a:moveTo>
                  <a:lnTo>
                    <a:pt x="1685813" y="4372199"/>
                  </a:lnTo>
                  <a:lnTo>
                    <a:pt x="1679445" y="4378557"/>
                  </a:lnTo>
                  <a:lnTo>
                    <a:pt x="1679445" y="4397603"/>
                  </a:lnTo>
                  <a:lnTo>
                    <a:pt x="1685813" y="4406080"/>
                  </a:lnTo>
                  <a:lnTo>
                    <a:pt x="1707038" y="4406080"/>
                  </a:lnTo>
                  <a:lnTo>
                    <a:pt x="1713378" y="4397603"/>
                  </a:lnTo>
                  <a:lnTo>
                    <a:pt x="1713378" y="4380677"/>
                  </a:lnTo>
                  <a:lnTo>
                    <a:pt x="1707038" y="4372199"/>
                  </a:lnTo>
                  <a:close/>
                </a:path>
                <a:path w="9542780" h="6570345">
                  <a:moveTo>
                    <a:pt x="1707038" y="4416649"/>
                  </a:moveTo>
                  <a:lnTo>
                    <a:pt x="1685813" y="4416649"/>
                  </a:lnTo>
                  <a:lnTo>
                    <a:pt x="1679445" y="4423008"/>
                  </a:lnTo>
                  <a:lnTo>
                    <a:pt x="1679445" y="4442053"/>
                  </a:lnTo>
                  <a:lnTo>
                    <a:pt x="1685813" y="4450532"/>
                  </a:lnTo>
                  <a:lnTo>
                    <a:pt x="1707038" y="4450532"/>
                  </a:lnTo>
                  <a:lnTo>
                    <a:pt x="1713378" y="4442053"/>
                  </a:lnTo>
                  <a:lnTo>
                    <a:pt x="1713378" y="4425127"/>
                  </a:lnTo>
                  <a:lnTo>
                    <a:pt x="1707038" y="4416649"/>
                  </a:lnTo>
                  <a:close/>
                </a:path>
                <a:path w="9542780" h="6570345">
                  <a:moveTo>
                    <a:pt x="1707038" y="4459009"/>
                  </a:moveTo>
                  <a:lnTo>
                    <a:pt x="1685813" y="4459009"/>
                  </a:lnTo>
                  <a:lnTo>
                    <a:pt x="1679445" y="4465366"/>
                  </a:lnTo>
                  <a:lnTo>
                    <a:pt x="1679445" y="4484413"/>
                  </a:lnTo>
                  <a:lnTo>
                    <a:pt x="1685813" y="4492890"/>
                  </a:lnTo>
                  <a:lnTo>
                    <a:pt x="1707038" y="4492890"/>
                  </a:lnTo>
                  <a:lnTo>
                    <a:pt x="1713378" y="4486532"/>
                  </a:lnTo>
                  <a:lnTo>
                    <a:pt x="1713378" y="4467486"/>
                  </a:lnTo>
                  <a:lnTo>
                    <a:pt x="1707038" y="4459009"/>
                  </a:lnTo>
                  <a:close/>
                </a:path>
                <a:path w="9542780" h="6570345">
                  <a:moveTo>
                    <a:pt x="1707038" y="4503459"/>
                  </a:moveTo>
                  <a:lnTo>
                    <a:pt x="1685813" y="4503459"/>
                  </a:lnTo>
                  <a:lnTo>
                    <a:pt x="1679445" y="4509816"/>
                  </a:lnTo>
                  <a:lnTo>
                    <a:pt x="1679445" y="4528863"/>
                  </a:lnTo>
                  <a:lnTo>
                    <a:pt x="1685813" y="4537340"/>
                  </a:lnTo>
                  <a:lnTo>
                    <a:pt x="1707038" y="4537340"/>
                  </a:lnTo>
                  <a:lnTo>
                    <a:pt x="1713378" y="4530982"/>
                  </a:lnTo>
                  <a:lnTo>
                    <a:pt x="1713378" y="4511936"/>
                  </a:lnTo>
                  <a:lnTo>
                    <a:pt x="1707038" y="4503459"/>
                  </a:lnTo>
                  <a:close/>
                </a:path>
                <a:path w="9542780" h="6570345">
                  <a:moveTo>
                    <a:pt x="1707038" y="4681316"/>
                  </a:moveTo>
                  <a:lnTo>
                    <a:pt x="1685813" y="4681316"/>
                  </a:lnTo>
                  <a:lnTo>
                    <a:pt x="1679445" y="4687674"/>
                  </a:lnTo>
                  <a:lnTo>
                    <a:pt x="1679445" y="4706720"/>
                  </a:lnTo>
                  <a:lnTo>
                    <a:pt x="1685813" y="4715198"/>
                  </a:lnTo>
                  <a:lnTo>
                    <a:pt x="1707038" y="4715198"/>
                  </a:lnTo>
                  <a:lnTo>
                    <a:pt x="1713378" y="4706720"/>
                  </a:lnTo>
                  <a:lnTo>
                    <a:pt x="1713378" y="4689793"/>
                  </a:lnTo>
                  <a:lnTo>
                    <a:pt x="1707038" y="4681316"/>
                  </a:lnTo>
                  <a:close/>
                </a:path>
                <a:path w="9542780" h="6570345">
                  <a:moveTo>
                    <a:pt x="1707038" y="4725795"/>
                  </a:moveTo>
                  <a:lnTo>
                    <a:pt x="1685813" y="4725795"/>
                  </a:lnTo>
                  <a:lnTo>
                    <a:pt x="1679445" y="4732153"/>
                  </a:lnTo>
                  <a:lnTo>
                    <a:pt x="1679445" y="4753319"/>
                  </a:lnTo>
                  <a:lnTo>
                    <a:pt x="1685813" y="4759676"/>
                  </a:lnTo>
                  <a:lnTo>
                    <a:pt x="1707038" y="4759676"/>
                  </a:lnTo>
                  <a:lnTo>
                    <a:pt x="1713378" y="4751199"/>
                  </a:lnTo>
                  <a:lnTo>
                    <a:pt x="1713378" y="4734243"/>
                  </a:lnTo>
                  <a:lnTo>
                    <a:pt x="1707038" y="4725795"/>
                  </a:lnTo>
                  <a:close/>
                </a:path>
                <a:path w="9542780" h="6570345">
                  <a:moveTo>
                    <a:pt x="1707038" y="4768126"/>
                  </a:moveTo>
                  <a:lnTo>
                    <a:pt x="1685813" y="4768126"/>
                  </a:lnTo>
                  <a:lnTo>
                    <a:pt x="1679445" y="4774483"/>
                  </a:lnTo>
                  <a:lnTo>
                    <a:pt x="1679445" y="4795649"/>
                  </a:lnTo>
                  <a:lnTo>
                    <a:pt x="1685813" y="4802007"/>
                  </a:lnTo>
                  <a:lnTo>
                    <a:pt x="1707038" y="4802007"/>
                  </a:lnTo>
                  <a:lnTo>
                    <a:pt x="1713378" y="4795649"/>
                  </a:lnTo>
                  <a:lnTo>
                    <a:pt x="1713378" y="4776603"/>
                  </a:lnTo>
                  <a:lnTo>
                    <a:pt x="1707038" y="4768126"/>
                  </a:lnTo>
                  <a:close/>
                </a:path>
                <a:path w="9542780" h="6570345">
                  <a:moveTo>
                    <a:pt x="1707038" y="4812604"/>
                  </a:moveTo>
                  <a:lnTo>
                    <a:pt x="1685813" y="4812604"/>
                  </a:lnTo>
                  <a:lnTo>
                    <a:pt x="1679445" y="4818962"/>
                  </a:lnTo>
                  <a:lnTo>
                    <a:pt x="1679445" y="4838009"/>
                  </a:lnTo>
                  <a:lnTo>
                    <a:pt x="1685813" y="4846486"/>
                  </a:lnTo>
                  <a:lnTo>
                    <a:pt x="1707038" y="4846486"/>
                  </a:lnTo>
                  <a:lnTo>
                    <a:pt x="1713378" y="4840127"/>
                  </a:lnTo>
                  <a:lnTo>
                    <a:pt x="1713378" y="4821053"/>
                  </a:lnTo>
                  <a:lnTo>
                    <a:pt x="1707038" y="4812604"/>
                  </a:lnTo>
                  <a:close/>
                </a:path>
                <a:path w="9542780" h="6570345">
                  <a:moveTo>
                    <a:pt x="1707038" y="4857054"/>
                  </a:moveTo>
                  <a:lnTo>
                    <a:pt x="1685813" y="4857054"/>
                  </a:lnTo>
                  <a:lnTo>
                    <a:pt x="1679445" y="4863412"/>
                  </a:lnTo>
                  <a:lnTo>
                    <a:pt x="1679445" y="4882459"/>
                  </a:lnTo>
                  <a:lnTo>
                    <a:pt x="1685813" y="4890936"/>
                  </a:lnTo>
                  <a:lnTo>
                    <a:pt x="1707038" y="4890936"/>
                  </a:lnTo>
                  <a:lnTo>
                    <a:pt x="1713378" y="4882459"/>
                  </a:lnTo>
                  <a:lnTo>
                    <a:pt x="1713378" y="4865532"/>
                  </a:lnTo>
                  <a:lnTo>
                    <a:pt x="1707038" y="4857054"/>
                  </a:lnTo>
                  <a:close/>
                </a:path>
                <a:path w="9542780" h="6570345">
                  <a:moveTo>
                    <a:pt x="1707038" y="4901533"/>
                  </a:moveTo>
                  <a:lnTo>
                    <a:pt x="1685813" y="4901533"/>
                  </a:lnTo>
                  <a:lnTo>
                    <a:pt x="1679445" y="4907890"/>
                  </a:lnTo>
                  <a:lnTo>
                    <a:pt x="1679445" y="4926937"/>
                  </a:lnTo>
                  <a:lnTo>
                    <a:pt x="1685813" y="4935414"/>
                  </a:lnTo>
                  <a:lnTo>
                    <a:pt x="1707038" y="4935414"/>
                  </a:lnTo>
                  <a:lnTo>
                    <a:pt x="1713378" y="4926937"/>
                  </a:lnTo>
                  <a:lnTo>
                    <a:pt x="1713378" y="4909982"/>
                  </a:lnTo>
                  <a:lnTo>
                    <a:pt x="1707038" y="4901533"/>
                  </a:lnTo>
                  <a:close/>
                </a:path>
                <a:path w="9542780" h="6570345">
                  <a:moveTo>
                    <a:pt x="1707038" y="4945983"/>
                  </a:moveTo>
                  <a:lnTo>
                    <a:pt x="1685813" y="4945983"/>
                  </a:lnTo>
                  <a:lnTo>
                    <a:pt x="1679445" y="4952340"/>
                  </a:lnTo>
                  <a:lnTo>
                    <a:pt x="1679445" y="4971387"/>
                  </a:lnTo>
                  <a:lnTo>
                    <a:pt x="1685813" y="4979864"/>
                  </a:lnTo>
                  <a:lnTo>
                    <a:pt x="1707038" y="4979864"/>
                  </a:lnTo>
                  <a:lnTo>
                    <a:pt x="1713378" y="4971387"/>
                  </a:lnTo>
                  <a:lnTo>
                    <a:pt x="1713378" y="4954460"/>
                  </a:lnTo>
                  <a:lnTo>
                    <a:pt x="1707038" y="4945983"/>
                  </a:lnTo>
                  <a:close/>
                </a:path>
                <a:path w="9542780" h="6570345">
                  <a:moveTo>
                    <a:pt x="1707038" y="4990461"/>
                  </a:moveTo>
                  <a:lnTo>
                    <a:pt x="1685813" y="4990461"/>
                  </a:lnTo>
                  <a:lnTo>
                    <a:pt x="1679445" y="4996792"/>
                  </a:lnTo>
                  <a:lnTo>
                    <a:pt x="1679445" y="5015866"/>
                  </a:lnTo>
                  <a:lnTo>
                    <a:pt x="1685813" y="5024343"/>
                  </a:lnTo>
                  <a:lnTo>
                    <a:pt x="1707038" y="5024343"/>
                  </a:lnTo>
                  <a:lnTo>
                    <a:pt x="1713378" y="5015866"/>
                  </a:lnTo>
                  <a:lnTo>
                    <a:pt x="1713378" y="4998910"/>
                  </a:lnTo>
                  <a:lnTo>
                    <a:pt x="1707038" y="4990461"/>
                  </a:lnTo>
                  <a:close/>
                </a:path>
                <a:path w="9542780" h="6570345">
                  <a:moveTo>
                    <a:pt x="1707038" y="5034912"/>
                  </a:moveTo>
                  <a:lnTo>
                    <a:pt x="1685813" y="5034912"/>
                  </a:lnTo>
                  <a:lnTo>
                    <a:pt x="1679445" y="5041270"/>
                  </a:lnTo>
                  <a:lnTo>
                    <a:pt x="1679445" y="5060316"/>
                  </a:lnTo>
                  <a:lnTo>
                    <a:pt x="1685813" y="5068793"/>
                  </a:lnTo>
                  <a:lnTo>
                    <a:pt x="1707038" y="5068793"/>
                  </a:lnTo>
                  <a:lnTo>
                    <a:pt x="1713378" y="5060316"/>
                  </a:lnTo>
                  <a:lnTo>
                    <a:pt x="1713378" y="5043389"/>
                  </a:lnTo>
                  <a:lnTo>
                    <a:pt x="1707038" y="5034912"/>
                  </a:lnTo>
                  <a:close/>
                </a:path>
                <a:path w="9542780" h="6570345">
                  <a:moveTo>
                    <a:pt x="1707038" y="5077270"/>
                  </a:moveTo>
                  <a:lnTo>
                    <a:pt x="1685813" y="5077270"/>
                  </a:lnTo>
                  <a:lnTo>
                    <a:pt x="1679445" y="5083629"/>
                  </a:lnTo>
                  <a:lnTo>
                    <a:pt x="1679445" y="5102675"/>
                  </a:lnTo>
                  <a:lnTo>
                    <a:pt x="1685813" y="5111153"/>
                  </a:lnTo>
                  <a:lnTo>
                    <a:pt x="1707038" y="5111153"/>
                  </a:lnTo>
                  <a:lnTo>
                    <a:pt x="1713378" y="5104794"/>
                  </a:lnTo>
                  <a:lnTo>
                    <a:pt x="1713378" y="5085720"/>
                  </a:lnTo>
                  <a:lnTo>
                    <a:pt x="1707038" y="5077270"/>
                  </a:lnTo>
                  <a:close/>
                </a:path>
                <a:path w="9542780" h="6570345">
                  <a:moveTo>
                    <a:pt x="1707038" y="5121720"/>
                  </a:moveTo>
                  <a:lnTo>
                    <a:pt x="1685813" y="5121720"/>
                  </a:lnTo>
                  <a:lnTo>
                    <a:pt x="1679445" y="5128079"/>
                  </a:lnTo>
                  <a:lnTo>
                    <a:pt x="1679445" y="5147125"/>
                  </a:lnTo>
                  <a:lnTo>
                    <a:pt x="1685813" y="5155603"/>
                  </a:lnTo>
                  <a:lnTo>
                    <a:pt x="1707038" y="5155603"/>
                  </a:lnTo>
                  <a:lnTo>
                    <a:pt x="1713378" y="5149244"/>
                  </a:lnTo>
                  <a:lnTo>
                    <a:pt x="1713378" y="5130199"/>
                  </a:lnTo>
                  <a:lnTo>
                    <a:pt x="1707038" y="5121720"/>
                  </a:lnTo>
                  <a:close/>
                </a:path>
                <a:path w="9542780" h="6570345">
                  <a:moveTo>
                    <a:pt x="1707038" y="5166199"/>
                  </a:moveTo>
                  <a:lnTo>
                    <a:pt x="1685813" y="5166199"/>
                  </a:lnTo>
                  <a:lnTo>
                    <a:pt x="1679445" y="5172529"/>
                  </a:lnTo>
                  <a:lnTo>
                    <a:pt x="1679445" y="5191603"/>
                  </a:lnTo>
                  <a:lnTo>
                    <a:pt x="1685813" y="5200081"/>
                  </a:lnTo>
                  <a:lnTo>
                    <a:pt x="1707038" y="5200081"/>
                  </a:lnTo>
                  <a:lnTo>
                    <a:pt x="1713378" y="5191603"/>
                  </a:lnTo>
                  <a:lnTo>
                    <a:pt x="1713378" y="5174649"/>
                  </a:lnTo>
                  <a:lnTo>
                    <a:pt x="1707038" y="5166199"/>
                  </a:lnTo>
                  <a:close/>
                </a:path>
                <a:path w="9542780" h="6570345">
                  <a:moveTo>
                    <a:pt x="1707038" y="5210649"/>
                  </a:moveTo>
                  <a:lnTo>
                    <a:pt x="1685813" y="5210649"/>
                  </a:lnTo>
                  <a:lnTo>
                    <a:pt x="1679445" y="5217007"/>
                  </a:lnTo>
                  <a:lnTo>
                    <a:pt x="1679445" y="5236053"/>
                  </a:lnTo>
                  <a:lnTo>
                    <a:pt x="1685813" y="5244531"/>
                  </a:lnTo>
                  <a:lnTo>
                    <a:pt x="1707038" y="5244531"/>
                  </a:lnTo>
                  <a:lnTo>
                    <a:pt x="1713378" y="5236053"/>
                  </a:lnTo>
                  <a:lnTo>
                    <a:pt x="1713378" y="5219127"/>
                  </a:lnTo>
                  <a:lnTo>
                    <a:pt x="1707038" y="5210649"/>
                  </a:lnTo>
                  <a:close/>
                </a:path>
                <a:path w="9542780" h="6570345">
                  <a:moveTo>
                    <a:pt x="1707038" y="5255127"/>
                  </a:moveTo>
                  <a:lnTo>
                    <a:pt x="1685813" y="5255127"/>
                  </a:lnTo>
                  <a:lnTo>
                    <a:pt x="1679445" y="5261458"/>
                  </a:lnTo>
                  <a:lnTo>
                    <a:pt x="1679445" y="5282651"/>
                  </a:lnTo>
                  <a:lnTo>
                    <a:pt x="1685813" y="5288982"/>
                  </a:lnTo>
                  <a:lnTo>
                    <a:pt x="1707038" y="5288982"/>
                  </a:lnTo>
                  <a:lnTo>
                    <a:pt x="1713378" y="5280533"/>
                  </a:lnTo>
                  <a:lnTo>
                    <a:pt x="1713378" y="5263577"/>
                  </a:lnTo>
                  <a:lnTo>
                    <a:pt x="1707038" y="5255127"/>
                  </a:lnTo>
                  <a:close/>
                </a:path>
                <a:path w="9542780" h="6570345">
                  <a:moveTo>
                    <a:pt x="1707038" y="5299579"/>
                  </a:moveTo>
                  <a:lnTo>
                    <a:pt x="1685813" y="5299579"/>
                  </a:lnTo>
                  <a:lnTo>
                    <a:pt x="1679445" y="5305936"/>
                  </a:lnTo>
                  <a:lnTo>
                    <a:pt x="1679445" y="5327102"/>
                  </a:lnTo>
                  <a:lnTo>
                    <a:pt x="1685813" y="5333460"/>
                  </a:lnTo>
                  <a:lnTo>
                    <a:pt x="1707038" y="5333460"/>
                  </a:lnTo>
                  <a:lnTo>
                    <a:pt x="1713378" y="5324983"/>
                  </a:lnTo>
                  <a:lnTo>
                    <a:pt x="1713378" y="5308056"/>
                  </a:lnTo>
                  <a:lnTo>
                    <a:pt x="1707038" y="5299579"/>
                  </a:lnTo>
                  <a:close/>
                </a:path>
                <a:path w="9542780" h="6570345">
                  <a:moveTo>
                    <a:pt x="1707038" y="5344057"/>
                  </a:moveTo>
                  <a:lnTo>
                    <a:pt x="1685813" y="5344057"/>
                  </a:lnTo>
                  <a:lnTo>
                    <a:pt x="1679445" y="5350386"/>
                  </a:lnTo>
                  <a:lnTo>
                    <a:pt x="1679445" y="5369460"/>
                  </a:lnTo>
                  <a:lnTo>
                    <a:pt x="1685813" y="5377910"/>
                  </a:lnTo>
                  <a:lnTo>
                    <a:pt x="1707038" y="5377910"/>
                  </a:lnTo>
                  <a:lnTo>
                    <a:pt x="1713378" y="5369460"/>
                  </a:lnTo>
                  <a:lnTo>
                    <a:pt x="1713378" y="5352506"/>
                  </a:lnTo>
                  <a:lnTo>
                    <a:pt x="1707038" y="5344057"/>
                  </a:lnTo>
                  <a:close/>
                </a:path>
                <a:path w="9542780" h="6570345">
                  <a:moveTo>
                    <a:pt x="1707038" y="5386387"/>
                  </a:moveTo>
                  <a:lnTo>
                    <a:pt x="1685813" y="5386387"/>
                  </a:lnTo>
                  <a:lnTo>
                    <a:pt x="1679445" y="5392746"/>
                  </a:lnTo>
                  <a:lnTo>
                    <a:pt x="1679445" y="5411792"/>
                  </a:lnTo>
                  <a:lnTo>
                    <a:pt x="1685813" y="5420269"/>
                  </a:lnTo>
                  <a:lnTo>
                    <a:pt x="1707038" y="5420269"/>
                  </a:lnTo>
                  <a:lnTo>
                    <a:pt x="1713378" y="5413910"/>
                  </a:lnTo>
                  <a:lnTo>
                    <a:pt x="1713378" y="5394866"/>
                  </a:lnTo>
                  <a:lnTo>
                    <a:pt x="1707038" y="5386387"/>
                  </a:lnTo>
                  <a:close/>
                </a:path>
                <a:path w="9542780" h="6570345">
                  <a:moveTo>
                    <a:pt x="1707038" y="5430866"/>
                  </a:moveTo>
                  <a:lnTo>
                    <a:pt x="1685813" y="5430866"/>
                  </a:lnTo>
                  <a:lnTo>
                    <a:pt x="1679445" y="5437196"/>
                  </a:lnTo>
                  <a:lnTo>
                    <a:pt x="1679445" y="5458390"/>
                  </a:lnTo>
                  <a:lnTo>
                    <a:pt x="1685813" y="5464719"/>
                  </a:lnTo>
                  <a:lnTo>
                    <a:pt x="1707038" y="5464719"/>
                  </a:lnTo>
                  <a:lnTo>
                    <a:pt x="1713378" y="5458390"/>
                  </a:lnTo>
                  <a:lnTo>
                    <a:pt x="1713378" y="5439316"/>
                  </a:lnTo>
                  <a:lnTo>
                    <a:pt x="1707038" y="5430866"/>
                  </a:lnTo>
                  <a:close/>
                </a:path>
                <a:path w="9542780" h="6570345">
                  <a:moveTo>
                    <a:pt x="1662492" y="1058553"/>
                  </a:moveTo>
                  <a:lnTo>
                    <a:pt x="1643418" y="1058553"/>
                  </a:lnTo>
                  <a:lnTo>
                    <a:pt x="1634926" y="1065053"/>
                  </a:lnTo>
                  <a:lnTo>
                    <a:pt x="1634926" y="1086247"/>
                  </a:lnTo>
                  <a:lnTo>
                    <a:pt x="1641294" y="1092464"/>
                  </a:lnTo>
                  <a:lnTo>
                    <a:pt x="1662492" y="1092464"/>
                  </a:lnTo>
                  <a:lnTo>
                    <a:pt x="1668860" y="1086247"/>
                  </a:lnTo>
                  <a:lnTo>
                    <a:pt x="1668860" y="1067031"/>
                  </a:lnTo>
                  <a:lnTo>
                    <a:pt x="1662492" y="1058553"/>
                  </a:lnTo>
                  <a:close/>
                </a:path>
                <a:path w="9542780" h="6570345">
                  <a:moveTo>
                    <a:pt x="1662492" y="1102920"/>
                  </a:moveTo>
                  <a:lnTo>
                    <a:pt x="1643418" y="1102920"/>
                  </a:lnTo>
                  <a:lnTo>
                    <a:pt x="1634926" y="1109418"/>
                  </a:lnTo>
                  <a:lnTo>
                    <a:pt x="1634926" y="1128351"/>
                  </a:lnTo>
                  <a:lnTo>
                    <a:pt x="1641294" y="1136829"/>
                  </a:lnTo>
                  <a:lnTo>
                    <a:pt x="1662492" y="1136829"/>
                  </a:lnTo>
                  <a:lnTo>
                    <a:pt x="1668860" y="1130612"/>
                  </a:lnTo>
                  <a:lnTo>
                    <a:pt x="1668860" y="1111397"/>
                  </a:lnTo>
                  <a:lnTo>
                    <a:pt x="1662492" y="1102920"/>
                  </a:lnTo>
                  <a:close/>
                </a:path>
                <a:path w="9542780" h="6570345">
                  <a:moveTo>
                    <a:pt x="1662492" y="1147568"/>
                  </a:moveTo>
                  <a:lnTo>
                    <a:pt x="1643418" y="1147568"/>
                  </a:lnTo>
                  <a:lnTo>
                    <a:pt x="1634926" y="1153784"/>
                  </a:lnTo>
                  <a:lnTo>
                    <a:pt x="1634926" y="1172999"/>
                  </a:lnTo>
                  <a:lnTo>
                    <a:pt x="1641294" y="1181477"/>
                  </a:lnTo>
                  <a:lnTo>
                    <a:pt x="1662492" y="1181477"/>
                  </a:lnTo>
                  <a:lnTo>
                    <a:pt x="1668860" y="1172999"/>
                  </a:lnTo>
                  <a:lnTo>
                    <a:pt x="1668860" y="1156045"/>
                  </a:lnTo>
                  <a:lnTo>
                    <a:pt x="1662492" y="1147568"/>
                  </a:lnTo>
                  <a:close/>
                </a:path>
                <a:path w="9542780" h="6570345">
                  <a:moveTo>
                    <a:pt x="1662492" y="1191933"/>
                  </a:moveTo>
                  <a:lnTo>
                    <a:pt x="1643418" y="1191933"/>
                  </a:lnTo>
                  <a:lnTo>
                    <a:pt x="1634926" y="1198432"/>
                  </a:lnTo>
                  <a:lnTo>
                    <a:pt x="1634926" y="1217364"/>
                  </a:lnTo>
                  <a:lnTo>
                    <a:pt x="1641294" y="1225843"/>
                  </a:lnTo>
                  <a:lnTo>
                    <a:pt x="1662492" y="1225843"/>
                  </a:lnTo>
                  <a:lnTo>
                    <a:pt x="1668860" y="1217364"/>
                  </a:lnTo>
                  <a:lnTo>
                    <a:pt x="1668860" y="1200410"/>
                  </a:lnTo>
                  <a:lnTo>
                    <a:pt x="1662492" y="1191933"/>
                  </a:lnTo>
                  <a:close/>
                </a:path>
                <a:path w="9542780" h="6570345">
                  <a:moveTo>
                    <a:pt x="1662492" y="1236581"/>
                  </a:moveTo>
                  <a:lnTo>
                    <a:pt x="1643418" y="1236581"/>
                  </a:lnTo>
                  <a:lnTo>
                    <a:pt x="1634926" y="1242797"/>
                  </a:lnTo>
                  <a:lnTo>
                    <a:pt x="1634926" y="1261731"/>
                  </a:lnTo>
                  <a:lnTo>
                    <a:pt x="1641294" y="1270208"/>
                  </a:lnTo>
                  <a:lnTo>
                    <a:pt x="1662492" y="1270208"/>
                  </a:lnTo>
                  <a:lnTo>
                    <a:pt x="1668860" y="1261731"/>
                  </a:lnTo>
                  <a:lnTo>
                    <a:pt x="1668860" y="1244776"/>
                  </a:lnTo>
                  <a:lnTo>
                    <a:pt x="1662492" y="1236581"/>
                  </a:lnTo>
                  <a:close/>
                </a:path>
                <a:path w="9542780" h="6570345">
                  <a:moveTo>
                    <a:pt x="1662492" y="1280946"/>
                  </a:moveTo>
                  <a:lnTo>
                    <a:pt x="1643418" y="1280946"/>
                  </a:lnTo>
                  <a:lnTo>
                    <a:pt x="1634926" y="1287162"/>
                  </a:lnTo>
                  <a:lnTo>
                    <a:pt x="1634926" y="1306379"/>
                  </a:lnTo>
                  <a:lnTo>
                    <a:pt x="1641294" y="1314856"/>
                  </a:lnTo>
                  <a:lnTo>
                    <a:pt x="1651880" y="1314856"/>
                  </a:lnTo>
                  <a:lnTo>
                    <a:pt x="1662492" y="1312595"/>
                  </a:lnTo>
                  <a:lnTo>
                    <a:pt x="1668860" y="1306379"/>
                  </a:lnTo>
                  <a:lnTo>
                    <a:pt x="1668860" y="1289423"/>
                  </a:lnTo>
                  <a:lnTo>
                    <a:pt x="1662492" y="1280946"/>
                  </a:lnTo>
                  <a:close/>
                </a:path>
                <a:path w="9542780" h="6570345">
                  <a:moveTo>
                    <a:pt x="1662492" y="1325312"/>
                  </a:moveTo>
                  <a:lnTo>
                    <a:pt x="1643418" y="1325312"/>
                  </a:lnTo>
                  <a:lnTo>
                    <a:pt x="1634928" y="1331810"/>
                  </a:lnTo>
                  <a:lnTo>
                    <a:pt x="1634928" y="1350744"/>
                  </a:lnTo>
                  <a:lnTo>
                    <a:pt x="1641294" y="1359221"/>
                  </a:lnTo>
                  <a:lnTo>
                    <a:pt x="1651880" y="1359221"/>
                  </a:lnTo>
                  <a:lnTo>
                    <a:pt x="1662492" y="1357243"/>
                  </a:lnTo>
                  <a:lnTo>
                    <a:pt x="1668860" y="1350744"/>
                  </a:lnTo>
                  <a:lnTo>
                    <a:pt x="1668860" y="1333789"/>
                  </a:lnTo>
                  <a:lnTo>
                    <a:pt x="1662492" y="1325312"/>
                  </a:lnTo>
                  <a:close/>
                </a:path>
                <a:path w="9542780" h="6570345">
                  <a:moveTo>
                    <a:pt x="1662492" y="1367699"/>
                  </a:moveTo>
                  <a:lnTo>
                    <a:pt x="1643418" y="1367699"/>
                  </a:lnTo>
                  <a:lnTo>
                    <a:pt x="1634928" y="1374198"/>
                  </a:lnTo>
                  <a:lnTo>
                    <a:pt x="1634928" y="1393131"/>
                  </a:lnTo>
                  <a:lnTo>
                    <a:pt x="1641294" y="1401608"/>
                  </a:lnTo>
                  <a:lnTo>
                    <a:pt x="1662492" y="1401608"/>
                  </a:lnTo>
                  <a:lnTo>
                    <a:pt x="1668860" y="1395110"/>
                  </a:lnTo>
                  <a:lnTo>
                    <a:pt x="1668860" y="1376177"/>
                  </a:lnTo>
                  <a:lnTo>
                    <a:pt x="1662492" y="1367699"/>
                  </a:lnTo>
                  <a:close/>
                </a:path>
                <a:path w="9542780" h="6570345">
                  <a:moveTo>
                    <a:pt x="1662492" y="1412064"/>
                  </a:moveTo>
                  <a:lnTo>
                    <a:pt x="1643418" y="1412064"/>
                  </a:lnTo>
                  <a:lnTo>
                    <a:pt x="1634928" y="1418564"/>
                  </a:lnTo>
                  <a:lnTo>
                    <a:pt x="1634928" y="1439758"/>
                  </a:lnTo>
                  <a:lnTo>
                    <a:pt x="1641294" y="1445975"/>
                  </a:lnTo>
                  <a:lnTo>
                    <a:pt x="1662492" y="1445975"/>
                  </a:lnTo>
                  <a:lnTo>
                    <a:pt x="1668860" y="1439758"/>
                  </a:lnTo>
                  <a:lnTo>
                    <a:pt x="1668860" y="1420541"/>
                  </a:lnTo>
                  <a:lnTo>
                    <a:pt x="1662492" y="1412064"/>
                  </a:lnTo>
                  <a:close/>
                </a:path>
                <a:path w="9542780" h="6570345">
                  <a:moveTo>
                    <a:pt x="1662492" y="1456712"/>
                  </a:moveTo>
                  <a:lnTo>
                    <a:pt x="1643418" y="1456712"/>
                  </a:lnTo>
                  <a:lnTo>
                    <a:pt x="1634928" y="1462929"/>
                  </a:lnTo>
                  <a:lnTo>
                    <a:pt x="1634928" y="1484123"/>
                  </a:lnTo>
                  <a:lnTo>
                    <a:pt x="1641294" y="1490623"/>
                  </a:lnTo>
                  <a:lnTo>
                    <a:pt x="1662492" y="1490623"/>
                  </a:lnTo>
                  <a:lnTo>
                    <a:pt x="1668860" y="1482144"/>
                  </a:lnTo>
                  <a:lnTo>
                    <a:pt x="1668860" y="1465190"/>
                  </a:lnTo>
                  <a:lnTo>
                    <a:pt x="1662492" y="1456712"/>
                  </a:lnTo>
                  <a:close/>
                </a:path>
                <a:path w="9542780" h="6570345">
                  <a:moveTo>
                    <a:pt x="1662492" y="1501077"/>
                  </a:moveTo>
                  <a:lnTo>
                    <a:pt x="1643418" y="1501077"/>
                  </a:lnTo>
                  <a:lnTo>
                    <a:pt x="1634928" y="1507577"/>
                  </a:lnTo>
                  <a:lnTo>
                    <a:pt x="1634928" y="1528771"/>
                  </a:lnTo>
                  <a:lnTo>
                    <a:pt x="1641294" y="1534988"/>
                  </a:lnTo>
                  <a:lnTo>
                    <a:pt x="1662492" y="1534988"/>
                  </a:lnTo>
                  <a:lnTo>
                    <a:pt x="1668860" y="1526510"/>
                  </a:lnTo>
                  <a:lnTo>
                    <a:pt x="1668860" y="1509555"/>
                  </a:lnTo>
                  <a:lnTo>
                    <a:pt x="1662492" y="1501077"/>
                  </a:lnTo>
                  <a:close/>
                </a:path>
                <a:path w="9542780" h="6570345">
                  <a:moveTo>
                    <a:pt x="1662492" y="1545443"/>
                  </a:moveTo>
                  <a:lnTo>
                    <a:pt x="1643418" y="1545443"/>
                  </a:lnTo>
                  <a:lnTo>
                    <a:pt x="1634928" y="1551942"/>
                  </a:lnTo>
                  <a:lnTo>
                    <a:pt x="1634928" y="1573136"/>
                  </a:lnTo>
                  <a:lnTo>
                    <a:pt x="1641294" y="1579352"/>
                  </a:lnTo>
                  <a:lnTo>
                    <a:pt x="1662492" y="1579352"/>
                  </a:lnTo>
                  <a:lnTo>
                    <a:pt x="1668860" y="1570875"/>
                  </a:lnTo>
                  <a:lnTo>
                    <a:pt x="1668860" y="1553921"/>
                  </a:lnTo>
                  <a:lnTo>
                    <a:pt x="1662492" y="1545443"/>
                  </a:lnTo>
                  <a:close/>
                </a:path>
                <a:path w="9542780" h="6570345">
                  <a:moveTo>
                    <a:pt x="1662492" y="1590092"/>
                  </a:moveTo>
                  <a:lnTo>
                    <a:pt x="1643418" y="1590092"/>
                  </a:lnTo>
                  <a:lnTo>
                    <a:pt x="1634928" y="1596308"/>
                  </a:lnTo>
                  <a:lnTo>
                    <a:pt x="1634928" y="1615523"/>
                  </a:lnTo>
                  <a:lnTo>
                    <a:pt x="1641294" y="1624001"/>
                  </a:lnTo>
                  <a:lnTo>
                    <a:pt x="1651880" y="1624001"/>
                  </a:lnTo>
                  <a:lnTo>
                    <a:pt x="1662492" y="1621740"/>
                  </a:lnTo>
                  <a:lnTo>
                    <a:pt x="1668860" y="1615523"/>
                  </a:lnTo>
                  <a:lnTo>
                    <a:pt x="1668860" y="1598569"/>
                  </a:lnTo>
                  <a:lnTo>
                    <a:pt x="1662492" y="1590092"/>
                  </a:lnTo>
                  <a:close/>
                </a:path>
                <a:path w="9542780" h="6570345">
                  <a:moveTo>
                    <a:pt x="1662492" y="1634456"/>
                  </a:moveTo>
                  <a:lnTo>
                    <a:pt x="1643418" y="1634456"/>
                  </a:lnTo>
                  <a:lnTo>
                    <a:pt x="1634928" y="1640956"/>
                  </a:lnTo>
                  <a:lnTo>
                    <a:pt x="1634928" y="1659889"/>
                  </a:lnTo>
                  <a:lnTo>
                    <a:pt x="1641294" y="1668367"/>
                  </a:lnTo>
                  <a:lnTo>
                    <a:pt x="1651880" y="1668367"/>
                  </a:lnTo>
                  <a:lnTo>
                    <a:pt x="1662492" y="1666388"/>
                  </a:lnTo>
                  <a:lnTo>
                    <a:pt x="1668860" y="1659889"/>
                  </a:lnTo>
                  <a:lnTo>
                    <a:pt x="1668860" y="1642934"/>
                  </a:lnTo>
                  <a:lnTo>
                    <a:pt x="1662492" y="1634456"/>
                  </a:lnTo>
                  <a:close/>
                </a:path>
                <a:path w="9542780" h="6570345">
                  <a:moveTo>
                    <a:pt x="1662492" y="1676844"/>
                  </a:moveTo>
                  <a:lnTo>
                    <a:pt x="1643418" y="1676844"/>
                  </a:lnTo>
                  <a:lnTo>
                    <a:pt x="1634928" y="1683061"/>
                  </a:lnTo>
                  <a:lnTo>
                    <a:pt x="1634928" y="1704254"/>
                  </a:lnTo>
                  <a:lnTo>
                    <a:pt x="1641294" y="1710754"/>
                  </a:lnTo>
                  <a:lnTo>
                    <a:pt x="1662492" y="1710754"/>
                  </a:lnTo>
                  <a:lnTo>
                    <a:pt x="1668860" y="1704254"/>
                  </a:lnTo>
                  <a:lnTo>
                    <a:pt x="1668860" y="1685321"/>
                  </a:lnTo>
                  <a:lnTo>
                    <a:pt x="1662492" y="1676844"/>
                  </a:lnTo>
                  <a:close/>
                </a:path>
                <a:path w="9542780" h="6570345">
                  <a:moveTo>
                    <a:pt x="1662492" y="1721209"/>
                  </a:moveTo>
                  <a:lnTo>
                    <a:pt x="1643418" y="1721209"/>
                  </a:lnTo>
                  <a:lnTo>
                    <a:pt x="1634928" y="1727709"/>
                  </a:lnTo>
                  <a:lnTo>
                    <a:pt x="1634928" y="1748903"/>
                  </a:lnTo>
                  <a:lnTo>
                    <a:pt x="1641294" y="1755119"/>
                  </a:lnTo>
                  <a:lnTo>
                    <a:pt x="1662492" y="1755119"/>
                  </a:lnTo>
                  <a:lnTo>
                    <a:pt x="1668860" y="1748903"/>
                  </a:lnTo>
                  <a:lnTo>
                    <a:pt x="1668860" y="1729686"/>
                  </a:lnTo>
                  <a:lnTo>
                    <a:pt x="1662492" y="1721209"/>
                  </a:lnTo>
                  <a:close/>
                </a:path>
                <a:path w="9542780" h="6570345">
                  <a:moveTo>
                    <a:pt x="1662492" y="1765857"/>
                  </a:moveTo>
                  <a:lnTo>
                    <a:pt x="1643418" y="1765857"/>
                  </a:lnTo>
                  <a:lnTo>
                    <a:pt x="1634928" y="1772074"/>
                  </a:lnTo>
                  <a:lnTo>
                    <a:pt x="1634928" y="1782813"/>
                  </a:lnTo>
                  <a:lnTo>
                    <a:pt x="1636420" y="1789872"/>
                  </a:lnTo>
                  <a:lnTo>
                    <a:pt x="1640496" y="1795211"/>
                  </a:lnTo>
                  <a:lnTo>
                    <a:pt x="1646556" y="1798588"/>
                  </a:lnTo>
                  <a:lnTo>
                    <a:pt x="1654002" y="1799767"/>
                  </a:lnTo>
                  <a:lnTo>
                    <a:pt x="1662492" y="1799767"/>
                  </a:lnTo>
                  <a:lnTo>
                    <a:pt x="1668860" y="1791290"/>
                  </a:lnTo>
                  <a:lnTo>
                    <a:pt x="1668860" y="1774334"/>
                  </a:lnTo>
                  <a:lnTo>
                    <a:pt x="1662492" y="1765857"/>
                  </a:lnTo>
                  <a:close/>
                </a:path>
                <a:path w="9542780" h="6570345">
                  <a:moveTo>
                    <a:pt x="1662492" y="1810223"/>
                  </a:moveTo>
                  <a:lnTo>
                    <a:pt x="1643418" y="1810223"/>
                  </a:lnTo>
                  <a:lnTo>
                    <a:pt x="1634928" y="1816722"/>
                  </a:lnTo>
                  <a:lnTo>
                    <a:pt x="1634928" y="1837634"/>
                  </a:lnTo>
                  <a:lnTo>
                    <a:pt x="1641294" y="1844132"/>
                  </a:lnTo>
                  <a:lnTo>
                    <a:pt x="1662492" y="1844132"/>
                  </a:lnTo>
                  <a:lnTo>
                    <a:pt x="1668860" y="1835655"/>
                  </a:lnTo>
                  <a:lnTo>
                    <a:pt x="1668860" y="1818700"/>
                  </a:lnTo>
                  <a:lnTo>
                    <a:pt x="1662492" y="1810223"/>
                  </a:lnTo>
                  <a:close/>
                </a:path>
                <a:path w="9542780" h="6570345">
                  <a:moveTo>
                    <a:pt x="1662492" y="1854588"/>
                  </a:moveTo>
                  <a:lnTo>
                    <a:pt x="1643418" y="1854588"/>
                  </a:lnTo>
                  <a:lnTo>
                    <a:pt x="1634928" y="1861088"/>
                  </a:lnTo>
                  <a:lnTo>
                    <a:pt x="1634928" y="1880021"/>
                  </a:lnTo>
                  <a:lnTo>
                    <a:pt x="1641294" y="1888498"/>
                  </a:lnTo>
                  <a:lnTo>
                    <a:pt x="1662492" y="1888498"/>
                  </a:lnTo>
                  <a:lnTo>
                    <a:pt x="1668860" y="1880021"/>
                  </a:lnTo>
                  <a:lnTo>
                    <a:pt x="1668860" y="1863065"/>
                  </a:lnTo>
                  <a:lnTo>
                    <a:pt x="1662492" y="1854588"/>
                  </a:lnTo>
                  <a:close/>
                </a:path>
                <a:path w="9542780" h="6570345">
                  <a:moveTo>
                    <a:pt x="1662492" y="1899236"/>
                  </a:moveTo>
                  <a:lnTo>
                    <a:pt x="1643418" y="1899236"/>
                  </a:lnTo>
                  <a:lnTo>
                    <a:pt x="1634928" y="1905453"/>
                  </a:lnTo>
                  <a:lnTo>
                    <a:pt x="1634928" y="1924668"/>
                  </a:lnTo>
                  <a:lnTo>
                    <a:pt x="1641294" y="1933147"/>
                  </a:lnTo>
                  <a:lnTo>
                    <a:pt x="1651880" y="1933147"/>
                  </a:lnTo>
                  <a:lnTo>
                    <a:pt x="1662492" y="1930886"/>
                  </a:lnTo>
                  <a:lnTo>
                    <a:pt x="1668860" y="1924668"/>
                  </a:lnTo>
                  <a:lnTo>
                    <a:pt x="1668860" y="1907713"/>
                  </a:lnTo>
                  <a:lnTo>
                    <a:pt x="1662492" y="1899236"/>
                  </a:lnTo>
                  <a:close/>
                </a:path>
                <a:path w="9542780" h="6570345">
                  <a:moveTo>
                    <a:pt x="1662492" y="1943601"/>
                  </a:moveTo>
                  <a:lnTo>
                    <a:pt x="1643418" y="1943601"/>
                  </a:lnTo>
                  <a:lnTo>
                    <a:pt x="1634928" y="1950101"/>
                  </a:lnTo>
                  <a:lnTo>
                    <a:pt x="1634928" y="1971295"/>
                  </a:lnTo>
                  <a:lnTo>
                    <a:pt x="1641294" y="1977511"/>
                  </a:lnTo>
                  <a:lnTo>
                    <a:pt x="1651880" y="1977511"/>
                  </a:lnTo>
                  <a:lnTo>
                    <a:pt x="1662492" y="1975251"/>
                  </a:lnTo>
                  <a:lnTo>
                    <a:pt x="1668860" y="1969034"/>
                  </a:lnTo>
                  <a:lnTo>
                    <a:pt x="1668860" y="1952080"/>
                  </a:lnTo>
                  <a:lnTo>
                    <a:pt x="1662492" y="1943601"/>
                  </a:lnTo>
                  <a:close/>
                </a:path>
                <a:path w="9542780" h="6570345">
                  <a:moveTo>
                    <a:pt x="1662492" y="1985989"/>
                  </a:moveTo>
                  <a:lnTo>
                    <a:pt x="1643418" y="1985989"/>
                  </a:lnTo>
                  <a:lnTo>
                    <a:pt x="1634928" y="1992205"/>
                  </a:lnTo>
                  <a:lnTo>
                    <a:pt x="1634928" y="2013399"/>
                  </a:lnTo>
                  <a:lnTo>
                    <a:pt x="1641294" y="2019899"/>
                  </a:lnTo>
                  <a:lnTo>
                    <a:pt x="1662492" y="2019899"/>
                  </a:lnTo>
                  <a:lnTo>
                    <a:pt x="1668860" y="2013399"/>
                  </a:lnTo>
                  <a:lnTo>
                    <a:pt x="1668860" y="1994466"/>
                  </a:lnTo>
                  <a:lnTo>
                    <a:pt x="1662492" y="1985989"/>
                  </a:lnTo>
                  <a:close/>
                </a:path>
                <a:path w="9542780" h="6570345">
                  <a:moveTo>
                    <a:pt x="1662492" y="2030355"/>
                  </a:moveTo>
                  <a:lnTo>
                    <a:pt x="1643418" y="2030355"/>
                  </a:lnTo>
                  <a:lnTo>
                    <a:pt x="1634928" y="2036853"/>
                  </a:lnTo>
                  <a:lnTo>
                    <a:pt x="1634928" y="2058047"/>
                  </a:lnTo>
                  <a:lnTo>
                    <a:pt x="1641295" y="2064264"/>
                  </a:lnTo>
                  <a:lnTo>
                    <a:pt x="1662492" y="2064264"/>
                  </a:lnTo>
                  <a:lnTo>
                    <a:pt x="1668860" y="2058047"/>
                  </a:lnTo>
                  <a:lnTo>
                    <a:pt x="1668860" y="2038832"/>
                  </a:lnTo>
                  <a:lnTo>
                    <a:pt x="1662492" y="2030355"/>
                  </a:lnTo>
                  <a:close/>
                </a:path>
                <a:path w="9542780" h="6570345">
                  <a:moveTo>
                    <a:pt x="1662492" y="2075003"/>
                  </a:moveTo>
                  <a:lnTo>
                    <a:pt x="1643418" y="2075003"/>
                  </a:lnTo>
                  <a:lnTo>
                    <a:pt x="1634928" y="2081220"/>
                  </a:lnTo>
                  <a:lnTo>
                    <a:pt x="1634928" y="2102413"/>
                  </a:lnTo>
                  <a:lnTo>
                    <a:pt x="1641295" y="2108912"/>
                  </a:lnTo>
                  <a:lnTo>
                    <a:pt x="1662492" y="2108912"/>
                  </a:lnTo>
                  <a:lnTo>
                    <a:pt x="1668860" y="2100435"/>
                  </a:lnTo>
                  <a:lnTo>
                    <a:pt x="1668860" y="2083480"/>
                  </a:lnTo>
                  <a:lnTo>
                    <a:pt x="1662492" y="2075003"/>
                  </a:lnTo>
                  <a:close/>
                </a:path>
                <a:path w="9542780" h="6570345">
                  <a:moveTo>
                    <a:pt x="1662492" y="2119368"/>
                  </a:moveTo>
                  <a:lnTo>
                    <a:pt x="1643418" y="2119368"/>
                  </a:lnTo>
                  <a:lnTo>
                    <a:pt x="1634928" y="2125585"/>
                  </a:lnTo>
                  <a:lnTo>
                    <a:pt x="1634928" y="2144801"/>
                  </a:lnTo>
                  <a:lnTo>
                    <a:pt x="1641295" y="2153278"/>
                  </a:lnTo>
                  <a:lnTo>
                    <a:pt x="1662492" y="2153278"/>
                  </a:lnTo>
                  <a:lnTo>
                    <a:pt x="1668860" y="2144801"/>
                  </a:lnTo>
                  <a:lnTo>
                    <a:pt x="1668860" y="2127845"/>
                  </a:lnTo>
                  <a:lnTo>
                    <a:pt x="1662492" y="2119368"/>
                  </a:lnTo>
                  <a:close/>
                </a:path>
                <a:path w="9542780" h="6570345">
                  <a:moveTo>
                    <a:pt x="1662492" y="2163733"/>
                  </a:moveTo>
                  <a:lnTo>
                    <a:pt x="1643418" y="2163733"/>
                  </a:lnTo>
                  <a:lnTo>
                    <a:pt x="1634928" y="2170233"/>
                  </a:lnTo>
                  <a:lnTo>
                    <a:pt x="1634928" y="2189166"/>
                  </a:lnTo>
                  <a:lnTo>
                    <a:pt x="1641295" y="2197643"/>
                  </a:lnTo>
                  <a:lnTo>
                    <a:pt x="1662492" y="2197643"/>
                  </a:lnTo>
                  <a:lnTo>
                    <a:pt x="1668860" y="2189166"/>
                  </a:lnTo>
                  <a:lnTo>
                    <a:pt x="1668860" y="2172211"/>
                  </a:lnTo>
                  <a:lnTo>
                    <a:pt x="1662492" y="2163733"/>
                  </a:lnTo>
                  <a:close/>
                </a:path>
                <a:path w="9542780" h="6570345">
                  <a:moveTo>
                    <a:pt x="1662492" y="2208381"/>
                  </a:moveTo>
                  <a:lnTo>
                    <a:pt x="1643418" y="2208381"/>
                  </a:lnTo>
                  <a:lnTo>
                    <a:pt x="1634928" y="2214598"/>
                  </a:lnTo>
                  <a:lnTo>
                    <a:pt x="1634928" y="2233814"/>
                  </a:lnTo>
                  <a:lnTo>
                    <a:pt x="1641295" y="2242291"/>
                  </a:lnTo>
                  <a:lnTo>
                    <a:pt x="1651880" y="2242291"/>
                  </a:lnTo>
                  <a:lnTo>
                    <a:pt x="1662492" y="2240031"/>
                  </a:lnTo>
                  <a:lnTo>
                    <a:pt x="1668860" y="2233814"/>
                  </a:lnTo>
                  <a:lnTo>
                    <a:pt x="1668860" y="2216858"/>
                  </a:lnTo>
                  <a:lnTo>
                    <a:pt x="1662492" y="2208381"/>
                  </a:lnTo>
                  <a:close/>
                </a:path>
                <a:path w="9542780" h="6570345">
                  <a:moveTo>
                    <a:pt x="1662492" y="2252747"/>
                  </a:moveTo>
                  <a:lnTo>
                    <a:pt x="1643418" y="2252747"/>
                  </a:lnTo>
                  <a:lnTo>
                    <a:pt x="1634928" y="2259246"/>
                  </a:lnTo>
                  <a:lnTo>
                    <a:pt x="1634928" y="2280157"/>
                  </a:lnTo>
                  <a:lnTo>
                    <a:pt x="1641295" y="2286656"/>
                  </a:lnTo>
                  <a:lnTo>
                    <a:pt x="1651880" y="2286656"/>
                  </a:lnTo>
                  <a:lnTo>
                    <a:pt x="1662492" y="2284395"/>
                  </a:lnTo>
                  <a:lnTo>
                    <a:pt x="1668860" y="2278179"/>
                  </a:lnTo>
                  <a:lnTo>
                    <a:pt x="1668860" y="2261224"/>
                  </a:lnTo>
                  <a:lnTo>
                    <a:pt x="1662492" y="2252747"/>
                  </a:lnTo>
                  <a:close/>
                </a:path>
                <a:path w="9542780" h="6570345">
                  <a:moveTo>
                    <a:pt x="1662492" y="2295135"/>
                  </a:moveTo>
                  <a:lnTo>
                    <a:pt x="1643418" y="2295135"/>
                  </a:lnTo>
                  <a:lnTo>
                    <a:pt x="1634928" y="2301351"/>
                  </a:lnTo>
                  <a:lnTo>
                    <a:pt x="1634928" y="2322545"/>
                  </a:lnTo>
                  <a:lnTo>
                    <a:pt x="1641295" y="2329044"/>
                  </a:lnTo>
                  <a:lnTo>
                    <a:pt x="1662492" y="2329044"/>
                  </a:lnTo>
                  <a:lnTo>
                    <a:pt x="1668860" y="2322545"/>
                  </a:lnTo>
                  <a:lnTo>
                    <a:pt x="1668860" y="2303612"/>
                  </a:lnTo>
                  <a:lnTo>
                    <a:pt x="1662492" y="2295135"/>
                  </a:lnTo>
                  <a:close/>
                </a:path>
                <a:path w="9542780" h="6570345">
                  <a:moveTo>
                    <a:pt x="1662492" y="2339500"/>
                  </a:moveTo>
                  <a:lnTo>
                    <a:pt x="1643418" y="2339500"/>
                  </a:lnTo>
                  <a:lnTo>
                    <a:pt x="1634928" y="2345999"/>
                  </a:lnTo>
                  <a:lnTo>
                    <a:pt x="1634928" y="2367193"/>
                  </a:lnTo>
                  <a:lnTo>
                    <a:pt x="1641295" y="2373410"/>
                  </a:lnTo>
                  <a:lnTo>
                    <a:pt x="1662492" y="2373410"/>
                  </a:lnTo>
                  <a:lnTo>
                    <a:pt x="1668860" y="2367193"/>
                  </a:lnTo>
                  <a:lnTo>
                    <a:pt x="1668860" y="2347977"/>
                  </a:lnTo>
                  <a:lnTo>
                    <a:pt x="1662492" y="2339500"/>
                  </a:lnTo>
                  <a:close/>
                </a:path>
                <a:path w="9542780" h="6570345">
                  <a:moveTo>
                    <a:pt x="1662492" y="2384148"/>
                  </a:moveTo>
                  <a:lnTo>
                    <a:pt x="1643418" y="2384148"/>
                  </a:lnTo>
                  <a:lnTo>
                    <a:pt x="1634928" y="2390364"/>
                  </a:lnTo>
                  <a:lnTo>
                    <a:pt x="1634928" y="2411558"/>
                  </a:lnTo>
                  <a:lnTo>
                    <a:pt x="1641295" y="2417775"/>
                  </a:lnTo>
                  <a:lnTo>
                    <a:pt x="1662492" y="2417775"/>
                  </a:lnTo>
                  <a:lnTo>
                    <a:pt x="1668860" y="2409579"/>
                  </a:lnTo>
                  <a:lnTo>
                    <a:pt x="1668860" y="2392625"/>
                  </a:lnTo>
                  <a:lnTo>
                    <a:pt x="1662492" y="2384148"/>
                  </a:lnTo>
                  <a:close/>
                </a:path>
                <a:path w="9542780" h="6570345">
                  <a:moveTo>
                    <a:pt x="1662492" y="2428513"/>
                  </a:moveTo>
                  <a:lnTo>
                    <a:pt x="1643418" y="2428513"/>
                  </a:lnTo>
                  <a:lnTo>
                    <a:pt x="1634928" y="2434729"/>
                  </a:lnTo>
                  <a:lnTo>
                    <a:pt x="1634928" y="2453946"/>
                  </a:lnTo>
                  <a:lnTo>
                    <a:pt x="1641295" y="2462423"/>
                  </a:lnTo>
                  <a:lnTo>
                    <a:pt x="1662492" y="2462423"/>
                  </a:lnTo>
                  <a:lnTo>
                    <a:pt x="1668860" y="2453946"/>
                  </a:lnTo>
                  <a:lnTo>
                    <a:pt x="1668860" y="2436991"/>
                  </a:lnTo>
                  <a:lnTo>
                    <a:pt x="1662492" y="2428513"/>
                  </a:lnTo>
                  <a:close/>
                </a:path>
                <a:path w="9542780" h="6570345">
                  <a:moveTo>
                    <a:pt x="1662492" y="2472879"/>
                  </a:moveTo>
                  <a:lnTo>
                    <a:pt x="1643418" y="2472879"/>
                  </a:lnTo>
                  <a:lnTo>
                    <a:pt x="1634928" y="2479377"/>
                  </a:lnTo>
                  <a:lnTo>
                    <a:pt x="1634928" y="2498310"/>
                  </a:lnTo>
                  <a:lnTo>
                    <a:pt x="1641295" y="2506788"/>
                  </a:lnTo>
                  <a:lnTo>
                    <a:pt x="1662492" y="2506788"/>
                  </a:lnTo>
                  <a:lnTo>
                    <a:pt x="1668860" y="2498310"/>
                  </a:lnTo>
                  <a:lnTo>
                    <a:pt x="1668860" y="2481356"/>
                  </a:lnTo>
                  <a:lnTo>
                    <a:pt x="1662492" y="2472879"/>
                  </a:lnTo>
                  <a:close/>
                </a:path>
                <a:path w="9542780" h="6570345">
                  <a:moveTo>
                    <a:pt x="1662492" y="2517527"/>
                  </a:moveTo>
                  <a:lnTo>
                    <a:pt x="1643418" y="2517527"/>
                  </a:lnTo>
                  <a:lnTo>
                    <a:pt x="1634928" y="2523743"/>
                  </a:lnTo>
                  <a:lnTo>
                    <a:pt x="1634928" y="2544937"/>
                  </a:lnTo>
                  <a:lnTo>
                    <a:pt x="1641295" y="2551436"/>
                  </a:lnTo>
                  <a:lnTo>
                    <a:pt x="1651880" y="2551436"/>
                  </a:lnTo>
                  <a:lnTo>
                    <a:pt x="1662492" y="2549175"/>
                  </a:lnTo>
                  <a:lnTo>
                    <a:pt x="1668860" y="2542959"/>
                  </a:lnTo>
                  <a:lnTo>
                    <a:pt x="1668860" y="2526004"/>
                  </a:lnTo>
                  <a:lnTo>
                    <a:pt x="1662492" y="2517527"/>
                  </a:lnTo>
                  <a:close/>
                </a:path>
                <a:path w="9542780" h="6570345">
                  <a:moveTo>
                    <a:pt x="1662492" y="2561892"/>
                  </a:moveTo>
                  <a:lnTo>
                    <a:pt x="1643418" y="2561892"/>
                  </a:lnTo>
                  <a:lnTo>
                    <a:pt x="1634928" y="2568108"/>
                  </a:lnTo>
                  <a:lnTo>
                    <a:pt x="1634928" y="2589302"/>
                  </a:lnTo>
                  <a:lnTo>
                    <a:pt x="1641295" y="2595802"/>
                  </a:lnTo>
                  <a:lnTo>
                    <a:pt x="1651880" y="2595802"/>
                  </a:lnTo>
                  <a:lnTo>
                    <a:pt x="1662492" y="2593541"/>
                  </a:lnTo>
                  <a:lnTo>
                    <a:pt x="1668860" y="2587325"/>
                  </a:lnTo>
                  <a:lnTo>
                    <a:pt x="1668860" y="2570369"/>
                  </a:lnTo>
                  <a:lnTo>
                    <a:pt x="1662492" y="2561892"/>
                  </a:lnTo>
                  <a:close/>
                </a:path>
                <a:path w="9542780" h="6570345">
                  <a:moveTo>
                    <a:pt x="1662492" y="2604279"/>
                  </a:moveTo>
                  <a:lnTo>
                    <a:pt x="1643418" y="2604279"/>
                  </a:lnTo>
                  <a:lnTo>
                    <a:pt x="1634928" y="2610496"/>
                  </a:lnTo>
                  <a:lnTo>
                    <a:pt x="1634928" y="2631690"/>
                  </a:lnTo>
                  <a:lnTo>
                    <a:pt x="1641295" y="2638190"/>
                  </a:lnTo>
                  <a:lnTo>
                    <a:pt x="1662492" y="2638190"/>
                  </a:lnTo>
                  <a:lnTo>
                    <a:pt x="1668860" y="2631690"/>
                  </a:lnTo>
                  <a:lnTo>
                    <a:pt x="1668860" y="2612757"/>
                  </a:lnTo>
                  <a:lnTo>
                    <a:pt x="1662492" y="2604279"/>
                  </a:lnTo>
                  <a:close/>
                </a:path>
                <a:path w="9542780" h="6570345">
                  <a:moveTo>
                    <a:pt x="1662492" y="2648644"/>
                  </a:moveTo>
                  <a:lnTo>
                    <a:pt x="1643418" y="2648644"/>
                  </a:lnTo>
                  <a:lnTo>
                    <a:pt x="1634928" y="2655144"/>
                  </a:lnTo>
                  <a:lnTo>
                    <a:pt x="1634928" y="2676338"/>
                  </a:lnTo>
                  <a:lnTo>
                    <a:pt x="1641295" y="2682554"/>
                  </a:lnTo>
                  <a:lnTo>
                    <a:pt x="1662492" y="2682554"/>
                  </a:lnTo>
                  <a:lnTo>
                    <a:pt x="1668860" y="2676338"/>
                  </a:lnTo>
                  <a:lnTo>
                    <a:pt x="1668860" y="2657123"/>
                  </a:lnTo>
                  <a:lnTo>
                    <a:pt x="1662492" y="2648644"/>
                  </a:lnTo>
                  <a:close/>
                </a:path>
                <a:path w="9542780" h="6570345">
                  <a:moveTo>
                    <a:pt x="1662492" y="2693292"/>
                  </a:moveTo>
                  <a:lnTo>
                    <a:pt x="1643418" y="2693292"/>
                  </a:lnTo>
                  <a:lnTo>
                    <a:pt x="1634928" y="2699509"/>
                  </a:lnTo>
                  <a:lnTo>
                    <a:pt x="1634928" y="2718442"/>
                  </a:lnTo>
                  <a:lnTo>
                    <a:pt x="1641295" y="2726919"/>
                  </a:lnTo>
                  <a:lnTo>
                    <a:pt x="1662492" y="2726919"/>
                  </a:lnTo>
                  <a:lnTo>
                    <a:pt x="1668860" y="2718442"/>
                  </a:lnTo>
                  <a:lnTo>
                    <a:pt x="1668860" y="2701770"/>
                  </a:lnTo>
                  <a:lnTo>
                    <a:pt x="1662492" y="2693292"/>
                  </a:lnTo>
                  <a:close/>
                </a:path>
                <a:path w="9542780" h="6570345">
                  <a:moveTo>
                    <a:pt x="1662492" y="2737658"/>
                  </a:moveTo>
                  <a:lnTo>
                    <a:pt x="1643418" y="2737658"/>
                  </a:lnTo>
                  <a:lnTo>
                    <a:pt x="1634928" y="2743875"/>
                  </a:lnTo>
                  <a:lnTo>
                    <a:pt x="1634928" y="2763090"/>
                  </a:lnTo>
                  <a:lnTo>
                    <a:pt x="1641295" y="2771567"/>
                  </a:lnTo>
                  <a:lnTo>
                    <a:pt x="1662492" y="2771567"/>
                  </a:lnTo>
                  <a:lnTo>
                    <a:pt x="1668860" y="2763090"/>
                  </a:lnTo>
                  <a:lnTo>
                    <a:pt x="1668860" y="2746136"/>
                  </a:lnTo>
                  <a:lnTo>
                    <a:pt x="1662492" y="2737658"/>
                  </a:lnTo>
                  <a:close/>
                </a:path>
                <a:path w="9542780" h="6570345">
                  <a:moveTo>
                    <a:pt x="1662493" y="3798416"/>
                  </a:moveTo>
                  <a:lnTo>
                    <a:pt x="1643418" y="3798416"/>
                  </a:lnTo>
                  <a:lnTo>
                    <a:pt x="1634928" y="3804746"/>
                  </a:lnTo>
                  <a:lnTo>
                    <a:pt x="1634928" y="3823820"/>
                  </a:lnTo>
                  <a:lnTo>
                    <a:pt x="1641295" y="3832269"/>
                  </a:lnTo>
                  <a:lnTo>
                    <a:pt x="1651880" y="3832269"/>
                  </a:lnTo>
                  <a:lnTo>
                    <a:pt x="1662493" y="3830149"/>
                  </a:lnTo>
                  <a:lnTo>
                    <a:pt x="1668860" y="3823820"/>
                  </a:lnTo>
                  <a:lnTo>
                    <a:pt x="1668860" y="3806865"/>
                  </a:lnTo>
                  <a:lnTo>
                    <a:pt x="1662493" y="3798416"/>
                  </a:lnTo>
                  <a:close/>
                </a:path>
                <a:path w="9542780" h="6570345">
                  <a:moveTo>
                    <a:pt x="1662493" y="3840746"/>
                  </a:moveTo>
                  <a:lnTo>
                    <a:pt x="1643418" y="3840746"/>
                  </a:lnTo>
                  <a:lnTo>
                    <a:pt x="1634928" y="3847105"/>
                  </a:lnTo>
                  <a:lnTo>
                    <a:pt x="1634928" y="3866151"/>
                  </a:lnTo>
                  <a:lnTo>
                    <a:pt x="1641295" y="3874629"/>
                  </a:lnTo>
                  <a:lnTo>
                    <a:pt x="1662493" y="3874629"/>
                  </a:lnTo>
                  <a:lnTo>
                    <a:pt x="1668860" y="3868270"/>
                  </a:lnTo>
                  <a:lnTo>
                    <a:pt x="1668860" y="3849225"/>
                  </a:lnTo>
                  <a:lnTo>
                    <a:pt x="1662493" y="3840746"/>
                  </a:lnTo>
                  <a:close/>
                </a:path>
                <a:path w="9542780" h="6570345">
                  <a:moveTo>
                    <a:pt x="1662493" y="3885225"/>
                  </a:moveTo>
                  <a:lnTo>
                    <a:pt x="1643418" y="3885225"/>
                  </a:lnTo>
                  <a:lnTo>
                    <a:pt x="1634928" y="3891555"/>
                  </a:lnTo>
                  <a:lnTo>
                    <a:pt x="1634928" y="3910629"/>
                  </a:lnTo>
                  <a:lnTo>
                    <a:pt x="1641295" y="3919079"/>
                  </a:lnTo>
                  <a:lnTo>
                    <a:pt x="1662493" y="3919079"/>
                  </a:lnTo>
                  <a:lnTo>
                    <a:pt x="1668860" y="3912749"/>
                  </a:lnTo>
                  <a:lnTo>
                    <a:pt x="1668860" y="3893675"/>
                  </a:lnTo>
                  <a:lnTo>
                    <a:pt x="1662493" y="3885225"/>
                  </a:lnTo>
                  <a:close/>
                </a:path>
                <a:path w="9542780" h="6570345">
                  <a:moveTo>
                    <a:pt x="1662493" y="3929675"/>
                  </a:moveTo>
                  <a:lnTo>
                    <a:pt x="1643418" y="3929675"/>
                  </a:lnTo>
                  <a:lnTo>
                    <a:pt x="1634928" y="3936033"/>
                  </a:lnTo>
                  <a:lnTo>
                    <a:pt x="1634928" y="3955079"/>
                  </a:lnTo>
                  <a:lnTo>
                    <a:pt x="1641295" y="3963556"/>
                  </a:lnTo>
                  <a:lnTo>
                    <a:pt x="1662493" y="3963556"/>
                  </a:lnTo>
                  <a:lnTo>
                    <a:pt x="1668860" y="3955079"/>
                  </a:lnTo>
                  <a:lnTo>
                    <a:pt x="1668860" y="3938153"/>
                  </a:lnTo>
                  <a:lnTo>
                    <a:pt x="1662493" y="3929675"/>
                  </a:lnTo>
                  <a:close/>
                </a:path>
                <a:path w="9542780" h="6570345">
                  <a:moveTo>
                    <a:pt x="1662493" y="3974125"/>
                  </a:moveTo>
                  <a:lnTo>
                    <a:pt x="1643418" y="3974125"/>
                  </a:lnTo>
                  <a:lnTo>
                    <a:pt x="1634928" y="3980483"/>
                  </a:lnTo>
                  <a:lnTo>
                    <a:pt x="1634928" y="3999558"/>
                  </a:lnTo>
                  <a:lnTo>
                    <a:pt x="1641295" y="4008008"/>
                  </a:lnTo>
                  <a:lnTo>
                    <a:pt x="1662493" y="4008008"/>
                  </a:lnTo>
                  <a:lnTo>
                    <a:pt x="1668861" y="3999558"/>
                  </a:lnTo>
                  <a:lnTo>
                    <a:pt x="1668861" y="3982603"/>
                  </a:lnTo>
                  <a:lnTo>
                    <a:pt x="1662493" y="3974125"/>
                  </a:lnTo>
                  <a:close/>
                </a:path>
                <a:path w="9542780" h="6570345">
                  <a:moveTo>
                    <a:pt x="1662493" y="4018603"/>
                  </a:moveTo>
                  <a:lnTo>
                    <a:pt x="1643418" y="4018603"/>
                  </a:lnTo>
                  <a:lnTo>
                    <a:pt x="1634928" y="4024962"/>
                  </a:lnTo>
                  <a:lnTo>
                    <a:pt x="1634928" y="4044008"/>
                  </a:lnTo>
                  <a:lnTo>
                    <a:pt x="1641295" y="4052486"/>
                  </a:lnTo>
                  <a:lnTo>
                    <a:pt x="1662493" y="4052486"/>
                  </a:lnTo>
                  <a:lnTo>
                    <a:pt x="1668861" y="4044008"/>
                  </a:lnTo>
                  <a:lnTo>
                    <a:pt x="1668861" y="4027082"/>
                  </a:lnTo>
                  <a:lnTo>
                    <a:pt x="1662493" y="4018603"/>
                  </a:lnTo>
                  <a:close/>
                </a:path>
                <a:path w="9542780" h="6570345">
                  <a:moveTo>
                    <a:pt x="1662493" y="4063055"/>
                  </a:moveTo>
                  <a:lnTo>
                    <a:pt x="1643418" y="4063055"/>
                  </a:lnTo>
                  <a:lnTo>
                    <a:pt x="1634928" y="4069412"/>
                  </a:lnTo>
                  <a:lnTo>
                    <a:pt x="1634928" y="4088486"/>
                  </a:lnTo>
                  <a:lnTo>
                    <a:pt x="1641295" y="4096936"/>
                  </a:lnTo>
                  <a:lnTo>
                    <a:pt x="1651880" y="4096936"/>
                  </a:lnTo>
                  <a:lnTo>
                    <a:pt x="1662493" y="4094816"/>
                  </a:lnTo>
                  <a:lnTo>
                    <a:pt x="1668861" y="4088486"/>
                  </a:lnTo>
                  <a:lnTo>
                    <a:pt x="1668861" y="4071532"/>
                  </a:lnTo>
                  <a:lnTo>
                    <a:pt x="1662493" y="4063055"/>
                  </a:lnTo>
                  <a:close/>
                </a:path>
                <a:path w="9542780" h="6570345">
                  <a:moveTo>
                    <a:pt x="1662493" y="4107533"/>
                  </a:moveTo>
                  <a:lnTo>
                    <a:pt x="1643418" y="4107533"/>
                  </a:lnTo>
                  <a:lnTo>
                    <a:pt x="1634928" y="4113890"/>
                  </a:lnTo>
                  <a:lnTo>
                    <a:pt x="1634928" y="4132936"/>
                  </a:lnTo>
                  <a:lnTo>
                    <a:pt x="1641295" y="4141415"/>
                  </a:lnTo>
                  <a:lnTo>
                    <a:pt x="1651880" y="4141415"/>
                  </a:lnTo>
                  <a:lnTo>
                    <a:pt x="1662493" y="4139295"/>
                  </a:lnTo>
                  <a:lnTo>
                    <a:pt x="1668861" y="4132936"/>
                  </a:lnTo>
                  <a:lnTo>
                    <a:pt x="1668861" y="4116010"/>
                  </a:lnTo>
                  <a:lnTo>
                    <a:pt x="1662493" y="4107533"/>
                  </a:lnTo>
                  <a:close/>
                </a:path>
                <a:path w="9542780" h="6570345">
                  <a:moveTo>
                    <a:pt x="1662493" y="4149863"/>
                  </a:moveTo>
                  <a:lnTo>
                    <a:pt x="1643418" y="4149863"/>
                  </a:lnTo>
                  <a:lnTo>
                    <a:pt x="1634928" y="4156222"/>
                  </a:lnTo>
                  <a:lnTo>
                    <a:pt x="1634928" y="4175296"/>
                  </a:lnTo>
                  <a:lnTo>
                    <a:pt x="1641295" y="4183745"/>
                  </a:lnTo>
                  <a:lnTo>
                    <a:pt x="1662493" y="4183745"/>
                  </a:lnTo>
                  <a:lnTo>
                    <a:pt x="1668861" y="4177416"/>
                  </a:lnTo>
                  <a:lnTo>
                    <a:pt x="1668861" y="4158341"/>
                  </a:lnTo>
                  <a:lnTo>
                    <a:pt x="1662493" y="4149863"/>
                  </a:lnTo>
                  <a:close/>
                </a:path>
                <a:path w="9542780" h="6570345">
                  <a:moveTo>
                    <a:pt x="1662493" y="4194342"/>
                  </a:moveTo>
                  <a:lnTo>
                    <a:pt x="1643418" y="4194342"/>
                  </a:lnTo>
                  <a:lnTo>
                    <a:pt x="1634928" y="4200700"/>
                  </a:lnTo>
                  <a:lnTo>
                    <a:pt x="1634928" y="4221866"/>
                  </a:lnTo>
                  <a:lnTo>
                    <a:pt x="1641295" y="4228223"/>
                  </a:lnTo>
                  <a:lnTo>
                    <a:pt x="1662493" y="4228223"/>
                  </a:lnTo>
                  <a:lnTo>
                    <a:pt x="1668861" y="4221866"/>
                  </a:lnTo>
                  <a:lnTo>
                    <a:pt x="1668861" y="4202819"/>
                  </a:lnTo>
                  <a:lnTo>
                    <a:pt x="1662493" y="4194342"/>
                  </a:lnTo>
                  <a:close/>
                </a:path>
                <a:path w="9542780" h="6570345">
                  <a:moveTo>
                    <a:pt x="1662493" y="4238792"/>
                  </a:moveTo>
                  <a:lnTo>
                    <a:pt x="1643418" y="4238792"/>
                  </a:lnTo>
                  <a:lnTo>
                    <a:pt x="1634928" y="4245150"/>
                  </a:lnTo>
                  <a:lnTo>
                    <a:pt x="1634928" y="4266316"/>
                  </a:lnTo>
                  <a:lnTo>
                    <a:pt x="1641295" y="4272673"/>
                  </a:lnTo>
                  <a:lnTo>
                    <a:pt x="1662493" y="4272673"/>
                  </a:lnTo>
                  <a:lnTo>
                    <a:pt x="1668861" y="4264225"/>
                  </a:lnTo>
                  <a:lnTo>
                    <a:pt x="1668861" y="4247269"/>
                  </a:lnTo>
                  <a:lnTo>
                    <a:pt x="1662493" y="4238792"/>
                  </a:lnTo>
                  <a:close/>
                </a:path>
                <a:path w="9542780" h="6570345">
                  <a:moveTo>
                    <a:pt x="1662493" y="4283270"/>
                  </a:moveTo>
                  <a:lnTo>
                    <a:pt x="1643418" y="4283270"/>
                  </a:lnTo>
                  <a:lnTo>
                    <a:pt x="1634928" y="4289629"/>
                  </a:lnTo>
                  <a:lnTo>
                    <a:pt x="1634928" y="4308675"/>
                  </a:lnTo>
                  <a:lnTo>
                    <a:pt x="1641295" y="4317152"/>
                  </a:lnTo>
                  <a:lnTo>
                    <a:pt x="1662493" y="4317152"/>
                  </a:lnTo>
                  <a:lnTo>
                    <a:pt x="1668861" y="4308675"/>
                  </a:lnTo>
                  <a:lnTo>
                    <a:pt x="1668861" y="4291749"/>
                  </a:lnTo>
                  <a:lnTo>
                    <a:pt x="1662493" y="4283270"/>
                  </a:lnTo>
                  <a:close/>
                </a:path>
                <a:path w="9542780" h="6570345">
                  <a:moveTo>
                    <a:pt x="1662493" y="4327721"/>
                  </a:moveTo>
                  <a:lnTo>
                    <a:pt x="1643418" y="4327721"/>
                  </a:lnTo>
                  <a:lnTo>
                    <a:pt x="1634928" y="4334079"/>
                  </a:lnTo>
                  <a:lnTo>
                    <a:pt x="1634928" y="4353153"/>
                  </a:lnTo>
                  <a:lnTo>
                    <a:pt x="1641295" y="4361602"/>
                  </a:lnTo>
                  <a:lnTo>
                    <a:pt x="1662493" y="4361602"/>
                  </a:lnTo>
                  <a:lnTo>
                    <a:pt x="1668861" y="4353153"/>
                  </a:lnTo>
                  <a:lnTo>
                    <a:pt x="1668861" y="4336199"/>
                  </a:lnTo>
                  <a:lnTo>
                    <a:pt x="1662493" y="4327721"/>
                  </a:lnTo>
                  <a:close/>
                </a:path>
                <a:path w="9542780" h="6570345">
                  <a:moveTo>
                    <a:pt x="1662493" y="4372199"/>
                  </a:moveTo>
                  <a:lnTo>
                    <a:pt x="1643418" y="4372199"/>
                  </a:lnTo>
                  <a:lnTo>
                    <a:pt x="1634928" y="4378557"/>
                  </a:lnTo>
                  <a:lnTo>
                    <a:pt x="1634928" y="4397603"/>
                  </a:lnTo>
                  <a:lnTo>
                    <a:pt x="1641295" y="4406080"/>
                  </a:lnTo>
                  <a:lnTo>
                    <a:pt x="1651880" y="4406080"/>
                  </a:lnTo>
                  <a:lnTo>
                    <a:pt x="1662493" y="4403962"/>
                  </a:lnTo>
                  <a:lnTo>
                    <a:pt x="1668861" y="4397603"/>
                  </a:lnTo>
                  <a:lnTo>
                    <a:pt x="1668861" y="4380677"/>
                  </a:lnTo>
                  <a:lnTo>
                    <a:pt x="1662493" y="4372199"/>
                  </a:lnTo>
                  <a:close/>
                </a:path>
                <a:path w="9542780" h="6570345">
                  <a:moveTo>
                    <a:pt x="1662493" y="4416649"/>
                  </a:moveTo>
                  <a:lnTo>
                    <a:pt x="1643418" y="4416649"/>
                  </a:lnTo>
                  <a:lnTo>
                    <a:pt x="1634928" y="4423008"/>
                  </a:lnTo>
                  <a:lnTo>
                    <a:pt x="1634928" y="4442053"/>
                  </a:lnTo>
                  <a:lnTo>
                    <a:pt x="1641295" y="4450532"/>
                  </a:lnTo>
                  <a:lnTo>
                    <a:pt x="1651880" y="4450532"/>
                  </a:lnTo>
                  <a:lnTo>
                    <a:pt x="1662493" y="4448412"/>
                  </a:lnTo>
                  <a:lnTo>
                    <a:pt x="1668861" y="4442053"/>
                  </a:lnTo>
                  <a:lnTo>
                    <a:pt x="1668861" y="4425127"/>
                  </a:lnTo>
                  <a:lnTo>
                    <a:pt x="1662493" y="4416649"/>
                  </a:lnTo>
                  <a:close/>
                </a:path>
                <a:path w="9542780" h="6570345">
                  <a:moveTo>
                    <a:pt x="1662493" y="4636866"/>
                  </a:moveTo>
                  <a:lnTo>
                    <a:pt x="1643418" y="4636866"/>
                  </a:lnTo>
                  <a:lnTo>
                    <a:pt x="1634928" y="4643224"/>
                  </a:lnTo>
                  <a:lnTo>
                    <a:pt x="1634928" y="4662270"/>
                  </a:lnTo>
                  <a:lnTo>
                    <a:pt x="1641295" y="4670747"/>
                  </a:lnTo>
                  <a:lnTo>
                    <a:pt x="1662493" y="4670747"/>
                  </a:lnTo>
                  <a:lnTo>
                    <a:pt x="1668861" y="4662270"/>
                  </a:lnTo>
                  <a:lnTo>
                    <a:pt x="1668861" y="4645343"/>
                  </a:lnTo>
                  <a:lnTo>
                    <a:pt x="1662493" y="4636866"/>
                  </a:lnTo>
                  <a:close/>
                </a:path>
                <a:path w="9542780" h="6570345">
                  <a:moveTo>
                    <a:pt x="1662493" y="4681316"/>
                  </a:moveTo>
                  <a:lnTo>
                    <a:pt x="1643418" y="4681316"/>
                  </a:lnTo>
                  <a:lnTo>
                    <a:pt x="1634928" y="4687674"/>
                  </a:lnTo>
                  <a:lnTo>
                    <a:pt x="1634928" y="4706720"/>
                  </a:lnTo>
                  <a:lnTo>
                    <a:pt x="1641295" y="4715198"/>
                  </a:lnTo>
                  <a:lnTo>
                    <a:pt x="1651880" y="4715198"/>
                  </a:lnTo>
                  <a:lnTo>
                    <a:pt x="1662493" y="4713079"/>
                  </a:lnTo>
                  <a:lnTo>
                    <a:pt x="1668861" y="4706720"/>
                  </a:lnTo>
                  <a:lnTo>
                    <a:pt x="1668861" y="4689793"/>
                  </a:lnTo>
                  <a:lnTo>
                    <a:pt x="1662493" y="4681316"/>
                  </a:lnTo>
                  <a:close/>
                </a:path>
                <a:path w="9542780" h="6570345">
                  <a:moveTo>
                    <a:pt x="1662493" y="4725795"/>
                  </a:moveTo>
                  <a:lnTo>
                    <a:pt x="1643418" y="4725795"/>
                  </a:lnTo>
                  <a:lnTo>
                    <a:pt x="1634928" y="4732153"/>
                  </a:lnTo>
                  <a:lnTo>
                    <a:pt x="1634928" y="4753319"/>
                  </a:lnTo>
                  <a:lnTo>
                    <a:pt x="1641295" y="4759676"/>
                  </a:lnTo>
                  <a:lnTo>
                    <a:pt x="1651880" y="4759676"/>
                  </a:lnTo>
                  <a:lnTo>
                    <a:pt x="1662493" y="4757557"/>
                  </a:lnTo>
                  <a:lnTo>
                    <a:pt x="1668861" y="4751199"/>
                  </a:lnTo>
                  <a:lnTo>
                    <a:pt x="1668861" y="4734243"/>
                  </a:lnTo>
                  <a:lnTo>
                    <a:pt x="1662493" y="4725795"/>
                  </a:lnTo>
                  <a:close/>
                </a:path>
                <a:path w="9542780" h="6570345">
                  <a:moveTo>
                    <a:pt x="1662493" y="4768126"/>
                  </a:moveTo>
                  <a:lnTo>
                    <a:pt x="1643418" y="4768126"/>
                  </a:lnTo>
                  <a:lnTo>
                    <a:pt x="1634928" y="4774483"/>
                  </a:lnTo>
                  <a:lnTo>
                    <a:pt x="1634928" y="4795649"/>
                  </a:lnTo>
                  <a:lnTo>
                    <a:pt x="1641295" y="4802007"/>
                  </a:lnTo>
                  <a:lnTo>
                    <a:pt x="1662493" y="4802007"/>
                  </a:lnTo>
                  <a:lnTo>
                    <a:pt x="1668861" y="4795649"/>
                  </a:lnTo>
                  <a:lnTo>
                    <a:pt x="1668861" y="4776603"/>
                  </a:lnTo>
                  <a:lnTo>
                    <a:pt x="1662493" y="4768126"/>
                  </a:lnTo>
                  <a:close/>
                </a:path>
                <a:path w="9542780" h="6570345">
                  <a:moveTo>
                    <a:pt x="1662493" y="4812604"/>
                  </a:moveTo>
                  <a:lnTo>
                    <a:pt x="1643418" y="4812604"/>
                  </a:lnTo>
                  <a:lnTo>
                    <a:pt x="1634928" y="4818962"/>
                  </a:lnTo>
                  <a:lnTo>
                    <a:pt x="1634928" y="4838009"/>
                  </a:lnTo>
                  <a:lnTo>
                    <a:pt x="1641295" y="4846486"/>
                  </a:lnTo>
                  <a:lnTo>
                    <a:pt x="1662493" y="4846486"/>
                  </a:lnTo>
                  <a:lnTo>
                    <a:pt x="1668861" y="4840127"/>
                  </a:lnTo>
                  <a:lnTo>
                    <a:pt x="1668861" y="4821053"/>
                  </a:lnTo>
                  <a:lnTo>
                    <a:pt x="1662493" y="4812604"/>
                  </a:lnTo>
                  <a:close/>
                </a:path>
                <a:path w="9542780" h="6570345">
                  <a:moveTo>
                    <a:pt x="1662493" y="4857054"/>
                  </a:moveTo>
                  <a:lnTo>
                    <a:pt x="1643418" y="4857054"/>
                  </a:lnTo>
                  <a:lnTo>
                    <a:pt x="1634928" y="4863412"/>
                  </a:lnTo>
                  <a:lnTo>
                    <a:pt x="1634928" y="4882459"/>
                  </a:lnTo>
                  <a:lnTo>
                    <a:pt x="1641295" y="4890936"/>
                  </a:lnTo>
                  <a:lnTo>
                    <a:pt x="1662493" y="4890936"/>
                  </a:lnTo>
                  <a:lnTo>
                    <a:pt x="1668861" y="4882459"/>
                  </a:lnTo>
                  <a:lnTo>
                    <a:pt x="1668861" y="4865532"/>
                  </a:lnTo>
                  <a:lnTo>
                    <a:pt x="1662493" y="4857054"/>
                  </a:lnTo>
                  <a:close/>
                </a:path>
                <a:path w="9542780" h="6570345">
                  <a:moveTo>
                    <a:pt x="1662493" y="4901533"/>
                  </a:moveTo>
                  <a:lnTo>
                    <a:pt x="1643418" y="4901533"/>
                  </a:lnTo>
                  <a:lnTo>
                    <a:pt x="1634928" y="4907890"/>
                  </a:lnTo>
                  <a:lnTo>
                    <a:pt x="1634928" y="4926937"/>
                  </a:lnTo>
                  <a:lnTo>
                    <a:pt x="1641295" y="4935414"/>
                  </a:lnTo>
                  <a:lnTo>
                    <a:pt x="1662493" y="4935414"/>
                  </a:lnTo>
                  <a:lnTo>
                    <a:pt x="1668861" y="4926937"/>
                  </a:lnTo>
                  <a:lnTo>
                    <a:pt x="1668861" y="4909982"/>
                  </a:lnTo>
                  <a:lnTo>
                    <a:pt x="1662493" y="4901533"/>
                  </a:lnTo>
                  <a:close/>
                </a:path>
                <a:path w="9542780" h="6570345">
                  <a:moveTo>
                    <a:pt x="1662493" y="4945983"/>
                  </a:moveTo>
                  <a:lnTo>
                    <a:pt x="1643418" y="4945983"/>
                  </a:lnTo>
                  <a:lnTo>
                    <a:pt x="1634928" y="4952340"/>
                  </a:lnTo>
                  <a:lnTo>
                    <a:pt x="1634928" y="4971387"/>
                  </a:lnTo>
                  <a:lnTo>
                    <a:pt x="1641295" y="4979864"/>
                  </a:lnTo>
                  <a:lnTo>
                    <a:pt x="1662493" y="4979864"/>
                  </a:lnTo>
                  <a:lnTo>
                    <a:pt x="1668861" y="4971387"/>
                  </a:lnTo>
                  <a:lnTo>
                    <a:pt x="1668861" y="4954460"/>
                  </a:lnTo>
                  <a:lnTo>
                    <a:pt x="1662493" y="4945983"/>
                  </a:lnTo>
                  <a:close/>
                </a:path>
                <a:path w="9542780" h="6570345">
                  <a:moveTo>
                    <a:pt x="1662493" y="4990461"/>
                  </a:moveTo>
                  <a:lnTo>
                    <a:pt x="1643418" y="4990461"/>
                  </a:lnTo>
                  <a:lnTo>
                    <a:pt x="1634928" y="4996792"/>
                  </a:lnTo>
                  <a:lnTo>
                    <a:pt x="1634928" y="5015866"/>
                  </a:lnTo>
                  <a:lnTo>
                    <a:pt x="1641295" y="5024343"/>
                  </a:lnTo>
                  <a:lnTo>
                    <a:pt x="1662493" y="5024343"/>
                  </a:lnTo>
                  <a:lnTo>
                    <a:pt x="1668861" y="5015866"/>
                  </a:lnTo>
                  <a:lnTo>
                    <a:pt x="1668861" y="4998910"/>
                  </a:lnTo>
                  <a:lnTo>
                    <a:pt x="1662493" y="4990461"/>
                  </a:lnTo>
                  <a:close/>
                </a:path>
                <a:path w="9542780" h="6570345">
                  <a:moveTo>
                    <a:pt x="1662493" y="5034912"/>
                  </a:moveTo>
                  <a:lnTo>
                    <a:pt x="1643418" y="5034912"/>
                  </a:lnTo>
                  <a:lnTo>
                    <a:pt x="1634928" y="5041270"/>
                  </a:lnTo>
                  <a:lnTo>
                    <a:pt x="1634928" y="5060316"/>
                  </a:lnTo>
                  <a:lnTo>
                    <a:pt x="1641295" y="5068793"/>
                  </a:lnTo>
                  <a:lnTo>
                    <a:pt x="1651880" y="5068793"/>
                  </a:lnTo>
                  <a:lnTo>
                    <a:pt x="1662493" y="5066673"/>
                  </a:lnTo>
                  <a:lnTo>
                    <a:pt x="1668861" y="5060316"/>
                  </a:lnTo>
                  <a:lnTo>
                    <a:pt x="1668861" y="5043389"/>
                  </a:lnTo>
                  <a:lnTo>
                    <a:pt x="1662493" y="5034912"/>
                  </a:lnTo>
                  <a:close/>
                </a:path>
                <a:path w="9542780" h="6570345">
                  <a:moveTo>
                    <a:pt x="1662493" y="5077270"/>
                  </a:moveTo>
                  <a:lnTo>
                    <a:pt x="1643418" y="5077270"/>
                  </a:lnTo>
                  <a:lnTo>
                    <a:pt x="1634928" y="5083629"/>
                  </a:lnTo>
                  <a:lnTo>
                    <a:pt x="1634928" y="5102675"/>
                  </a:lnTo>
                  <a:lnTo>
                    <a:pt x="1641295" y="5111153"/>
                  </a:lnTo>
                  <a:lnTo>
                    <a:pt x="1662493" y="5111153"/>
                  </a:lnTo>
                  <a:lnTo>
                    <a:pt x="1668861" y="5104794"/>
                  </a:lnTo>
                  <a:lnTo>
                    <a:pt x="1668861" y="5085720"/>
                  </a:lnTo>
                  <a:lnTo>
                    <a:pt x="1662493" y="5077270"/>
                  </a:lnTo>
                  <a:close/>
                </a:path>
                <a:path w="9542780" h="6570345">
                  <a:moveTo>
                    <a:pt x="1662493" y="5121720"/>
                  </a:moveTo>
                  <a:lnTo>
                    <a:pt x="1643418" y="5121720"/>
                  </a:lnTo>
                  <a:lnTo>
                    <a:pt x="1634928" y="5128079"/>
                  </a:lnTo>
                  <a:lnTo>
                    <a:pt x="1634928" y="5147125"/>
                  </a:lnTo>
                  <a:lnTo>
                    <a:pt x="1641295" y="5155603"/>
                  </a:lnTo>
                  <a:lnTo>
                    <a:pt x="1662493" y="5155603"/>
                  </a:lnTo>
                  <a:lnTo>
                    <a:pt x="1668861" y="5149244"/>
                  </a:lnTo>
                  <a:lnTo>
                    <a:pt x="1668861" y="5130199"/>
                  </a:lnTo>
                  <a:lnTo>
                    <a:pt x="1662493" y="5121720"/>
                  </a:lnTo>
                  <a:close/>
                </a:path>
                <a:path w="9542780" h="6570345">
                  <a:moveTo>
                    <a:pt x="1662493" y="5166199"/>
                  </a:moveTo>
                  <a:lnTo>
                    <a:pt x="1643418" y="5166199"/>
                  </a:lnTo>
                  <a:lnTo>
                    <a:pt x="1634928" y="5172529"/>
                  </a:lnTo>
                  <a:lnTo>
                    <a:pt x="1634928" y="5191603"/>
                  </a:lnTo>
                  <a:lnTo>
                    <a:pt x="1641295" y="5200081"/>
                  </a:lnTo>
                  <a:lnTo>
                    <a:pt x="1662493" y="5200081"/>
                  </a:lnTo>
                  <a:lnTo>
                    <a:pt x="1668861" y="5191603"/>
                  </a:lnTo>
                  <a:lnTo>
                    <a:pt x="1668861" y="5174649"/>
                  </a:lnTo>
                  <a:lnTo>
                    <a:pt x="1662493" y="5166199"/>
                  </a:lnTo>
                  <a:close/>
                </a:path>
                <a:path w="9542780" h="6570345">
                  <a:moveTo>
                    <a:pt x="1662493" y="5210649"/>
                  </a:moveTo>
                  <a:lnTo>
                    <a:pt x="1643418" y="5210649"/>
                  </a:lnTo>
                  <a:lnTo>
                    <a:pt x="1634928" y="5217007"/>
                  </a:lnTo>
                  <a:lnTo>
                    <a:pt x="1634928" y="5236053"/>
                  </a:lnTo>
                  <a:lnTo>
                    <a:pt x="1641295" y="5244531"/>
                  </a:lnTo>
                  <a:lnTo>
                    <a:pt x="1662493" y="5244531"/>
                  </a:lnTo>
                  <a:lnTo>
                    <a:pt x="1668861" y="5236053"/>
                  </a:lnTo>
                  <a:lnTo>
                    <a:pt x="1668861" y="5219127"/>
                  </a:lnTo>
                  <a:lnTo>
                    <a:pt x="1662493" y="5210649"/>
                  </a:lnTo>
                  <a:close/>
                </a:path>
                <a:path w="9542780" h="6570345">
                  <a:moveTo>
                    <a:pt x="1662493" y="5255127"/>
                  </a:moveTo>
                  <a:lnTo>
                    <a:pt x="1643418" y="5255127"/>
                  </a:lnTo>
                  <a:lnTo>
                    <a:pt x="1634928" y="5261458"/>
                  </a:lnTo>
                  <a:lnTo>
                    <a:pt x="1634928" y="5282651"/>
                  </a:lnTo>
                  <a:lnTo>
                    <a:pt x="1641295" y="5288982"/>
                  </a:lnTo>
                  <a:lnTo>
                    <a:pt x="1662493" y="5288982"/>
                  </a:lnTo>
                  <a:lnTo>
                    <a:pt x="1668861" y="5280533"/>
                  </a:lnTo>
                  <a:lnTo>
                    <a:pt x="1668861" y="5263577"/>
                  </a:lnTo>
                  <a:lnTo>
                    <a:pt x="1662493" y="5255127"/>
                  </a:lnTo>
                  <a:close/>
                </a:path>
                <a:path w="9542780" h="6570345">
                  <a:moveTo>
                    <a:pt x="1662493" y="5299579"/>
                  </a:moveTo>
                  <a:lnTo>
                    <a:pt x="1643418" y="5299579"/>
                  </a:lnTo>
                  <a:lnTo>
                    <a:pt x="1634928" y="5305936"/>
                  </a:lnTo>
                  <a:lnTo>
                    <a:pt x="1634928" y="5327102"/>
                  </a:lnTo>
                  <a:lnTo>
                    <a:pt x="1641295" y="5333460"/>
                  </a:lnTo>
                  <a:lnTo>
                    <a:pt x="1662493" y="5333460"/>
                  </a:lnTo>
                  <a:lnTo>
                    <a:pt x="1668861" y="5324983"/>
                  </a:lnTo>
                  <a:lnTo>
                    <a:pt x="1668861" y="5308056"/>
                  </a:lnTo>
                  <a:lnTo>
                    <a:pt x="1662493" y="5299579"/>
                  </a:lnTo>
                  <a:close/>
                </a:path>
                <a:path w="9542780" h="6570345">
                  <a:moveTo>
                    <a:pt x="1662493" y="5344057"/>
                  </a:moveTo>
                  <a:lnTo>
                    <a:pt x="1643418" y="5344057"/>
                  </a:lnTo>
                  <a:lnTo>
                    <a:pt x="1634928" y="5350386"/>
                  </a:lnTo>
                  <a:lnTo>
                    <a:pt x="1634928" y="5369460"/>
                  </a:lnTo>
                  <a:lnTo>
                    <a:pt x="1641295" y="5377910"/>
                  </a:lnTo>
                  <a:lnTo>
                    <a:pt x="1651880" y="5377910"/>
                  </a:lnTo>
                  <a:lnTo>
                    <a:pt x="1662493" y="5375790"/>
                  </a:lnTo>
                  <a:lnTo>
                    <a:pt x="1668861" y="5369460"/>
                  </a:lnTo>
                  <a:lnTo>
                    <a:pt x="1668861" y="5352506"/>
                  </a:lnTo>
                  <a:lnTo>
                    <a:pt x="1662493" y="5344057"/>
                  </a:lnTo>
                  <a:close/>
                </a:path>
                <a:path w="9542780" h="6570345">
                  <a:moveTo>
                    <a:pt x="1662493" y="5386387"/>
                  </a:moveTo>
                  <a:lnTo>
                    <a:pt x="1643418" y="5386387"/>
                  </a:lnTo>
                  <a:lnTo>
                    <a:pt x="1634928" y="5392746"/>
                  </a:lnTo>
                  <a:lnTo>
                    <a:pt x="1634928" y="5411792"/>
                  </a:lnTo>
                  <a:lnTo>
                    <a:pt x="1641295" y="5420269"/>
                  </a:lnTo>
                  <a:lnTo>
                    <a:pt x="1662493" y="5420269"/>
                  </a:lnTo>
                  <a:lnTo>
                    <a:pt x="1668861" y="5413910"/>
                  </a:lnTo>
                  <a:lnTo>
                    <a:pt x="1668861" y="5394866"/>
                  </a:lnTo>
                  <a:lnTo>
                    <a:pt x="1662493" y="5386387"/>
                  </a:lnTo>
                  <a:close/>
                </a:path>
                <a:path w="9542780" h="6570345">
                  <a:moveTo>
                    <a:pt x="1662493" y="5430866"/>
                  </a:moveTo>
                  <a:lnTo>
                    <a:pt x="1643418" y="5430866"/>
                  </a:lnTo>
                  <a:lnTo>
                    <a:pt x="1634928" y="5437196"/>
                  </a:lnTo>
                  <a:lnTo>
                    <a:pt x="1634928" y="5458390"/>
                  </a:lnTo>
                  <a:lnTo>
                    <a:pt x="1641295" y="5464719"/>
                  </a:lnTo>
                  <a:lnTo>
                    <a:pt x="1662493" y="5464719"/>
                  </a:lnTo>
                  <a:lnTo>
                    <a:pt x="1668861" y="5458390"/>
                  </a:lnTo>
                  <a:lnTo>
                    <a:pt x="1668861" y="5439316"/>
                  </a:lnTo>
                  <a:lnTo>
                    <a:pt x="1662493" y="5430866"/>
                  </a:lnTo>
                  <a:close/>
                </a:path>
                <a:path w="9542780" h="6570345">
                  <a:moveTo>
                    <a:pt x="1617974" y="1016166"/>
                  </a:moveTo>
                  <a:lnTo>
                    <a:pt x="1598871" y="1016166"/>
                  </a:lnTo>
                  <a:lnTo>
                    <a:pt x="1590409" y="1022666"/>
                  </a:lnTo>
                  <a:lnTo>
                    <a:pt x="1590409" y="1041599"/>
                  </a:lnTo>
                  <a:lnTo>
                    <a:pt x="1596749" y="1050076"/>
                  </a:lnTo>
                  <a:lnTo>
                    <a:pt x="1607362" y="1050076"/>
                  </a:lnTo>
                  <a:lnTo>
                    <a:pt x="1617974" y="1048097"/>
                  </a:lnTo>
                  <a:lnTo>
                    <a:pt x="1624314" y="1041599"/>
                  </a:lnTo>
                  <a:lnTo>
                    <a:pt x="1624314" y="1024643"/>
                  </a:lnTo>
                  <a:lnTo>
                    <a:pt x="1617974" y="1016166"/>
                  </a:lnTo>
                  <a:close/>
                </a:path>
                <a:path w="9542780" h="6570345">
                  <a:moveTo>
                    <a:pt x="1617974" y="1058553"/>
                  </a:moveTo>
                  <a:lnTo>
                    <a:pt x="1598871" y="1058553"/>
                  </a:lnTo>
                  <a:lnTo>
                    <a:pt x="1590409" y="1065053"/>
                  </a:lnTo>
                  <a:lnTo>
                    <a:pt x="1590409" y="1086247"/>
                  </a:lnTo>
                  <a:lnTo>
                    <a:pt x="1596749" y="1092464"/>
                  </a:lnTo>
                  <a:lnTo>
                    <a:pt x="1617974" y="1092464"/>
                  </a:lnTo>
                  <a:lnTo>
                    <a:pt x="1624314" y="1086247"/>
                  </a:lnTo>
                  <a:lnTo>
                    <a:pt x="1624314" y="1067031"/>
                  </a:lnTo>
                  <a:lnTo>
                    <a:pt x="1617974" y="1058553"/>
                  </a:lnTo>
                  <a:close/>
                </a:path>
                <a:path w="9542780" h="6570345">
                  <a:moveTo>
                    <a:pt x="1617974" y="1102920"/>
                  </a:moveTo>
                  <a:lnTo>
                    <a:pt x="1598871" y="1102920"/>
                  </a:lnTo>
                  <a:lnTo>
                    <a:pt x="1590409" y="1109418"/>
                  </a:lnTo>
                  <a:lnTo>
                    <a:pt x="1590409" y="1128351"/>
                  </a:lnTo>
                  <a:lnTo>
                    <a:pt x="1596749" y="1136829"/>
                  </a:lnTo>
                  <a:lnTo>
                    <a:pt x="1617974" y="1136829"/>
                  </a:lnTo>
                  <a:lnTo>
                    <a:pt x="1624314" y="1130612"/>
                  </a:lnTo>
                  <a:lnTo>
                    <a:pt x="1624314" y="1111397"/>
                  </a:lnTo>
                  <a:lnTo>
                    <a:pt x="1617974" y="1102920"/>
                  </a:lnTo>
                  <a:close/>
                </a:path>
                <a:path w="9542780" h="6570345">
                  <a:moveTo>
                    <a:pt x="1617974" y="1147568"/>
                  </a:moveTo>
                  <a:lnTo>
                    <a:pt x="1598871" y="1147568"/>
                  </a:lnTo>
                  <a:lnTo>
                    <a:pt x="1590409" y="1153784"/>
                  </a:lnTo>
                  <a:lnTo>
                    <a:pt x="1590409" y="1172999"/>
                  </a:lnTo>
                  <a:lnTo>
                    <a:pt x="1596749" y="1181477"/>
                  </a:lnTo>
                  <a:lnTo>
                    <a:pt x="1617974" y="1181477"/>
                  </a:lnTo>
                  <a:lnTo>
                    <a:pt x="1624314" y="1172999"/>
                  </a:lnTo>
                  <a:lnTo>
                    <a:pt x="1624314" y="1156045"/>
                  </a:lnTo>
                  <a:lnTo>
                    <a:pt x="1617974" y="1147568"/>
                  </a:lnTo>
                  <a:close/>
                </a:path>
                <a:path w="9542780" h="6570345">
                  <a:moveTo>
                    <a:pt x="1617974" y="1191933"/>
                  </a:moveTo>
                  <a:lnTo>
                    <a:pt x="1598871" y="1191933"/>
                  </a:lnTo>
                  <a:lnTo>
                    <a:pt x="1590409" y="1198432"/>
                  </a:lnTo>
                  <a:lnTo>
                    <a:pt x="1590409" y="1217364"/>
                  </a:lnTo>
                  <a:lnTo>
                    <a:pt x="1596749" y="1225843"/>
                  </a:lnTo>
                  <a:lnTo>
                    <a:pt x="1617974" y="1225843"/>
                  </a:lnTo>
                  <a:lnTo>
                    <a:pt x="1624314" y="1217364"/>
                  </a:lnTo>
                  <a:lnTo>
                    <a:pt x="1624314" y="1200410"/>
                  </a:lnTo>
                  <a:lnTo>
                    <a:pt x="1617974" y="1191933"/>
                  </a:lnTo>
                  <a:close/>
                </a:path>
                <a:path w="9542780" h="6570345">
                  <a:moveTo>
                    <a:pt x="1617974" y="1236581"/>
                  </a:moveTo>
                  <a:lnTo>
                    <a:pt x="1598871" y="1236581"/>
                  </a:lnTo>
                  <a:lnTo>
                    <a:pt x="1590409" y="1242797"/>
                  </a:lnTo>
                  <a:lnTo>
                    <a:pt x="1590409" y="1261731"/>
                  </a:lnTo>
                  <a:lnTo>
                    <a:pt x="1596749" y="1270208"/>
                  </a:lnTo>
                  <a:lnTo>
                    <a:pt x="1617974" y="1270208"/>
                  </a:lnTo>
                  <a:lnTo>
                    <a:pt x="1624314" y="1261731"/>
                  </a:lnTo>
                  <a:lnTo>
                    <a:pt x="1624314" y="1244776"/>
                  </a:lnTo>
                  <a:lnTo>
                    <a:pt x="1617974" y="1236581"/>
                  </a:lnTo>
                  <a:close/>
                </a:path>
                <a:path w="9542780" h="6570345">
                  <a:moveTo>
                    <a:pt x="1617974" y="1280946"/>
                  </a:moveTo>
                  <a:lnTo>
                    <a:pt x="1598871" y="1280946"/>
                  </a:lnTo>
                  <a:lnTo>
                    <a:pt x="1590409" y="1287162"/>
                  </a:lnTo>
                  <a:lnTo>
                    <a:pt x="1590409" y="1306379"/>
                  </a:lnTo>
                  <a:lnTo>
                    <a:pt x="1596749" y="1314856"/>
                  </a:lnTo>
                  <a:lnTo>
                    <a:pt x="1607362" y="1314856"/>
                  </a:lnTo>
                  <a:lnTo>
                    <a:pt x="1617974" y="1312595"/>
                  </a:lnTo>
                  <a:lnTo>
                    <a:pt x="1624314" y="1306379"/>
                  </a:lnTo>
                  <a:lnTo>
                    <a:pt x="1624314" y="1289423"/>
                  </a:lnTo>
                  <a:lnTo>
                    <a:pt x="1617974" y="1280946"/>
                  </a:lnTo>
                  <a:close/>
                </a:path>
                <a:path w="9542780" h="6570345">
                  <a:moveTo>
                    <a:pt x="1617974" y="1325312"/>
                  </a:moveTo>
                  <a:lnTo>
                    <a:pt x="1598871" y="1325312"/>
                  </a:lnTo>
                  <a:lnTo>
                    <a:pt x="1590409" y="1331810"/>
                  </a:lnTo>
                  <a:lnTo>
                    <a:pt x="1590409" y="1350744"/>
                  </a:lnTo>
                  <a:lnTo>
                    <a:pt x="1596749" y="1359221"/>
                  </a:lnTo>
                  <a:lnTo>
                    <a:pt x="1607362" y="1359221"/>
                  </a:lnTo>
                  <a:lnTo>
                    <a:pt x="1617974" y="1357243"/>
                  </a:lnTo>
                  <a:lnTo>
                    <a:pt x="1624314" y="1350744"/>
                  </a:lnTo>
                  <a:lnTo>
                    <a:pt x="1624314" y="1333789"/>
                  </a:lnTo>
                  <a:lnTo>
                    <a:pt x="1617974" y="1325312"/>
                  </a:lnTo>
                  <a:close/>
                </a:path>
                <a:path w="9542780" h="6570345">
                  <a:moveTo>
                    <a:pt x="1617974" y="1367699"/>
                  </a:moveTo>
                  <a:lnTo>
                    <a:pt x="1598871" y="1367699"/>
                  </a:lnTo>
                  <a:lnTo>
                    <a:pt x="1590409" y="1374198"/>
                  </a:lnTo>
                  <a:lnTo>
                    <a:pt x="1590409" y="1393131"/>
                  </a:lnTo>
                  <a:lnTo>
                    <a:pt x="1596749" y="1401608"/>
                  </a:lnTo>
                  <a:lnTo>
                    <a:pt x="1617974" y="1401608"/>
                  </a:lnTo>
                  <a:lnTo>
                    <a:pt x="1624314" y="1395110"/>
                  </a:lnTo>
                  <a:lnTo>
                    <a:pt x="1624314" y="1376177"/>
                  </a:lnTo>
                  <a:lnTo>
                    <a:pt x="1617974" y="1367699"/>
                  </a:lnTo>
                  <a:close/>
                </a:path>
                <a:path w="9542780" h="6570345">
                  <a:moveTo>
                    <a:pt x="1617974" y="1412064"/>
                  </a:moveTo>
                  <a:lnTo>
                    <a:pt x="1598871" y="1412064"/>
                  </a:lnTo>
                  <a:lnTo>
                    <a:pt x="1590409" y="1418564"/>
                  </a:lnTo>
                  <a:lnTo>
                    <a:pt x="1590409" y="1439758"/>
                  </a:lnTo>
                  <a:lnTo>
                    <a:pt x="1596749" y="1445975"/>
                  </a:lnTo>
                  <a:lnTo>
                    <a:pt x="1617974" y="1445975"/>
                  </a:lnTo>
                  <a:lnTo>
                    <a:pt x="1624314" y="1439758"/>
                  </a:lnTo>
                  <a:lnTo>
                    <a:pt x="1624314" y="1420541"/>
                  </a:lnTo>
                  <a:lnTo>
                    <a:pt x="1617974" y="1412064"/>
                  </a:lnTo>
                  <a:close/>
                </a:path>
                <a:path w="9542780" h="6570345">
                  <a:moveTo>
                    <a:pt x="1617974" y="1456712"/>
                  </a:moveTo>
                  <a:lnTo>
                    <a:pt x="1598871" y="1456712"/>
                  </a:lnTo>
                  <a:lnTo>
                    <a:pt x="1590409" y="1462929"/>
                  </a:lnTo>
                  <a:lnTo>
                    <a:pt x="1590409" y="1484123"/>
                  </a:lnTo>
                  <a:lnTo>
                    <a:pt x="1596749" y="1490623"/>
                  </a:lnTo>
                  <a:lnTo>
                    <a:pt x="1617974" y="1490623"/>
                  </a:lnTo>
                  <a:lnTo>
                    <a:pt x="1624314" y="1482144"/>
                  </a:lnTo>
                  <a:lnTo>
                    <a:pt x="1624314" y="1465190"/>
                  </a:lnTo>
                  <a:lnTo>
                    <a:pt x="1617974" y="1456712"/>
                  </a:lnTo>
                  <a:close/>
                </a:path>
                <a:path w="9542780" h="6570345">
                  <a:moveTo>
                    <a:pt x="1617974" y="1501077"/>
                  </a:moveTo>
                  <a:lnTo>
                    <a:pt x="1598871" y="1501077"/>
                  </a:lnTo>
                  <a:lnTo>
                    <a:pt x="1590409" y="1507577"/>
                  </a:lnTo>
                  <a:lnTo>
                    <a:pt x="1590409" y="1528771"/>
                  </a:lnTo>
                  <a:lnTo>
                    <a:pt x="1596749" y="1534988"/>
                  </a:lnTo>
                  <a:lnTo>
                    <a:pt x="1617974" y="1534988"/>
                  </a:lnTo>
                  <a:lnTo>
                    <a:pt x="1624314" y="1526510"/>
                  </a:lnTo>
                  <a:lnTo>
                    <a:pt x="1624314" y="1509555"/>
                  </a:lnTo>
                  <a:lnTo>
                    <a:pt x="1617974" y="1501077"/>
                  </a:lnTo>
                  <a:close/>
                </a:path>
                <a:path w="9542780" h="6570345">
                  <a:moveTo>
                    <a:pt x="1617974" y="1545443"/>
                  </a:moveTo>
                  <a:lnTo>
                    <a:pt x="1598871" y="1545443"/>
                  </a:lnTo>
                  <a:lnTo>
                    <a:pt x="1590409" y="1551942"/>
                  </a:lnTo>
                  <a:lnTo>
                    <a:pt x="1590409" y="1573136"/>
                  </a:lnTo>
                  <a:lnTo>
                    <a:pt x="1596749" y="1579352"/>
                  </a:lnTo>
                  <a:lnTo>
                    <a:pt x="1617974" y="1579352"/>
                  </a:lnTo>
                  <a:lnTo>
                    <a:pt x="1624314" y="1570875"/>
                  </a:lnTo>
                  <a:lnTo>
                    <a:pt x="1624314" y="1553921"/>
                  </a:lnTo>
                  <a:lnTo>
                    <a:pt x="1617974" y="1545443"/>
                  </a:lnTo>
                  <a:close/>
                </a:path>
                <a:path w="9542780" h="6570345">
                  <a:moveTo>
                    <a:pt x="1617974" y="1590092"/>
                  </a:moveTo>
                  <a:lnTo>
                    <a:pt x="1598871" y="1590092"/>
                  </a:lnTo>
                  <a:lnTo>
                    <a:pt x="1590409" y="1596308"/>
                  </a:lnTo>
                  <a:lnTo>
                    <a:pt x="1590409" y="1615523"/>
                  </a:lnTo>
                  <a:lnTo>
                    <a:pt x="1596749" y="1624001"/>
                  </a:lnTo>
                  <a:lnTo>
                    <a:pt x="1607362" y="1624001"/>
                  </a:lnTo>
                  <a:lnTo>
                    <a:pt x="1617974" y="1621740"/>
                  </a:lnTo>
                  <a:lnTo>
                    <a:pt x="1624314" y="1615523"/>
                  </a:lnTo>
                  <a:lnTo>
                    <a:pt x="1624314" y="1598569"/>
                  </a:lnTo>
                  <a:lnTo>
                    <a:pt x="1617974" y="1590092"/>
                  </a:lnTo>
                  <a:close/>
                </a:path>
                <a:path w="9542780" h="6570345">
                  <a:moveTo>
                    <a:pt x="1617974" y="1634456"/>
                  </a:moveTo>
                  <a:lnTo>
                    <a:pt x="1598871" y="1634456"/>
                  </a:lnTo>
                  <a:lnTo>
                    <a:pt x="1590409" y="1640956"/>
                  </a:lnTo>
                  <a:lnTo>
                    <a:pt x="1590409" y="1659889"/>
                  </a:lnTo>
                  <a:lnTo>
                    <a:pt x="1596749" y="1668367"/>
                  </a:lnTo>
                  <a:lnTo>
                    <a:pt x="1607362" y="1668367"/>
                  </a:lnTo>
                  <a:lnTo>
                    <a:pt x="1617974" y="1666388"/>
                  </a:lnTo>
                  <a:lnTo>
                    <a:pt x="1624314" y="1659889"/>
                  </a:lnTo>
                  <a:lnTo>
                    <a:pt x="1624314" y="1642934"/>
                  </a:lnTo>
                  <a:lnTo>
                    <a:pt x="1617974" y="1634456"/>
                  </a:lnTo>
                  <a:close/>
                </a:path>
                <a:path w="9542780" h="6570345">
                  <a:moveTo>
                    <a:pt x="1617974" y="1676844"/>
                  </a:moveTo>
                  <a:lnTo>
                    <a:pt x="1598871" y="1676844"/>
                  </a:lnTo>
                  <a:lnTo>
                    <a:pt x="1590409" y="1683061"/>
                  </a:lnTo>
                  <a:lnTo>
                    <a:pt x="1590409" y="1704254"/>
                  </a:lnTo>
                  <a:lnTo>
                    <a:pt x="1596749" y="1710754"/>
                  </a:lnTo>
                  <a:lnTo>
                    <a:pt x="1617974" y="1710754"/>
                  </a:lnTo>
                  <a:lnTo>
                    <a:pt x="1624314" y="1704254"/>
                  </a:lnTo>
                  <a:lnTo>
                    <a:pt x="1624314" y="1685321"/>
                  </a:lnTo>
                  <a:lnTo>
                    <a:pt x="1617974" y="1676844"/>
                  </a:lnTo>
                  <a:close/>
                </a:path>
                <a:path w="9542780" h="6570345">
                  <a:moveTo>
                    <a:pt x="1617974" y="1721209"/>
                  </a:moveTo>
                  <a:lnTo>
                    <a:pt x="1598871" y="1721209"/>
                  </a:lnTo>
                  <a:lnTo>
                    <a:pt x="1590409" y="1727709"/>
                  </a:lnTo>
                  <a:lnTo>
                    <a:pt x="1590409" y="1748903"/>
                  </a:lnTo>
                  <a:lnTo>
                    <a:pt x="1596749" y="1755119"/>
                  </a:lnTo>
                  <a:lnTo>
                    <a:pt x="1617974" y="1755119"/>
                  </a:lnTo>
                  <a:lnTo>
                    <a:pt x="1624314" y="1748903"/>
                  </a:lnTo>
                  <a:lnTo>
                    <a:pt x="1624314" y="1729686"/>
                  </a:lnTo>
                  <a:lnTo>
                    <a:pt x="1617974" y="1721209"/>
                  </a:lnTo>
                  <a:close/>
                </a:path>
                <a:path w="9542780" h="6570345">
                  <a:moveTo>
                    <a:pt x="1617974" y="1765857"/>
                  </a:moveTo>
                  <a:lnTo>
                    <a:pt x="1598871" y="1765857"/>
                  </a:lnTo>
                  <a:lnTo>
                    <a:pt x="1590409" y="1772074"/>
                  </a:lnTo>
                  <a:lnTo>
                    <a:pt x="1590409" y="1793267"/>
                  </a:lnTo>
                  <a:lnTo>
                    <a:pt x="1596749" y="1799767"/>
                  </a:lnTo>
                  <a:lnTo>
                    <a:pt x="1617974" y="1799767"/>
                  </a:lnTo>
                  <a:lnTo>
                    <a:pt x="1624314" y="1791290"/>
                  </a:lnTo>
                  <a:lnTo>
                    <a:pt x="1624314" y="1774334"/>
                  </a:lnTo>
                  <a:lnTo>
                    <a:pt x="1617974" y="1765857"/>
                  </a:lnTo>
                  <a:close/>
                </a:path>
                <a:path w="9542780" h="6570345">
                  <a:moveTo>
                    <a:pt x="1617974" y="1810223"/>
                  </a:moveTo>
                  <a:lnTo>
                    <a:pt x="1598871" y="1810223"/>
                  </a:lnTo>
                  <a:lnTo>
                    <a:pt x="1590409" y="1816722"/>
                  </a:lnTo>
                  <a:lnTo>
                    <a:pt x="1590409" y="1837634"/>
                  </a:lnTo>
                  <a:lnTo>
                    <a:pt x="1596749" y="1844132"/>
                  </a:lnTo>
                  <a:lnTo>
                    <a:pt x="1617974" y="1844132"/>
                  </a:lnTo>
                  <a:lnTo>
                    <a:pt x="1624314" y="1835655"/>
                  </a:lnTo>
                  <a:lnTo>
                    <a:pt x="1624314" y="1818700"/>
                  </a:lnTo>
                  <a:lnTo>
                    <a:pt x="1617974" y="1810223"/>
                  </a:lnTo>
                  <a:close/>
                </a:path>
                <a:path w="9542780" h="6570345">
                  <a:moveTo>
                    <a:pt x="1617974" y="1854588"/>
                  </a:moveTo>
                  <a:lnTo>
                    <a:pt x="1598871" y="1854588"/>
                  </a:lnTo>
                  <a:lnTo>
                    <a:pt x="1590409" y="1861088"/>
                  </a:lnTo>
                  <a:lnTo>
                    <a:pt x="1590409" y="1880021"/>
                  </a:lnTo>
                  <a:lnTo>
                    <a:pt x="1596749" y="1888498"/>
                  </a:lnTo>
                  <a:lnTo>
                    <a:pt x="1617974" y="1888498"/>
                  </a:lnTo>
                  <a:lnTo>
                    <a:pt x="1624314" y="1880021"/>
                  </a:lnTo>
                  <a:lnTo>
                    <a:pt x="1624314" y="1863065"/>
                  </a:lnTo>
                  <a:lnTo>
                    <a:pt x="1617974" y="1854588"/>
                  </a:lnTo>
                  <a:close/>
                </a:path>
                <a:path w="9542780" h="6570345">
                  <a:moveTo>
                    <a:pt x="1617974" y="1899236"/>
                  </a:moveTo>
                  <a:lnTo>
                    <a:pt x="1598871" y="1899236"/>
                  </a:lnTo>
                  <a:lnTo>
                    <a:pt x="1590409" y="1905453"/>
                  </a:lnTo>
                  <a:lnTo>
                    <a:pt x="1590409" y="1924668"/>
                  </a:lnTo>
                  <a:lnTo>
                    <a:pt x="1596749" y="1933147"/>
                  </a:lnTo>
                  <a:lnTo>
                    <a:pt x="1607362" y="1933147"/>
                  </a:lnTo>
                  <a:lnTo>
                    <a:pt x="1617974" y="1930886"/>
                  </a:lnTo>
                  <a:lnTo>
                    <a:pt x="1624314" y="1924668"/>
                  </a:lnTo>
                  <a:lnTo>
                    <a:pt x="1624314" y="1907713"/>
                  </a:lnTo>
                  <a:lnTo>
                    <a:pt x="1617974" y="1899236"/>
                  </a:lnTo>
                  <a:close/>
                </a:path>
                <a:path w="9542780" h="6570345">
                  <a:moveTo>
                    <a:pt x="1617974" y="1943601"/>
                  </a:moveTo>
                  <a:lnTo>
                    <a:pt x="1598871" y="1943601"/>
                  </a:lnTo>
                  <a:lnTo>
                    <a:pt x="1590409" y="1950101"/>
                  </a:lnTo>
                  <a:lnTo>
                    <a:pt x="1590409" y="1971295"/>
                  </a:lnTo>
                  <a:lnTo>
                    <a:pt x="1596749" y="1977511"/>
                  </a:lnTo>
                  <a:lnTo>
                    <a:pt x="1607362" y="1977511"/>
                  </a:lnTo>
                  <a:lnTo>
                    <a:pt x="1617974" y="1975251"/>
                  </a:lnTo>
                  <a:lnTo>
                    <a:pt x="1624314" y="1969034"/>
                  </a:lnTo>
                  <a:lnTo>
                    <a:pt x="1624314" y="1952080"/>
                  </a:lnTo>
                  <a:lnTo>
                    <a:pt x="1617974" y="1943601"/>
                  </a:lnTo>
                  <a:close/>
                </a:path>
                <a:path w="9542780" h="6570345">
                  <a:moveTo>
                    <a:pt x="1617974" y="1985989"/>
                  </a:moveTo>
                  <a:lnTo>
                    <a:pt x="1598871" y="1985989"/>
                  </a:lnTo>
                  <a:lnTo>
                    <a:pt x="1590409" y="1992205"/>
                  </a:lnTo>
                  <a:lnTo>
                    <a:pt x="1590409" y="2013399"/>
                  </a:lnTo>
                  <a:lnTo>
                    <a:pt x="1596749" y="2019899"/>
                  </a:lnTo>
                  <a:lnTo>
                    <a:pt x="1617974" y="2019899"/>
                  </a:lnTo>
                  <a:lnTo>
                    <a:pt x="1624314" y="2013399"/>
                  </a:lnTo>
                  <a:lnTo>
                    <a:pt x="1624314" y="1994466"/>
                  </a:lnTo>
                  <a:lnTo>
                    <a:pt x="1617974" y="1985989"/>
                  </a:lnTo>
                  <a:close/>
                </a:path>
                <a:path w="9542780" h="6570345">
                  <a:moveTo>
                    <a:pt x="1617974" y="2030355"/>
                  </a:moveTo>
                  <a:lnTo>
                    <a:pt x="1598871" y="2030355"/>
                  </a:lnTo>
                  <a:lnTo>
                    <a:pt x="1590409" y="2036853"/>
                  </a:lnTo>
                  <a:lnTo>
                    <a:pt x="1590409" y="2058047"/>
                  </a:lnTo>
                  <a:lnTo>
                    <a:pt x="1596749" y="2064264"/>
                  </a:lnTo>
                  <a:lnTo>
                    <a:pt x="1617974" y="2064264"/>
                  </a:lnTo>
                  <a:lnTo>
                    <a:pt x="1624314" y="2058047"/>
                  </a:lnTo>
                  <a:lnTo>
                    <a:pt x="1624314" y="2038832"/>
                  </a:lnTo>
                  <a:lnTo>
                    <a:pt x="1617974" y="2030355"/>
                  </a:lnTo>
                  <a:close/>
                </a:path>
                <a:path w="9542780" h="6570345">
                  <a:moveTo>
                    <a:pt x="1617974" y="2075003"/>
                  </a:moveTo>
                  <a:lnTo>
                    <a:pt x="1598871" y="2075003"/>
                  </a:lnTo>
                  <a:lnTo>
                    <a:pt x="1590409" y="2081220"/>
                  </a:lnTo>
                  <a:lnTo>
                    <a:pt x="1590409" y="2102413"/>
                  </a:lnTo>
                  <a:lnTo>
                    <a:pt x="1596749" y="2108912"/>
                  </a:lnTo>
                  <a:lnTo>
                    <a:pt x="1617974" y="2108912"/>
                  </a:lnTo>
                  <a:lnTo>
                    <a:pt x="1624314" y="2100435"/>
                  </a:lnTo>
                  <a:lnTo>
                    <a:pt x="1624314" y="2083480"/>
                  </a:lnTo>
                  <a:lnTo>
                    <a:pt x="1617974" y="2075003"/>
                  </a:lnTo>
                  <a:close/>
                </a:path>
                <a:path w="9542780" h="6570345">
                  <a:moveTo>
                    <a:pt x="1617974" y="2119368"/>
                  </a:moveTo>
                  <a:lnTo>
                    <a:pt x="1598871" y="2119368"/>
                  </a:lnTo>
                  <a:lnTo>
                    <a:pt x="1590409" y="2125585"/>
                  </a:lnTo>
                  <a:lnTo>
                    <a:pt x="1590409" y="2144801"/>
                  </a:lnTo>
                  <a:lnTo>
                    <a:pt x="1596749" y="2153278"/>
                  </a:lnTo>
                  <a:lnTo>
                    <a:pt x="1617974" y="2153278"/>
                  </a:lnTo>
                  <a:lnTo>
                    <a:pt x="1624314" y="2144801"/>
                  </a:lnTo>
                  <a:lnTo>
                    <a:pt x="1624314" y="2127845"/>
                  </a:lnTo>
                  <a:lnTo>
                    <a:pt x="1617974" y="2119368"/>
                  </a:lnTo>
                  <a:close/>
                </a:path>
                <a:path w="9542780" h="6570345">
                  <a:moveTo>
                    <a:pt x="1617974" y="2163733"/>
                  </a:moveTo>
                  <a:lnTo>
                    <a:pt x="1598871" y="2163733"/>
                  </a:lnTo>
                  <a:lnTo>
                    <a:pt x="1590409" y="2170233"/>
                  </a:lnTo>
                  <a:lnTo>
                    <a:pt x="1590409" y="2189166"/>
                  </a:lnTo>
                  <a:lnTo>
                    <a:pt x="1596749" y="2197643"/>
                  </a:lnTo>
                  <a:lnTo>
                    <a:pt x="1617974" y="2197643"/>
                  </a:lnTo>
                  <a:lnTo>
                    <a:pt x="1624314" y="2189166"/>
                  </a:lnTo>
                  <a:lnTo>
                    <a:pt x="1624314" y="2172211"/>
                  </a:lnTo>
                  <a:lnTo>
                    <a:pt x="1617974" y="2163733"/>
                  </a:lnTo>
                  <a:close/>
                </a:path>
                <a:path w="9542780" h="6570345">
                  <a:moveTo>
                    <a:pt x="1617974" y="2208381"/>
                  </a:moveTo>
                  <a:lnTo>
                    <a:pt x="1598871" y="2208381"/>
                  </a:lnTo>
                  <a:lnTo>
                    <a:pt x="1590409" y="2214598"/>
                  </a:lnTo>
                  <a:lnTo>
                    <a:pt x="1590409" y="2233814"/>
                  </a:lnTo>
                  <a:lnTo>
                    <a:pt x="1596749" y="2242291"/>
                  </a:lnTo>
                  <a:lnTo>
                    <a:pt x="1607362" y="2242291"/>
                  </a:lnTo>
                  <a:lnTo>
                    <a:pt x="1617974" y="2240031"/>
                  </a:lnTo>
                  <a:lnTo>
                    <a:pt x="1624314" y="2233814"/>
                  </a:lnTo>
                  <a:lnTo>
                    <a:pt x="1624314" y="2216858"/>
                  </a:lnTo>
                  <a:lnTo>
                    <a:pt x="1617974" y="2208381"/>
                  </a:lnTo>
                  <a:close/>
                </a:path>
                <a:path w="9542780" h="6570345">
                  <a:moveTo>
                    <a:pt x="1617974" y="2252747"/>
                  </a:moveTo>
                  <a:lnTo>
                    <a:pt x="1598871" y="2252747"/>
                  </a:lnTo>
                  <a:lnTo>
                    <a:pt x="1590409" y="2259246"/>
                  </a:lnTo>
                  <a:lnTo>
                    <a:pt x="1590409" y="2280157"/>
                  </a:lnTo>
                  <a:lnTo>
                    <a:pt x="1596749" y="2286656"/>
                  </a:lnTo>
                  <a:lnTo>
                    <a:pt x="1607362" y="2286656"/>
                  </a:lnTo>
                  <a:lnTo>
                    <a:pt x="1617974" y="2284395"/>
                  </a:lnTo>
                  <a:lnTo>
                    <a:pt x="1624314" y="2278179"/>
                  </a:lnTo>
                  <a:lnTo>
                    <a:pt x="1624314" y="2261224"/>
                  </a:lnTo>
                  <a:lnTo>
                    <a:pt x="1617974" y="2252747"/>
                  </a:lnTo>
                  <a:close/>
                </a:path>
                <a:path w="9542780" h="6570345">
                  <a:moveTo>
                    <a:pt x="1617974" y="2295135"/>
                  </a:moveTo>
                  <a:lnTo>
                    <a:pt x="1598871" y="2295135"/>
                  </a:lnTo>
                  <a:lnTo>
                    <a:pt x="1590409" y="2301351"/>
                  </a:lnTo>
                  <a:lnTo>
                    <a:pt x="1590409" y="2322545"/>
                  </a:lnTo>
                  <a:lnTo>
                    <a:pt x="1596749" y="2329044"/>
                  </a:lnTo>
                  <a:lnTo>
                    <a:pt x="1617974" y="2329044"/>
                  </a:lnTo>
                  <a:lnTo>
                    <a:pt x="1624314" y="2322545"/>
                  </a:lnTo>
                  <a:lnTo>
                    <a:pt x="1624314" y="2303612"/>
                  </a:lnTo>
                  <a:lnTo>
                    <a:pt x="1617974" y="2295135"/>
                  </a:lnTo>
                  <a:close/>
                </a:path>
                <a:path w="9542780" h="6570345">
                  <a:moveTo>
                    <a:pt x="1617974" y="2339500"/>
                  </a:moveTo>
                  <a:lnTo>
                    <a:pt x="1598871" y="2339500"/>
                  </a:lnTo>
                  <a:lnTo>
                    <a:pt x="1590409" y="2345999"/>
                  </a:lnTo>
                  <a:lnTo>
                    <a:pt x="1590409" y="2367193"/>
                  </a:lnTo>
                  <a:lnTo>
                    <a:pt x="1596749" y="2373410"/>
                  </a:lnTo>
                  <a:lnTo>
                    <a:pt x="1617974" y="2373410"/>
                  </a:lnTo>
                  <a:lnTo>
                    <a:pt x="1624314" y="2367193"/>
                  </a:lnTo>
                  <a:lnTo>
                    <a:pt x="1624314" y="2347977"/>
                  </a:lnTo>
                  <a:lnTo>
                    <a:pt x="1617974" y="2339500"/>
                  </a:lnTo>
                  <a:close/>
                </a:path>
                <a:path w="9542780" h="6570345">
                  <a:moveTo>
                    <a:pt x="1617974" y="2384148"/>
                  </a:moveTo>
                  <a:lnTo>
                    <a:pt x="1598871" y="2384148"/>
                  </a:lnTo>
                  <a:lnTo>
                    <a:pt x="1590409" y="2390364"/>
                  </a:lnTo>
                  <a:lnTo>
                    <a:pt x="1590409" y="2411558"/>
                  </a:lnTo>
                  <a:lnTo>
                    <a:pt x="1596749" y="2417775"/>
                  </a:lnTo>
                  <a:lnTo>
                    <a:pt x="1617974" y="2417775"/>
                  </a:lnTo>
                  <a:lnTo>
                    <a:pt x="1624314" y="2409579"/>
                  </a:lnTo>
                  <a:lnTo>
                    <a:pt x="1624314" y="2392625"/>
                  </a:lnTo>
                  <a:lnTo>
                    <a:pt x="1617974" y="2384148"/>
                  </a:lnTo>
                  <a:close/>
                </a:path>
                <a:path w="9542780" h="6570345">
                  <a:moveTo>
                    <a:pt x="1617974" y="2428513"/>
                  </a:moveTo>
                  <a:lnTo>
                    <a:pt x="1598871" y="2428513"/>
                  </a:lnTo>
                  <a:lnTo>
                    <a:pt x="1590409" y="2434729"/>
                  </a:lnTo>
                  <a:lnTo>
                    <a:pt x="1590409" y="2453946"/>
                  </a:lnTo>
                  <a:lnTo>
                    <a:pt x="1596749" y="2462423"/>
                  </a:lnTo>
                  <a:lnTo>
                    <a:pt x="1617974" y="2462423"/>
                  </a:lnTo>
                  <a:lnTo>
                    <a:pt x="1624314" y="2453946"/>
                  </a:lnTo>
                  <a:lnTo>
                    <a:pt x="1624314" y="2436991"/>
                  </a:lnTo>
                  <a:lnTo>
                    <a:pt x="1617974" y="2428513"/>
                  </a:lnTo>
                  <a:close/>
                </a:path>
                <a:path w="9542780" h="6570345">
                  <a:moveTo>
                    <a:pt x="1617974" y="2472879"/>
                  </a:moveTo>
                  <a:lnTo>
                    <a:pt x="1598871" y="2472879"/>
                  </a:lnTo>
                  <a:lnTo>
                    <a:pt x="1590409" y="2479377"/>
                  </a:lnTo>
                  <a:lnTo>
                    <a:pt x="1590409" y="2498310"/>
                  </a:lnTo>
                  <a:lnTo>
                    <a:pt x="1596749" y="2506788"/>
                  </a:lnTo>
                  <a:lnTo>
                    <a:pt x="1617974" y="2506788"/>
                  </a:lnTo>
                  <a:lnTo>
                    <a:pt x="1624314" y="2498310"/>
                  </a:lnTo>
                  <a:lnTo>
                    <a:pt x="1624314" y="2481356"/>
                  </a:lnTo>
                  <a:lnTo>
                    <a:pt x="1617974" y="2472879"/>
                  </a:lnTo>
                  <a:close/>
                </a:path>
                <a:path w="9542780" h="6570345">
                  <a:moveTo>
                    <a:pt x="1617974" y="2517527"/>
                  </a:moveTo>
                  <a:lnTo>
                    <a:pt x="1598871" y="2517527"/>
                  </a:lnTo>
                  <a:lnTo>
                    <a:pt x="1590409" y="2523743"/>
                  </a:lnTo>
                  <a:lnTo>
                    <a:pt x="1590409" y="2544937"/>
                  </a:lnTo>
                  <a:lnTo>
                    <a:pt x="1596749" y="2551436"/>
                  </a:lnTo>
                  <a:lnTo>
                    <a:pt x="1607362" y="2551436"/>
                  </a:lnTo>
                  <a:lnTo>
                    <a:pt x="1617974" y="2549175"/>
                  </a:lnTo>
                  <a:lnTo>
                    <a:pt x="1624314" y="2542959"/>
                  </a:lnTo>
                  <a:lnTo>
                    <a:pt x="1624314" y="2526004"/>
                  </a:lnTo>
                  <a:lnTo>
                    <a:pt x="1617974" y="2517527"/>
                  </a:lnTo>
                  <a:close/>
                </a:path>
                <a:path w="9542780" h="6570345">
                  <a:moveTo>
                    <a:pt x="1617974" y="2561892"/>
                  </a:moveTo>
                  <a:lnTo>
                    <a:pt x="1598871" y="2561892"/>
                  </a:lnTo>
                  <a:lnTo>
                    <a:pt x="1590409" y="2568108"/>
                  </a:lnTo>
                  <a:lnTo>
                    <a:pt x="1590409" y="2589302"/>
                  </a:lnTo>
                  <a:lnTo>
                    <a:pt x="1596749" y="2595802"/>
                  </a:lnTo>
                  <a:lnTo>
                    <a:pt x="1607362" y="2595802"/>
                  </a:lnTo>
                  <a:lnTo>
                    <a:pt x="1617974" y="2593541"/>
                  </a:lnTo>
                  <a:lnTo>
                    <a:pt x="1624314" y="2587325"/>
                  </a:lnTo>
                  <a:lnTo>
                    <a:pt x="1624314" y="2570369"/>
                  </a:lnTo>
                  <a:lnTo>
                    <a:pt x="1617974" y="2561892"/>
                  </a:lnTo>
                  <a:close/>
                </a:path>
                <a:path w="9542780" h="6570345">
                  <a:moveTo>
                    <a:pt x="1617974" y="2604279"/>
                  </a:moveTo>
                  <a:lnTo>
                    <a:pt x="1598871" y="2604279"/>
                  </a:lnTo>
                  <a:lnTo>
                    <a:pt x="1590409" y="2610496"/>
                  </a:lnTo>
                  <a:lnTo>
                    <a:pt x="1590409" y="2631690"/>
                  </a:lnTo>
                  <a:lnTo>
                    <a:pt x="1596749" y="2638190"/>
                  </a:lnTo>
                  <a:lnTo>
                    <a:pt x="1617974" y="2638190"/>
                  </a:lnTo>
                  <a:lnTo>
                    <a:pt x="1624314" y="2631690"/>
                  </a:lnTo>
                  <a:lnTo>
                    <a:pt x="1624314" y="2612757"/>
                  </a:lnTo>
                  <a:lnTo>
                    <a:pt x="1617974" y="2604279"/>
                  </a:lnTo>
                  <a:close/>
                </a:path>
                <a:path w="9542780" h="6570345">
                  <a:moveTo>
                    <a:pt x="1617974" y="2648644"/>
                  </a:moveTo>
                  <a:lnTo>
                    <a:pt x="1598871" y="2648644"/>
                  </a:lnTo>
                  <a:lnTo>
                    <a:pt x="1590409" y="2655144"/>
                  </a:lnTo>
                  <a:lnTo>
                    <a:pt x="1590409" y="2676338"/>
                  </a:lnTo>
                  <a:lnTo>
                    <a:pt x="1596749" y="2682554"/>
                  </a:lnTo>
                  <a:lnTo>
                    <a:pt x="1617974" y="2682554"/>
                  </a:lnTo>
                  <a:lnTo>
                    <a:pt x="1624314" y="2676338"/>
                  </a:lnTo>
                  <a:lnTo>
                    <a:pt x="1624314" y="2657123"/>
                  </a:lnTo>
                  <a:lnTo>
                    <a:pt x="1617974" y="2648644"/>
                  </a:lnTo>
                  <a:close/>
                </a:path>
                <a:path w="9542780" h="6570345">
                  <a:moveTo>
                    <a:pt x="1617974" y="2693292"/>
                  </a:moveTo>
                  <a:lnTo>
                    <a:pt x="1598871" y="2693292"/>
                  </a:lnTo>
                  <a:lnTo>
                    <a:pt x="1590409" y="2699509"/>
                  </a:lnTo>
                  <a:lnTo>
                    <a:pt x="1590409" y="2718442"/>
                  </a:lnTo>
                  <a:lnTo>
                    <a:pt x="1596749" y="2726919"/>
                  </a:lnTo>
                  <a:lnTo>
                    <a:pt x="1617974" y="2726919"/>
                  </a:lnTo>
                  <a:lnTo>
                    <a:pt x="1624314" y="2718442"/>
                  </a:lnTo>
                  <a:lnTo>
                    <a:pt x="1624314" y="2701770"/>
                  </a:lnTo>
                  <a:lnTo>
                    <a:pt x="1617974" y="2693292"/>
                  </a:lnTo>
                  <a:close/>
                </a:path>
                <a:path w="9542780" h="6570345">
                  <a:moveTo>
                    <a:pt x="1617974" y="2737658"/>
                  </a:moveTo>
                  <a:lnTo>
                    <a:pt x="1598871" y="2737658"/>
                  </a:lnTo>
                  <a:lnTo>
                    <a:pt x="1590409" y="2743875"/>
                  </a:lnTo>
                  <a:lnTo>
                    <a:pt x="1590409" y="2763090"/>
                  </a:lnTo>
                  <a:lnTo>
                    <a:pt x="1596749" y="2771567"/>
                  </a:lnTo>
                  <a:lnTo>
                    <a:pt x="1617974" y="2771567"/>
                  </a:lnTo>
                  <a:lnTo>
                    <a:pt x="1624314" y="2763090"/>
                  </a:lnTo>
                  <a:lnTo>
                    <a:pt x="1624314" y="2746136"/>
                  </a:lnTo>
                  <a:lnTo>
                    <a:pt x="1617974" y="2737658"/>
                  </a:lnTo>
                  <a:close/>
                </a:path>
                <a:path w="9542780" h="6570345">
                  <a:moveTo>
                    <a:pt x="1617974" y="3753825"/>
                  </a:moveTo>
                  <a:lnTo>
                    <a:pt x="1598871" y="3753825"/>
                  </a:lnTo>
                  <a:lnTo>
                    <a:pt x="1590409" y="3760296"/>
                  </a:lnTo>
                  <a:lnTo>
                    <a:pt x="1590409" y="3779342"/>
                  </a:lnTo>
                  <a:lnTo>
                    <a:pt x="1596749" y="3787819"/>
                  </a:lnTo>
                  <a:lnTo>
                    <a:pt x="1607362" y="3787819"/>
                  </a:lnTo>
                  <a:lnTo>
                    <a:pt x="1617974" y="3785699"/>
                  </a:lnTo>
                  <a:lnTo>
                    <a:pt x="1624314" y="3779342"/>
                  </a:lnTo>
                  <a:lnTo>
                    <a:pt x="1624314" y="3762415"/>
                  </a:lnTo>
                  <a:lnTo>
                    <a:pt x="1617974" y="3753825"/>
                  </a:lnTo>
                  <a:close/>
                </a:path>
                <a:path w="9542780" h="6570345">
                  <a:moveTo>
                    <a:pt x="1617974" y="3798416"/>
                  </a:moveTo>
                  <a:lnTo>
                    <a:pt x="1598871" y="3798416"/>
                  </a:lnTo>
                  <a:lnTo>
                    <a:pt x="1590409" y="3804746"/>
                  </a:lnTo>
                  <a:lnTo>
                    <a:pt x="1590409" y="3823820"/>
                  </a:lnTo>
                  <a:lnTo>
                    <a:pt x="1596749" y="3832269"/>
                  </a:lnTo>
                  <a:lnTo>
                    <a:pt x="1607362" y="3832269"/>
                  </a:lnTo>
                  <a:lnTo>
                    <a:pt x="1617974" y="3830149"/>
                  </a:lnTo>
                  <a:lnTo>
                    <a:pt x="1624314" y="3823820"/>
                  </a:lnTo>
                  <a:lnTo>
                    <a:pt x="1624314" y="3806865"/>
                  </a:lnTo>
                  <a:lnTo>
                    <a:pt x="1617974" y="3798416"/>
                  </a:lnTo>
                  <a:close/>
                </a:path>
                <a:path w="9542780" h="6570345">
                  <a:moveTo>
                    <a:pt x="1617974" y="3840746"/>
                  </a:moveTo>
                  <a:lnTo>
                    <a:pt x="1598871" y="3840746"/>
                  </a:lnTo>
                  <a:lnTo>
                    <a:pt x="1590409" y="3847105"/>
                  </a:lnTo>
                  <a:lnTo>
                    <a:pt x="1590409" y="3866151"/>
                  </a:lnTo>
                  <a:lnTo>
                    <a:pt x="1596749" y="3874629"/>
                  </a:lnTo>
                  <a:lnTo>
                    <a:pt x="1617974" y="3874629"/>
                  </a:lnTo>
                  <a:lnTo>
                    <a:pt x="1624314" y="3868270"/>
                  </a:lnTo>
                  <a:lnTo>
                    <a:pt x="1624314" y="3849225"/>
                  </a:lnTo>
                  <a:lnTo>
                    <a:pt x="1617974" y="3840746"/>
                  </a:lnTo>
                  <a:close/>
                </a:path>
                <a:path w="9542780" h="6570345">
                  <a:moveTo>
                    <a:pt x="1617974" y="3885225"/>
                  </a:moveTo>
                  <a:lnTo>
                    <a:pt x="1598871" y="3885225"/>
                  </a:lnTo>
                  <a:lnTo>
                    <a:pt x="1590409" y="3891555"/>
                  </a:lnTo>
                  <a:lnTo>
                    <a:pt x="1590409" y="3910629"/>
                  </a:lnTo>
                  <a:lnTo>
                    <a:pt x="1596749" y="3919079"/>
                  </a:lnTo>
                  <a:lnTo>
                    <a:pt x="1617974" y="3919079"/>
                  </a:lnTo>
                  <a:lnTo>
                    <a:pt x="1624314" y="3912749"/>
                  </a:lnTo>
                  <a:lnTo>
                    <a:pt x="1624314" y="3893675"/>
                  </a:lnTo>
                  <a:lnTo>
                    <a:pt x="1617974" y="3885225"/>
                  </a:lnTo>
                  <a:close/>
                </a:path>
                <a:path w="9542780" h="6570345">
                  <a:moveTo>
                    <a:pt x="1617974" y="3929675"/>
                  </a:moveTo>
                  <a:lnTo>
                    <a:pt x="1598871" y="3929675"/>
                  </a:lnTo>
                  <a:lnTo>
                    <a:pt x="1590409" y="3936033"/>
                  </a:lnTo>
                  <a:lnTo>
                    <a:pt x="1590409" y="3955079"/>
                  </a:lnTo>
                  <a:lnTo>
                    <a:pt x="1596749" y="3963556"/>
                  </a:lnTo>
                  <a:lnTo>
                    <a:pt x="1617974" y="3963556"/>
                  </a:lnTo>
                  <a:lnTo>
                    <a:pt x="1624314" y="3955079"/>
                  </a:lnTo>
                  <a:lnTo>
                    <a:pt x="1624314" y="3938153"/>
                  </a:lnTo>
                  <a:lnTo>
                    <a:pt x="1617974" y="3929675"/>
                  </a:lnTo>
                  <a:close/>
                </a:path>
                <a:path w="9542780" h="6570345">
                  <a:moveTo>
                    <a:pt x="1617974" y="3974125"/>
                  </a:moveTo>
                  <a:lnTo>
                    <a:pt x="1598871" y="3974125"/>
                  </a:lnTo>
                  <a:lnTo>
                    <a:pt x="1590409" y="3980483"/>
                  </a:lnTo>
                  <a:lnTo>
                    <a:pt x="1590409" y="3999558"/>
                  </a:lnTo>
                  <a:lnTo>
                    <a:pt x="1596749" y="4008008"/>
                  </a:lnTo>
                  <a:lnTo>
                    <a:pt x="1617974" y="4008008"/>
                  </a:lnTo>
                  <a:lnTo>
                    <a:pt x="1624314" y="3999558"/>
                  </a:lnTo>
                  <a:lnTo>
                    <a:pt x="1624314" y="3982603"/>
                  </a:lnTo>
                  <a:lnTo>
                    <a:pt x="1617974" y="3974125"/>
                  </a:lnTo>
                  <a:close/>
                </a:path>
                <a:path w="9542780" h="6570345">
                  <a:moveTo>
                    <a:pt x="1617974" y="4018603"/>
                  </a:moveTo>
                  <a:lnTo>
                    <a:pt x="1598871" y="4018603"/>
                  </a:lnTo>
                  <a:lnTo>
                    <a:pt x="1590409" y="4024962"/>
                  </a:lnTo>
                  <a:lnTo>
                    <a:pt x="1590409" y="4044008"/>
                  </a:lnTo>
                  <a:lnTo>
                    <a:pt x="1596749" y="4052486"/>
                  </a:lnTo>
                  <a:lnTo>
                    <a:pt x="1617974" y="4052486"/>
                  </a:lnTo>
                  <a:lnTo>
                    <a:pt x="1624314" y="4044008"/>
                  </a:lnTo>
                  <a:lnTo>
                    <a:pt x="1624314" y="4027082"/>
                  </a:lnTo>
                  <a:lnTo>
                    <a:pt x="1617974" y="4018603"/>
                  </a:lnTo>
                  <a:close/>
                </a:path>
                <a:path w="9542780" h="6570345">
                  <a:moveTo>
                    <a:pt x="1617974" y="4063055"/>
                  </a:moveTo>
                  <a:lnTo>
                    <a:pt x="1598871" y="4063055"/>
                  </a:lnTo>
                  <a:lnTo>
                    <a:pt x="1590409" y="4069412"/>
                  </a:lnTo>
                  <a:lnTo>
                    <a:pt x="1590409" y="4088486"/>
                  </a:lnTo>
                  <a:lnTo>
                    <a:pt x="1596749" y="4096936"/>
                  </a:lnTo>
                  <a:lnTo>
                    <a:pt x="1607362" y="4096936"/>
                  </a:lnTo>
                  <a:lnTo>
                    <a:pt x="1617974" y="4094816"/>
                  </a:lnTo>
                  <a:lnTo>
                    <a:pt x="1624314" y="4088486"/>
                  </a:lnTo>
                  <a:lnTo>
                    <a:pt x="1624314" y="4071532"/>
                  </a:lnTo>
                  <a:lnTo>
                    <a:pt x="1617974" y="4063055"/>
                  </a:lnTo>
                  <a:close/>
                </a:path>
                <a:path w="9542780" h="6570345">
                  <a:moveTo>
                    <a:pt x="1617974" y="4107533"/>
                  </a:moveTo>
                  <a:lnTo>
                    <a:pt x="1598871" y="4107533"/>
                  </a:lnTo>
                  <a:lnTo>
                    <a:pt x="1590409" y="4113890"/>
                  </a:lnTo>
                  <a:lnTo>
                    <a:pt x="1590409" y="4132936"/>
                  </a:lnTo>
                  <a:lnTo>
                    <a:pt x="1596749" y="4141415"/>
                  </a:lnTo>
                  <a:lnTo>
                    <a:pt x="1607362" y="4141415"/>
                  </a:lnTo>
                  <a:lnTo>
                    <a:pt x="1617974" y="4139295"/>
                  </a:lnTo>
                  <a:lnTo>
                    <a:pt x="1624314" y="4132936"/>
                  </a:lnTo>
                  <a:lnTo>
                    <a:pt x="1624314" y="4116010"/>
                  </a:lnTo>
                  <a:lnTo>
                    <a:pt x="1617974" y="4107533"/>
                  </a:lnTo>
                  <a:close/>
                </a:path>
                <a:path w="9542780" h="6570345">
                  <a:moveTo>
                    <a:pt x="1617974" y="4149863"/>
                  </a:moveTo>
                  <a:lnTo>
                    <a:pt x="1598871" y="4149863"/>
                  </a:lnTo>
                  <a:lnTo>
                    <a:pt x="1590409" y="4156222"/>
                  </a:lnTo>
                  <a:lnTo>
                    <a:pt x="1590409" y="4175296"/>
                  </a:lnTo>
                  <a:lnTo>
                    <a:pt x="1596749" y="4183745"/>
                  </a:lnTo>
                  <a:lnTo>
                    <a:pt x="1617974" y="4183745"/>
                  </a:lnTo>
                  <a:lnTo>
                    <a:pt x="1624314" y="4177416"/>
                  </a:lnTo>
                  <a:lnTo>
                    <a:pt x="1624314" y="4158341"/>
                  </a:lnTo>
                  <a:lnTo>
                    <a:pt x="1617974" y="4149863"/>
                  </a:lnTo>
                  <a:close/>
                </a:path>
                <a:path w="9542780" h="6570345">
                  <a:moveTo>
                    <a:pt x="1617974" y="4194342"/>
                  </a:moveTo>
                  <a:lnTo>
                    <a:pt x="1598871" y="4194342"/>
                  </a:lnTo>
                  <a:lnTo>
                    <a:pt x="1590409" y="4200700"/>
                  </a:lnTo>
                  <a:lnTo>
                    <a:pt x="1590409" y="4221866"/>
                  </a:lnTo>
                  <a:lnTo>
                    <a:pt x="1596749" y="4228223"/>
                  </a:lnTo>
                  <a:lnTo>
                    <a:pt x="1617974" y="4228223"/>
                  </a:lnTo>
                  <a:lnTo>
                    <a:pt x="1624314" y="4221866"/>
                  </a:lnTo>
                  <a:lnTo>
                    <a:pt x="1624314" y="4202819"/>
                  </a:lnTo>
                  <a:lnTo>
                    <a:pt x="1617974" y="4194342"/>
                  </a:lnTo>
                  <a:close/>
                </a:path>
                <a:path w="9542780" h="6570345">
                  <a:moveTo>
                    <a:pt x="1617974" y="4238792"/>
                  </a:moveTo>
                  <a:lnTo>
                    <a:pt x="1598871" y="4238792"/>
                  </a:lnTo>
                  <a:lnTo>
                    <a:pt x="1590409" y="4245150"/>
                  </a:lnTo>
                  <a:lnTo>
                    <a:pt x="1590409" y="4266316"/>
                  </a:lnTo>
                  <a:lnTo>
                    <a:pt x="1596749" y="4272673"/>
                  </a:lnTo>
                  <a:lnTo>
                    <a:pt x="1617974" y="4272673"/>
                  </a:lnTo>
                  <a:lnTo>
                    <a:pt x="1624314" y="4264225"/>
                  </a:lnTo>
                  <a:lnTo>
                    <a:pt x="1624314" y="4247269"/>
                  </a:lnTo>
                  <a:lnTo>
                    <a:pt x="1617974" y="4238792"/>
                  </a:lnTo>
                  <a:close/>
                </a:path>
                <a:path w="9542780" h="6570345">
                  <a:moveTo>
                    <a:pt x="1617974" y="4283270"/>
                  </a:moveTo>
                  <a:lnTo>
                    <a:pt x="1598871" y="4283270"/>
                  </a:lnTo>
                  <a:lnTo>
                    <a:pt x="1590409" y="4289629"/>
                  </a:lnTo>
                  <a:lnTo>
                    <a:pt x="1590409" y="4308675"/>
                  </a:lnTo>
                  <a:lnTo>
                    <a:pt x="1596749" y="4317152"/>
                  </a:lnTo>
                  <a:lnTo>
                    <a:pt x="1617974" y="4317152"/>
                  </a:lnTo>
                  <a:lnTo>
                    <a:pt x="1624314" y="4308675"/>
                  </a:lnTo>
                  <a:lnTo>
                    <a:pt x="1624314" y="4291749"/>
                  </a:lnTo>
                  <a:lnTo>
                    <a:pt x="1617974" y="4283270"/>
                  </a:lnTo>
                  <a:close/>
                </a:path>
                <a:path w="9542780" h="6570345">
                  <a:moveTo>
                    <a:pt x="1617974" y="4327721"/>
                  </a:moveTo>
                  <a:lnTo>
                    <a:pt x="1598871" y="4327721"/>
                  </a:lnTo>
                  <a:lnTo>
                    <a:pt x="1590409" y="4334079"/>
                  </a:lnTo>
                  <a:lnTo>
                    <a:pt x="1590409" y="4353153"/>
                  </a:lnTo>
                  <a:lnTo>
                    <a:pt x="1596749" y="4361602"/>
                  </a:lnTo>
                  <a:lnTo>
                    <a:pt x="1617974" y="4361602"/>
                  </a:lnTo>
                  <a:lnTo>
                    <a:pt x="1624314" y="4353153"/>
                  </a:lnTo>
                  <a:lnTo>
                    <a:pt x="1624314" y="4336199"/>
                  </a:lnTo>
                  <a:lnTo>
                    <a:pt x="1617974" y="4327721"/>
                  </a:lnTo>
                  <a:close/>
                </a:path>
                <a:path w="9542780" h="6570345">
                  <a:moveTo>
                    <a:pt x="1617974" y="4372199"/>
                  </a:moveTo>
                  <a:lnTo>
                    <a:pt x="1598871" y="4372199"/>
                  </a:lnTo>
                  <a:lnTo>
                    <a:pt x="1590409" y="4378557"/>
                  </a:lnTo>
                  <a:lnTo>
                    <a:pt x="1590409" y="4397603"/>
                  </a:lnTo>
                  <a:lnTo>
                    <a:pt x="1596749" y="4406080"/>
                  </a:lnTo>
                  <a:lnTo>
                    <a:pt x="1607362" y="4406080"/>
                  </a:lnTo>
                  <a:lnTo>
                    <a:pt x="1617974" y="4403962"/>
                  </a:lnTo>
                  <a:lnTo>
                    <a:pt x="1624314" y="4397603"/>
                  </a:lnTo>
                  <a:lnTo>
                    <a:pt x="1624314" y="4380677"/>
                  </a:lnTo>
                  <a:lnTo>
                    <a:pt x="1617974" y="4372199"/>
                  </a:lnTo>
                  <a:close/>
                </a:path>
                <a:path w="9542780" h="6570345">
                  <a:moveTo>
                    <a:pt x="1617974" y="4592388"/>
                  </a:moveTo>
                  <a:lnTo>
                    <a:pt x="1598871" y="4592388"/>
                  </a:lnTo>
                  <a:lnTo>
                    <a:pt x="1590409" y="4598746"/>
                  </a:lnTo>
                  <a:lnTo>
                    <a:pt x="1590409" y="4617792"/>
                  </a:lnTo>
                  <a:lnTo>
                    <a:pt x="1596749" y="4626269"/>
                  </a:lnTo>
                  <a:lnTo>
                    <a:pt x="1617974" y="4626269"/>
                  </a:lnTo>
                  <a:lnTo>
                    <a:pt x="1624314" y="4617792"/>
                  </a:lnTo>
                  <a:lnTo>
                    <a:pt x="1624314" y="4600865"/>
                  </a:lnTo>
                  <a:lnTo>
                    <a:pt x="1617974" y="4592388"/>
                  </a:lnTo>
                  <a:close/>
                </a:path>
                <a:path w="9542780" h="6570345">
                  <a:moveTo>
                    <a:pt x="1617974" y="4636866"/>
                  </a:moveTo>
                  <a:lnTo>
                    <a:pt x="1598871" y="4636866"/>
                  </a:lnTo>
                  <a:lnTo>
                    <a:pt x="1590409" y="4643224"/>
                  </a:lnTo>
                  <a:lnTo>
                    <a:pt x="1590409" y="4662270"/>
                  </a:lnTo>
                  <a:lnTo>
                    <a:pt x="1596749" y="4670747"/>
                  </a:lnTo>
                  <a:lnTo>
                    <a:pt x="1617974" y="4670747"/>
                  </a:lnTo>
                  <a:lnTo>
                    <a:pt x="1624314" y="4662270"/>
                  </a:lnTo>
                  <a:lnTo>
                    <a:pt x="1624314" y="4645343"/>
                  </a:lnTo>
                  <a:lnTo>
                    <a:pt x="1617974" y="4636866"/>
                  </a:lnTo>
                  <a:close/>
                </a:path>
                <a:path w="9542780" h="6570345">
                  <a:moveTo>
                    <a:pt x="1617974" y="4681316"/>
                  </a:moveTo>
                  <a:lnTo>
                    <a:pt x="1598871" y="4681316"/>
                  </a:lnTo>
                  <a:lnTo>
                    <a:pt x="1590409" y="4687674"/>
                  </a:lnTo>
                  <a:lnTo>
                    <a:pt x="1590409" y="4706720"/>
                  </a:lnTo>
                  <a:lnTo>
                    <a:pt x="1596749" y="4715198"/>
                  </a:lnTo>
                  <a:lnTo>
                    <a:pt x="1607362" y="4715198"/>
                  </a:lnTo>
                  <a:lnTo>
                    <a:pt x="1617974" y="4713079"/>
                  </a:lnTo>
                  <a:lnTo>
                    <a:pt x="1624314" y="4706720"/>
                  </a:lnTo>
                  <a:lnTo>
                    <a:pt x="1624314" y="4689793"/>
                  </a:lnTo>
                  <a:lnTo>
                    <a:pt x="1617974" y="4681316"/>
                  </a:lnTo>
                  <a:close/>
                </a:path>
                <a:path w="9542780" h="6570345">
                  <a:moveTo>
                    <a:pt x="1617974" y="4725795"/>
                  </a:moveTo>
                  <a:lnTo>
                    <a:pt x="1598871" y="4725795"/>
                  </a:lnTo>
                  <a:lnTo>
                    <a:pt x="1590409" y="4732153"/>
                  </a:lnTo>
                  <a:lnTo>
                    <a:pt x="1590409" y="4753319"/>
                  </a:lnTo>
                  <a:lnTo>
                    <a:pt x="1596749" y="4759676"/>
                  </a:lnTo>
                  <a:lnTo>
                    <a:pt x="1607362" y="4759676"/>
                  </a:lnTo>
                  <a:lnTo>
                    <a:pt x="1617974" y="4757557"/>
                  </a:lnTo>
                  <a:lnTo>
                    <a:pt x="1624314" y="4751199"/>
                  </a:lnTo>
                  <a:lnTo>
                    <a:pt x="1624314" y="4734243"/>
                  </a:lnTo>
                  <a:lnTo>
                    <a:pt x="1617974" y="4725795"/>
                  </a:lnTo>
                  <a:close/>
                </a:path>
                <a:path w="9542780" h="6570345">
                  <a:moveTo>
                    <a:pt x="1617974" y="4768126"/>
                  </a:moveTo>
                  <a:lnTo>
                    <a:pt x="1598871" y="4768126"/>
                  </a:lnTo>
                  <a:lnTo>
                    <a:pt x="1590409" y="4774483"/>
                  </a:lnTo>
                  <a:lnTo>
                    <a:pt x="1590409" y="4795649"/>
                  </a:lnTo>
                  <a:lnTo>
                    <a:pt x="1596749" y="4802007"/>
                  </a:lnTo>
                  <a:lnTo>
                    <a:pt x="1617974" y="4802007"/>
                  </a:lnTo>
                  <a:lnTo>
                    <a:pt x="1624314" y="4795649"/>
                  </a:lnTo>
                  <a:lnTo>
                    <a:pt x="1624314" y="4776603"/>
                  </a:lnTo>
                  <a:lnTo>
                    <a:pt x="1617974" y="4768126"/>
                  </a:lnTo>
                  <a:close/>
                </a:path>
                <a:path w="9542780" h="6570345">
                  <a:moveTo>
                    <a:pt x="1617974" y="4812604"/>
                  </a:moveTo>
                  <a:lnTo>
                    <a:pt x="1598871" y="4812604"/>
                  </a:lnTo>
                  <a:lnTo>
                    <a:pt x="1590409" y="4818962"/>
                  </a:lnTo>
                  <a:lnTo>
                    <a:pt x="1590409" y="4838009"/>
                  </a:lnTo>
                  <a:lnTo>
                    <a:pt x="1596749" y="4846486"/>
                  </a:lnTo>
                  <a:lnTo>
                    <a:pt x="1617974" y="4846486"/>
                  </a:lnTo>
                  <a:lnTo>
                    <a:pt x="1624314" y="4840127"/>
                  </a:lnTo>
                  <a:lnTo>
                    <a:pt x="1624314" y="4821053"/>
                  </a:lnTo>
                  <a:lnTo>
                    <a:pt x="1617974" y="4812604"/>
                  </a:lnTo>
                  <a:close/>
                </a:path>
                <a:path w="9542780" h="6570345">
                  <a:moveTo>
                    <a:pt x="1617974" y="4857054"/>
                  </a:moveTo>
                  <a:lnTo>
                    <a:pt x="1598871" y="4857054"/>
                  </a:lnTo>
                  <a:lnTo>
                    <a:pt x="1590409" y="4863412"/>
                  </a:lnTo>
                  <a:lnTo>
                    <a:pt x="1590409" y="4882459"/>
                  </a:lnTo>
                  <a:lnTo>
                    <a:pt x="1596749" y="4890936"/>
                  </a:lnTo>
                  <a:lnTo>
                    <a:pt x="1617974" y="4890936"/>
                  </a:lnTo>
                  <a:lnTo>
                    <a:pt x="1624314" y="4882459"/>
                  </a:lnTo>
                  <a:lnTo>
                    <a:pt x="1624314" y="4865532"/>
                  </a:lnTo>
                  <a:lnTo>
                    <a:pt x="1617974" y="4857054"/>
                  </a:lnTo>
                  <a:close/>
                </a:path>
                <a:path w="9542780" h="6570345">
                  <a:moveTo>
                    <a:pt x="1617974" y="4901533"/>
                  </a:moveTo>
                  <a:lnTo>
                    <a:pt x="1598871" y="4901533"/>
                  </a:lnTo>
                  <a:lnTo>
                    <a:pt x="1590409" y="4907890"/>
                  </a:lnTo>
                  <a:lnTo>
                    <a:pt x="1590409" y="4926937"/>
                  </a:lnTo>
                  <a:lnTo>
                    <a:pt x="1596749" y="4935414"/>
                  </a:lnTo>
                  <a:lnTo>
                    <a:pt x="1617974" y="4935414"/>
                  </a:lnTo>
                  <a:lnTo>
                    <a:pt x="1624314" y="4926937"/>
                  </a:lnTo>
                  <a:lnTo>
                    <a:pt x="1624314" y="4909982"/>
                  </a:lnTo>
                  <a:lnTo>
                    <a:pt x="1617974" y="4901533"/>
                  </a:lnTo>
                  <a:close/>
                </a:path>
                <a:path w="9542780" h="6570345">
                  <a:moveTo>
                    <a:pt x="1617974" y="4945983"/>
                  </a:moveTo>
                  <a:lnTo>
                    <a:pt x="1598871" y="4945983"/>
                  </a:lnTo>
                  <a:lnTo>
                    <a:pt x="1590409" y="4952340"/>
                  </a:lnTo>
                  <a:lnTo>
                    <a:pt x="1590409" y="4971387"/>
                  </a:lnTo>
                  <a:lnTo>
                    <a:pt x="1596749" y="4979864"/>
                  </a:lnTo>
                  <a:lnTo>
                    <a:pt x="1617974" y="4979864"/>
                  </a:lnTo>
                  <a:lnTo>
                    <a:pt x="1624314" y="4971387"/>
                  </a:lnTo>
                  <a:lnTo>
                    <a:pt x="1624314" y="4954460"/>
                  </a:lnTo>
                  <a:lnTo>
                    <a:pt x="1617974" y="4945983"/>
                  </a:lnTo>
                  <a:close/>
                </a:path>
                <a:path w="9542780" h="6570345">
                  <a:moveTo>
                    <a:pt x="1617974" y="4990461"/>
                  </a:moveTo>
                  <a:lnTo>
                    <a:pt x="1598871" y="4990461"/>
                  </a:lnTo>
                  <a:lnTo>
                    <a:pt x="1590409" y="4996792"/>
                  </a:lnTo>
                  <a:lnTo>
                    <a:pt x="1590409" y="5015866"/>
                  </a:lnTo>
                  <a:lnTo>
                    <a:pt x="1596749" y="5024343"/>
                  </a:lnTo>
                  <a:lnTo>
                    <a:pt x="1617974" y="5024343"/>
                  </a:lnTo>
                  <a:lnTo>
                    <a:pt x="1624314" y="5015866"/>
                  </a:lnTo>
                  <a:lnTo>
                    <a:pt x="1624314" y="4998910"/>
                  </a:lnTo>
                  <a:lnTo>
                    <a:pt x="1617974" y="4990461"/>
                  </a:lnTo>
                  <a:close/>
                </a:path>
                <a:path w="9542780" h="6570345">
                  <a:moveTo>
                    <a:pt x="1617974" y="5034912"/>
                  </a:moveTo>
                  <a:lnTo>
                    <a:pt x="1598871" y="5034912"/>
                  </a:lnTo>
                  <a:lnTo>
                    <a:pt x="1590409" y="5041270"/>
                  </a:lnTo>
                  <a:lnTo>
                    <a:pt x="1590409" y="5060316"/>
                  </a:lnTo>
                  <a:lnTo>
                    <a:pt x="1596749" y="5068793"/>
                  </a:lnTo>
                  <a:lnTo>
                    <a:pt x="1607362" y="5068793"/>
                  </a:lnTo>
                  <a:lnTo>
                    <a:pt x="1617974" y="5066673"/>
                  </a:lnTo>
                  <a:lnTo>
                    <a:pt x="1624314" y="5060316"/>
                  </a:lnTo>
                  <a:lnTo>
                    <a:pt x="1624314" y="5043389"/>
                  </a:lnTo>
                  <a:lnTo>
                    <a:pt x="1617974" y="5034912"/>
                  </a:lnTo>
                  <a:close/>
                </a:path>
                <a:path w="9542780" h="6570345">
                  <a:moveTo>
                    <a:pt x="1617974" y="5077270"/>
                  </a:moveTo>
                  <a:lnTo>
                    <a:pt x="1598871" y="5077270"/>
                  </a:lnTo>
                  <a:lnTo>
                    <a:pt x="1590409" y="5083629"/>
                  </a:lnTo>
                  <a:lnTo>
                    <a:pt x="1590409" y="5102675"/>
                  </a:lnTo>
                  <a:lnTo>
                    <a:pt x="1596749" y="5111153"/>
                  </a:lnTo>
                  <a:lnTo>
                    <a:pt x="1617974" y="5111153"/>
                  </a:lnTo>
                  <a:lnTo>
                    <a:pt x="1624314" y="5104794"/>
                  </a:lnTo>
                  <a:lnTo>
                    <a:pt x="1624314" y="5085720"/>
                  </a:lnTo>
                  <a:lnTo>
                    <a:pt x="1617974" y="5077270"/>
                  </a:lnTo>
                  <a:close/>
                </a:path>
                <a:path w="9542780" h="6570345">
                  <a:moveTo>
                    <a:pt x="1617974" y="5121720"/>
                  </a:moveTo>
                  <a:lnTo>
                    <a:pt x="1598871" y="5121720"/>
                  </a:lnTo>
                  <a:lnTo>
                    <a:pt x="1590409" y="5128079"/>
                  </a:lnTo>
                  <a:lnTo>
                    <a:pt x="1590409" y="5147125"/>
                  </a:lnTo>
                  <a:lnTo>
                    <a:pt x="1596749" y="5155603"/>
                  </a:lnTo>
                  <a:lnTo>
                    <a:pt x="1617974" y="5155603"/>
                  </a:lnTo>
                  <a:lnTo>
                    <a:pt x="1624314" y="5149244"/>
                  </a:lnTo>
                  <a:lnTo>
                    <a:pt x="1624314" y="5130199"/>
                  </a:lnTo>
                  <a:lnTo>
                    <a:pt x="1617974" y="5121720"/>
                  </a:lnTo>
                  <a:close/>
                </a:path>
                <a:path w="9542780" h="6570345">
                  <a:moveTo>
                    <a:pt x="1617974" y="5166199"/>
                  </a:moveTo>
                  <a:lnTo>
                    <a:pt x="1598871" y="5166199"/>
                  </a:lnTo>
                  <a:lnTo>
                    <a:pt x="1590409" y="5172529"/>
                  </a:lnTo>
                  <a:lnTo>
                    <a:pt x="1590409" y="5191603"/>
                  </a:lnTo>
                  <a:lnTo>
                    <a:pt x="1596749" y="5200081"/>
                  </a:lnTo>
                  <a:lnTo>
                    <a:pt x="1617974" y="5200081"/>
                  </a:lnTo>
                  <a:lnTo>
                    <a:pt x="1624314" y="5191603"/>
                  </a:lnTo>
                  <a:lnTo>
                    <a:pt x="1624314" y="5174649"/>
                  </a:lnTo>
                  <a:lnTo>
                    <a:pt x="1617974" y="5166199"/>
                  </a:lnTo>
                  <a:close/>
                </a:path>
                <a:path w="9542780" h="6570345">
                  <a:moveTo>
                    <a:pt x="1617974" y="5210649"/>
                  </a:moveTo>
                  <a:lnTo>
                    <a:pt x="1598871" y="5210649"/>
                  </a:lnTo>
                  <a:lnTo>
                    <a:pt x="1590409" y="5217007"/>
                  </a:lnTo>
                  <a:lnTo>
                    <a:pt x="1590409" y="5236053"/>
                  </a:lnTo>
                  <a:lnTo>
                    <a:pt x="1596749" y="5244531"/>
                  </a:lnTo>
                  <a:lnTo>
                    <a:pt x="1617974" y="5244531"/>
                  </a:lnTo>
                  <a:lnTo>
                    <a:pt x="1624314" y="5236053"/>
                  </a:lnTo>
                  <a:lnTo>
                    <a:pt x="1624314" y="5219127"/>
                  </a:lnTo>
                  <a:lnTo>
                    <a:pt x="1617974" y="5210649"/>
                  </a:lnTo>
                  <a:close/>
                </a:path>
                <a:path w="9542780" h="6570345">
                  <a:moveTo>
                    <a:pt x="1617974" y="5255127"/>
                  </a:moveTo>
                  <a:lnTo>
                    <a:pt x="1598871" y="5255127"/>
                  </a:lnTo>
                  <a:lnTo>
                    <a:pt x="1590409" y="5261458"/>
                  </a:lnTo>
                  <a:lnTo>
                    <a:pt x="1590409" y="5282651"/>
                  </a:lnTo>
                  <a:lnTo>
                    <a:pt x="1596749" y="5288982"/>
                  </a:lnTo>
                  <a:lnTo>
                    <a:pt x="1617974" y="5288982"/>
                  </a:lnTo>
                  <a:lnTo>
                    <a:pt x="1624314" y="5280533"/>
                  </a:lnTo>
                  <a:lnTo>
                    <a:pt x="1624314" y="5263577"/>
                  </a:lnTo>
                  <a:lnTo>
                    <a:pt x="1617974" y="5255127"/>
                  </a:lnTo>
                  <a:close/>
                </a:path>
                <a:path w="9542780" h="6570345">
                  <a:moveTo>
                    <a:pt x="1617974" y="5299579"/>
                  </a:moveTo>
                  <a:lnTo>
                    <a:pt x="1598871" y="5299579"/>
                  </a:lnTo>
                  <a:lnTo>
                    <a:pt x="1590409" y="5305936"/>
                  </a:lnTo>
                  <a:lnTo>
                    <a:pt x="1590409" y="5327102"/>
                  </a:lnTo>
                  <a:lnTo>
                    <a:pt x="1596749" y="5333460"/>
                  </a:lnTo>
                  <a:lnTo>
                    <a:pt x="1617974" y="5333460"/>
                  </a:lnTo>
                  <a:lnTo>
                    <a:pt x="1624314" y="5324983"/>
                  </a:lnTo>
                  <a:lnTo>
                    <a:pt x="1624314" y="5308056"/>
                  </a:lnTo>
                  <a:lnTo>
                    <a:pt x="1617974" y="5299579"/>
                  </a:lnTo>
                  <a:close/>
                </a:path>
                <a:path w="9542780" h="6570345">
                  <a:moveTo>
                    <a:pt x="1617974" y="5344057"/>
                  </a:moveTo>
                  <a:lnTo>
                    <a:pt x="1598871" y="5344057"/>
                  </a:lnTo>
                  <a:lnTo>
                    <a:pt x="1590409" y="5350386"/>
                  </a:lnTo>
                  <a:lnTo>
                    <a:pt x="1590409" y="5369460"/>
                  </a:lnTo>
                  <a:lnTo>
                    <a:pt x="1596749" y="5377910"/>
                  </a:lnTo>
                  <a:lnTo>
                    <a:pt x="1607362" y="5377910"/>
                  </a:lnTo>
                  <a:lnTo>
                    <a:pt x="1617974" y="5375790"/>
                  </a:lnTo>
                  <a:lnTo>
                    <a:pt x="1624314" y="5369460"/>
                  </a:lnTo>
                  <a:lnTo>
                    <a:pt x="1624314" y="5352506"/>
                  </a:lnTo>
                  <a:lnTo>
                    <a:pt x="1617974" y="5344057"/>
                  </a:lnTo>
                  <a:close/>
                </a:path>
                <a:path w="9542780" h="6570345">
                  <a:moveTo>
                    <a:pt x="1575551" y="1058553"/>
                  </a:moveTo>
                  <a:lnTo>
                    <a:pt x="1554354" y="1058553"/>
                  </a:lnTo>
                  <a:lnTo>
                    <a:pt x="1547986" y="1067031"/>
                  </a:lnTo>
                  <a:lnTo>
                    <a:pt x="1547986" y="1083986"/>
                  </a:lnTo>
                  <a:lnTo>
                    <a:pt x="1554354" y="1092464"/>
                  </a:lnTo>
                  <a:lnTo>
                    <a:pt x="1575551" y="1092464"/>
                  </a:lnTo>
                  <a:lnTo>
                    <a:pt x="1581919" y="1086247"/>
                  </a:lnTo>
                  <a:lnTo>
                    <a:pt x="1581919" y="1067031"/>
                  </a:lnTo>
                  <a:lnTo>
                    <a:pt x="1575551" y="1058553"/>
                  </a:lnTo>
                  <a:close/>
                </a:path>
                <a:path w="9542780" h="6570345">
                  <a:moveTo>
                    <a:pt x="1575551" y="1102920"/>
                  </a:moveTo>
                  <a:lnTo>
                    <a:pt x="1554354" y="1102920"/>
                  </a:lnTo>
                  <a:lnTo>
                    <a:pt x="1547986" y="1111397"/>
                  </a:lnTo>
                  <a:lnTo>
                    <a:pt x="1547986" y="1128351"/>
                  </a:lnTo>
                  <a:lnTo>
                    <a:pt x="1554354" y="1136829"/>
                  </a:lnTo>
                  <a:lnTo>
                    <a:pt x="1575551" y="1136829"/>
                  </a:lnTo>
                  <a:lnTo>
                    <a:pt x="1581919" y="1130612"/>
                  </a:lnTo>
                  <a:lnTo>
                    <a:pt x="1581919" y="1111397"/>
                  </a:lnTo>
                  <a:lnTo>
                    <a:pt x="1575551" y="1102920"/>
                  </a:lnTo>
                  <a:close/>
                </a:path>
                <a:path w="9542780" h="6570345">
                  <a:moveTo>
                    <a:pt x="1575551" y="1236581"/>
                  </a:moveTo>
                  <a:lnTo>
                    <a:pt x="1554354" y="1236581"/>
                  </a:lnTo>
                  <a:lnTo>
                    <a:pt x="1547986" y="1244776"/>
                  </a:lnTo>
                  <a:lnTo>
                    <a:pt x="1547986" y="1261731"/>
                  </a:lnTo>
                  <a:lnTo>
                    <a:pt x="1554354" y="1270208"/>
                  </a:lnTo>
                  <a:lnTo>
                    <a:pt x="1575551" y="1270208"/>
                  </a:lnTo>
                  <a:lnTo>
                    <a:pt x="1581919" y="1261731"/>
                  </a:lnTo>
                  <a:lnTo>
                    <a:pt x="1581919" y="1244776"/>
                  </a:lnTo>
                  <a:lnTo>
                    <a:pt x="1575551" y="1236581"/>
                  </a:lnTo>
                  <a:close/>
                </a:path>
                <a:path w="9542780" h="6570345">
                  <a:moveTo>
                    <a:pt x="1575551" y="1280946"/>
                  </a:moveTo>
                  <a:lnTo>
                    <a:pt x="1554354" y="1280946"/>
                  </a:lnTo>
                  <a:lnTo>
                    <a:pt x="1547986" y="1287162"/>
                  </a:lnTo>
                  <a:lnTo>
                    <a:pt x="1547986" y="1306379"/>
                  </a:lnTo>
                  <a:lnTo>
                    <a:pt x="1554354" y="1314856"/>
                  </a:lnTo>
                  <a:lnTo>
                    <a:pt x="1575551" y="1314856"/>
                  </a:lnTo>
                  <a:lnTo>
                    <a:pt x="1581919" y="1306379"/>
                  </a:lnTo>
                  <a:lnTo>
                    <a:pt x="1581919" y="1289423"/>
                  </a:lnTo>
                  <a:lnTo>
                    <a:pt x="1575551" y="1280946"/>
                  </a:lnTo>
                  <a:close/>
                </a:path>
                <a:path w="9542780" h="6570345">
                  <a:moveTo>
                    <a:pt x="1575551" y="1325312"/>
                  </a:moveTo>
                  <a:lnTo>
                    <a:pt x="1554354" y="1325312"/>
                  </a:lnTo>
                  <a:lnTo>
                    <a:pt x="1547986" y="1331810"/>
                  </a:lnTo>
                  <a:lnTo>
                    <a:pt x="1547986" y="1350744"/>
                  </a:lnTo>
                  <a:lnTo>
                    <a:pt x="1554354" y="1359221"/>
                  </a:lnTo>
                  <a:lnTo>
                    <a:pt x="1575551" y="1359221"/>
                  </a:lnTo>
                  <a:lnTo>
                    <a:pt x="1581919" y="1350744"/>
                  </a:lnTo>
                  <a:lnTo>
                    <a:pt x="1581919" y="1333789"/>
                  </a:lnTo>
                  <a:lnTo>
                    <a:pt x="1575551" y="1325312"/>
                  </a:lnTo>
                  <a:close/>
                </a:path>
                <a:path w="9542780" h="6570345">
                  <a:moveTo>
                    <a:pt x="1575551" y="1367699"/>
                  </a:moveTo>
                  <a:lnTo>
                    <a:pt x="1554354" y="1367699"/>
                  </a:lnTo>
                  <a:lnTo>
                    <a:pt x="1547986" y="1376177"/>
                  </a:lnTo>
                  <a:lnTo>
                    <a:pt x="1547986" y="1393131"/>
                  </a:lnTo>
                  <a:lnTo>
                    <a:pt x="1554354" y="1401608"/>
                  </a:lnTo>
                  <a:lnTo>
                    <a:pt x="1575551" y="1401608"/>
                  </a:lnTo>
                  <a:lnTo>
                    <a:pt x="1581919" y="1395110"/>
                  </a:lnTo>
                  <a:lnTo>
                    <a:pt x="1581919" y="1376177"/>
                  </a:lnTo>
                  <a:lnTo>
                    <a:pt x="1575551" y="1367699"/>
                  </a:lnTo>
                  <a:close/>
                </a:path>
                <a:path w="9542780" h="6570345">
                  <a:moveTo>
                    <a:pt x="1575551" y="1412064"/>
                  </a:moveTo>
                  <a:lnTo>
                    <a:pt x="1554354" y="1412064"/>
                  </a:lnTo>
                  <a:lnTo>
                    <a:pt x="1547986" y="1420541"/>
                  </a:lnTo>
                  <a:lnTo>
                    <a:pt x="1547986" y="1437496"/>
                  </a:lnTo>
                  <a:lnTo>
                    <a:pt x="1554354" y="1445975"/>
                  </a:lnTo>
                  <a:lnTo>
                    <a:pt x="1575551" y="1445975"/>
                  </a:lnTo>
                  <a:lnTo>
                    <a:pt x="1581919" y="1439758"/>
                  </a:lnTo>
                  <a:lnTo>
                    <a:pt x="1581919" y="1420541"/>
                  </a:lnTo>
                  <a:lnTo>
                    <a:pt x="1575551" y="1412064"/>
                  </a:lnTo>
                  <a:close/>
                </a:path>
                <a:path w="9542780" h="6570345">
                  <a:moveTo>
                    <a:pt x="1575551" y="1456712"/>
                  </a:moveTo>
                  <a:lnTo>
                    <a:pt x="1554354" y="1456712"/>
                  </a:lnTo>
                  <a:lnTo>
                    <a:pt x="1547986" y="1465190"/>
                  </a:lnTo>
                  <a:lnTo>
                    <a:pt x="1547986" y="1482144"/>
                  </a:lnTo>
                  <a:lnTo>
                    <a:pt x="1554354" y="1490623"/>
                  </a:lnTo>
                  <a:lnTo>
                    <a:pt x="1575551" y="1490623"/>
                  </a:lnTo>
                  <a:lnTo>
                    <a:pt x="1581919" y="1482144"/>
                  </a:lnTo>
                  <a:lnTo>
                    <a:pt x="1581919" y="1465190"/>
                  </a:lnTo>
                  <a:lnTo>
                    <a:pt x="1575551" y="1456712"/>
                  </a:lnTo>
                  <a:close/>
                </a:path>
                <a:path w="9542780" h="6570345">
                  <a:moveTo>
                    <a:pt x="1575551" y="1501077"/>
                  </a:moveTo>
                  <a:lnTo>
                    <a:pt x="1554354" y="1501077"/>
                  </a:lnTo>
                  <a:lnTo>
                    <a:pt x="1547986" y="1509555"/>
                  </a:lnTo>
                  <a:lnTo>
                    <a:pt x="1547986" y="1526510"/>
                  </a:lnTo>
                  <a:lnTo>
                    <a:pt x="1554354" y="1534988"/>
                  </a:lnTo>
                  <a:lnTo>
                    <a:pt x="1575551" y="1534988"/>
                  </a:lnTo>
                  <a:lnTo>
                    <a:pt x="1581919" y="1526510"/>
                  </a:lnTo>
                  <a:lnTo>
                    <a:pt x="1581919" y="1509555"/>
                  </a:lnTo>
                  <a:lnTo>
                    <a:pt x="1575551" y="1501077"/>
                  </a:lnTo>
                  <a:close/>
                </a:path>
                <a:path w="9542780" h="6570345">
                  <a:moveTo>
                    <a:pt x="1575551" y="1545443"/>
                  </a:moveTo>
                  <a:lnTo>
                    <a:pt x="1554354" y="1545443"/>
                  </a:lnTo>
                  <a:lnTo>
                    <a:pt x="1547986" y="1553921"/>
                  </a:lnTo>
                  <a:lnTo>
                    <a:pt x="1547986" y="1570875"/>
                  </a:lnTo>
                  <a:lnTo>
                    <a:pt x="1554354" y="1579352"/>
                  </a:lnTo>
                  <a:lnTo>
                    <a:pt x="1575551" y="1579352"/>
                  </a:lnTo>
                  <a:lnTo>
                    <a:pt x="1581919" y="1570875"/>
                  </a:lnTo>
                  <a:lnTo>
                    <a:pt x="1581919" y="1553921"/>
                  </a:lnTo>
                  <a:lnTo>
                    <a:pt x="1575551" y="1545443"/>
                  </a:lnTo>
                  <a:close/>
                </a:path>
                <a:path w="9542780" h="6570345">
                  <a:moveTo>
                    <a:pt x="1575551" y="1590092"/>
                  </a:moveTo>
                  <a:lnTo>
                    <a:pt x="1554354" y="1590092"/>
                  </a:lnTo>
                  <a:lnTo>
                    <a:pt x="1547986" y="1596308"/>
                  </a:lnTo>
                  <a:lnTo>
                    <a:pt x="1547986" y="1615523"/>
                  </a:lnTo>
                  <a:lnTo>
                    <a:pt x="1554354" y="1624001"/>
                  </a:lnTo>
                  <a:lnTo>
                    <a:pt x="1575551" y="1624001"/>
                  </a:lnTo>
                  <a:lnTo>
                    <a:pt x="1581919" y="1615523"/>
                  </a:lnTo>
                  <a:lnTo>
                    <a:pt x="1581919" y="1598569"/>
                  </a:lnTo>
                  <a:lnTo>
                    <a:pt x="1575551" y="1590092"/>
                  </a:lnTo>
                  <a:close/>
                </a:path>
                <a:path w="9542780" h="6570345">
                  <a:moveTo>
                    <a:pt x="1575551" y="1634456"/>
                  </a:moveTo>
                  <a:lnTo>
                    <a:pt x="1554354" y="1634456"/>
                  </a:lnTo>
                  <a:lnTo>
                    <a:pt x="1547986" y="1640956"/>
                  </a:lnTo>
                  <a:lnTo>
                    <a:pt x="1547986" y="1659889"/>
                  </a:lnTo>
                  <a:lnTo>
                    <a:pt x="1554354" y="1668367"/>
                  </a:lnTo>
                  <a:lnTo>
                    <a:pt x="1575551" y="1668367"/>
                  </a:lnTo>
                  <a:lnTo>
                    <a:pt x="1581919" y="1659889"/>
                  </a:lnTo>
                  <a:lnTo>
                    <a:pt x="1581919" y="1642934"/>
                  </a:lnTo>
                  <a:lnTo>
                    <a:pt x="1575551" y="1634456"/>
                  </a:lnTo>
                  <a:close/>
                </a:path>
                <a:path w="9542780" h="6570345">
                  <a:moveTo>
                    <a:pt x="1575551" y="1676844"/>
                  </a:moveTo>
                  <a:lnTo>
                    <a:pt x="1554354" y="1676844"/>
                  </a:lnTo>
                  <a:lnTo>
                    <a:pt x="1547986" y="1685321"/>
                  </a:lnTo>
                  <a:lnTo>
                    <a:pt x="1547986" y="1702276"/>
                  </a:lnTo>
                  <a:lnTo>
                    <a:pt x="1554354" y="1710754"/>
                  </a:lnTo>
                  <a:lnTo>
                    <a:pt x="1575551" y="1710754"/>
                  </a:lnTo>
                  <a:lnTo>
                    <a:pt x="1581919" y="1704254"/>
                  </a:lnTo>
                  <a:lnTo>
                    <a:pt x="1581919" y="1685321"/>
                  </a:lnTo>
                  <a:lnTo>
                    <a:pt x="1575551" y="1676844"/>
                  </a:lnTo>
                  <a:close/>
                </a:path>
                <a:path w="9542780" h="6570345">
                  <a:moveTo>
                    <a:pt x="1575551" y="1721209"/>
                  </a:moveTo>
                  <a:lnTo>
                    <a:pt x="1554354" y="1721209"/>
                  </a:lnTo>
                  <a:lnTo>
                    <a:pt x="1547986" y="1729686"/>
                  </a:lnTo>
                  <a:lnTo>
                    <a:pt x="1547986" y="1746642"/>
                  </a:lnTo>
                  <a:lnTo>
                    <a:pt x="1554354" y="1755119"/>
                  </a:lnTo>
                  <a:lnTo>
                    <a:pt x="1575551" y="1755119"/>
                  </a:lnTo>
                  <a:lnTo>
                    <a:pt x="1581919" y="1748903"/>
                  </a:lnTo>
                  <a:lnTo>
                    <a:pt x="1581919" y="1729686"/>
                  </a:lnTo>
                  <a:lnTo>
                    <a:pt x="1575551" y="1721209"/>
                  </a:lnTo>
                  <a:close/>
                </a:path>
                <a:path w="9542780" h="6570345">
                  <a:moveTo>
                    <a:pt x="1575551" y="1765857"/>
                  </a:moveTo>
                  <a:lnTo>
                    <a:pt x="1554354" y="1765857"/>
                  </a:lnTo>
                  <a:lnTo>
                    <a:pt x="1547986" y="1774334"/>
                  </a:lnTo>
                  <a:lnTo>
                    <a:pt x="1547986" y="1791290"/>
                  </a:lnTo>
                  <a:lnTo>
                    <a:pt x="1554354" y="1799767"/>
                  </a:lnTo>
                  <a:lnTo>
                    <a:pt x="1575551" y="1799767"/>
                  </a:lnTo>
                  <a:lnTo>
                    <a:pt x="1581919" y="1791290"/>
                  </a:lnTo>
                  <a:lnTo>
                    <a:pt x="1581919" y="1774334"/>
                  </a:lnTo>
                  <a:lnTo>
                    <a:pt x="1575551" y="1765857"/>
                  </a:lnTo>
                  <a:close/>
                </a:path>
                <a:path w="9542780" h="6570345">
                  <a:moveTo>
                    <a:pt x="1575551" y="1810223"/>
                  </a:moveTo>
                  <a:lnTo>
                    <a:pt x="1554354" y="1810223"/>
                  </a:lnTo>
                  <a:lnTo>
                    <a:pt x="1547986" y="1818700"/>
                  </a:lnTo>
                  <a:lnTo>
                    <a:pt x="1547986" y="1835655"/>
                  </a:lnTo>
                  <a:lnTo>
                    <a:pt x="1554354" y="1844132"/>
                  </a:lnTo>
                  <a:lnTo>
                    <a:pt x="1575551" y="1844132"/>
                  </a:lnTo>
                  <a:lnTo>
                    <a:pt x="1581919" y="1835655"/>
                  </a:lnTo>
                  <a:lnTo>
                    <a:pt x="1581919" y="1818700"/>
                  </a:lnTo>
                  <a:lnTo>
                    <a:pt x="1575551" y="1810223"/>
                  </a:lnTo>
                  <a:close/>
                </a:path>
                <a:path w="9542780" h="6570345">
                  <a:moveTo>
                    <a:pt x="1575551" y="1854588"/>
                  </a:moveTo>
                  <a:lnTo>
                    <a:pt x="1554354" y="1854588"/>
                  </a:lnTo>
                  <a:lnTo>
                    <a:pt x="1547986" y="1863065"/>
                  </a:lnTo>
                  <a:lnTo>
                    <a:pt x="1547986" y="1880021"/>
                  </a:lnTo>
                  <a:lnTo>
                    <a:pt x="1554354" y="1888498"/>
                  </a:lnTo>
                  <a:lnTo>
                    <a:pt x="1575551" y="1888498"/>
                  </a:lnTo>
                  <a:lnTo>
                    <a:pt x="1581919" y="1880021"/>
                  </a:lnTo>
                  <a:lnTo>
                    <a:pt x="1581919" y="1863065"/>
                  </a:lnTo>
                  <a:lnTo>
                    <a:pt x="1575551" y="1854588"/>
                  </a:lnTo>
                  <a:close/>
                </a:path>
                <a:path w="9542780" h="6570345">
                  <a:moveTo>
                    <a:pt x="1575551" y="1899236"/>
                  </a:moveTo>
                  <a:lnTo>
                    <a:pt x="1554354" y="1899236"/>
                  </a:lnTo>
                  <a:lnTo>
                    <a:pt x="1547986" y="1905453"/>
                  </a:lnTo>
                  <a:lnTo>
                    <a:pt x="1547986" y="1924668"/>
                  </a:lnTo>
                  <a:lnTo>
                    <a:pt x="1554354" y="1933147"/>
                  </a:lnTo>
                  <a:lnTo>
                    <a:pt x="1575551" y="1933147"/>
                  </a:lnTo>
                  <a:lnTo>
                    <a:pt x="1581919" y="1924668"/>
                  </a:lnTo>
                  <a:lnTo>
                    <a:pt x="1581919" y="1907713"/>
                  </a:lnTo>
                  <a:lnTo>
                    <a:pt x="1575551" y="1899236"/>
                  </a:lnTo>
                  <a:close/>
                </a:path>
                <a:path w="9542780" h="6570345">
                  <a:moveTo>
                    <a:pt x="1575551" y="1943601"/>
                  </a:moveTo>
                  <a:lnTo>
                    <a:pt x="1554354" y="1943601"/>
                  </a:lnTo>
                  <a:lnTo>
                    <a:pt x="1547986" y="1950101"/>
                  </a:lnTo>
                  <a:lnTo>
                    <a:pt x="1547986" y="1971295"/>
                  </a:lnTo>
                  <a:lnTo>
                    <a:pt x="1554354" y="1977511"/>
                  </a:lnTo>
                  <a:lnTo>
                    <a:pt x="1575551" y="1977511"/>
                  </a:lnTo>
                  <a:lnTo>
                    <a:pt x="1581919" y="1969034"/>
                  </a:lnTo>
                  <a:lnTo>
                    <a:pt x="1581919" y="1952080"/>
                  </a:lnTo>
                  <a:lnTo>
                    <a:pt x="1575551" y="1943601"/>
                  </a:lnTo>
                  <a:close/>
                </a:path>
                <a:path w="9542780" h="6570345">
                  <a:moveTo>
                    <a:pt x="1575551" y="1985989"/>
                  </a:moveTo>
                  <a:lnTo>
                    <a:pt x="1554354" y="1985989"/>
                  </a:lnTo>
                  <a:lnTo>
                    <a:pt x="1547986" y="1994466"/>
                  </a:lnTo>
                  <a:lnTo>
                    <a:pt x="1547986" y="2011422"/>
                  </a:lnTo>
                  <a:lnTo>
                    <a:pt x="1554354" y="2019899"/>
                  </a:lnTo>
                  <a:lnTo>
                    <a:pt x="1575551" y="2019899"/>
                  </a:lnTo>
                  <a:lnTo>
                    <a:pt x="1581919" y="2013399"/>
                  </a:lnTo>
                  <a:lnTo>
                    <a:pt x="1581919" y="1994466"/>
                  </a:lnTo>
                  <a:lnTo>
                    <a:pt x="1575551" y="1985989"/>
                  </a:lnTo>
                  <a:close/>
                </a:path>
                <a:path w="9542780" h="6570345">
                  <a:moveTo>
                    <a:pt x="1575551" y="2030355"/>
                  </a:moveTo>
                  <a:lnTo>
                    <a:pt x="1554354" y="2030355"/>
                  </a:lnTo>
                  <a:lnTo>
                    <a:pt x="1547986" y="2038832"/>
                  </a:lnTo>
                  <a:lnTo>
                    <a:pt x="1547986" y="2055787"/>
                  </a:lnTo>
                  <a:lnTo>
                    <a:pt x="1554354" y="2064264"/>
                  </a:lnTo>
                  <a:lnTo>
                    <a:pt x="1575551" y="2064264"/>
                  </a:lnTo>
                  <a:lnTo>
                    <a:pt x="1581919" y="2058047"/>
                  </a:lnTo>
                  <a:lnTo>
                    <a:pt x="1581919" y="2038832"/>
                  </a:lnTo>
                  <a:lnTo>
                    <a:pt x="1575551" y="2030355"/>
                  </a:lnTo>
                  <a:close/>
                </a:path>
                <a:path w="9542780" h="6570345">
                  <a:moveTo>
                    <a:pt x="1575551" y="2075003"/>
                  </a:moveTo>
                  <a:lnTo>
                    <a:pt x="1554354" y="2075003"/>
                  </a:lnTo>
                  <a:lnTo>
                    <a:pt x="1547986" y="2083480"/>
                  </a:lnTo>
                  <a:lnTo>
                    <a:pt x="1547986" y="2100435"/>
                  </a:lnTo>
                  <a:lnTo>
                    <a:pt x="1554354" y="2108912"/>
                  </a:lnTo>
                  <a:lnTo>
                    <a:pt x="1575551" y="2108912"/>
                  </a:lnTo>
                  <a:lnTo>
                    <a:pt x="1581919" y="2100435"/>
                  </a:lnTo>
                  <a:lnTo>
                    <a:pt x="1581919" y="2083480"/>
                  </a:lnTo>
                  <a:lnTo>
                    <a:pt x="1575551" y="2075003"/>
                  </a:lnTo>
                  <a:close/>
                </a:path>
                <a:path w="9542780" h="6570345">
                  <a:moveTo>
                    <a:pt x="1575551" y="2119368"/>
                  </a:moveTo>
                  <a:lnTo>
                    <a:pt x="1554354" y="2119368"/>
                  </a:lnTo>
                  <a:lnTo>
                    <a:pt x="1547986" y="2125585"/>
                  </a:lnTo>
                  <a:lnTo>
                    <a:pt x="1547987" y="2144801"/>
                  </a:lnTo>
                  <a:lnTo>
                    <a:pt x="1554354" y="2153278"/>
                  </a:lnTo>
                  <a:lnTo>
                    <a:pt x="1575551" y="2153278"/>
                  </a:lnTo>
                  <a:lnTo>
                    <a:pt x="1581919" y="2144801"/>
                  </a:lnTo>
                  <a:lnTo>
                    <a:pt x="1581919" y="2127845"/>
                  </a:lnTo>
                  <a:lnTo>
                    <a:pt x="1575551" y="2119368"/>
                  </a:lnTo>
                  <a:close/>
                </a:path>
                <a:path w="9542780" h="6570345">
                  <a:moveTo>
                    <a:pt x="1575551" y="2163733"/>
                  </a:moveTo>
                  <a:lnTo>
                    <a:pt x="1554354" y="2163733"/>
                  </a:lnTo>
                  <a:lnTo>
                    <a:pt x="1547986" y="2172211"/>
                  </a:lnTo>
                  <a:lnTo>
                    <a:pt x="1547986" y="2189166"/>
                  </a:lnTo>
                  <a:lnTo>
                    <a:pt x="1554354" y="2197643"/>
                  </a:lnTo>
                  <a:lnTo>
                    <a:pt x="1575551" y="2197643"/>
                  </a:lnTo>
                  <a:lnTo>
                    <a:pt x="1581919" y="2189166"/>
                  </a:lnTo>
                  <a:lnTo>
                    <a:pt x="1581919" y="2172211"/>
                  </a:lnTo>
                  <a:lnTo>
                    <a:pt x="1575551" y="2163733"/>
                  </a:lnTo>
                  <a:close/>
                </a:path>
                <a:path w="9542780" h="6570345">
                  <a:moveTo>
                    <a:pt x="1575551" y="2208381"/>
                  </a:moveTo>
                  <a:lnTo>
                    <a:pt x="1554354" y="2208381"/>
                  </a:lnTo>
                  <a:lnTo>
                    <a:pt x="1547986" y="2214598"/>
                  </a:lnTo>
                  <a:lnTo>
                    <a:pt x="1547986" y="2233814"/>
                  </a:lnTo>
                  <a:lnTo>
                    <a:pt x="1554354" y="2242291"/>
                  </a:lnTo>
                  <a:lnTo>
                    <a:pt x="1575551" y="2242291"/>
                  </a:lnTo>
                  <a:lnTo>
                    <a:pt x="1581919" y="2233814"/>
                  </a:lnTo>
                  <a:lnTo>
                    <a:pt x="1581919" y="2216858"/>
                  </a:lnTo>
                  <a:lnTo>
                    <a:pt x="1575551" y="2208381"/>
                  </a:lnTo>
                  <a:close/>
                </a:path>
                <a:path w="9542780" h="6570345">
                  <a:moveTo>
                    <a:pt x="1575551" y="2252747"/>
                  </a:moveTo>
                  <a:lnTo>
                    <a:pt x="1554354" y="2252747"/>
                  </a:lnTo>
                  <a:lnTo>
                    <a:pt x="1547986" y="2259246"/>
                  </a:lnTo>
                  <a:lnTo>
                    <a:pt x="1547986" y="2280157"/>
                  </a:lnTo>
                  <a:lnTo>
                    <a:pt x="1554354" y="2286656"/>
                  </a:lnTo>
                  <a:lnTo>
                    <a:pt x="1575551" y="2286656"/>
                  </a:lnTo>
                  <a:lnTo>
                    <a:pt x="1581919" y="2278179"/>
                  </a:lnTo>
                  <a:lnTo>
                    <a:pt x="1581919" y="2261224"/>
                  </a:lnTo>
                  <a:lnTo>
                    <a:pt x="1575551" y="2252747"/>
                  </a:lnTo>
                  <a:close/>
                </a:path>
                <a:path w="9542780" h="6570345">
                  <a:moveTo>
                    <a:pt x="1575551" y="2295135"/>
                  </a:moveTo>
                  <a:lnTo>
                    <a:pt x="1554354" y="2295135"/>
                  </a:lnTo>
                  <a:lnTo>
                    <a:pt x="1547986" y="2301351"/>
                  </a:lnTo>
                  <a:lnTo>
                    <a:pt x="1547986" y="2322545"/>
                  </a:lnTo>
                  <a:lnTo>
                    <a:pt x="1554354" y="2329044"/>
                  </a:lnTo>
                  <a:lnTo>
                    <a:pt x="1575551" y="2329044"/>
                  </a:lnTo>
                  <a:lnTo>
                    <a:pt x="1581919" y="2322545"/>
                  </a:lnTo>
                  <a:lnTo>
                    <a:pt x="1581919" y="2303612"/>
                  </a:lnTo>
                  <a:lnTo>
                    <a:pt x="1575551" y="2295135"/>
                  </a:lnTo>
                  <a:close/>
                </a:path>
                <a:path w="9542780" h="6570345">
                  <a:moveTo>
                    <a:pt x="1575551" y="2339500"/>
                  </a:moveTo>
                  <a:lnTo>
                    <a:pt x="1554354" y="2339500"/>
                  </a:lnTo>
                  <a:lnTo>
                    <a:pt x="1547986" y="2345999"/>
                  </a:lnTo>
                  <a:lnTo>
                    <a:pt x="1547986" y="2367193"/>
                  </a:lnTo>
                  <a:lnTo>
                    <a:pt x="1554354" y="2373410"/>
                  </a:lnTo>
                  <a:lnTo>
                    <a:pt x="1575551" y="2373410"/>
                  </a:lnTo>
                  <a:lnTo>
                    <a:pt x="1581919" y="2367193"/>
                  </a:lnTo>
                  <a:lnTo>
                    <a:pt x="1581919" y="2347977"/>
                  </a:lnTo>
                  <a:lnTo>
                    <a:pt x="1575551" y="2339500"/>
                  </a:lnTo>
                  <a:close/>
                </a:path>
                <a:path w="9542780" h="6570345">
                  <a:moveTo>
                    <a:pt x="1575551" y="2384148"/>
                  </a:moveTo>
                  <a:lnTo>
                    <a:pt x="1554354" y="2384148"/>
                  </a:lnTo>
                  <a:lnTo>
                    <a:pt x="1547986" y="2392625"/>
                  </a:lnTo>
                  <a:lnTo>
                    <a:pt x="1547986" y="2409579"/>
                  </a:lnTo>
                  <a:lnTo>
                    <a:pt x="1554354" y="2417775"/>
                  </a:lnTo>
                  <a:lnTo>
                    <a:pt x="1575551" y="2417775"/>
                  </a:lnTo>
                  <a:lnTo>
                    <a:pt x="1581919" y="2409579"/>
                  </a:lnTo>
                  <a:lnTo>
                    <a:pt x="1581919" y="2392625"/>
                  </a:lnTo>
                  <a:lnTo>
                    <a:pt x="1575551" y="2384148"/>
                  </a:lnTo>
                  <a:close/>
                </a:path>
                <a:path w="9542780" h="6570345">
                  <a:moveTo>
                    <a:pt x="1575551" y="2428513"/>
                  </a:moveTo>
                  <a:lnTo>
                    <a:pt x="1554354" y="2428513"/>
                  </a:lnTo>
                  <a:lnTo>
                    <a:pt x="1547986" y="2434729"/>
                  </a:lnTo>
                  <a:lnTo>
                    <a:pt x="1547986" y="2453946"/>
                  </a:lnTo>
                  <a:lnTo>
                    <a:pt x="1554354" y="2462423"/>
                  </a:lnTo>
                  <a:lnTo>
                    <a:pt x="1575551" y="2462423"/>
                  </a:lnTo>
                  <a:lnTo>
                    <a:pt x="1581919" y="2453946"/>
                  </a:lnTo>
                  <a:lnTo>
                    <a:pt x="1581919" y="2436991"/>
                  </a:lnTo>
                  <a:lnTo>
                    <a:pt x="1575551" y="2428513"/>
                  </a:lnTo>
                  <a:close/>
                </a:path>
                <a:path w="9542780" h="6570345">
                  <a:moveTo>
                    <a:pt x="1575551" y="2472879"/>
                  </a:moveTo>
                  <a:lnTo>
                    <a:pt x="1554354" y="2472879"/>
                  </a:lnTo>
                  <a:lnTo>
                    <a:pt x="1547986" y="2479377"/>
                  </a:lnTo>
                  <a:lnTo>
                    <a:pt x="1547986" y="2498310"/>
                  </a:lnTo>
                  <a:lnTo>
                    <a:pt x="1554354" y="2506788"/>
                  </a:lnTo>
                  <a:lnTo>
                    <a:pt x="1575551" y="2506788"/>
                  </a:lnTo>
                  <a:lnTo>
                    <a:pt x="1581919" y="2498310"/>
                  </a:lnTo>
                  <a:lnTo>
                    <a:pt x="1581919" y="2481356"/>
                  </a:lnTo>
                  <a:lnTo>
                    <a:pt x="1575551" y="2472879"/>
                  </a:lnTo>
                  <a:close/>
                </a:path>
                <a:path w="9542780" h="6570345">
                  <a:moveTo>
                    <a:pt x="1575551" y="2517527"/>
                  </a:moveTo>
                  <a:lnTo>
                    <a:pt x="1554354" y="2517527"/>
                  </a:lnTo>
                  <a:lnTo>
                    <a:pt x="1547986" y="2523743"/>
                  </a:lnTo>
                  <a:lnTo>
                    <a:pt x="1547986" y="2544937"/>
                  </a:lnTo>
                  <a:lnTo>
                    <a:pt x="1554354" y="2551436"/>
                  </a:lnTo>
                  <a:lnTo>
                    <a:pt x="1575551" y="2551436"/>
                  </a:lnTo>
                  <a:lnTo>
                    <a:pt x="1581919" y="2542959"/>
                  </a:lnTo>
                  <a:lnTo>
                    <a:pt x="1581919" y="2526004"/>
                  </a:lnTo>
                  <a:lnTo>
                    <a:pt x="1575551" y="2517527"/>
                  </a:lnTo>
                  <a:close/>
                </a:path>
                <a:path w="9542780" h="6570345">
                  <a:moveTo>
                    <a:pt x="1575551" y="2561892"/>
                  </a:moveTo>
                  <a:lnTo>
                    <a:pt x="1554354" y="2561892"/>
                  </a:lnTo>
                  <a:lnTo>
                    <a:pt x="1547986" y="2568108"/>
                  </a:lnTo>
                  <a:lnTo>
                    <a:pt x="1547986" y="2589302"/>
                  </a:lnTo>
                  <a:lnTo>
                    <a:pt x="1554354" y="2595802"/>
                  </a:lnTo>
                  <a:lnTo>
                    <a:pt x="1575551" y="2595802"/>
                  </a:lnTo>
                  <a:lnTo>
                    <a:pt x="1581919" y="2587325"/>
                  </a:lnTo>
                  <a:lnTo>
                    <a:pt x="1581919" y="2570369"/>
                  </a:lnTo>
                  <a:lnTo>
                    <a:pt x="1575551" y="2561892"/>
                  </a:lnTo>
                  <a:close/>
                </a:path>
                <a:path w="9542780" h="6570345">
                  <a:moveTo>
                    <a:pt x="1575551" y="2604279"/>
                  </a:moveTo>
                  <a:lnTo>
                    <a:pt x="1554354" y="2604279"/>
                  </a:lnTo>
                  <a:lnTo>
                    <a:pt x="1547986" y="2610496"/>
                  </a:lnTo>
                  <a:lnTo>
                    <a:pt x="1547986" y="2631690"/>
                  </a:lnTo>
                  <a:lnTo>
                    <a:pt x="1554354" y="2638190"/>
                  </a:lnTo>
                  <a:lnTo>
                    <a:pt x="1575551" y="2638190"/>
                  </a:lnTo>
                  <a:lnTo>
                    <a:pt x="1581919" y="2631690"/>
                  </a:lnTo>
                  <a:lnTo>
                    <a:pt x="1581919" y="2612757"/>
                  </a:lnTo>
                  <a:lnTo>
                    <a:pt x="1575551" y="2604279"/>
                  </a:lnTo>
                  <a:close/>
                </a:path>
                <a:path w="9542780" h="6570345">
                  <a:moveTo>
                    <a:pt x="1575551" y="2648644"/>
                  </a:moveTo>
                  <a:lnTo>
                    <a:pt x="1554354" y="2648644"/>
                  </a:lnTo>
                  <a:lnTo>
                    <a:pt x="1547986" y="2655144"/>
                  </a:lnTo>
                  <a:lnTo>
                    <a:pt x="1547986" y="2676338"/>
                  </a:lnTo>
                  <a:lnTo>
                    <a:pt x="1554354" y="2682554"/>
                  </a:lnTo>
                  <a:lnTo>
                    <a:pt x="1575551" y="2682554"/>
                  </a:lnTo>
                  <a:lnTo>
                    <a:pt x="1581919" y="2676338"/>
                  </a:lnTo>
                  <a:lnTo>
                    <a:pt x="1581919" y="2657123"/>
                  </a:lnTo>
                  <a:lnTo>
                    <a:pt x="1575551" y="2648644"/>
                  </a:lnTo>
                  <a:close/>
                </a:path>
                <a:path w="9542780" h="6570345">
                  <a:moveTo>
                    <a:pt x="1575551" y="3709459"/>
                  </a:moveTo>
                  <a:lnTo>
                    <a:pt x="1554354" y="3709459"/>
                  </a:lnTo>
                  <a:lnTo>
                    <a:pt x="1547986" y="3717936"/>
                  </a:lnTo>
                  <a:lnTo>
                    <a:pt x="1547986" y="3734892"/>
                  </a:lnTo>
                  <a:lnTo>
                    <a:pt x="1554354" y="3743369"/>
                  </a:lnTo>
                  <a:lnTo>
                    <a:pt x="1575551" y="3743369"/>
                  </a:lnTo>
                  <a:lnTo>
                    <a:pt x="1581919" y="3734892"/>
                  </a:lnTo>
                  <a:lnTo>
                    <a:pt x="1581919" y="3717936"/>
                  </a:lnTo>
                  <a:lnTo>
                    <a:pt x="1575551" y="3709459"/>
                  </a:lnTo>
                  <a:close/>
                </a:path>
                <a:path w="9542780" h="6570345">
                  <a:moveTo>
                    <a:pt x="1575551" y="3753825"/>
                  </a:moveTo>
                  <a:lnTo>
                    <a:pt x="1554354" y="3753825"/>
                  </a:lnTo>
                  <a:lnTo>
                    <a:pt x="1547986" y="3760296"/>
                  </a:lnTo>
                  <a:lnTo>
                    <a:pt x="1547986" y="3779342"/>
                  </a:lnTo>
                  <a:lnTo>
                    <a:pt x="1554354" y="3787819"/>
                  </a:lnTo>
                  <a:lnTo>
                    <a:pt x="1575551" y="3787819"/>
                  </a:lnTo>
                  <a:lnTo>
                    <a:pt x="1581919" y="3779342"/>
                  </a:lnTo>
                  <a:lnTo>
                    <a:pt x="1581919" y="3762415"/>
                  </a:lnTo>
                  <a:lnTo>
                    <a:pt x="1575551" y="3753825"/>
                  </a:lnTo>
                  <a:close/>
                </a:path>
                <a:path w="9542780" h="6570345">
                  <a:moveTo>
                    <a:pt x="1575551" y="3798416"/>
                  </a:moveTo>
                  <a:lnTo>
                    <a:pt x="1554354" y="3798416"/>
                  </a:lnTo>
                  <a:lnTo>
                    <a:pt x="1547986" y="3804746"/>
                  </a:lnTo>
                  <a:lnTo>
                    <a:pt x="1547986" y="3823820"/>
                  </a:lnTo>
                  <a:lnTo>
                    <a:pt x="1554354" y="3832269"/>
                  </a:lnTo>
                  <a:lnTo>
                    <a:pt x="1575551" y="3832269"/>
                  </a:lnTo>
                  <a:lnTo>
                    <a:pt x="1581919" y="3823820"/>
                  </a:lnTo>
                  <a:lnTo>
                    <a:pt x="1581919" y="3806865"/>
                  </a:lnTo>
                  <a:lnTo>
                    <a:pt x="1575551" y="3798416"/>
                  </a:lnTo>
                  <a:close/>
                </a:path>
                <a:path w="9542780" h="6570345">
                  <a:moveTo>
                    <a:pt x="1575551" y="3840746"/>
                  </a:moveTo>
                  <a:lnTo>
                    <a:pt x="1554354" y="3840746"/>
                  </a:lnTo>
                  <a:lnTo>
                    <a:pt x="1547986" y="3847105"/>
                  </a:lnTo>
                  <a:lnTo>
                    <a:pt x="1547986" y="3866151"/>
                  </a:lnTo>
                  <a:lnTo>
                    <a:pt x="1554354" y="3874629"/>
                  </a:lnTo>
                  <a:lnTo>
                    <a:pt x="1575551" y="3874629"/>
                  </a:lnTo>
                  <a:lnTo>
                    <a:pt x="1581919" y="3868270"/>
                  </a:lnTo>
                  <a:lnTo>
                    <a:pt x="1581919" y="3849225"/>
                  </a:lnTo>
                  <a:lnTo>
                    <a:pt x="1575551" y="3840746"/>
                  </a:lnTo>
                  <a:close/>
                </a:path>
                <a:path w="9542780" h="6570345">
                  <a:moveTo>
                    <a:pt x="1575551" y="3885225"/>
                  </a:moveTo>
                  <a:lnTo>
                    <a:pt x="1554354" y="3885225"/>
                  </a:lnTo>
                  <a:lnTo>
                    <a:pt x="1547986" y="3891555"/>
                  </a:lnTo>
                  <a:lnTo>
                    <a:pt x="1547986" y="3910629"/>
                  </a:lnTo>
                  <a:lnTo>
                    <a:pt x="1554354" y="3919079"/>
                  </a:lnTo>
                  <a:lnTo>
                    <a:pt x="1575551" y="3919079"/>
                  </a:lnTo>
                  <a:lnTo>
                    <a:pt x="1581919" y="3912749"/>
                  </a:lnTo>
                  <a:lnTo>
                    <a:pt x="1581919" y="3893675"/>
                  </a:lnTo>
                  <a:lnTo>
                    <a:pt x="1575551" y="3885225"/>
                  </a:lnTo>
                  <a:close/>
                </a:path>
                <a:path w="9542780" h="6570345">
                  <a:moveTo>
                    <a:pt x="1575551" y="3929675"/>
                  </a:moveTo>
                  <a:lnTo>
                    <a:pt x="1554354" y="3929675"/>
                  </a:lnTo>
                  <a:lnTo>
                    <a:pt x="1547986" y="3938153"/>
                  </a:lnTo>
                  <a:lnTo>
                    <a:pt x="1547986" y="3955079"/>
                  </a:lnTo>
                  <a:lnTo>
                    <a:pt x="1554354" y="3963556"/>
                  </a:lnTo>
                  <a:lnTo>
                    <a:pt x="1575551" y="3963556"/>
                  </a:lnTo>
                  <a:lnTo>
                    <a:pt x="1581919" y="3955079"/>
                  </a:lnTo>
                  <a:lnTo>
                    <a:pt x="1581919" y="3938153"/>
                  </a:lnTo>
                  <a:lnTo>
                    <a:pt x="1575551" y="3929675"/>
                  </a:lnTo>
                  <a:close/>
                </a:path>
                <a:path w="9542780" h="6570345">
                  <a:moveTo>
                    <a:pt x="1575551" y="3974125"/>
                  </a:moveTo>
                  <a:lnTo>
                    <a:pt x="1554354" y="3974125"/>
                  </a:lnTo>
                  <a:lnTo>
                    <a:pt x="1547986" y="3980483"/>
                  </a:lnTo>
                  <a:lnTo>
                    <a:pt x="1547986" y="3999558"/>
                  </a:lnTo>
                  <a:lnTo>
                    <a:pt x="1554354" y="4008008"/>
                  </a:lnTo>
                  <a:lnTo>
                    <a:pt x="1575551" y="4008008"/>
                  </a:lnTo>
                  <a:lnTo>
                    <a:pt x="1581919" y="3999558"/>
                  </a:lnTo>
                  <a:lnTo>
                    <a:pt x="1581919" y="3982603"/>
                  </a:lnTo>
                  <a:lnTo>
                    <a:pt x="1575551" y="3974125"/>
                  </a:lnTo>
                  <a:close/>
                </a:path>
                <a:path w="9542780" h="6570345">
                  <a:moveTo>
                    <a:pt x="1575551" y="4018603"/>
                  </a:moveTo>
                  <a:lnTo>
                    <a:pt x="1554354" y="4018603"/>
                  </a:lnTo>
                  <a:lnTo>
                    <a:pt x="1547986" y="4024962"/>
                  </a:lnTo>
                  <a:lnTo>
                    <a:pt x="1547986" y="4044008"/>
                  </a:lnTo>
                  <a:lnTo>
                    <a:pt x="1554354" y="4052486"/>
                  </a:lnTo>
                  <a:lnTo>
                    <a:pt x="1575551" y="4052486"/>
                  </a:lnTo>
                  <a:lnTo>
                    <a:pt x="1581919" y="4044008"/>
                  </a:lnTo>
                  <a:lnTo>
                    <a:pt x="1581919" y="4027082"/>
                  </a:lnTo>
                  <a:lnTo>
                    <a:pt x="1575551" y="4018603"/>
                  </a:lnTo>
                  <a:close/>
                </a:path>
                <a:path w="9542780" h="6570345">
                  <a:moveTo>
                    <a:pt x="1575551" y="4063055"/>
                  </a:moveTo>
                  <a:lnTo>
                    <a:pt x="1554354" y="4063055"/>
                  </a:lnTo>
                  <a:lnTo>
                    <a:pt x="1547986" y="4069412"/>
                  </a:lnTo>
                  <a:lnTo>
                    <a:pt x="1547986" y="4088486"/>
                  </a:lnTo>
                  <a:lnTo>
                    <a:pt x="1554354" y="4096936"/>
                  </a:lnTo>
                  <a:lnTo>
                    <a:pt x="1575551" y="4096936"/>
                  </a:lnTo>
                  <a:lnTo>
                    <a:pt x="1581919" y="4088486"/>
                  </a:lnTo>
                  <a:lnTo>
                    <a:pt x="1581919" y="4071532"/>
                  </a:lnTo>
                  <a:lnTo>
                    <a:pt x="1575551" y="4063055"/>
                  </a:lnTo>
                  <a:close/>
                </a:path>
                <a:path w="9542780" h="6570345">
                  <a:moveTo>
                    <a:pt x="1575551" y="4107533"/>
                  </a:moveTo>
                  <a:lnTo>
                    <a:pt x="1554354" y="4107533"/>
                  </a:lnTo>
                  <a:lnTo>
                    <a:pt x="1547986" y="4113890"/>
                  </a:lnTo>
                  <a:lnTo>
                    <a:pt x="1547986" y="4132936"/>
                  </a:lnTo>
                  <a:lnTo>
                    <a:pt x="1554354" y="4141415"/>
                  </a:lnTo>
                  <a:lnTo>
                    <a:pt x="1575551" y="4141415"/>
                  </a:lnTo>
                  <a:lnTo>
                    <a:pt x="1581919" y="4132936"/>
                  </a:lnTo>
                  <a:lnTo>
                    <a:pt x="1581919" y="4116010"/>
                  </a:lnTo>
                  <a:lnTo>
                    <a:pt x="1575551" y="4107533"/>
                  </a:lnTo>
                  <a:close/>
                </a:path>
                <a:path w="9542780" h="6570345">
                  <a:moveTo>
                    <a:pt x="1575551" y="4149863"/>
                  </a:moveTo>
                  <a:lnTo>
                    <a:pt x="1554354" y="4149863"/>
                  </a:lnTo>
                  <a:lnTo>
                    <a:pt x="1547986" y="4156222"/>
                  </a:lnTo>
                  <a:lnTo>
                    <a:pt x="1547986" y="4175296"/>
                  </a:lnTo>
                  <a:lnTo>
                    <a:pt x="1554354" y="4183745"/>
                  </a:lnTo>
                  <a:lnTo>
                    <a:pt x="1575551" y="4183745"/>
                  </a:lnTo>
                  <a:lnTo>
                    <a:pt x="1581919" y="4177416"/>
                  </a:lnTo>
                  <a:lnTo>
                    <a:pt x="1581919" y="4158341"/>
                  </a:lnTo>
                  <a:lnTo>
                    <a:pt x="1575551" y="4149863"/>
                  </a:lnTo>
                  <a:close/>
                </a:path>
                <a:path w="9542780" h="6570345">
                  <a:moveTo>
                    <a:pt x="1575551" y="4194342"/>
                  </a:moveTo>
                  <a:lnTo>
                    <a:pt x="1554354" y="4194342"/>
                  </a:lnTo>
                  <a:lnTo>
                    <a:pt x="1547986" y="4200700"/>
                  </a:lnTo>
                  <a:lnTo>
                    <a:pt x="1547986" y="4221866"/>
                  </a:lnTo>
                  <a:lnTo>
                    <a:pt x="1554354" y="4228223"/>
                  </a:lnTo>
                  <a:lnTo>
                    <a:pt x="1575551" y="4228223"/>
                  </a:lnTo>
                  <a:lnTo>
                    <a:pt x="1581919" y="4221866"/>
                  </a:lnTo>
                  <a:lnTo>
                    <a:pt x="1581919" y="4202819"/>
                  </a:lnTo>
                  <a:lnTo>
                    <a:pt x="1575551" y="4194342"/>
                  </a:lnTo>
                  <a:close/>
                </a:path>
                <a:path w="9542780" h="6570345">
                  <a:moveTo>
                    <a:pt x="1575551" y="4238792"/>
                  </a:moveTo>
                  <a:lnTo>
                    <a:pt x="1554354" y="4238792"/>
                  </a:lnTo>
                  <a:lnTo>
                    <a:pt x="1547986" y="4247269"/>
                  </a:lnTo>
                  <a:lnTo>
                    <a:pt x="1547986" y="4264225"/>
                  </a:lnTo>
                  <a:lnTo>
                    <a:pt x="1554354" y="4272673"/>
                  </a:lnTo>
                  <a:lnTo>
                    <a:pt x="1575551" y="4272673"/>
                  </a:lnTo>
                  <a:lnTo>
                    <a:pt x="1581919" y="4264225"/>
                  </a:lnTo>
                  <a:lnTo>
                    <a:pt x="1581919" y="4247269"/>
                  </a:lnTo>
                  <a:lnTo>
                    <a:pt x="1575551" y="4238792"/>
                  </a:lnTo>
                  <a:close/>
                </a:path>
                <a:path w="9542780" h="6570345">
                  <a:moveTo>
                    <a:pt x="1575551" y="4283270"/>
                  </a:moveTo>
                  <a:lnTo>
                    <a:pt x="1554354" y="4283270"/>
                  </a:lnTo>
                  <a:lnTo>
                    <a:pt x="1547986" y="4289629"/>
                  </a:lnTo>
                  <a:lnTo>
                    <a:pt x="1547986" y="4308675"/>
                  </a:lnTo>
                  <a:lnTo>
                    <a:pt x="1554354" y="4317152"/>
                  </a:lnTo>
                  <a:lnTo>
                    <a:pt x="1575551" y="4317152"/>
                  </a:lnTo>
                  <a:lnTo>
                    <a:pt x="1581919" y="4308675"/>
                  </a:lnTo>
                  <a:lnTo>
                    <a:pt x="1581919" y="4291749"/>
                  </a:lnTo>
                  <a:lnTo>
                    <a:pt x="1575551" y="4283270"/>
                  </a:lnTo>
                  <a:close/>
                </a:path>
                <a:path w="9542780" h="6570345">
                  <a:moveTo>
                    <a:pt x="1575551" y="4327721"/>
                  </a:moveTo>
                  <a:lnTo>
                    <a:pt x="1554354" y="4327721"/>
                  </a:lnTo>
                  <a:lnTo>
                    <a:pt x="1547986" y="4334079"/>
                  </a:lnTo>
                  <a:lnTo>
                    <a:pt x="1547986" y="4353153"/>
                  </a:lnTo>
                  <a:lnTo>
                    <a:pt x="1554354" y="4361602"/>
                  </a:lnTo>
                  <a:lnTo>
                    <a:pt x="1575551" y="4361602"/>
                  </a:lnTo>
                  <a:lnTo>
                    <a:pt x="1581919" y="4353153"/>
                  </a:lnTo>
                  <a:lnTo>
                    <a:pt x="1581919" y="4336199"/>
                  </a:lnTo>
                  <a:lnTo>
                    <a:pt x="1575551" y="4327721"/>
                  </a:lnTo>
                  <a:close/>
                </a:path>
                <a:path w="9542780" h="6570345">
                  <a:moveTo>
                    <a:pt x="1575551" y="4547937"/>
                  </a:moveTo>
                  <a:lnTo>
                    <a:pt x="1554354" y="4547937"/>
                  </a:lnTo>
                  <a:lnTo>
                    <a:pt x="1547986" y="4554296"/>
                  </a:lnTo>
                  <a:lnTo>
                    <a:pt x="1547986" y="4573342"/>
                  </a:lnTo>
                  <a:lnTo>
                    <a:pt x="1554354" y="4581819"/>
                  </a:lnTo>
                  <a:lnTo>
                    <a:pt x="1575551" y="4581819"/>
                  </a:lnTo>
                  <a:lnTo>
                    <a:pt x="1581919" y="4573342"/>
                  </a:lnTo>
                  <a:lnTo>
                    <a:pt x="1581919" y="4556415"/>
                  </a:lnTo>
                  <a:lnTo>
                    <a:pt x="1575551" y="4547937"/>
                  </a:lnTo>
                  <a:close/>
                </a:path>
                <a:path w="9542780" h="6570345">
                  <a:moveTo>
                    <a:pt x="1575551" y="4592388"/>
                  </a:moveTo>
                  <a:lnTo>
                    <a:pt x="1554354" y="4592388"/>
                  </a:lnTo>
                  <a:lnTo>
                    <a:pt x="1547986" y="4598746"/>
                  </a:lnTo>
                  <a:lnTo>
                    <a:pt x="1547986" y="4617792"/>
                  </a:lnTo>
                  <a:lnTo>
                    <a:pt x="1554354" y="4626269"/>
                  </a:lnTo>
                  <a:lnTo>
                    <a:pt x="1575551" y="4626269"/>
                  </a:lnTo>
                  <a:lnTo>
                    <a:pt x="1581919" y="4617792"/>
                  </a:lnTo>
                  <a:lnTo>
                    <a:pt x="1581919" y="4600865"/>
                  </a:lnTo>
                  <a:lnTo>
                    <a:pt x="1575551" y="4592388"/>
                  </a:lnTo>
                  <a:close/>
                </a:path>
                <a:path w="9542780" h="6570345">
                  <a:moveTo>
                    <a:pt x="1575551" y="4636866"/>
                  </a:moveTo>
                  <a:lnTo>
                    <a:pt x="1554354" y="4636866"/>
                  </a:lnTo>
                  <a:lnTo>
                    <a:pt x="1547986" y="4643224"/>
                  </a:lnTo>
                  <a:lnTo>
                    <a:pt x="1547986" y="4662270"/>
                  </a:lnTo>
                  <a:lnTo>
                    <a:pt x="1554354" y="4670747"/>
                  </a:lnTo>
                  <a:lnTo>
                    <a:pt x="1575551" y="4670747"/>
                  </a:lnTo>
                  <a:lnTo>
                    <a:pt x="1581919" y="4662270"/>
                  </a:lnTo>
                  <a:lnTo>
                    <a:pt x="1581919" y="4645343"/>
                  </a:lnTo>
                  <a:lnTo>
                    <a:pt x="1575551" y="4636866"/>
                  </a:lnTo>
                  <a:close/>
                </a:path>
                <a:path w="9542780" h="6570345">
                  <a:moveTo>
                    <a:pt x="1575551" y="4681316"/>
                  </a:moveTo>
                  <a:lnTo>
                    <a:pt x="1554354" y="4681316"/>
                  </a:lnTo>
                  <a:lnTo>
                    <a:pt x="1547986" y="4687674"/>
                  </a:lnTo>
                  <a:lnTo>
                    <a:pt x="1547986" y="4706720"/>
                  </a:lnTo>
                  <a:lnTo>
                    <a:pt x="1554354" y="4715198"/>
                  </a:lnTo>
                  <a:lnTo>
                    <a:pt x="1575551" y="4715198"/>
                  </a:lnTo>
                  <a:lnTo>
                    <a:pt x="1581919" y="4706720"/>
                  </a:lnTo>
                  <a:lnTo>
                    <a:pt x="1581919" y="4689793"/>
                  </a:lnTo>
                  <a:lnTo>
                    <a:pt x="1575551" y="4681316"/>
                  </a:lnTo>
                  <a:close/>
                </a:path>
                <a:path w="9542780" h="6570345">
                  <a:moveTo>
                    <a:pt x="1575551" y="4725795"/>
                  </a:moveTo>
                  <a:lnTo>
                    <a:pt x="1554354" y="4725795"/>
                  </a:lnTo>
                  <a:lnTo>
                    <a:pt x="1547986" y="4732153"/>
                  </a:lnTo>
                  <a:lnTo>
                    <a:pt x="1547986" y="4753319"/>
                  </a:lnTo>
                  <a:lnTo>
                    <a:pt x="1554354" y="4759676"/>
                  </a:lnTo>
                  <a:lnTo>
                    <a:pt x="1575551" y="4759676"/>
                  </a:lnTo>
                  <a:lnTo>
                    <a:pt x="1581919" y="4751199"/>
                  </a:lnTo>
                  <a:lnTo>
                    <a:pt x="1581919" y="4734243"/>
                  </a:lnTo>
                  <a:lnTo>
                    <a:pt x="1575551" y="4725795"/>
                  </a:lnTo>
                  <a:close/>
                </a:path>
                <a:path w="9542780" h="6570345">
                  <a:moveTo>
                    <a:pt x="1575551" y="4768126"/>
                  </a:moveTo>
                  <a:lnTo>
                    <a:pt x="1554354" y="4768126"/>
                  </a:lnTo>
                  <a:lnTo>
                    <a:pt x="1547986" y="4776603"/>
                  </a:lnTo>
                  <a:lnTo>
                    <a:pt x="1547986" y="4793529"/>
                  </a:lnTo>
                  <a:lnTo>
                    <a:pt x="1554354" y="4802007"/>
                  </a:lnTo>
                  <a:lnTo>
                    <a:pt x="1575551" y="4802007"/>
                  </a:lnTo>
                  <a:lnTo>
                    <a:pt x="1581919" y="4795649"/>
                  </a:lnTo>
                  <a:lnTo>
                    <a:pt x="1581919" y="4776603"/>
                  </a:lnTo>
                  <a:lnTo>
                    <a:pt x="1575551" y="4768126"/>
                  </a:lnTo>
                  <a:close/>
                </a:path>
                <a:path w="9542780" h="6570345">
                  <a:moveTo>
                    <a:pt x="1575551" y="4812604"/>
                  </a:moveTo>
                  <a:lnTo>
                    <a:pt x="1554354" y="4812604"/>
                  </a:lnTo>
                  <a:lnTo>
                    <a:pt x="1547986" y="4818962"/>
                  </a:lnTo>
                  <a:lnTo>
                    <a:pt x="1547986" y="4838009"/>
                  </a:lnTo>
                  <a:lnTo>
                    <a:pt x="1554354" y="4846486"/>
                  </a:lnTo>
                  <a:lnTo>
                    <a:pt x="1575551" y="4846486"/>
                  </a:lnTo>
                  <a:lnTo>
                    <a:pt x="1581919" y="4840127"/>
                  </a:lnTo>
                  <a:lnTo>
                    <a:pt x="1581919" y="4821053"/>
                  </a:lnTo>
                  <a:lnTo>
                    <a:pt x="1575551" y="4812604"/>
                  </a:lnTo>
                  <a:close/>
                </a:path>
                <a:path w="9542780" h="6570345">
                  <a:moveTo>
                    <a:pt x="1575551" y="4857054"/>
                  </a:moveTo>
                  <a:lnTo>
                    <a:pt x="1554354" y="4857054"/>
                  </a:lnTo>
                  <a:lnTo>
                    <a:pt x="1547986" y="4863412"/>
                  </a:lnTo>
                  <a:lnTo>
                    <a:pt x="1547986" y="4882459"/>
                  </a:lnTo>
                  <a:lnTo>
                    <a:pt x="1554354" y="4890936"/>
                  </a:lnTo>
                  <a:lnTo>
                    <a:pt x="1575551" y="4890936"/>
                  </a:lnTo>
                  <a:lnTo>
                    <a:pt x="1581919" y="4882459"/>
                  </a:lnTo>
                  <a:lnTo>
                    <a:pt x="1581919" y="4865532"/>
                  </a:lnTo>
                  <a:lnTo>
                    <a:pt x="1575551" y="4857054"/>
                  </a:lnTo>
                  <a:close/>
                </a:path>
                <a:path w="9542780" h="6570345">
                  <a:moveTo>
                    <a:pt x="1575551" y="4901533"/>
                  </a:moveTo>
                  <a:lnTo>
                    <a:pt x="1554354" y="4901533"/>
                  </a:lnTo>
                  <a:lnTo>
                    <a:pt x="1547986" y="4907890"/>
                  </a:lnTo>
                  <a:lnTo>
                    <a:pt x="1547986" y="4926937"/>
                  </a:lnTo>
                  <a:lnTo>
                    <a:pt x="1554354" y="4935414"/>
                  </a:lnTo>
                  <a:lnTo>
                    <a:pt x="1575551" y="4935414"/>
                  </a:lnTo>
                  <a:lnTo>
                    <a:pt x="1581919" y="4926937"/>
                  </a:lnTo>
                  <a:lnTo>
                    <a:pt x="1581919" y="4909982"/>
                  </a:lnTo>
                  <a:lnTo>
                    <a:pt x="1575551" y="4901533"/>
                  </a:lnTo>
                  <a:close/>
                </a:path>
                <a:path w="9542780" h="6570345">
                  <a:moveTo>
                    <a:pt x="1575551" y="4945983"/>
                  </a:moveTo>
                  <a:lnTo>
                    <a:pt x="1554354" y="4945983"/>
                  </a:lnTo>
                  <a:lnTo>
                    <a:pt x="1547986" y="4954460"/>
                  </a:lnTo>
                  <a:lnTo>
                    <a:pt x="1547986" y="4971387"/>
                  </a:lnTo>
                  <a:lnTo>
                    <a:pt x="1554354" y="4979864"/>
                  </a:lnTo>
                  <a:lnTo>
                    <a:pt x="1575551" y="4979864"/>
                  </a:lnTo>
                  <a:lnTo>
                    <a:pt x="1581919" y="4971387"/>
                  </a:lnTo>
                  <a:lnTo>
                    <a:pt x="1581919" y="4954460"/>
                  </a:lnTo>
                  <a:lnTo>
                    <a:pt x="1575551" y="4945983"/>
                  </a:lnTo>
                  <a:close/>
                </a:path>
                <a:path w="9542780" h="6570345">
                  <a:moveTo>
                    <a:pt x="1575551" y="4990461"/>
                  </a:moveTo>
                  <a:lnTo>
                    <a:pt x="1554354" y="4990461"/>
                  </a:lnTo>
                  <a:lnTo>
                    <a:pt x="1547986" y="4996792"/>
                  </a:lnTo>
                  <a:lnTo>
                    <a:pt x="1547986" y="5015866"/>
                  </a:lnTo>
                  <a:lnTo>
                    <a:pt x="1554354" y="5024343"/>
                  </a:lnTo>
                  <a:lnTo>
                    <a:pt x="1575551" y="5024343"/>
                  </a:lnTo>
                  <a:lnTo>
                    <a:pt x="1581919" y="5015866"/>
                  </a:lnTo>
                  <a:lnTo>
                    <a:pt x="1581919" y="4998910"/>
                  </a:lnTo>
                  <a:lnTo>
                    <a:pt x="1575551" y="4990461"/>
                  </a:lnTo>
                  <a:close/>
                </a:path>
                <a:path w="9542780" h="6570345">
                  <a:moveTo>
                    <a:pt x="1575551" y="5034912"/>
                  </a:moveTo>
                  <a:lnTo>
                    <a:pt x="1554354" y="5034912"/>
                  </a:lnTo>
                  <a:lnTo>
                    <a:pt x="1547986" y="5041270"/>
                  </a:lnTo>
                  <a:lnTo>
                    <a:pt x="1547986" y="5060316"/>
                  </a:lnTo>
                  <a:lnTo>
                    <a:pt x="1554354" y="5068793"/>
                  </a:lnTo>
                  <a:lnTo>
                    <a:pt x="1575551" y="5068793"/>
                  </a:lnTo>
                  <a:lnTo>
                    <a:pt x="1581919" y="5060316"/>
                  </a:lnTo>
                  <a:lnTo>
                    <a:pt x="1581919" y="5043389"/>
                  </a:lnTo>
                  <a:lnTo>
                    <a:pt x="1575551" y="5034912"/>
                  </a:lnTo>
                  <a:close/>
                </a:path>
                <a:path w="9542780" h="6570345">
                  <a:moveTo>
                    <a:pt x="1575551" y="5077270"/>
                  </a:moveTo>
                  <a:lnTo>
                    <a:pt x="1554354" y="5077270"/>
                  </a:lnTo>
                  <a:lnTo>
                    <a:pt x="1547986" y="5083629"/>
                  </a:lnTo>
                  <a:lnTo>
                    <a:pt x="1547986" y="5102675"/>
                  </a:lnTo>
                  <a:lnTo>
                    <a:pt x="1554354" y="5111153"/>
                  </a:lnTo>
                  <a:lnTo>
                    <a:pt x="1575551" y="5111153"/>
                  </a:lnTo>
                  <a:lnTo>
                    <a:pt x="1581919" y="5104794"/>
                  </a:lnTo>
                  <a:lnTo>
                    <a:pt x="1581919" y="5085720"/>
                  </a:lnTo>
                  <a:lnTo>
                    <a:pt x="1575551" y="5077270"/>
                  </a:lnTo>
                  <a:close/>
                </a:path>
                <a:path w="9542780" h="6570345">
                  <a:moveTo>
                    <a:pt x="1575551" y="5121720"/>
                  </a:moveTo>
                  <a:lnTo>
                    <a:pt x="1554354" y="5121720"/>
                  </a:lnTo>
                  <a:lnTo>
                    <a:pt x="1547986" y="5128079"/>
                  </a:lnTo>
                  <a:lnTo>
                    <a:pt x="1547986" y="5147125"/>
                  </a:lnTo>
                  <a:lnTo>
                    <a:pt x="1554354" y="5155603"/>
                  </a:lnTo>
                  <a:lnTo>
                    <a:pt x="1575551" y="5155603"/>
                  </a:lnTo>
                  <a:lnTo>
                    <a:pt x="1581919" y="5149244"/>
                  </a:lnTo>
                  <a:lnTo>
                    <a:pt x="1581919" y="5130199"/>
                  </a:lnTo>
                  <a:lnTo>
                    <a:pt x="1575551" y="5121720"/>
                  </a:lnTo>
                  <a:close/>
                </a:path>
                <a:path w="9542780" h="6570345">
                  <a:moveTo>
                    <a:pt x="1575551" y="5166199"/>
                  </a:moveTo>
                  <a:lnTo>
                    <a:pt x="1554354" y="5166199"/>
                  </a:lnTo>
                  <a:lnTo>
                    <a:pt x="1547986" y="5172529"/>
                  </a:lnTo>
                  <a:lnTo>
                    <a:pt x="1547986" y="5191603"/>
                  </a:lnTo>
                  <a:lnTo>
                    <a:pt x="1554354" y="5200081"/>
                  </a:lnTo>
                  <a:lnTo>
                    <a:pt x="1575551" y="5200081"/>
                  </a:lnTo>
                  <a:lnTo>
                    <a:pt x="1581919" y="5191603"/>
                  </a:lnTo>
                  <a:lnTo>
                    <a:pt x="1581919" y="5174649"/>
                  </a:lnTo>
                  <a:lnTo>
                    <a:pt x="1575551" y="5166199"/>
                  </a:lnTo>
                  <a:close/>
                </a:path>
                <a:path w="9542780" h="6570345">
                  <a:moveTo>
                    <a:pt x="1575551" y="5210649"/>
                  </a:moveTo>
                  <a:lnTo>
                    <a:pt x="1554354" y="5210649"/>
                  </a:lnTo>
                  <a:lnTo>
                    <a:pt x="1547986" y="5217007"/>
                  </a:lnTo>
                  <a:lnTo>
                    <a:pt x="1547986" y="5236053"/>
                  </a:lnTo>
                  <a:lnTo>
                    <a:pt x="1554354" y="5244531"/>
                  </a:lnTo>
                  <a:lnTo>
                    <a:pt x="1575551" y="5244531"/>
                  </a:lnTo>
                  <a:lnTo>
                    <a:pt x="1581919" y="5236053"/>
                  </a:lnTo>
                  <a:lnTo>
                    <a:pt x="1581919" y="5219127"/>
                  </a:lnTo>
                  <a:lnTo>
                    <a:pt x="1575551" y="5210649"/>
                  </a:lnTo>
                  <a:close/>
                </a:path>
                <a:path w="9542780" h="6570345">
                  <a:moveTo>
                    <a:pt x="1575551" y="5255127"/>
                  </a:moveTo>
                  <a:lnTo>
                    <a:pt x="1554354" y="5255127"/>
                  </a:lnTo>
                  <a:lnTo>
                    <a:pt x="1547986" y="5263577"/>
                  </a:lnTo>
                  <a:lnTo>
                    <a:pt x="1547986" y="5280533"/>
                  </a:lnTo>
                  <a:lnTo>
                    <a:pt x="1554354" y="5288982"/>
                  </a:lnTo>
                  <a:lnTo>
                    <a:pt x="1575551" y="5288982"/>
                  </a:lnTo>
                  <a:lnTo>
                    <a:pt x="1581919" y="5280533"/>
                  </a:lnTo>
                  <a:lnTo>
                    <a:pt x="1581919" y="5263577"/>
                  </a:lnTo>
                  <a:lnTo>
                    <a:pt x="1575551" y="5255127"/>
                  </a:lnTo>
                  <a:close/>
                </a:path>
                <a:path w="9542780" h="6570345">
                  <a:moveTo>
                    <a:pt x="1575551" y="5299579"/>
                  </a:moveTo>
                  <a:lnTo>
                    <a:pt x="1554354" y="5299579"/>
                  </a:lnTo>
                  <a:lnTo>
                    <a:pt x="1547986" y="5305936"/>
                  </a:lnTo>
                  <a:lnTo>
                    <a:pt x="1547986" y="5327102"/>
                  </a:lnTo>
                  <a:lnTo>
                    <a:pt x="1554354" y="5333460"/>
                  </a:lnTo>
                  <a:lnTo>
                    <a:pt x="1575551" y="5333460"/>
                  </a:lnTo>
                  <a:lnTo>
                    <a:pt x="1581919" y="5324983"/>
                  </a:lnTo>
                  <a:lnTo>
                    <a:pt x="1581919" y="5308056"/>
                  </a:lnTo>
                  <a:lnTo>
                    <a:pt x="1575551" y="5299579"/>
                  </a:lnTo>
                  <a:close/>
                </a:path>
                <a:path w="9542780" h="6570345">
                  <a:moveTo>
                    <a:pt x="1531034" y="1236581"/>
                  </a:moveTo>
                  <a:lnTo>
                    <a:pt x="1509809" y="1236581"/>
                  </a:lnTo>
                  <a:lnTo>
                    <a:pt x="1503441" y="1242797"/>
                  </a:lnTo>
                  <a:lnTo>
                    <a:pt x="1503441" y="1261731"/>
                  </a:lnTo>
                  <a:lnTo>
                    <a:pt x="1509809" y="1270208"/>
                  </a:lnTo>
                  <a:lnTo>
                    <a:pt x="1531034" y="1270208"/>
                  </a:lnTo>
                  <a:lnTo>
                    <a:pt x="1537373" y="1261731"/>
                  </a:lnTo>
                  <a:lnTo>
                    <a:pt x="1537373" y="1244776"/>
                  </a:lnTo>
                  <a:lnTo>
                    <a:pt x="1531034" y="1236581"/>
                  </a:lnTo>
                  <a:close/>
                </a:path>
                <a:path w="9542780" h="6570345">
                  <a:moveTo>
                    <a:pt x="1531034" y="1280946"/>
                  </a:moveTo>
                  <a:lnTo>
                    <a:pt x="1509809" y="1280946"/>
                  </a:lnTo>
                  <a:lnTo>
                    <a:pt x="1503441" y="1287162"/>
                  </a:lnTo>
                  <a:lnTo>
                    <a:pt x="1503441" y="1306379"/>
                  </a:lnTo>
                  <a:lnTo>
                    <a:pt x="1509809" y="1314856"/>
                  </a:lnTo>
                  <a:lnTo>
                    <a:pt x="1531034" y="1314856"/>
                  </a:lnTo>
                  <a:lnTo>
                    <a:pt x="1537373" y="1306379"/>
                  </a:lnTo>
                  <a:lnTo>
                    <a:pt x="1537373" y="1289423"/>
                  </a:lnTo>
                  <a:lnTo>
                    <a:pt x="1531034" y="1280946"/>
                  </a:lnTo>
                  <a:close/>
                </a:path>
                <a:path w="9542780" h="6570345">
                  <a:moveTo>
                    <a:pt x="1531034" y="1325312"/>
                  </a:moveTo>
                  <a:lnTo>
                    <a:pt x="1509809" y="1325312"/>
                  </a:lnTo>
                  <a:lnTo>
                    <a:pt x="1503441" y="1331810"/>
                  </a:lnTo>
                  <a:lnTo>
                    <a:pt x="1503441" y="1350744"/>
                  </a:lnTo>
                  <a:lnTo>
                    <a:pt x="1509809" y="1359221"/>
                  </a:lnTo>
                  <a:lnTo>
                    <a:pt x="1531034" y="1359221"/>
                  </a:lnTo>
                  <a:lnTo>
                    <a:pt x="1537373" y="1350744"/>
                  </a:lnTo>
                  <a:lnTo>
                    <a:pt x="1537373" y="1333789"/>
                  </a:lnTo>
                  <a:lnTo>
                    <a:pt x="1531034" y="1325312"/>
                  </a:lnTo>
                  <a:close/>
                </a:path>
                <a:path w="9542780" h="6570345">
                  <a:moveTo>
                    <a:pt x="1531034" y="1367699"/>
                  </a:moveTo>
                  <a:lnTo>
                    <a:pt x="1509809" y="1367699"/>
                  </a:lnTo>
                  <a:lnTo>
                    <a:pt x="1503441" y="1374198"/>
                  </a:lnTo>
                  <a:lnTo>
                    <a:pt x="1503441" y="1393131"/>
                  </a:lnTo>
                  <a:lnTo>
                    <a:pt x="1509809" y="1401608"/>
                  </a:lnTo>
                  <a:lnTo>
                    <a:pt x="1531034" y="1401608"/>
                  </a:lnTo>
                  <a:lnTo>
                    <a:pt x="1537373" y="1395110"/>
                  </a:lnTo>
                  <a:lnTo>
                    <a:pt x="1537373" y="1376177"/>
                  </a:lnTo>
                  <a:lnTo>
                    <a:pt x="1531034" y="1367699"/>
                  </a:lnTo>
                  <a:close/>
                </a:path>
                <a:path w="9542780" h="6570345">
                  <a:moveTo>
                    <a:pt x="1531034" y="1412064"/>
                  </a:moveTo>
                  <a:lnTo>
                    <a:pt x="1509809" y="1412064"/>
                  </a:lnTo>
                  <a:lnTo>
                    <a:pt x="1503441" y="1418564"/>
                  </a:lnTo>
                  <a:lnTo>
                    <a:pt x="1503441" y="1439758"/>
                  </a:lnTo>
                  <a:lnTo>
                    <a:pt x="1509809" y="1445975"/>
                  </a:lnTo>
                  <a:lnTo>
                    <a:pt x="1531034" y="1445975"/>
                  </a:lnTo>
                  <a:lnTo>
                    <a:pt x="1537373" y="1439758"/>
                  </a:lnTo>
                  <a:lnTo>
                    <a:pt x="1537373" y="1420541"/>
                  </a:lnTo>
                  <a:lnTo>
                    <a:pt x="1531034" y="1412064"/>
                  </a:lnTo>
                  <a:close/>
                </a:path>
                <a:path w="9542780" h="6570345">
                  <a:moveTo>
                    <a:pt x="1531034" y="1456712"/>
                  </a:moveTo>
                  <a:lnTo>
                    <a:pt x="1509809" y="1456712"/>
                  </a:lnTo>
                  <a:lnTo>
                    <a:pt x="1503441" y="1462929"/>
                  </a:lnTo>
                  <a:lnTo>
                    <a:pt x="1503441" y="1484123"/>
                  </a:lnTo>
                  <a:lnTo>
                    <a:pt x="1509809" y="1490623"/>
                  </a:lnTo>
                  <a:lnTo>
                    <a:pt x="1531034" y="1490623"/>
                  </a:lnTo>
                  <a:lnTo>
                    <a:pt x="1537373" y="1482144"/>
                  </a:lnTo>
                  <a:lnTo>
                    <a:pt x="1537373" y="1465190"/>
                  </a:lnTo>
                  <a:lnTo>
                    <a:pt x="1531034" y="1456712"/>
                  </a:lnTo>
                  <a:close/>
                </a:path>
                <a:path w="9542780" h="6570345">
                  <a:moveTo>
                    <a:pt x="1531034" y="1501077"/>
                  </a:moveTo>
                  <a:lnTo>
                    <a:pt x="1509809" y="1501077"/>
                  </a:lnTo>
                  <a:lnTo>
                    <a:pt x="1503441" y="1507577"/>
                  </a:lnTo>
                  <a:lnTo>
                    <a:pt x="1503441" y="1528771"/>
                  </a:lnTo>
                  <a:lnTo>
                    <a:pt x="1509809" y="1534988"/>
                  </a:lnTo>
                  <a:lnTo>
                    <a:pt x="1531034" y="1534988"/>
                  </a:lnTo>
                  <a:lnTo>
                    <a:pt x="1537373" y="1526510"/>
                  </a:lnTo>
                  <a:lnTo>
                    <a:pt x="1537373" y="1509555"/>
                  </a:lnTo>
                  <a:lnTo>
                    <a:pt x="1531034" y="1501077"/>
                  </a:lnTo>
                  <a:close/>
                </a:path>
                <a:path w="9542780" h="6570345">
                  <a:moveTo>
                    <a:pt x="1531034" y="1545443"/>
                  </a:moveTo>
                  <a:lnTo>
                    <a:pt x="1509809" y="1545443"/>
                  </a:lnTo>
                  <a:lnTo>
                    <a:pt x="1503441" y="1551942"/>
                  </a:lnTo>
                  <a:lnTo>
                    <a:pt x="1503441" y="1573136"/>
                  </a:lnTo>
                  <a:lnTo>
                    <a:pt x="1509809" y="1579352"/>
                  </a:lnTo>
                  <a:lnTo>
                    <a:pt x="1531034" y="1579352"/>
                  </a:lnTo>
                  <a:lnTo>
                    <a:pt x="1537373" y="1570875"/>
                  </a:lnTo>
                  <a:lnTo>
                    <a:pt x="1537373" y="1553921"/>
                  </a:lnTo>
                  <a:lnTo>
                    <a:pt x="1531034" y="1545443"/>
                  </a:lnTo>
                  <a:close/>
                </a:path>
                <a:path w="9542780" h="6570345">
                  <a:moveTo>
                    <a:pt x="1531034" y="1590092"/>
                  </a:moveTo>
                  <a:lnTo>
                    <a:pt x="1509809" y="1590092"/>
                  </a:lnTo>
                  <a:lnTo>
                    <a:pt x="1503441" y="1596308"/>
                  </a:lnTo>
                  <a:lnTo>
                    <a:pt x="1503441" y="1615523"/>
                  </a:lnTo>
                  <a:lnTo>
                    <a:pt x="1509809" y="1624001"/>
                  </a:lnTo>
                  <a:lnTo>
                    <a:pt x="1531034" y="1624001"/>
                  </a:lnTo>
                  <a:lnTo>
                    <a:pt x="1537373" y="1615523"/>
                  </a:lnTo>
                  <a:lnTo>
                    <a:pt x="1537373" y="1598569"/>
                  </a:lnTo>
                  <a:lnTo>
                    <a:pt x="1531034" y="1590092"/>
                  </a:lnTo>
                  <a:close/>
                </a:path>
                <a:path w="9542780" h="6570345">
                  <a:moveTo>
                    <a:pt x="1531034" y="1634456"/>
                  </a:moveTo>
                  <a:lnTo>
                    <a:pt x="1509809" y="1634456"/>
                  </a:lnTo>
                  <a:lnTo>
                    <a:pt x="1503441" y="1640956"/>
                  </a:lnTo>
                  <a:lnTo>
                    <a:pt x="1503441" y="1659889"/>
                  </a:lnTo>
                  <a:lnTo>
                    <a:pt x="1509809" y="1668367"/>
                  </a:lnTo>
                  <a:lnTo>
                    <a:pt x="1531034" y="1668367"/>
                  </a:lnTo>
                  <a:lnTo>
                    <a:pt x="1537373" y="1659889"/>
                  </a:lnTo>
                  <a:lnTo>
                    <a:pt x="1537373" y="1642934"/>
                  </a:lnTo>
                  <a:lnTo>
                    <a:pt x="1531034" y="1634456"/>
                  </a:lnTo>
                  <a:close/>
                </a:path>
                <a:path w="9542780" h="6570345">
                  <a:moveTo>
                    <a:pt x="1531034" y="1676844"/>
                  </a:moveTo>
                  <a:lnTo>
                    <a:pt x="1509809" y="1676844"/>
                  </a:lnTo>
                  <a:lnTo>
                    <a:pt x="1503441" y="1683061"/>
                  </a:lnTo>
                  <a:lnTo>
                    <a:pt x="1503441" y="1704254"/>
                  </a:lnTo>
                  <a:lnTo>
                    <a:pt x="1509809" y="1710754"/>
                  </a:lnTo>
                  <a:lnTo>
                    <a:pt x="1531034" y="1710754"/>
                  </a:lnTo>
                  <a:lnTo>
                    <a:pt x="1537373" y="1704254"/>
                  </a:lnTo>
                  <a:lnTo>
                    <a:pt x="1537373" y="1685321"/>
                  </a:lnTo>
                  <a:lnTo>
                    <a:pt x="1531034" y="1676844"/>
                  </a:lnTo>
                  <a:close/>
                </a:path>
                <a:path w="9542780" h="6570345">
                  <a:moveTo>
                    <a:pt x="1531034" y="1721209"/>
                  </a:moveTo>
                  <a:lnTo>
                    <a:pt x="1509809" y="1721209"/>
                  </a:lnTo>
                  <a:lnTo>
                    <a:pt x="1503441" y="1727709"/>
                  </a:lnTo>
                  <a:lnTo>
                    <a:pt x="1503441" y="1748903"/>
                  </a:lnTo>
                  <a:lnTo>
                    <a:pt x="1509809" y="1755119"/>
                  </a:lnTo>
                  <a:lnTo>
                    <a:pt x="1531034" y="1755119"/>
                  </a:lnTo>
                  <a:lnTo>
                    <a:pt x="1537373" y="1748903"/>
                  </a:lnTo>
                  <a:lnTo>
                    <a:pt x="1537373" y="1729686"/>
                  </a:lnTo>
                  <a:lnTo>
                    <a:pt x="1531034" y="1721209"/>
                  </a:lnTo>
                  <a:close/>
                </a:path>
                <a:path w="9542780" h="6570345">
                  <a:moveTo>
                    <a:pt x="1531034" y="1765857"/>
                  </a:moveTo>
                  <a:lnTo>
                    <a:pt x="1509809" y="1765857"/>
                  </a:lnTo>
                  <a:lnTo>
                    <a:pt x="1503441" y="1772074"/>
                  </a:lnTo>
                  <a:lnTo>
                    <a:pt x="1503441" y="1793267"/>
                  </a:lnTo>
                  <a:lnTo>
                    <a:pt x="1509809" y="1799767"/>
                  </a:lnTo>
                  <a:lnTo>
                    <a:pt x="1531034" y="1799767"/>
                  </a:lnTo>
                  <a:lnTo>
                    <a:pt x="1537373" y="1791290"/>
                  </a:lnTo>
                  <a:lnTo>
                    <a:pt x="1537373" y="1774334"/>
                  </a:lnTo>
                  <a:lnTo>
                    <a:pt x="1531034" y="1765857"/>
                  </a:lnTo>
                  <a:close/>
                </a:path>
                <a:path w="9542780" h="6570345">
                  <a:moveTo>
                    <a:pt x="1531034" y="1810223"/>
                  </a:moveTo>
                  <a:lnTo>
                    <a:pt x="1509809" y="1810223"/>
                  </a:lnTo>
                  <a:lnTo>
                    <a:pt x="1503441" y="1816722"/>
                  </a:lnTo>
                  <a:lnTo>
                    <a:pt x="1503441" y="1837634"/>
                  </a:lnTo>
                  <a:lnTo>
                    <a:pt x="1509809" y="1844132"/>
                  </a:lnTo>
                  <a:lnTo>
                    <a:pt x="1531034" y="1844132"/>
                  </a:lnTo>
                  <a:lnTo>
                    <a:pt x="1537373" y="1835655"/>
                  </a:lnTo>
                  <a:lnTo>
                    <a:pt x="1537373" y="1818700"/>
                  </a:lnTo>
                  <a:lnTo>
                    <a:pt x="1531034" y="1810223"/>
                  </a:lnTo>
                  <a:close/>
                </a:path>
                <a:path w="9542780" h="6570345">
                  <a:moveTo>
                    <a:pt x="1531034" y="1854588"/>
                  </a:moveTo>
                  <a:lnTo>
                    <a:pt x="1509809" y="1854588"/>
                  </a:lnTo>
                  <a:lnTo>
                    <a:pt x="1503441" y="1861088"/>
                  </a:lnTo>
                  <a:lnTo>
                    <a:pt x="1503441" y="1880021"/>
                  </a:lnTo>
                  <a:lnTo>
                    <a:pt x="1509809" y="1888498"/>
                  </a:lnTo>
                  <a:lnTo>
                    <a:pt x="1531034" y="1888498"/>
                  </a:lnTo>
                  <a:lnTo>
                    <a:pt x="1537373" y="1880021"/>
                  </a:lnTo>
                  <a:lnTo>
                    <a:pt x="1537373" y="1863065"/>
                  </a:lnTo>
                  <a:lnTo>
                    <a:pt x="1531034" y="1854588"/>
                  </a:lnTo>
                  <a:close/>
                </a:path>
                <a:path w="9542780" h="6570345">
                  <a:moveTo>
                    <a:pt x="1531034" y="1899236"/>
                  </a:moveTo>
                  <a:lnTo>
                    <a:pt x="1509809" y="1899236"/>
                  </a:lnTo>
                  <a:lnTo>
                    <a:pt x="1503441" y="1905453"/>
                  </a:lnTo>
                  <a:lnTo>
                    <a:pt x="1503441" y="1924668"/>
                  </a:lnTo>
                  <a:lnTo>
                    <a:pt x="1509809" y="1933147"/>
                  </a:lnTo>
                  <a:lnTo>
                    <a:pt x="1531034" y="1933147"/>
                  </a:lnTo>
                  <a:lnTo>
                    <a:pt x="1537373" y="1924668"/>
                  </a:lnTo>
                  <a:lnTo>
                    <a:pt x="1537373" y="1907713"/>
                  </a:lnTo>
                  <a:lnTo>
                    <a:pt x="1531034" y="1899236"/>
                  </a:lnTo>
                  <a:close/>
                </a:path>
                <a:path w="9542780" h="6570345">
                  <a:moveTo>
                    <a:pt x="1531034" y="1943601"/>
                  </a:moveTo>
                  <a:lnTo>
                    <a:pt x="1509809" y="1943601"/>
                  </a:lnTo>
                  <a:lnTo>
                    <a:pt x="1503441" y="1950101"/>
                  </a:lnTo>
                  <a:lnTo>
                    <a:pt x="1503441" y="1971295"/>
                  </a:lnTo>
                  <a:lnTo>
                    <a:pt x="1509809" y="1977511"/>
                  </a:lnTo>
                  <a:lnTo>
                    <a:pt x="1531034" y="1977511"/>
                  </a:lnTo>
                  <a:lnTo>
                    <a:pt x="1537373" y="1969034"/>
                  </a:lnTo>
                  <a:lnTo>
                    <a:pt x="1537373" y="1952080"/>
                  </a:lnTo>
                  <a:lnTo>
                    <a:pt x="1531034" y="1943601"/>
                  </a:lnTo>
                  <a:close/>
                </a:path>
                <a:path w="9542780" h="6570345">
                  <a:moveTo>
                    <a:pt x="1531034" y="1985989"/>
                  </a:moveTo>
                  <a:lnTo>
                    <a:pt x="1509809" y="1985989"/>
                  </a:lnTo>
                  <a:lnTo>
                    <a:pt x="1503441" y="1992205"/>
                  </a:lnTo>
                  <a:lnTo>
                    <a:pt x="1503441" y="2013399"/>
                  </a:lnTo>
                  <a:lnTo>
                    <a:pt x="1509809" y="2019899"/>
                  </a:lnTo>
                  <a:lnTo>
                    <a:pt x="1531034" y="2019899"/>
                  </a:lnTo>
                  <a:lnTo>
                    <a:pt x="1537373" y="2013399"/>
                  </a:lnTo>
                  <a:lnTo>
                    <a:pt x="1537373" y="1994466"/>
                  </a:lnTo>
                  <a:lnTo>
                    <a:pt x="1531034" y="1985989"/>
                  </a:lnTo>
                  <a:close/>
                </a:path>
                <a:path w="9542780" h="6570345">
                  <a:moveTo>
                    <a:pt x="1531034" y="2030355"/>
                  </a:moveTo>
                  <a:lnTo>
                    <a:pt x="1509809" y="2030355"/>
                  </a:lnTo>
                  <a:lnTo>
                    <a:pt x="1503441" y="2036853"/>
                  </a:lnTo>
                  <a:lnTo>
                    <a:pt x="1503441" y="2058047"/>
                  </a:lnTo>
                  <a:lnTo>
                    <a:pt x="1509809" y="2064264"/>
                  </a:lnTo>
                  <a:lnTo>
                    <a:pt x="1531034" y="2064264"/>
                  </a:lnTo>
                  <a:lnTo>
                    <a:pt x="1537374" y="2058047"/>
                  </a:lnTo>
                  <a:lnTo>
                    <a:pt x="1537374" y="2038832"/>
                  </a:lnTo>
                  <a:lnTo>
                    <a:pt x="1531034" y="2030355"/>
                  </a:lnTo>
                  <a:close/>
                </a:path>
                <a:path w="9542780" h="6570345">
                  <a:moveTo>
                    <a:pt x="1531034" y="2075003"/>
                  </a:moveTo>
                  <a:lnTo>
                    <a:pt x="1509809" y="2075003"/>
                  </a:lnTo>
                  <a:lnTo>
                    <a:pt x="1503441" y="2081220"/>
                  </a:lnTo>
                  <a:lnTo>
                    <a:pt x="1503441" y="2102413"/>
                  </a:lnTo>
                  <a:lnTo>
                    <a:pt x="1509809" y="2108912"/>
                  </a:lnTo>
                  <a:lnTo>
                    <a:pt x="1531034" y="2108912"/>
                  </a:lnTo>
                  <a:lnTo>
                    <a:pt x="1537374" y="2100435"/>
                  </a:lnTo>
                  <a:lnTo>
                    <a:pt x="1537374" y="2083480"/>
                  </a:lnTo>
                  <a:lnTo>
                    <a:pt x="1531034" y="2075003"/>
                  </a:lnTo>
                  <a:close/>
                </a:path>
                <a:path w="9542780" h="6570345">
                  <a:moveTo>
                    <a:pt x="1531034" y="2119368"/>
                  </a:moveTo>
                  <a:lnTo>
                    <a:pt x="1509809" y="2119368"/>
                  </a:lnTo>
                  <a:lnTo>
                    <a:pt x="1503441" y="2125585"/>
                  </a:lnTo>
                  <a:lnTo>
                    <a:pt x="1503441" y="2144800"/>
                  </a:lnTo>
                  <a:lnTo>
                    <a:pt x="1509809" y="2153278"/>
                  </a:lnTo>
                  <a:lnTo>
                    <a:pt x="1531034" y="2153278"/>
                  </a:lnTo>
                  <a:lnTo>
                    <a:pt x="1537374" y="2144800"/>
                  </a:lnTo>
                  <a:lnTo>
                    <a:pt x="1537374" y="2127845"/>
                  </a:lnTo>
                  <a:lnTo>
                    <a:pt x="1531034" y="2119368"/>
                  </a:lnTo>
                  <a:close/>
                </a:path>
                <a:path w="9542780" h="6570345">
                  <a:moveTo>
                    <a:pt x="1531034" y="2163733"/>
                  </a:moveTo>
                  <a:lnTo>
                    <a:pt x="1509809" y="2163733"/>
                  </a:lnTo>
                  <a:lnTo>
                    <a:pt x="1503441" y="2170233"/>
                  </a:lnTo>
                  <a:lnTo>
                    <a:pt x="1503441" y="2189166"/>
                  </a:lnTo>
                  <a:lnTo>
                    <a:pt x="1509809" y="2197643"/>
                  </a:lnTo>
                  <a:lnTo>
                    <a:pt x="1531034" y="2197643"/>
                  </a:lnTo>
                  <a:lnTo>
                    <a:pt x="1537374" y="2189166"/>
                  </a:lnTo>
                  <a:lnTo>
                    <a:pt x="1537374" y="2172211"/>
                  </a:lnTo>
                  <a:lnTo>
                    <a:pt x="1531034" y="2163733"/>
                  </a:lnTo>
                  <a:close/>
                </a:path>
                <a:path w="9542780" h="6570345">
                  <a:moveTo>
                    <a:pt x="1531034" y="2208381"/>
                  </a:moveTo>
                  <a:lnTo>
                    <a:pt x="1509809" y="2208381"/>
                  </a:lnTo>
                  <a:lnTo>
                    <a:pt x="1503441" y="2214598"/>
                  </a:lnTo>
                  <a:lnTo>
                    <a:pt x="1503441" y="2233814"/>
                  </a:lnTo>
                  <a:lnTo>
                    <a:pt x="1509809" y="2242291"/>
                  </a:lnTo>
                  <a:lnTo>
                    <a:pt x="1531034" y="2242291"/>
                  </a:lnTo>
                  <a:lnTo>
                    <a:pt x="1537374" y="2233814"/>
                  </a:lnTo>
                  <a:lnTo>
                    <a:pt x="1537374" y="2216858"/>
                  </a:lnTo>
                  <a:lnTo>
                    <a:pt x="1531034" y="2208381"/>
                  </a:lnTo>
                  <a:close/>
                </a:path>
                <a:path w="9542780" h="6570345">
                  <a:moveTo>
                    <a:pt x="1531034" y="2252747"/>
                  </a:moveTo>
                  <a:lnTo>
                    <a:pt x="1509809" y="2252747"/>
                  </a:lnTo>
                  <a:lnTo>
                    <a:pt x="1503441" y="2259246"/>
                  </a:lnTo>
                  <a:lnTo>
                    <a:pt x="1503441" y="2280157"/>
                  </a:lnTo>
                  <a:lnTo>
                    <a:pt x="1509809" y="2286656"/>
                  </a:lnTo>
                  <a:lnTo>
                    <a:pt x="1531034" y="2286656"/>
                  </a:lnTo>
                  <a:lnTo>
                    <a:pt x="1537374" y="2278179"/>
                  </a:lnTo>
                  <a:lnTo>
                    <a:pt x="1537374" y="2261224"/>
                  </a:lnTo>
                  <a:lnTo>
                    <a:pt x="1531034" y="2252747"/>
                  </a:lnTo>
                  <a:close/>
                </a:path>
                <a:path w="9542780" h="6570345">
                  <a:moveTo>
                    <a:pt x="1531034" y="2295135"/>
                  </a:moveTo>
                  <a:lnTo>
                    <a:pt x="1509809" y="2295135"/>
                  </a:lnTo>
                  <a:lnTo>
                    <a:pt x="1503441" y="2301351"/>
                  </a:lnTo>
                  <a:lnTo>
                    <a:pt x="1503441" y="2322545"/>
                  </a:lnTo>
                  <a:lnTo>
                    <a:pt x="1509809" y="2329044"/>
                  </a:lnTo>
                  <a:lnTo>
                    <a:pt x="1531034" y="2329044"/>
                  </a:lnTo>
                  <a:lnTo>
                    <a:pt x="1537374" y="2322545"/>
                  </a:lnTo>
                  <a:lnTo>
                    <a:pt x="1537374" y="2303612"/>
                  </a:lnTo>
                  <a:lnTo>
                    <a:pt x="1531034" y="2295135"/>
                  </a:lnTo>
                  <a:close/>
                </a:path>
                <a:path w="9542780" h="6570345">
                  <a:moveTo>
                    <a:pt x="1531034" y="2339500"/>
                  </a:moveTo>
                  <a:lnTo>
                    <a:pt x="1509809" y="2339500"/>
                  </a:lnTo>
                  <a:lnTo>
                    <a:pt x="1503441" y="2345999"/>
                  </a:lnTo>
                  <a:lnTo>
                    <a:pt x="1503441" y="2367193"/>
                  </a:lnTo>
                  <a:lnTo>
                    <a:pt x="1509809" y="2373410"/>
                  </a:lnTo>
                  <a:lnTo>
                    <a:pt x="1531034" y="2373410"/>
                  </a:lnTo>
                  <a:lnTo>
                    <a:pt x="1537374" y="2367193"/>
                  </a:lnTo>
                  <a:lnTo>
                    <a:pt x="1537374" y="2347977"/>
                  </a:lnTo>
                  <a:lnTo>
                    <a:pt x="1531034" y="2339500"/>
                  </a:lnTo>
                  <a:close/>
                </a:path>
                <a:path w="9542780" h="6570345">
                  <a:moveTo>
                    <a:pt x="1531034" y="2384148"/>
                  </a:moveTo>
                  <a:lnTo>
                    <a:pt x="1509809" y="2384148"/>
                  </a:lnTo>
                  <a:lnTo>
                    <a:pt x="1503441" y="2390364"/>
                  </a:lnTo>
                  <a:lnTo>
                    <a:pt x="1503441" y="2411558"/>
                  </a:lnTo>
                  <a:lnTo>
                    <a:pt x="1509809" y="2417775"/>
                  </a:lnTo>
                  <a:lnTo>
                    <a:pt x="1531034" y="2417775"/>
                  </a:lnTo>
                  <a:lnTo>
                    <a:pt x="1537374" y="2409579"/>
                  </a:lnTo>
                  <a:lnTo>
                    <a:pt x="1537374" y="2392625"/>
                  </a:lnTo>
                  <a:lnTo>
                    <a:pt x="1531034" y="2384148"/>
                  </a:lnTo>
                  <a:close/>
                </a:path>
                <a:path w="9542780" h="6570345">
                  <a:moveTo>
                    <a:pt x="1531034" y="2428513"/>
                  </a:moveTo>
                  <a:lnTo>
                    <a:pt x="1509809" y="2428513"/>
                  </a:lnTo>
                  <a:lnTo>
                    <a:pt x="1503441" y="2434729"/>
                  </a:lnTo>
                  <a:lnTo>
                    <a:pt x="1503441" y="2453946"/>
                  </a:lnTo>
                  <a:lnTo>
                    <a:pt x="1509809" y="2462423"/>
                  </a:lnTo>
                  <a:lnTo>
                    <a:pt x="1531034" y="2462423"/>
                  </a:lnTo>
                  <a:lnTo>
                    <a:pt x="1537374" y="2453946"/>
                  </a:lnTo>
                  <a:lnTo>
                    <a:pt x="1537374" y="2436991"/>
                  </a:lnTo>
                  <a:lnTo>
                    <a:pt x="1531034" y="2428513"/>
                  </a:lnTo>
                  <a:close/>
                </a:path>
                <a:path w="9542780" h="6570345">
                  <a:moveTo>
                    <a:pt x="1531034" y="2472879"/>
                  </a:moveTo>
                  <a:lnTo>
                    <a:pt x="1509809" y="2472879"/>
                  </a:lnTo>
                  <a:lnTo>
                    <a:pt x="1503441" y="2479377"/>
                  </a:lnTo>
                  <a:lnTo>
                    <a:pt x="1503441" y="2498310"/>
                  </a:lnTo>
                  <a:lnTo>
                    <a:pt x="1509809" y="2506788"/>
                  </a:lnTo>
                  <a:lnTo>
                    <a:pt x="1531034" y="2506788"/>
                  </a:lnTo>
                  <a:lnTo>
                    <a:pt x="1537374" y="2498310"/>
                  </a:lnTo>
                  <a:lnTo>
                    <a:pt x="1537374" y="2481356"/>
                  </a:lnTo>
                  <a:lnTo>
                    <a:pt x="1531034" y="2472879"/>
                  </a:lnTo>
                  <a:close/>
                </a:path>
                <a:path w="9542780" h="6570345">
                  <a:moveTo>
                    <a:pt x="1531034" y="2517527"/>
                  </a:moveTo>
                  <a:lnTo>
                    <a:pt x="1509809" y="2517527"/>
                  </a:lnTo>
                  <a:lnTo>
                    <a:pt x="1503441" y="2523743"/>
                  </a:lnTo>
                  <a:lnTo>
                    <a:pt x="1503441" y="2544937"/>
                  </a:lnTo>
                  <a:lnTo>
                    <a:pt x="1509809" y="2551436"/>
                  </a:lnTo>
                  <a:lnTo>
                    <a:pt x="1531034" y="2551436"/>
                  </a:lnTo>
                  <a:lnTo>
                    <a:pt x="1537374" y="2542959"/>
                  </a:lnTo>
                  <a:lnTo>
                    <a:pt x="1537374" y="2526004"/>
                  </a:lnTo>
                  <a:lnTo>
                    <a:pt x="1531034" y="2517527"/>
                  </a:lnTo>
                  <a:close/>
                </a:path>
                <a:path w="9542780" h="6570345">
                  <a:moveTo>
                    <a:pt x="1531034" y="2561892"/>
                  </a:moveTo>
                  <a:lnTo>
                    <a:pt x="1509809" y="2561892"/>
                  </a:lnTo>
                  <a:lnTo>
                    <a:pt x="1503441" y="2568108"/>
                  </a:lnTo>
                  <a:lnTo>
                    <a:pt x="1503441" y="2589302"/>
                  </a:lnTo>
                  <a:lnTo>
                    <a:pt x="1509809" y="2595802"/>
                  </a:lnTo>
                  <a:lnTo>
                    <a:pt x="1531034" y="2595802"/>
                  </a:lnTo>
                  <a:lnTo>
                    <a:pt x="1537374" y="2587325"/>
                  </a:lnTo>
                  <a:lnTo>
                    <a:pt x="1537374" y="2570369"/>
                  </a:lnTo>
                  <a:lnTo>
                    <a:pt x="1531034" y="2561892"/>
                  </a:lnTo>
                  <a:close/>
                </a:path>
                <a:path w="9542780" h="6570345">
                  <a:moveTo>
                    <a:pt x="1531034" y="2604279"/>
                  </a:moveTo>
                  <a:lnTo>
                    <a:pt x="1509809" y="2604279"/>
                  </a:lnTo>
                  <a:lnTo>
                    <a:pt x="1503441" y="2610496"/>
                  </a:lnTo>
                  <a:lnTo>
                    <a:pt x="1503441" y="2631690"/>
                  </a:lnTo>
                  <a:lnTo>
                    <a:pt x="1509809" y="2638190"/>
                  </a:lnTo>
                  <a:lnTo>
                    <a:pt x="1531034" y="2638190"/>
                  </a:lnTo>
                  <a:lnTo>
                    <a:pt x="1537374" y="2631690"/>
                  </a:lnTo>
                  <a:lnTo>
                    <a:pt x="1537374" y="2612757"/>
                  </a:lnTo>
                  <a:lnTo>
                    <a:pt x="1531034" y="2604279"/>
                  </a:lnTo>
                  <a:close/>
                </a:path>
                <a:path w="9542780" h="6570345">
                  <a:moveTo>
                    <a:pt x="1531034" y="2648644"/>
                  </a:moveTo>
                  <a:lnTo>
                    <a:pt x="1509809" y="2648644"/>
                  </a:lnTo>
                  <a:lnTo>
                    <a:pt x="1503441" y="2655144"/>
                  </a:lnTo>
                  <a:lnTo>
                    <a:pt x="1503441" y="2676338"/>
                  </a:lnTo>
                  <a:lnTo>
                    <a:pt x="1509809" y="2682554"/>
                  </a:lnTo>
                  <a:lnTo>
                    <a:pt x="1531034" y="2682554"/>
                  </a:lnTo>
                  <a:lnTo>
                    <a:pt x="1537374" y="2676338"/>
                  </a:lnTo>
                  <a:lnTo>
                    <a:pt x="1537374" y="2657123"/>
                  </a:lnTo>
                  <a:lnTo>
                    <a:pt x="1531034" y="2648644"/>
                  </a:lnTo>
                  <a:close/>
                </a:path>
                <a:path w="9542780" h="6570345">
                  <a:moveTo>
                    <a:pt x="1531034" y="3665094"/>
                  </a:moveTo>
                  <a:lnTo>
                    <a:pt x="1509809" y="3665094"/>
                  </a:lnTo>
                  <a:lnTo>
                    <a:pt x="1503441" y="3671310"/>
                  </a:lnTo>
                  <a:lnTo>
                    <a:pt x="1503441" y="3692504"/>
                  </a:lnTo>
                  <a:lnTo>
                    <a:pt x="1509809" y="3699003"/>
                  </a:lnTo>
                  <a:lnTo>
                    <a:pt x="1531034" y="3699003"/>
                  </a:lnTo>
                  <a:lnTo>
                    <a:pt x="1537374" y="3690526"/>
                  </a:lnTo>
                  <a:lnTo>
                    <a:pt x="1537374" y="3673571"/>
                  </a:lnTo>
                  <a:lnTo>
                    <a:pt x="1531034" y="3665094"/>
                  </a:lnTo>
                  <a:close/>
                </a:path>
                <a:path w="9542780" h="6570345">
                  <a:moveTo>
                    <a:pt x="1531034" y="3709459"/>
                  </a:moveTo>
                  <a:lnTo>
                    <a:pt x="1509809" y="3709459"/>
                  </a:lnTo>
                  <a:lnTo>
                    <a:pt x="1503441" y="3715959"/>
                  </a:lnTo>
                  <a:lnTo>
                    <a:pt x="1503441" y="3734892"/>
                  </a:lnTo>
                  <a:lnTo>
                    <a:pt x="1509809" y="3743369"/>
                  </a:lnTo>
                  <a:lnTo>
                    <a:pt x="1531034" y="3743369"/>
                  </a:lnTo>
                  <a:lnTo>
                    <a:pt x="1537374" y="3734892"/>
                  </a:lnTo>
                  <a:lnTo>
                    <a:pt x="1537374" y="3717936"/>
                  </a:lnTo>
                  <a:lnTo>
                    <a:pt x="1531034" y="3709459"/>
                  </a:lnTo>
                  <a:close/>
                </a:path>
                <a:path w="9542780" h="6570345">
                  <a:moveTo>
                    <a:pt x="1531034" y="3753825"/>
                  </a:moveTo>
                  <a:lnTo>
                    <a:pt x="1509809" y="3753825"/>
                  </a:lnTo>
                  <a:lnTo>
                    <a:pt x="1503441" y="3760296"/>
                  </a:lnTo>
                  <a:lnTo>
                    <a:pt x="1503441" y="3779342"/>
                  </a:lnTo>
                  <a:lnTo>
                    <a:pt x="1509809" y="3787819"/>
                  </a:lnTo>
                  <a:lnTo>
                    <a:pt x="1531034" y="3787819"/>
                  </a:lnTo>
                  <a:lnTo>
                    <a:pt x="1537374" y="3779342"/>
                  </a:lnTo>
                  <a:lnTo>
                    <a:pt x="1537374" y="3762415"/>
                  </a:lnTo>
                  <a:lnTo>
                    <a:pt x="1531034" y="3753825"/>
                  </a:lnTo>
                  <a:close/>
                </a:path>
                <a:path w="9542780" h="6570345">
                  <a:moveTo>
                    <a:pt x="1531034" y="3798416"/>
                  </a:moveTo>
                  <a:lnTo>
                    <a:pt x="1509809" y="3798416"/>
                  </a:lnTo>
                  <a:lnTo>
                    <a:pt x="1503441" y="3804746"/>
                  </a:lnTo>
                  <a:lnTo>
                    <a:pt x="1503441" y="3823820"/>
                  </a:lnTo>
                  <a:lnTo>
                    <a:pt x="1509809" y="3832269"/>
                  </a:lnTo>
                  <a:lnTo>
                    <a:pt x="1531034" y="3832269"/>
                  </a:lnTo>
                  <a:lnTo>
                    <a:pt x="1537374" y="3823820"/>
                  </a:lnTo>
                  <a:lnTo>
                    <a:pt x="1537374" y="3806865"/>
                  </a:lnTo>
                  <a:lnTo>
                    <a:pt x="1531034" y="3798416"/>
                  </a:lnTo>
                  <a:close/>
                </a:path>
                <a:path w="9542780" h="6570345">
                  <a:moveTo>
                    <a:pt x="1531034" y="3840746"/>
                  </a:moveTo>
                  <a:lnTo>
                    <a:pt x="1509809" y="3840746"/>
                  </a:lnTo>
                  <a:lnTo>
                    <a:pt x="1503441" y="3847105"/>
                  </a:lnTo>
                  <a:lnTo>
                    <a:pt x="1503441" y="3866151"/>
                  </a:lnTo>
                  <a:lnTo>
                    <a:pt x="1509809" y="3874629"/>
                  </a:lnTo>
                  <a:lnTo>
                    <a:pt x="1531034" y="3874629"/>
                  </a:lnTo>
                  <a:lnTo>
                    <a:pt x="1537374" y="3868270"/>
                  </a:lnTo>
                  <a:lnTo>
                    <a:pt x="1537374" y="3849225"/>
                  </a:lnTo>
                  <a:lnTo>
                    <a:pt x="1531034" y="3840746"/>
                  </a:lnTo>
                  <a:close/>
                </a:path>
                <a:path w="9542780" h="6570345">
                  <a:moveTo>
                    <a:pt x="1531034" y="3885225"/>
                  </a:moveTo>
                  <a:lnTo>
                    <a:pt x="1509809" y="3885225"/>
                  </a:lnTo>
                  <a:lnTo>
                    <a:pt x="1503441" y="3891555"/>
                  </a:lnTo>
                  <a:lnTo>
                    <a:pt x="1503441" y="3910629"/>
                  </a:lnTo>
                  <a:lnTo>
                    <a:pt x="1509809" y="3919079"/>
                  </a:lnTo>
                  <a:lnTo>
                    <a:pt x="1531034" y="3919079"/>
                  </a:lnTo>
                  <a:lnTo>
                    <a:pt x="1537374" y="3912749"/>
                  </a:lnTo>
                  <a:lnTo>
                    <a:pt x="1537374" y="3893675"/>
                  </a:lnTo>
                  <a:lnTo>
                    <a:pt x="1531034" y="3885225"/>
                  </a:lnTo>
                  <a:close/>
                </a:path>
                <a:path w="9542780" h="6570345">
                  <a:moveTo>
                    <a:pt x="1531034" y="3929675"/>
                  </a:moveTo>
                  <a:lnTo>
                    <a:pt x="1509809" y="3929675"/>
                  </a:lnTo>
                  <a:lnTo>
                    <a:pt x="1503441" y="3936033"/>
                  </a:lnTo>
                  <a:lnTo>
                    <a:pt x="1503441" y="3955079"/>
                  </a:lnTo>
                  <a:lnTo>
                    <a:pt x="1509809" y="3963556"/>
                  </a:lnTo>
                  <a:lnTo>
                    <a:pt x="1531034" y="3963556"/>
                  </a:lnTo>
                  <a:lnTo>
                    <a:pt x="1537374" y="3955079"/>
                  </a:lnTo>
                  <a:lnTo>
                    <a:pt x="1537374" y="3938153"/>
                  </a:lnTo>
                  <a:lnTo>
                    <a:pt x="1531034" y="3929675"/>
                  </a:lnTo>
                  <a:close/>
                </a:path>
                <a:path w="9542780" h="6570345">
                  <a:moveTo>
                    <a:pt x="1531034" y="3974125"/>
                  </a:moveTo>
                  <a:lnTo>
                    <a:pt x="1509809" y="3974125"/>
                  </a:lnTo>
                  <a:lnTo>
                    <a:pt x="1503441" y="3980483"/>
                  </a:lnTo>
                  <a:lnTo>
                    <a:pt x="1503441" y="3999558"/>
                  </a:lnTo>
                  <a:lnTo>
                    <a:pt x="1509809" y="4008008"/>
                  </a:lnTo>
                  <a:lnTo>
                    <a:pt x="1531034" y="4008008"/>
                  </a:lnTo>
                  <a:lnTo>
                    <a:pt x="1537374" y="3999558"/>
                  </a:lnTo>
                  <a:lnTo>
                    <a:pt x="1537374" y="3982603"/>
                  </a:lnTo>
                  <a:lnTo>
                    <a:pt x="1531034" y="3974125"/>
                  </a:lnTo>
                  <a:close/>
                </a:path>
                <a:path w="9542780" h="6570345">
                  <a:moveTo>
                    <a:pt x="1531034" y="4018603"/>
                  </a:moveTo>
                  <a:lnTo>
                    <a:pt x="1509809" y="4018603"/>
                  </a:lnTo>
                  <a:lnTo>
                    <a:pt x="1503441" y="4024962"/>
                  </a:lnTo>
                  <a:lnTo>
                    <a:pt x="1503441" y="4044008"/>
                  </a:lnTo>
                  <a:lnTo>
                    <a:pt x="1509809" y="4052486"/>
                  </a:lnTo>
                  <a:lnTo>
                    <a:pt x="1531034" y="4052486"/>
                  </a:lnTo>
                  <a:lnTo>
                    <a:pt x="1537374" y="4044008"/>
                  </a:lnTo>
                  <a:lnTo>
                    <a:pt x="1537374" y="4027082"/>
                  </a:lnTo>
                  <a:lnTo>
                    <a:pt x="1531034" y="4018603"/>
                  </a:lnTo>
                  <a:close/>
                </a:path>
                <a:path w="9542780" h="6570345">
                  <a:moveTo>
                    <a:pt x="1531034" y="4063055"/>
                  </a:moveTo>
                  <a:lnTo>
                    <a:pt x="1509809" y="4063055"/>
                  </a:lnTo>
                  <a:lnTo>
                    <a:pt x="1503441" y="4069412"/>
                  </a:lnTo>
                  <a:lnTo>
                    <a:pt x="1503441" y="4088486"/>
                  </a:lnTo>
                  <a:lnTo>
                    <a:pt x="1509809" y="4096936"/>
                  </a:lnTo>
                  <a:lnTo>
                    <a:pt x="1531034" y="4096936"/>
                  </a:lnTo>
                  <a:lnTo>
                    <a:pt x="1537374" y="4088486"/>
                  </a:lnTo>
                  <a:lnTo>
                    <a:pt x="1537374" y="4071532"/>
                  </a:lnTo>
                  <a:lnTo>
                    <a:pt x="1531034" y="4063055"/>
                  </a:lnTo>
                  <a:close/>
                </a:path>
                <a:path w="9542780" h="6570345">
                  <a:moveTo>
                    <a:pt x="1531034" y="4107533"/>
                  </a:moveTo>
                  <a:lnTo>
                    <a:pt x="1509809" y="4107533"/>
                  </a:lnTo>
                  <a:lnTo>
                    <a:pt x="1503441" y="4113890"/>
                  </a:lnTo>
                  <a:lnTo>
                    <a:pt x="1503441" y="4132936"/>
                  </a:lnTo>
                  <a:lnTo>
                    <a:pt x="1509809" y="4141415"/>
                  </a:lnTo>
                  <a:lnTo>
                    <a:pt x="1531034" y="4141415"/>
                  </a:lnTo>
                  <a:lnTo>
                    <a:pt x="1537374" y="4132936"/>
                  </a:lnTo>
                  <a:lnTo>
                    <a:pt x="1537374" y="4116010"/>
                  </a:lnTo>
                  <a:lnTo>
                    <a:pt x="1531034" y="4107533"/>
                  </a:lnTo>
                  <a:close/>
                </a:path>
                <a:path w="9542780" h="6570345">
                  <a:moveTo>
                    <a:pt x="1531034" y="4149863"/>
                  </a:moveTo>
                  <a:lnTo>
                    <a:pt x="1509809" y="4149863"/>
                  </a:lnTo>
                  <a:lnTo>
                    <a:pt x="1503441" y="4156222"/>
                  </a:lnTo>
                  <a:lnTo>
                    <a:pt x="1503441" y="4175296"/>
                  </a:lnTo>
                  <a:lnTo>
                    <a:pt x="1509809" y="4183745"/>
                  </a:lnTo>
                  <a:lnTo>
                    <a:pt x="1531034" y="4183745"/>
                  </a:lnTo>
                  <a:lnTo>
                    <a:pt x="1537374" y="4177416"/>
                  </a:lnTo>
                  <a:lnTo>
                    <a:pt x="1537374" y="4158341"/>
                  </a:lnTo>
                  <a:lnTo>
                    <a:pt x="1531034" y="4149863"/>
                  </a:lnTo>
                  <a:close/>
                </a:path>
                <a:path w="9542780" h="6570345">
                  <a:moveTo>
                    <a:pt x="1531034" y="4194342"/>
                  </a:moveTo>
                  <a:lnTo>
                    <a:pt x="1509809" y="4194342"/>
                  </a:lnTo>
                  <a:lnTo>
                    <a:pt x="1503441" y="4200700"/>
                  </a:lnTo>
                  <a:lnTo>
                    <a:pt x="1503441" y="4221866"/>
                  </a:lnTo>
                  <a:lnTo>
                    <a:pt x="1509809" y="4228223"/>
                  </a:lnTo>
                  <a:lnTo>
                    <a:pt x="1531034" y="4228223"/>
                  </a:lnTo>
                  <a:lnTo>
                    <a:pt x="1537374" y="4221866"/>
                  </a:lnTo>
                  <a:lnTo>
                    <a:pt x="1537374" y="4202819"/>
                  </a:lnTo>
                  <a:lnTo>
                    <a:pt x="1531034" y="4194342"/>
                  </a:lnTo>
                  <a:close/>
                </a:path>
                <a:path w="9542780" h="6570345">
                  <a:moveTo>
                    <a:pt x="1531034" y="4238792"/>
                  </a:moveTo>
                  <a:lnTo>
                    <a:pt x="1509809" y="4238792"/>
                  </a:lnTo>
                  <a:lnTo>
                    <a:pt x="1503441" y="4245150"/>
                  </a:lnTo>
                  <a:lnTo>
                    <a:pt x="1503441" y="4266316"/>
                  </a:lnTo>
                  <a:lnTo>
                    <a:pt x="1509809" y="4272673"/>
                  </a:lnTo>
                  <a:lnTo>
                    <a:pt x="1531034" y="4272673"/>
                  </a:lnTo>
                  <a:lnTo>
                    <a:pt x="1537374" y="4264225"/>
                  </a:lnTo>
                  <a:lnTo>
                    <a:pt x="1537374" y="4247269"/>
                  </a:lnTo>
                  <a:lnTo>
                    <a:pt x="1531034" y="4238792"/>
                  </a:lnTo>
                  <a:close/>
                </a:path>
                <a:path w="9542780" h="6570345">
                  <a:moveTo>
                    <a:pt x="1531034" y="4283270"/>
                  </a:moveTo>
                  <a:lnTo>
                    <a:pt x="1509809" y="4283270"/>
                  </a:lnTo>
                  <a:lnTo>
                    <a:pt x="1503441" y="4289629"/>
                  </a:lnTo>
                  <a:lnTo>
                    <a:pt x="1503441" y="4308675"/>
                  </a:lnTo>
                  <a:lnTo>
                    <a:pt x="1509809" y="4317152"/>
                  </a:lnTo>
                  <a:lnTo>
                    <a:pt x="1531034" y="4317152"/>
                  </a:lnTo>
                  <a:lnTo>
                    <a:pt x="1537374" y="4308675"/>
                  </a:lnTo>
                  <a:lnTo>
                    <a:pt x="1537374" y="4291749"/>
                  </a:lnTo>
                  <a:lnTo>
                    <a:pt x="1531034" y="4283270"/>
                  </a:lnTo>
                  <a:close/>
                </a:path>
                <a:path w="9542780" h="6570345">
                  <a:moveTo>
                    <a:pt x="1531034" y="4327721"/>
                  </a:moveTo>
                  <a:lnTo>
                    <a:pt x="1509809" y="4327721"/>
                  </a:lnTo>
                  <a:lnTo>
                    <a:pt x="1503441" y="4334079"/>
                  </a:lnTo>
                  <a:lnTo>
                    <a:pt x="1503441" y="4353153"/>
                  </a:lnTo>
                  <a:lnTo>
                    <a:pt x="1509809" y="4361602"/>
                  </a:lnTo>
                  <a:lnTo>
                    <a:pt x="1531034" y="4361602"/>
                  </a:lnTo>
                  <a:lnTo>
                    <a:pt x="1537374" y="4353153"/>
                  </a:lnTo>
                  <a:lnTo>
                    <a:pt x="1537374" y="4336199"/>
                  </a:lnTo>
                  <a:lnTo>
                    <a:pt x="1531034" y="4327721"/>
                  </a:lnTo>
                  <a:close/>
                </a:path>
                <a:path w="9542780" h="6570345">
                  <a:moveTo>
                    <a:pt x="1531034" y="4459009"/>
                  </a:moveTo>
                  <a:lnTo>
                    <a:pt x="1509809" y="4459009"/>
                  </a:lnTo>
                  <a:lnTo>
                    <a:pt x="1503441" y="4465366"/>
                  </a:lnTo>
                  <a:lnTo>
                    <a:pt x="1503441" y="4484413"/>
                  </a:lnTo>
                  <a:lnTo>
                    <a:pt x="1509809" y="4492890"/>
                  </a:lnTo>
                  <a:lnTo>
                    <a:pt x="1531034" y="4492890"/>
                  </a:lnTo>
                  <a:lnTo>
                    <a:pt x="1537374" y="4486532"/>
                  </a:lnTo>
                  <a:lnTo>
                    <a:pt x="1537374" y="4467486"/>
                  </a:lnTo>
                  <a:lnTo>
                    <a:pt x="1531034" y="4459009"/>
                  </a:lnTo>
                  <a:close/>
                </a:path>
                <a:path w="9542780" h="6570345">
                  <a:moveTo>
                    <a:pt x="1531034" y="4503459"/>
                  </a:moveTo>
                  <a:lnTo>
                    <a:pt x="1509809" y="4503459"/>
                  </a:lnTo>
                  <a:lnTo>
                    <a:pt x="1503441" y="4509816"/>
                  </a:lnTo>
                  <a:lnTo>
                    <a:pt x="1503441" y="4528863"/>
                  </a:lnTo>
                  <a:lnTo>
                    <a:pt x="1509809" y="4537340"/>
                  </a:lnTo>
                  <a:lnTo>
                    <a:pt x="1531034" y="4537340"/>
                  </a:lnTo>
                  <a:lnTo>
                    <a:pt x="1537374" y="4530982"/>
                  </a:lnTo>
                  <a:lnTo>
                    <a:pt x="1537374" y="4511936"/>
                  </a:lnTo>
                  <a:lnTo>
                    <a:pt x="1531034" y="4503459"/>
                  </a:lnTo>
                  <a:close/>
                </a:path>
                <a:path w="9542780" h="6570345">
                  <a:moveTo>
                    <a:pt x="1531034" y="4547937"/>
                  </a:moveTo>
                  <a:lnTo>
                    <a:pt x="1509809" y="4547937"/>
                  </a:lnTo>
                  <a:lnTo>
                    <a:pt x="1503441" y="4554296"/>
                  </a:lnTo>
                  <a:lnTo>
                    <a:pt x="1503441" y="4573342"/>
                  </a:lnTo>
                  <a:lnTo>
                    <a:pt x="1509809" y="4581819"/>
                  </a:lnTo>
                  <a:lnTo>
                    <a:pt x="1531034" y="4581819"/>
                  </a:lnTo>
                  <a:lnTo>
                    <a:pt x="1537374" y="4573342"/>
                  </a:lnTo>
                  <a:lnTo>
                    <a:pt x="1537374" y="4556415"/>
                  </a:lnTo>
                  <a:lnTo>
                    <a:pt x="1531034" y="4547937"/>
                  </a:lnTo>
                  <a:close/>
                </a:path>
                <a:path w="9542780" h="6570345">
                  <a:moveTo>
                    <a:pt x="1531034" y="4592388"/>
                  </a:moveTo>
                  <a:lnTo>
                    <a:pt x="1509809" y="4592388"/>
                  </a:lnTo>
                  <a:lnTo>
                    <a:pt x="1503441" y="4598746"/>
                  </a:lnTo>
                  <a:lnTo>
                    <a:pt x="1503441" y="4617792"/>
                  </a:lnTo>
                  <a:lnTo>
                    <a:pt x="1509809" y="4626269"/>
                  </a:lnTo>
                  <a:lnTo>
                    <a:pt x="1531034" y="4626269"/>
                  </a:lnTo>
                  <a:lnTo>
                    <a:pt x="1537374" y="4617792"/>
                  </a:lnTo>
                  <a:lnTo>
                    <a:pt x="1537374" y="4600865"/>
                  </a:lnTo>
                  <a:lnTo>
                    <a:pt x="1531034" y="4592388"/>
                  </a:lnTo>
                  <a:close/>
                </a:path>
                <a:path w="9542780" h="6570345">
                  <a:moveTo>
                    <a:pt x="1531034" y="4636866"/>
                  </a:moveTo>
                  <a:lnTo>
                    <a:pt x="1509809" y="4636866"/>
                  </a:lnTo>
                  <a:lnTo>
                    <a:pt x="1503441" y="4643224"/>
                  </a:lnTo>
                  <a:lnTo>
                    <a:pt x="1503441" y="4662270"/>
                  </a:lnTo>
                  <a:lnTo>
                    <a:pt x="1509809" y="4670747"/>
                  </a:lnTo>
                  <a:lnTo>
                    <a:pt x="1531034" y="4670747"/>
                  </a:lnTo>
                  <a:lnTo>
                    <a:pt x="1537374" y="4662270"/>
                  </a:lnTo>
                  <a:lnTo>
                    <a:pt x="1537374" y="4645343"/>
                  </a:lnTo>
                  <a:lnTo>
                    <a:pt x="1531034" y="4636866"/>
                  </a:lnTo>
                  <a:close/>
                </a:path>
                <a:path w="9542780" h="6570345">
                  <a:moveTo>
                    <a:pt x="1531034" y="4681316"/>
                  </a:moveTo>
                  <a:lnTo>
                    <a:pt x="1509809" y="4681316"/>
                  </a:lnTo>
                  <a:lnTo>
                    <a:pt x="1503441" y="4687674"/>
                  </a:lnTo>
                  <a:lnTo>
                    <a:pt x="1503441" y="4706720"/>
                  </a:lnTo>
                  <a:lnTo>
                    <a:pt x="1509809" y="4715198"/>
                  </a:lnTo>
                  <a:lnTo>
                    <a:pt x="1531034" y="4715198"/>
                  </a:lnTo>
                  <a:lnTo>
                    <a:pt x="1537374" y="4706720"/>
                  </a:lnTo>
                  <a:lnTo>
                    <a:pt x="1537374" y="4689793"/>
                  </a:lnTo>
                  <a:lnTo>
                    <a:pt x="1531034" y="4681316"/>
                  </a:lnTo>
                  <a:close/>
                </a:path>
                <a:path w="9542780" h="6570345">
                  <a:moveTo>
                    <a:pt x="1531034" y="4725795"/>
                  </a:moveTo>
                  <a:lnTo>
                    <a:pt x="1509809" y="4725795"/>
                  </a:lnTo>
                  <a:lnTo>
                    <a:pt x="1503441" y="4732153"/>
                  </a:lnTo>
                  <a:lnTo>
                    <a:pt x="1503441" y="4753319"/>
                  </a:lnTo>
                  <a:lnTo>
                    <a:pt x="1509809" y="4759676"/>
                  </a:lnTo>
                  <a:lnTo>
                    <a:pt x="1531034" y="4759676"/>
                  </a:lnTo>
                  <a:lnTo>
                    <a:pt x="1537374" y="4751199"/>
                  </a:lnTo>
                  <a:lnTo>
                    <a:pt x="1537374" y="4734243"/>
                  </a:lnTo>
                  <a:lnTo>
                    <a:pt x="1531034" y="4725795"/>
                  </a:lnTo>
                  <a:close/>
                </a:path>
                <a:path w="9542780" h="6570345">
                  <a:moveTo>
                    <a:pt x="1531034" y="4768126"/>
                  </a:moveTo>
                  <a:lnTo>
                    <a:pt x="1509809" y="4768126"/>
                  </a:lnTo>
                  <a:lnTo>
                    <a:pt x="1503441" y="4774483"/>
                  </a:lnTo>
                  <a:lnTo>
                    <a:pt x="1503441" y="4795649"/>
                  </a:lnTo>
                  <a:lnTo>
                    <a:pt x="1509809" y="4802007"/>
                  </a:lnTo>
                  <a:lnTo>
                    <a:pt x="1531034" y="4802007"/>
                  </a:lnTo>
                  <a:lnTo>
                    <a:pt x="1537374" y="4795649"/>
                  </a:lnTo>
                  <a:lnTo>
                    <a:pt x="1537374" y="4776603"/>
                  </a:lnTo>
                  <a:lnTo>
                    <a:pt x="1531034" y="4768126"/>
                  </a:lnTo>
                  <a:close/>
                </a:path>
                <a:path w="9542780" h="6570345">
                  <a:moveTo>
                    <a:pt x="1531034" y="4812604"/>
                  </a:moveTo>
                  <a:lnTo>
                    <a:pt x="1509809" y="4812604"/>
                  </a:lnTo>
                  <a:lnTo>
                    <a:pt x="1503441" y="4818962"/>
                  </a:lnTo>
                  <a:lnTo>
                    <a:pt x="1503441" y="4838009"/>
                  </a:lnTo>
                  <a:lnTo>
                    <a:pt x="1509809" y="4846486"/>
                  </a:lnTo>
                  <a:lnTo>
                    <a:pt x="1531034" y="4846486"/>
                  </a:lnTo>
                  <a:lnTo>
                    <a:pt x="1537374" y="4840127"/>
                  </a:lnTo>
                  <a:lnTo>
                    <a:pt x="1537374" y="4821053"/>
                  </a:lnTo>
                  <a:lnTo>
                    <a:pt x="1531034" y="4812604"/>
                  </a:lnTo>
                  <a:close/>
                </a:path>
                <a:path w="9542780" h="6570345">
                  <a:moveTo>
                    <a:pt x="1531034" y="4857054"/>
                  </a:moveTo>
                  <a:lnTo>
                    <a:pt x="1509809" y="4857054"/>
                  </a:lnTo>
                  <a:lnTo>
                    <a:pt x="1503441" y="4863412"/>
                  </a:lnTo>
                  <a:lnTo>
                    <a:pt x="1503441" y="4882459"/>
                  </a:lnTo>
                  <a:lnTo>
                    <a:pt x="1509809" y="4890936"/>
                  </a:lnTo>
                  <a:lnTo>
                    <a:pt x="1531034" y="4890936"/>
                  </a:lnTo>
                  <a:lnTo>
                    <a:pt x="1537374" y="4882459"/>
                  </a:lnTo>
                  <a:lnTo>
                    <a:pt x="1537374" y="4865532"/>
                  </a:lnTo>
                  <a:lnTo>
                    <a:pt x="1531034" y="4857054"/>
                  </a:lnTo>
                  <a:close/>
                </a:path>
                <a:path w="9542780" h="6570345">
                  <a:moveTo>
                    <a:pt x="1531034" y="4901533"/>
                  </a:moveTo>
                  <a:lnTo>
                    <a:pt x="1509809" y="4901533"/>
                  </a:lnTo>
                  <a:lnTo>
                    <a:pt x="1503441" y="4907890"/>
                  </a:lnTo>
                  <a:lnTo>
                    <a:pt x="1503441" y="4926937"/>
                  </a:lnTo>
                  <a:lnTo>
                    <a:pt x="1509809" y="4935414"/>
                  </a:lnTo>
                  <a:lnTo>
                    <a:pt x="1531034" y="4935414"/>
                  </a:lnTo>
                  <a:lnTo>
                    <a:pt x="1537374" y="4926937"/>
                  </a:lnTo>
                  <a:lnTo>
                    <a:pt x="1537374" y="4909982"/>
                  </a:lnTo>
                  <a:lnTo>
                    <a:pt x="1531034" y="4901533"/>
                  </a:lnTo>
                  <a:close/>
                </a:path>
                <a:path w="9542780" h="6570345">
                  <a:moveTo>
                    <a:pt x="1531034" y="4945983"/>
                  </a:moveTo>
                  <a:lnTo>
                    <a:pt x="1509809" y="4945983"/>
                  </a:lnTo>
                  <a:lnTo>
                    <a:pt x="1503441" y="4952340"/>
                  </a:lnTo>
                  <a:lnTo>
                    <a:pt x="1503441" y="4971387"/>
                  </a:lnTo>
                  <a:lnTo>
                    <a:pt x="1509809" y="4979864"/>
                  </a:lnTo>
                  <a:lnTo>
                    <a:pt x="1531034" y="4979864"/>
                  </a:lnTo>
                  <a:lnTo>
                    <a:pt x="1537374" y="4971387"/>
                  </a:lnTo>
                  <a:lnTo>
                    <a:pt x="1537374" y="4954460"/>
                  </a:lnTo>
                  <a:lnTo>
                    <a:pt x="1531034" y="4945983"/>
                  </a:lnTo>
                  <a:close/>
                </a:path>
                <a:path w="9542780" h="6570345">
                  <a:moveTo>
                    <a:pt x="1531034" y="4990461"/>
                  </a:moveTo>
                  <a:lnTo>
                    <a:pt x="1509809" y="4990461"/>
                  </a:lnTo>
                  <a:lnTo>
                    <a:pt x="1503441" y="4996792"/>
                  </a:lnTo>
                  <a:lnTo>
                    <a:pt x="1503441" y="5015866"/>
                  </a:lnTo>
                  <a:lnTo>
                    <a:pt x="1509809" y="5024343"/>
                  </a:lnTo>
                  <a:lnTo>
                    <a:pt x="1531034" y="5024343"/>
                  </a:lnTo>
                  <a:lnTo>
                    <a:pt x="1537374" y="5015866"/>
                  </a:lnTo>
                  <a:lnTo>
                    <a:pt x="1537374" y="4998910"/>
                  </a:lnTo>
                  <a:lnTo>
                    <a:pt x="1531034" y="4990461"/>
                  </a:lnTo>
                  <a:close/>
                </a:path>
                <a:path w="9542780" h="6570345">
                  <a:moveTo>
                    <a:pt x="1531034" y="5034912"/>
                  </a:moveTo>
                  <a:lnTo>
                    <a:pt x="1509809" y="5034912"/>
                  </a:lnTo>
                  <a:lnTo>
                    <a:pt x="1503441" y="5041270"/>
                  </a:lnTo>
                  <a:lnTo>
                    <a:pt x="1503441" y="5060316"/>
                  </a:lnTo>
                  <a:lnTo>
                    <a:pt x="1509809" y="5068793"/>
                  </a:lnTo>
                  <a:lnTo>
                    <a:pt x="1531034" y="5068793"/>
                  </a:lnTo>
                  <a:lnTo>
                    <a:pt x="1537374" y="5060316"/>
                  </a:lnTo>
                  <a:lnTo>
                    <a:pt x="1537374" y="5043389"/>
                  </a:lnTo>
                  <a:lnTo>
                    <a:pt x="1531034" y="5034912"/>
                  </a:lnTo>
                  <a:close/>
                </a:path>
                <a:path w="9542780" h="6570345">
                  <a:moveTo>
                    <a:pt x="1531034" y="5077270"/>
                  </a:moveTo>
                  <a:lnTo>
                    <a:pt x="1509809" y="5077270"/>
                  </a:lnTo>
                  <a:lnTo>
                    <a:pt x="1503441" y="5083629"/>
                  </a:lnTo>
                  <a:lnTo>
                    <a:pt x="1503441" y="5102675"/>
                  </a:lnTo>
                  <a:lnTo>
                    <a:pt x="1509809" y="5111153"/>
                  </a:lnTo>
                  <a:lnTo>
                    <a:pt x="1531034" y="5111153"/>
                  </a:lnTo>
                  <a:lnTo>
                    <a:pt x="1537374" y="5104794"/>
                  </a:lnTo>
                  <a:lnTo>
                    <a:pt x="1537374" y="5085720"/>
                  </a:lnTo>
                  <a:lnTo>
                    <a:pt x="1531034" y="5077270"/>
                  </a:lnTo>
                  <a:close/>
                </a:path>
                <a:path w="9542780" h="6570345">
                  <a:moveTo>
                    <a:pt x="1531034" y="5121720"/>
                  </a:moveTo>
                  <a:lnTo>
                    <a:pt x="1509809" y="5121720"/>
                  </a:lnTo>
                  <a:lnTo>
                    <a:pt x="1503441" y="5128079"/>
                  </a:lnTo>
                  <a:lnTo>
                    <a:pt x="1503441" y="5147125"/>
                  </a:lnTo>
                  <a:lnTo>
                    <a:pt x="1509809" y="5155603"/>
                  </a:lnTo>
                  <a:lnTo>
                    <a:pt x="1531034" y="5155603"/>
                  </a:lnTo>
                  <a:lnTo>
                    <a:pt x="1537374" y="5149244"/>
                  </a:lnTo>
                  <a:lnTo>
                    <a:pt x="1537374" y="5130199"/>
                  </a:lnTo>
                  <a:lnTo>
                    <a:pt x="1531034" y="5121720"/>
                  </a:lnTo>
                  <a:close/>
                </a:path>
                <a:path w="9542780" h="6570345">
                  <a:moveTo>
                    <a:pt x="1531034" y="5166199"/>
                  </a:moveTo>
                  <a:lnTo>
                    <a:pt x="1509809" y="5166199"/>
                  </a:lnTo>
                  <a:lnTo>
                    <a:pt x="1503441" y="5172529"/>
                  </a:lnTo>
                  <a:lnTo>
                    <a:pt x="1503441" y="5191603"/>
                  </a:lnTo>
                  <a:lnTo>
                    <a:pt x="1509809" y="5200081"/>
                  </a:lnTo>
                  <a:lnTo>
                    <a:pt x="1531034" y="5200081"/>
                  </a:lnTo>
                  <a:lnTo>
                    <a:pt x="1537374" y="5191603"/>
                  </a:lnTo>
                  <a:lnTo>
                    <a:pt x="1537374" y="5174649"/>
                  </a:lnTo>
                  <a:lnTo>
                    <a:pt x="1531034" y="5166199"/>
                  </a:lnTo>
                  <a:close/>
                </a:path>
                <a:path w="9542780" h="6570345">
                  <a:moveTo>
                    <a:pt x="1531034" y="5210649"/>
                  </a:moveTo>
                  <a:lnTo>
                    <a:pt x="1509809" y="5210649"/>
                  </a:lnTo>
                  <a:lnTo>
                    <a:pt x="1503441" y="5217007"/>
                  </a:lnTo>
                  <a:lnTo>
                    <a:pt x="1503441" y="5236053"/>
                  </a:lnTo>
                  <a:lnTo>
                    <a:pt x="1509809" y="5244531"/>
                  </a:lnTo>
                  <a:lnTo>
                    <a:pt x="1531034" y="5244531"/>
                  </a:lnTo>
                  <a:lnTo>
                    <a:pt x="1537374" y="5236053"/>
                  </a:lnTo>
                  <a:lnTo>
                    <a:pt x="1537374" y="5219127"/>
                  </a:lnTo>
                  <a:lnTo>
                    <a:pt x="1531034" y="5210649"/>
                  </a:lnTo>
                  <a:close/>
                </a:path>
                <a:path w="9542780" h="6570345">
                  <a:moveTo>
                    <a:pt x="1531034" y="5255127"/>
                  </a:moveTo>
                  <a:lnTo>
                    <a:pt x="1509809" y="5255127"/>
                  </a:lnTo>
                  <a:lnTo>
                    <a:pt x="1503441" y="5261458"/>
                  </a:lnTo>
                  <a:lnTo>
                    <a:pt x="1503441" y="5282651"/>
                  </a:lnTo>
                  <a:lnTo>
                    <a:pt x="1509809" y="5288982"/>
                  </a:lnTo>
                  <a:lnTo>
                    <a:pt x="1531034" y="5288982"/>
                  </a:lnTo>
                  <a:lnTo>
                    <a:pt x="1537374" y="5280533"/>
                  </a:lnTo>
                  <a:lnTo>
                    <a:pt x="1537374" y="5263577"/>
                  </a:lnTo>
                  <a:lnTo>
                    <a:pt x="1531034" y="5255127"/>
                  </a:lnTo>
                  <a:close/>
                </a:path>
                <a:path w="9542780" h="6570345">
                  <a:moveTo>
                    <a:pt x="1531034" y="5299579"/>
                  </a:moveTo>
                  <a:lnTo>
                    <a:pt x="1509809" y="5299579"/>
                  </a:lnTo>
                  <a:lnTo>
                    <a:pt x="1503441" y="5305936"/>
                  </a:lnTo>
                  <a:lnTo>
                    <a:pt x="1503441" y="5327102"/>
                  </a:lnTo>
                  <a:lnTo>
                    <a:pt x="1509809" y="5333460"/>
                  </a:lnTo>
                  <a:lnTo>
                    <a:pt x="1531034" y="5333460"/>
                  </a:lnTo>
                  <a:lnTo>
                    <a:pt x="1537374" y="5324983"/>
                  </a:lnTo>
                  <a:lnTo>
                    <a:pt x="1537374" y="5308056"/>
                  </a:lnTo>
                  <a:lnTo>
                    <a:pt x="1531034" y="5299579"/>
                  </a:lnTo>
                  <a:close/>
                </a:path>
                <a:path w="9542780" h="6570345">
                  <a:moveTo>
                    <a:pt x="1486488" y="1191933"/>
                  </a:moveTo>
                  <a:lnTo>
                    <a:pt x="1465290" y="1191933"/>
                  </a:lnTo>
                  <a:lnTo>
                    <a:pt x="1458922" y="1198432"/>
                  </a:lnTo>
                  <a:lnTo>
                    <a:pt x="1458922" y="1217364"/>
                  </a:lnTo>
                  <a:lnTo>
                    <a:pt x="1465290" y="1225843"/>
                  </a:lnTo>
                  <a:lnTo>
                    <a:pt x="1486488" y="1225843"/>
                  </a:lnTo>
                  <a:lnTo>
                    <a:pt x="1492855" y="1217364"/>
                  </a:lnTo>
                  <a:lnTo>
                    <a:pt x="1492855" y="1200410"/>
                  </a:lnTo>
                  <a:lnTo>
                    <a:pt x="1486488" y="1191933"/>
                  </a:lnTo>
                  <a:close/>
                </a:path>
                <a:path w="9542780" h="6570345">
                  <a:moveTo>
                    <a:pt x="1486488" y="1236581"/>
                  </a:moveTo>
                  <a:lnTo>
                    <a:pt x="1465290" y="1236581"/>
                  </a:lnTo>
                  <a:lnTo>
                    <a:pt x="1458922" y="1242797"/>
                  </a:lnTo>
                  <a:lnTo>
                    <a:pt x="1458922" y="1261731"/>
                  </a:lnTo>
                  <a:lnTo>
                    <a:pt x="1465290" y="1270208"/>
                  </a:lnTo>
                  <a:lnTo>
                    <a:pt x="1486488" y="1270208"/>
                  </a:lnTo>
                  <a:lnTo>
                    <a:pt x="1492855" y="1261731"/>
                  </a:lnTo>
                  <a:lnTo>
                    <a:pt x="1492855" y="1244776"/>
                  </a:lnTo>
                  <a:lnTo>
                    <a:pt x="1486488" y="1236581"/>
                  </a:lnTo>
                  <a:close/>
                </a:path>
                <a:path w="9542780" h="6570345">
                  <a:moveTo>
                    <a:pt x="1486488" y="1280946"/>
                  </a:moveTo>
                  <a:lnTo>
                    <a:pt x="1465290" y="1280946"/>
                  </a:lnTo>
                  <a:lnTo>
                    <a:pt x="1458922" y="1287162"/>
                  </a:lnTo>
                  <a:lnTo>
                    <a:pt x="1458922" y="1306379"/>
                  </a:lnTo>
                  <a:lnTo>
                    <a:pt x="1465290" y="1314856"/>
                  </a:lnTo>
                  <a:lnTo>
                    <a:pt x="1486488" y="1314856"/>
                  </a:lnTo>
                  <a:lnTo>
                    <a:pt x="1492855" y="1306379"/>
                  </a:lnTo>
                  <a:lnTo>
                    <a:pt x="1492855" y="1289423"/>
                  </a:lnTo>
                  <a:lnTo>
                    <a:pt x="1486488" y="1280946"/>
                  </a:lnTo>
                  <a:close/>
                </a:path>
                <a:path w="9542780" h="6570345">
                  <a:moveTo>
                    <a:pt x="1486488" y="1325312"/>
                  </a:moveTo>
                  <a:lnTo>
                    <a:pt x="1465290" y="1325312"/>
                  </a:lnTo>
                  <a:lnTo>
                    <a:pt x="1458922" y="1331810"/>
                  </a:lnTo>
                  <a:lnTo>
                    <a:pt x="1458922" y="1350744"/>
                  </a:lnTo>
                  <a:lnTo>
                    <a:pt x="1465290" y="1359221"/>
                  </a:lnTo>
                  <a:lnTo>
                    <a:pt x="1486488" y="1359221"/>
                  </a:lnTo>
                  <a:lnTo>
                    <a:pt x="1492855" y="1350744"/>
                  </a:lnTo>
                  <a:lnTo>
                    <a:pt x="1492855" y="1333789"/>
                  </a:lnTo>
                  <a:lnTo>
                    <a:pt x="1486488" y="1325312"/>
                  </a:lnTo>
                  <a:close/>
                </a:path>
                <a:path w="9542780" h="6570345">
                  <a:moveTo>
                    <a:pt x="1486488" y="1367699"/>
                  </a:moveTo>
                  <a:lnTo>
                    <a:pt x="1465290" y="1367699"/>
                  </a:lnTo>
                  <a:lnTo>
                    <a:pt x="1458922" y="1374198"/>
                  </a:lnTo>
                  <a:lnTo>
                    <a:pt x="1458922" y="1393131"/>
                  </a:lnTo>
                  <a:lnTo>
                    <a:pt x="1465290" y="1401608"/>
                  </a:lnTo>
                  <a:lnTo>
                    <a:pt x="1486488" y="1401608"/>
                  </a:lnTo>
                  <a:lnTo>
                    <a:pt x="1492855" y="1395110"/>
                  </a:lnTo>
                  <a:lnTo>
                    <a:pt x="1492855" y="1376177"/>
                  </a:lnTo>
                  <a:lnTo>
                    <a:pt x="1486488" y="1367699"/>
                  </a:lnTo>
                  <a:close/>
                </a:path>
                <a:path w="9542780" h="6570345">
                  <a:moveTo>
                    <a:pt x="1486488" y="1412064"/>
                  </a:moveTo>
                  <a:lnTo>
                    <a:pt x="1465290" y="1412064"/>
                  </a:lnTo>
                  <a:lnTo>
                    <a:pt x="1458922" y="1418564"/>
                  </a:lnTo>
                  <a:lnTo>
                    <a:pt x="1458922" y="1439758"/>
                  </a:lnTo>
                  <a:lnTo>
                    <a:pt x="1465290" y="1445975"/>
                  </a:lnTo>
                  <a:lnTo>
                    <a:pt x="1486488" y="1445975"/>
                  </a:lnTo>
                  <a:lnTo>
                    <a:pt x="1492855" y="1439758"/>
                  </a:lnTo>
                  <a:lnTo>
                    <a:pt x="1492855" y="1420541"/>
                  </a:lnTo>
                  <a:lnTo>
                    <a:pt x="1486488" y="1412064"/>
                  </a:lnTo>
                  <a:close/>
                </a:path>
                <a:path w="9542780" h="6570345">
                  <a:moveTo>
                    <a:pt x="1486488" y="1456712"/>
                  </a:moveTo>
                  <a:lnTo>
                    <a:pt x="1465290" y="1456712"/>
                  </a:lnTo>
                  <a:lnTo>
                    <a:pt x="1458922" y="1462929"/>
                  </a:lnTo>
                  <a:lnTo>
                    <a:pt x="1458922" y="1484123"/>
                  </a:lnTo>
                  <a:lnTo>
                    <a:pt x="1465290" y="1490623"/>
                  </a:lnTo>
                  <a:lnTo>
                    <a:pt x="1486488" y="1490623"/>
                  </a:lnTo>
                  <a:lnTo>
                    <a:pt x="1492855" y="1482144"/>
                  </a:lnTo>
                  <a:lnTo>
                    <a:pt x="1492855" y="1465190"/>
                  </a:lnTo>
                  <a:lnTo>
                    <a:pt x="1486488" y="1456712"/>
                  </a:lnTo>
                  <a:close/>
                </a:path>
                <a:path w="9542780" h="6570345">
                  <a:moveTo>
                    <a:pt x="1486488" y="1501077"/>
                  </a:moveTo>
                  <a:lnTo>
                    <a:pt x="1465290" y="1501077"/>
                  </a:lnTo>
                  <a:lnTo>
                    <a:pt x="1458922" y="1507577"/>
                  </a:lnTo>
                  <a:lnTo>
                    <a:pt x="1458922" y="1528771"/>
                  </a:lnTo>
                  <a:lnTo>
                    <a:pt x="1465290" y="1534988"/>
                  </a:lnTo>
                  <a:lnTo>
                    <a:pt x="1486488" y="1534988"/>
                  </a:lnTo>
                  <a:lnTo>
                    <a:pt x="1492855" y="1526510"/>
                  </a:lnTo>
                  <a:lnTo>
                    <a:pt x="1492855" y="1509555"/>
                  </a:lnTo>
                  <a:lnTo>
                    <a:pt x="1486488" y="1501077"/>
                  </a:lnTo>
                  <a:close/>
                </a:path>
                <a:path w="9542780" h="6570345">
                  <a:moveTo>
                    <a:pt x="1486488" y="1545443"/>
                  </a:moveTo>
                  <a:lnTo>
                    <a:pt x="1465290" y="1545443"/>
                  </a:lnTo>
                  <a:lnTo>
                    <a:pt x="1458922" y="1551942"/>
                  </a:lnTo>
                  <a:lnTo>
                    <a:pt x="1458922" y="1573136"/>
                  </a:lnTo>
                  <a:lnTo>
                    <a:pt x="1465290" y="1579352"/>
                  </a:lnTo>
                  <a:lnTo>
                    <a:pt x="1486488" y="1579352"/>
                  </a:lnTo>
                  <a:lnTo>
                    <a:pt x="1492855" y="1570875"/>
                  </a:lnTo>
                  <a:lnTo>
                    <a:pt x="1492855" y="1553921"/>
                  </a:lnTo>
                  <a:lnTo>
                    <a:pt x="1486488" y="1545443"/>
                  </a:lnTo>
                  <a:close/>
                </a:path>
                <a:path w="9542780" h="6570345">
                  <a:moveTo>
                    <a:pt x="1486488" y="1590092"/>
                  </a:moveTo>
                  <a:lnTo>
                    <a:pt x="1465290" y="1590092"/>
                  </a:lnTo>
                  <a:lnTo>
                    <a:pt x="1458922" y="1596308"/>
                  </a:lnTo>
                  <a:lnTo>
                    <a:pt x="1458922" y="1615523"/>
                  </a:lnTo>
                  <a:lnTo>
                    <a:pt x="1465290" y="1624001"/>
                  </a:lnTo>
                  <a:lnTo>
                    <a:pt x="1486488" y="1624001"/>
                  </a:lnTo>
                  <a:lnTo>
                    <a:pt x="1492855" y="1615523"/>
                  </a:lnTo>
                  <a:lnTo>
                    <a:pt x="1492855" y="1598569"/>
                  </a:lnTo>
                  <a:lnTo>
                    <a:pt x="1486488" y="1590092"/>
                  </a:lnTo>
                  <a:close/>
                </a:path>
                <a:path w="9542780" h="6570345">
                  <a:moveTo>
                    <a:pt x="1486488" y="1634456"/>
                  </a:moveTo>
                  <a:lnTo>
                    <a:pt x="1465290" y="1634456"/>
                  </a:lnTo>
                  <a:lnTo>
                    <a:pt x="1458922" y="1640956"/>
                  </a:lnTo>
                  <a:lnTo>
                    <a:pt x="1458922" y="1659889"/>
                  </a:lnTo>
                  <a:lnTo>
                    <a:pt x="1465290" y="1668367"/>
                  </a:lnTo>
                  <a:lnTo>
                    <a:pt x="1486488" y="1668367"/>
                  </a:lnTo>
                  <a:lnTo>
                    <a:pt x="1492855" y="1659889"/>
                  </a:lnTo>
                  <a:lnTo>
                    <a:pt x="1492855" y="1642934"/>
                  </a:lnTo>
                  <a:lnTo>
                    <a:pt x="1486488" y="1634456"/>
                  </a:lnTo>
                  <a:close/>
                </a:path>
                <a:path w="9542780" h="6570345">
                  <a:moveTo>
                    <a:pt x="1486488" y="1676844"/>
                  </a:moveTo>
                  <a:lnTo>
                    <a:pt x="1465290" y="1676844"/>
                  </a:lnTo>
                  <a:lnTo>
                    <a:pt x="1458922" y="1683061"/>
                  </a:lnTo>
                  <a:lnTo>
                    <a:pt x="1458922" y="1704254"/>
                  </a:lnTo>
                  <a:lnTo>
                    <a:pt x="1465290" y="1710754"/>
                  </a:lnTo>
                  <a:lnTo>
                    <a:pt x="1486488" y="1710754"/>
                  </a:lnTo>
                  <a:lnTo>
                    <a:pt x="1492855" y="1704254"/>
                  </a:lnTo>
                  <a:lnTo>
                    <a:pt x="1492855" y="1685321"/>
                  </a:lnTo>
                  <a:lnTo>
                    <a:pt x="1486488" y="1676844"/>
                  </a:lnTo>
                  <a:close/>
                </a:path>
                <a:path w="9542780" h="6570345">
                  <a:moveTo>
                    <a:pt x="1486488" y="1721209"/>
                  </a:moveTo>
                  <a:lnTo>
                    <a:pt x="1465290" y="1721209"/>
                  </a:lnTo>
                  <a:lnTo>
                    <a:pt x="1458922" y="1727709"/>
                  </a:lnTo>
                  <a:lnTo>
                    <a:pt x="1458922" y="1748903"/>
                  </a:lnTo>
                  <a:lnTo>
                    <a:pt x="1465290" y="1755119"/>
                  </a:lnTo>
                  <a:lnTo>
                    <a:pt x="1486488" y="1755119"/>
                  </a:lnTo>
                  <a:lnTo>
                    <a:pt x="1492855" y="1748903"/>
                  </a:lnTo>
                  <a:lnTo>
                    <a:pt x="1492855" y="1729686"/>
                  </a:lnTo>
                  <a:lnTo>
                    <a:pt x="1486488" y="1721209"/>
                  </a:lnTo>
                  <a:close/>
                </a:path>
                <a:path w="9542780" h="6570345">
                  <a:moveTo>
                    <a:pt x="1486488" y="1765857"/>
                  </a:moveTo>
                  <a:lnTo>
                    <a:pt x="1465290" y="1765857"/>
                  </a:lnTo>
                  <a:lnTo>
                    <a:pt x="1458922" y="1772074"/>
                  </a:lnTo>
                  <a:lnTo>
                    <a:pt x="1458922" y="1793267"/>
                  </a:lnTo>
                  <a:lnTo>
                    <a:pt x="1465290" y="1799767"/>
                  </a:lnTo>
                  <a:lnTo>
                    <a:pt x="1486488" y="1799767"/>
                  </a:lnTo>
                  <a:lnTo>
                    <a:pt x="1492855" y="1791290"/>
                  </a:lnTo>
                  <a:lnTo>
                    <a:pt x="1492855" y="1774334"/>
                  </a:lnTo>
                  <a:lnTo>
                    <a:pt x="1486488" y="1765857"/>
                  </a:lnTo>
                  <a:close/>
                </a:path>
                <a:path w="9542780" h="6570345">
                  <a:moveTo>
                    <a:pt x="1486488" y="1810223"/>
                  </a:moveTo>
                  <a:lnTo>
                    <a:pt x="1465290" y="1810223"/>
                  </a:lnTo>
                  <a:lnTo>
                    <a:pt x="1458922" y="1816722"/>
                  </a:lnTo>
                  <a:lnTo>
                    <a:pt x="1458922" y="1837634"/>
                  </a:lnTo>
                  <a:lnTo>
                    <a:pt x="1465290" y="1844132"/>
                  </a:lnTo>
                  <a:lnTo>
                    <a:pt x="1486488" y="1844132"/>
                  </a:lnTo>
                  <a:lnTo>
                    <a:pt x="1492855" y="1835655"/>
                  </a:lnTo>
                  <a:lnTo>
                    <a:pt x="1492855" y="1818700"/>
                  </a:lnTo>
                  <a:lnTo>
                    <a:pt x="1486488" y="1810223"/>
                  </a:lnTo>
                  <a:close/>
                </a:path>
                <a:path w="9542780" h="6570345">
                  <a:moveTo>
                    <a:pt x="1486488" y="1854588"/>
                  </a:moveTo>
                  <a:lnTo>
                    <a:pt x="1465290" y="1854588"/>
                  </a:lnTo>
                  <a:lnTo>
                    <a:pt x="1458922" y="1861088"/>
                  </a:lnTo>
                  <a:lnTo>
                    <a:pt x="1458922" y="1880021"/>
                  </a:lnTo>
                  <a:lnTo>
                    <a:pt x="1465290" y="1888498"/>
                  </a:lnTo>
                  <a:lnTo>
                    <a:pt x="1486488" y="1888498"/>
                  </a:lnTo>
                  <a:lnTo>
                    <a:pt x="1492855" y="1880021"/>
                  </a:lnTo>
                  <a:lnTo>
                    <a:pt x="1492855" y="1863065"/>
                  </a:lnTo>
                  <a:lnTo>
                    <a:pt x="1486488" y="1854588"/>
                  </a:lnTo>
                  <a:close/>
                </a:path>
                <a:path w="9542780" h="6570345">
                  <a:moveTo>
                    <a:pt x="1486488" y="1899236"/>
                  </a:moveTo>
                  <a:lnTo>
                    <a:pt x="1465290" y="1899236"/>
                  </a:lnTo>
                  <a:lnTo>
                    <a:pt x="1458922" y="1905453"/>
                  </a:lnTo>
                  <a:lnTo>
                    <a:pt x="1458922" y="1924668"/>
                  </a:lnTo>
                  <a:lnTo>
                    <a:pt x="1465290" y="1933147"/>
                  </a:lnTo>
                  <a:lnTo>
                    <a:pt x="1486488" y="1933147"/>
                  </a:lnTo>
                  <a:lnTo>
                    <a:pt x="1492855" y="1924668"/>
                  </a:lnTo>
                  <a:lnTo>
                    <a:pt x="1492855" y="1907713"/>
                  </a:lnTo>
                  <a:lnTo>
                    <a:pt x="1486488" y="1899236"/>
                  </a:lnTo>
                  <a:close/>
                </a:path>
                <a:path w="9542780" h="6570345">
                  <a:moveTo>
                    <a:pt x="1486488" y="1943601"/>
                  </a:moveTo>
                  <a:lnTo>
                    <a:pt x="1465290" y="1943601"/>
                  </a:lnTo>
                  <a:lnTo>
                    <a:pt x="1458922" y="1950101"/>
                  </a:lnTo>
                  <a:lnTo>
                    <a:pt x="1458922" y="1971295"/>
                  </a:lnTo>
                  <a:lnTo>
                    <a:pt x="1465290" y="1977511"/>
                  </a:lnTo>
                  <a:lnTo>
                    <a:pt x="1486488" y="1977511"/>
                  </a:lnTo>
                  <a:lnTo>
                    <a:pt x="1492855" y="1969034"/>
                  </a:lnTo>
                  <a:lnTo>
                    <a:pt x="1492855" y="1952080"/>
                  </a:lnTo>
                  <a:lnTo>
                    <a:pt x="1486488" y="1943601"/>
                  </a:lnTo>
                  <a:close/>
                </a:path>
                <a:path w="9542780" h="6570345">
                  <a:moveTo>
                    <a:pt x="1486488" y="1985989"/>
                  </a:moveTo>
                  <a:lnTo>
                    <a:pt x="1465290" y="1985989"/>
                  </a:lnTo>
                  <a:lnTo>
                    <a:pt x="1458922" y="1992205"/>
                  </a:lnTo>
                  <a:lnTo>
                    <a:pt x="1458922" y="2013399"/>
                  </a:lnTo>
                  <a:lnTo>
                    <a:pt x="1465290" y="2019899"/>
                  </a:lnTo>
                  <a:lnTo>
                    <a:pt x="1486488" y="2019899"/>
                  </a:lnTo>
                  <a:lnTo>
                    <a:pt x="1492855" y="2013399"/>
                  </a:lnTo>
                  <a:lnTo>
                    <a:pt x="1492855" y="1994466"/>
                  </a:lnTo>
                  <a:lnTo>
                    <a:pt x="1486488" y="1985989"/>
                  </a:lnTo>
                  <a:close/>
                </a:path>
                <a:path w="9542780" h="6570345">
                  <a:moveTo>
                    <a:pt x="1486488" y="2030355"/>
                  </a:moveTo>
                  <a:lnTo>
                    <a:pt x="1465290" y="2030355"/>
                  </a:lnTo>
                  <a:lnTo>
                    <a:pt x="1458922" y="2036853"/>
                  </a:lnTo>
                  <a:lnTo>
                    <a:pt x="1458922" y="2058047"/>
                  </a:lnTo>
                  <a:lnTo>
                    <a:pt x="1465290" y="2064264"/>
                  </a:lnTo>
                  <a:lnTo>
                    <a:pt x="1486488" y="2064264"/>
                  </a:lnTo>
                  <a:lnTo>
                    <a:pt x="1492855" y="2058047"/>
                  </a:lnTo>
                  <a:lnTo>
                    <a:pt x="1492855" y="2038832"/>
                  </a:lnTo>
                  <a:lnTo>
                    <a:pt x="1486488" y="2030355"/>
                  </a:lnTo>
                  <a:close/>
                </a:path>
                <a:path w="9542780" h="6570345">
                  <a:moveTo>
                    <a:pt x="1486488" y="2075003"/>
                  </a:moveTo>
                  <a:lnTo>
                    <a:pt x="1465290" y="2075003"/>
                  </a:lnTo>
                  <a:lnTo>
                    <a:pt x="1458922" y="2081220"/>
                  </a:lnTo>
                  <a:lnTo>
                    <a:pt x="1458922" y="2102413"/>
                  </a:lnTo>
                  <a:lnTo>
                    <a:pt x="1465290" y="2108912"/>
                  </a:lnTo>
                  <a:lnTo>
                    <a:pt x="1486488" y="2108912"/>
                  </a:lnTo>
                  <a:lnTo>
                    <a:pt x="1492855" y="2100435"/>
                  </a:lnTo>
                  <a:lnTo>
                    <a:pt x="1492855" y="2083480"/>
                  </a:lnTo>
                  <a:lnTo>
                    <a:pt x="1486488" y="2075003"/>
                  </a:lnTo>
                  <a:close/>
                </a:path>
                <a:path w="9542780" h="6570345">
                  <a:moveTo>
                    <a:pt x="1486488" y="2119368"/>
                  </a:moveTo>
                  <a:lnTo>
                    <a:pt x="1465290" y="2119368"/>
                  </a:lnTo>
                  <a:lnTo>
                    <a:pt x="1458922" y="2125585"/>
                  </a:lnTo>
                  <a:lnTo>
                    <a:pt x="1458922" y="2144800"/>
                  </a:lnTo>
                  <a:lnTo>
                    <a:pt x="1465290" y="2153278"/>
                  </a:lnTo>
                  <a:lnTo>
                    <a:pt x="1486488" y="2153278"/>
                  </a:lnTo>
                  <a:lnTo>
                    <a:pt x="1492855" y="2144800"/>
                  </a:lnTo>
                  <a:lnTo>
                    <a:pt x="1492855" y="2127845"/>
                  </a:lnTo>
                  <a:lnTo>
                    <a:pt x="1486488" y="2119368"/>
                  </a:lnTo>
                  <a:close/>
                </a:path>
                <a:path w="9542780" h="6570345">
                  <a:moveTo>
                    <a:pt x="1486488" y="2163733"/>
                  </a:moveTo>
                  <a:lnTo>
                    <a:pt x="1465290" y="2163733"/>
                  </a:lnTo>
                  <a:lnTo>
                    <a:pt x="1458922" y="2170233"/>
                  </a:lnTo>
                  <a:lnTo>
                    <a:pt x="1458922" y="2189166"/>
                  </a:lnTo>
                  <a:lnTo>
                    <a:pt x="1465290" y="2197643"/>
                  </a:lnTo>
                  <a:lnTo>
                    <a:pt x="1486488" y="2197643"/>
                  </a:lnTo>
                  <a:lnTo>
                    <a:pt x="1492855" y="2189166"/>
                  </a:lnTo>
                  <a:lnTo>
                    <a:pt x="1492855" y="2172211"/>
                  </a:lnTo>
                  <a:lnTo>
                    <a:pt x="1486488" y="2163733"/>
                  </a:lnTo>
                  <a:close/>
                </a:path>
                <a:path w="9542780" h="6570345">
                  <a:moveTo>
                    <a:pt x="1486488" y="2208381"/>
                  </a:moveTo>
                  <a:lnTo>
                    <a:pt x="1465290" y="2208381"/>
                  </a:lnTo>
                  <a:lnTo>
                    <a:pt x="1458922" y="2214598"/>
                  </a:lnTo>
                  <a:lnTo>
                    <a:pt x="1458922" y="2233814"/>
                  </a:lnTo>
                  <a:lnTo>
                    <a:pt x="1465290" y="2242291"/>
                  </a:lnTo>
                  <a:lnTo>
                    <a:pt x="1486488" y="2242291"/>
                  </a:lnTo>
                  <a:lnTo>
                    <a:pt x="1492855" y="2233814"/>
                  </a:lnTo>
                  <a:lnTo>
                    <a:pt x="1492855" y="2216858"/>
                  </a:lnTo>
                  <a:lnTo>
                    <a:pt x="1486488" y="2208381"/>
                  </a:lnTo>
                  <a:close/>
                </a:path>
                <a:path w="9542780" h="6570345">
                  <a:moveTo>
                    <a:pt x="1486488" y="2252747"/>
                  </a:moveTo>
                  <a:lnTo>
                    <a:pt x="1465290" y="2252747"/>
                  </a:lnTo>
                  <a:lnTo>
                    <a:pt x="1458922" y="2259246"/>
                  </a:lnTo>
                  <a:lnTo>
                    <a:pt x="1458922" y="2280157"/>
                  </a:lnTo>
                  <a:lnTo>
                    <a:pt x="1465290" y="2286656"/>
                  </a:lnTo>
                  <a:lnTo>
                    <a:pt x="1486488" y="2286656"/>
                  </a:lnTo>
                  <a:lnTo>
                    <a:pt x="1492855" y="2278179"/>
                  </a:lnTo>
                  <a:lnTo>
                    <a:pt x="1492855" y="2261224"/>
                  </a:lnTo>
                  <a:lnTo>
                    <a:pt x="1486488" y="2252747"/>
                  </a:lnTo>
                  <a:close/>
                </a:path>
                <a:path w="9542780" h="6570345">
                  <a:moveTo>
                    <a:pt x="1486488" y="2295135"/>
                  </a:moveTo>
                  <a:lnTo>
                    <a:pt x="1465290" y="2295135"/>
                  </a:lnTo>
                  <a:lnTo>
                    <a:pt x="1458922" y="2301351"/>
                  </a:lnTo>
                  <a:lnTo>
                    <a:pt x="1458922" y="2322545"/>
                  </a:lnTo>
                  <a:lnTo>
                    <a:pt x="1465290" y="2329044"/>
                  </a:lnTo>
                  <a:lnTo>
                    <a:pt x="1486488" y="2329044"/>
                  </a:lnTo>
                  <a:lnTo>
                    <a:pt x="1492855" y="2322545"/>
                  </a:lnTo>
                  <a:lnTo>
                    <a:pt x="1492855" y="2303612"/>
                  </a:lnTo>
                  <a:lnTo>
                    <a:pt x="1486488" y="2295135"/>
                  </a:lnTo>
                  <a:close/>
                </a:path>
                <a:path w="9542780" h="6570345">
                  <a:moveTo>
                    <a:pt x="1486488" y="2339500"/>
                  </a:moveTo>
                  <a:lnTo>
                    <a:pt x="1465290" y="2339500"/>
                  </a:lnTo>
                  <a:lnTo>
                    <a:pt x="1458922" y="2345999"/>
                  </a:lnTo>
                  <a:lnTo>
                    <a:pt x="1458922" y="2367193"/>
                  </a:lnTo>
                  <a:lnTo>
                    <a:pt x="1465290" y="2373410"/>
                  </a:lnTo>
                  <a:lnTo>
                    <a:pt x="1486488" y="2373410"/>
                  </a:lnTo>
                  <a:lnTo>
                    <a:pt x="1492855" y="2367193"/>
                  </a:lnTo>
                  <a:lnTo>
                    <a:pt x="1492855" y="2347977"/>
                  </a:lnTo>
                  <a:lnTo>
                    <a:pt x="1486488" y="2339500"/>
                  </a:lnTo>
                  <a:close/>
                </a:path>
                <a:path w="9542780" h="6570345">
                  <a:moveTo>
                    <a:pt x="1486488" y="2384148"/>
                  </a:moveTo>
                  <a:lnTo>
                    <a:pt x="1465290" y="2384148"/>
                  </a:lnTo>
                  <a:lnTo>
                    <a:pt x="1458922" y="2390364"/>
                  </a:lnTo>
                  <a:lnTo>
                    <a:pt x="1458922" y="2411558"/>
                  </a:lnTo>
                  <a:lnTo>
                    <a:pt x="1465290" y="2417775"/>
                  </a:lnTo>
                  <a:lnTo>
                    <a:pt x="1486488" y="2417775"/>
                  </a:lnTo>
                  <a:lnTo>
                    <a:pt x="1492855" y="2409579"/>
                  </a:lnTo>
                  <a:lnTo>
                    <a:pt x="1492855" y="2392625"/>
                  </a:lnTo>
                  <a:lnTo>
                    <a:pt x="1486488" y="2384148"/>
                  </a:lnTo>
                  <a:close/>
                </a:path>
                <a:path w="9542780" h="6570345">
                  <a:moveTo>
                    <a:pt x="1486488" y="2428513"/>
                  </a:moveTo>
                  <a:lnTo>
                    <a:pt x="1465290" y="2428513"/>
                  </a:lnTo>
                  <a:lnTo>
                    <a:pt x="1458922" y="2434729"/>
                  </a:lnTo>
                  <a:lnTo>
                    <a:pt x="1458922" y="2453946"/>
                  </a:lnTo>
                  <a:lnTo>
                    <a:pt x="1465290" y="2462423"/>
                  </a:lnTo>
                  <a:lnTo>
                    <a:pt x="1486488" y="2462423"/>
                  </a:lnTo>
                  <a:lnTo>
                    <a:pt x="1492855" y="2453946"/>
                  </a:lnTo>
                  <a:lnTo>
                    <a:pt x="1492855" y="2436990"/>
                  </a:lnTo>
                  <a:lnTo>
                    <a:pt x="1486488" y="2428513"/>
                  </a:lnTo>
                  <a:close/>
                </a:path>
                <a:path w="9542780" h="6570345">
                  <a:moveTo>
                    <a:pt x="1486488" y="2472879"/>
                  </a:moveTo>
                  <a:lnTo>
                    <a:pt x="1465290" y="2472879"/>
                  </a:lnTo>
                  <a:lnTo>
                    <a:pt x="1458922" y="2479377"/>
                  </a:lnTo>
                  <a:lnTo>
                    <a:pt x="1458922" y="2498310"/>
                  </a:lnTo>
                  <a:lnTo>
                    <a:pt x="1465290" y="2506788"/>
                  </a:lnTo>
                  <a:lnTo>
                    <a:pt x="1486488" y="2506788"/>
                  </a:lnTo>
                  <a:lnTo>
                    <a:pt x="1492855" y="2498310"/>
                  </a:lnTo>
                  <a:lnTo>
                    <a:pt x="1492855" y="2481356"/>
                  </a:lnTo>
                  <a:lnTo>
                    <a:pt x="1486488" y="2472879"/>
                  </a:lnTo>
                  <a:close/>
                </a:path>
                <a:path w="9542780" h="6570345">
                  <a:moveTo>
                    <a:pt x="1486488" y="2517527"/>
                  </a:moveTo>
                  <a:lnTo>
                    <a:pt x="1465290" y="2517527"/>
                  </a:lnTo>
                  <a:lnTo>
                    <a:pt x="1458922" y="2523743"/>
                  </a:lnTo>
                  <a:lnTo>
                    <a:pt x="1458922" y="2544937"/>
                  </a:lnTo>
                  <a:lnTo>
                    <a:pt x="1465290" y="2551436"/>
                  </a:lnTo>
                  <a:lnTo>
                    <a:pt x="1486488" y="2551436"/>
                  </a:lnTo>
                  <a:lnTo>
                    <a:pt x="1492855" y="2542959"/>
                  </a:lnTo>
                  <a:lnTo>
                    <a:pt x="1492855" y="2526004"/>
                  </a:lnTo>
                  <a:lnTo>
                    <a:pt x="1486488" y="2517527"/>
                  </a:lnTo>
                  <a:close/>
                </a:path>
                <a:path w="9542780" h="6570345">
                  <a:moveTo>
                    <a:pt x="1486488" y="2561892"/>
                  </a:moveTo>
                  <a:lnTo>
                    <a:pt x="1465290" y="2561892"/>
                  </a:lnTo>
                  <a:lnTo>
                    <a:pt x="1458922" y="2568108"/>
                  </a:lnTo>
                  <a:lnTo>
                    <a:pt x="1458922" y="2589302"/>
                  </a:lnTo>
                  <a:lnTo>
                    <a:pt x="1465290" y="2595802"/>
                  </a:lnTo>
                  <a:lnTo>
                    <a:pt x="1486488" y="2595802"/>
                  </a:lnTo>
                  <a:lnTo>
                    <a:pt x="1492855" y="2587325"/>
                  </a:lnTo>
                  <a:lnTo>
                    <a:pt x="1492855" y="2570369"/>
                  </a:lnTo>
                  <a:lnTo>
                    <a:pt x="1486488" y="2561892"/>
                  </a:lnTo>
                  <a:close/>
                </a:path>
                <a:path w="9542780" h="6570345">
                  <a:moveTo>
                    <a:pt x="1486488" y="2604279"/>
                  </a:moveTo>
                  <a:lnTo>
                    <a:pt x="1465290" y="2604279"/>
                  </a:lnTo>
                  <a:lnTo>
                    <a:pt x="1458922" y="2610496"/>
                  </a:lnTo>
                  <a:lnTo>
                    <a:pt x="1458922" y="2631690"/>
                  </a:lnTo>
                  <a:lnTo>
                    <a:pt x="1465290" y="2638190"/>
                  </a:lnTo>
                  <a:lnTo>
                    <a:pt x="1486488" y="2638190"/>
                  </a:lnTo>
                  <a:lnTo>
                    <a:pt x="1492855" y="2631690"/>
                  </a:lnTo>
                  <a:lnTo>
                    <a:pt x="1492855" y="2612757"/>
                  </a:lnTo>
                  <a:lnTo>
                    <a:pt x="1486488" y="2604279"/>
                  </a:lnTo>
                  <a:close/>
                </a:path>
                <a:path w="9542780" h="6570345">
                  <a:moveTo>
                    <a:pt x="1486488" y="2648644"/>
                  </a:moveTo>
                  <a:lnTo>
                    <a:pt x="1465290" y="2648644"/>
                  </a:lnTo>
                  <a:lnTo>
                    <a:pt x="1458922" y="2655144"/>
                  </a:lnTo>
                  <a:lnTo>
                    <a:pt x="1458922" y="2676338"/>
                  </a:lnTo>
                  <a:lnTo>
                    <a:pt x="1465290" y="2682554"/>
                  </a:lnTo>
                  <a:lnTo>
                    <a:pt x="1486488" y="2682554"/>
                  </a:lnTo>
                  <a:lnTo>
                    <a:pt x="1492855" y="2676338"/>
                  </a:lnTo>
                  <a:lnTo>
                    <a:pt x="1492855" y="2657123"/>
                  </a:lnTo>
                  <a:lnTo>
                    <a:pt x="1486488" y="2648644"/>
                  </a:lnTo>
                  <a:close/>
                </a:path>
                <a:path w="9542780" h="6570345">
                  <a:moveTo>
                    <a:pt x="1486488" y="2693292"/>
                  </a:moveTo>
                  <a:lnTo>
                    <a:pt x="1465290" y="2693292"/>
                  </a:lnTo>
                  <a:lnTo>
                    <a:pt x="1458922" y="2699509"/>
                  </a:lnTo>
                  <a:lnTo>
                    <a:pt x="1458922" y="2718442"/>
                  </a:lnTo>
                  <a:lnTo>
                    <a:pt x="1465290" y="2726919"/>
                  </a:lnTo>
                  <a:lnTo>
                    <a:pt x="1486488" y="2726919"/>
                  </a:lnTo>
                  <a:lnTo>
                    <a:pt x="1492855" y="2718442"/>
                  </a:lnTo>
                  <a:lnTo>
                    <a:pt x="1492855" y="2701770"/>
                  </a:lnTo>
                  <a:lnTo>
                    <a:pt x="1486488" y="2693292"/>
                  </a:lnTo>
                  <a:close/>
                </a:path>
                <a:path w="9542780" h="6570345">
                  <a:moveTo>
                    <a:pt x="1486488" y="3665094"/>
                  </a:moveTo>
                  <a:lnTo>
                    <a:pt x="1465290" y="3665094"/>
                  </a:lnTo>
                  <a:lnTo>
                    <a:pt x="1458922" y="3671310"/>
                  </a:lnTo>
                  <a:lnTo>
                    <a:pt x="1458922" y="3692504"/>
                  </a:lnTo>
                  <a:lnTo>
                    <a:pt x="1465290" y="3699003"/>
                  </a:lnTo>
                  <a:lnTo>
                    <a:pt x="1486488" y="3699003"/>
                  </a:lnTo>
                  <a:lnTo>
                    <a:pt x="1492855" y="3690526"/>
                  </a:lnTo>
                  <a:lnTo>
                    <a:pt x="1492855" y="3673571"/>
                  </a:lnTo>
                  <a:lnTo>
                    <a:pt x="1486488" y="3665094"/>
                  </a:lnTo>
                  <a:close/>
                </a:path>
                <a:path w="9542780" h="6570345">
                  <a:moveTo>
                    <a:pt x="1486488" y="3709459"/>
                  </a:moveTo>
                  <a:lnTo>
                    <a:pt x="1465290" y="3709459"/>
                  </a:lnTo>
                  <a:lnTo>
                    <a:pt x="1458922" y="3715959"/>
                  </a:lnTo>
                  <a:lnTo>
                    <a:pt x="1458922" y="3734892"/>
                  </a:lnTo>
                  <a:lnTo>
                    <a:pt x="1465290" y="3743369"/>
                  </a:lnTo>
                  <a:lnTo>
                    <a:pt x="1486488" y="3743369"/>
                  </a:lnTo>
                  <a:lnTo>
                    <a:pt x="1492855" y="3734892"/>
                  </a:lnTo>
                  <a:lnTo>
                    <a:pt x="1492855" y="3717936"/>
                  </a:lnTo>
                  <a:lnTo>
                    <a:pt x="1486488" y="3709459"/>
                  </a:lnTo>
                  <a:close/>
                </a:path>
                <a:path w="9542780" h="6570345">
                  <a:moveTo>
                    <a:pt x="1486488" y="3753825"/>
                  </a:moveTo>
                  <a:lnTo>
                    <a:pt x="1465290" y="3753825"/>
                  </a:lnTo>
                  <a:lnTo>
                    <a:pt x="1458922" y="3760296"/>
                  </a:lnTo>
                  <a:lnTo>
                    <a:pt x="1458922" y="3779342"/>
                  </a:lnTo>
                  <a:lnTo>
                    <a:pt x="1465290" y="3787819"/>
                  </a:lnTo>
                  <a:lnTo>
                    <a:pt x="1486488" y="3787819"/>
                  </a:lnTo>
                  <a:lnTo>
                    <a:pt x="1492855" y="3779342"/>
                  </a:lnTo>
                  <a:lnTo>
                    <a:pt x="1492855" y="3762415"/>
                  </a:lnTo>
                  <a:lnTo>
                    <a:pt x="1486488" y="3753825"/>
                  </a:lnTo>
                  <a:close/>
                </a:path>
                <a:path w="9542780" h="6570345">
                  <a:moveTo>
                    <a:pt x="1486488" y="3798416"/>
                  </a:moveTo>
                  <a:lnTo>
                    <a:pt x="1465290" y="3798416"/>
                  </a:lnTo>
                  <a:lnTo>
                    <a:pt x="1458922" y="3804746"/>
                  </a:lnTo>
                  <a:lnTo>
                    <a:pt x="1458922" y="3823820"/>
                  </a:lnTo>
                  <a:lnTo>
                    <a:pt x="1465290" y="3832269"/>
                  </a:lnTo>
                  <a:lnTo>
                    <a:pt x="1486488" y="3832269"/>
                  </a:lnTo>
                  <a:lnTo>
                    <a:pt x="1492855" y="3823820"/>
                  </a:lnTo>
                  <a:lnTo>
                    <a:pt x="1492855" y="3806865"/>
                  </a:lnTo>
                  <a:lnTo>
                    <a:pt x="1486488" y="3798416"/>
                  </a:lnTo>
                  <a:close/>
                </a:path>
                <a:path w="9542780" h="6570345">
                  <a:moveTo>
                    <a:pt x="1486488" y="3840746"/>
                  </a:moveTo>
                  <a:lnTo>
                    <a:pt x="1465290" y="3840746"/>
                  </a:lnTo>
                  <a:lnTo>
                    <a:pt x="1458922" y="3847105"/>
                  </a:lnTo>
                  <a:lnTo>
                    <a:pt x="1458922" y="3866151"/>
                  </a:lnTo>
                  <a:lnTo>
                    <a:pt x="1465290" y="3874629"/>
                  </a:lnTo>
                  <a:lnTo>
                    <a:pt x="1486488" y="3874629"/>
                  </a:lnTo>
                  <a:lnTo>
                    <a:pt x="1492855" y="3868270"/>
                  </a:lnTo>
                  <a:lnTo>
                    <a:pt x="1492855" y="3849225"/>
                  </a:lnTo>
                  <a:lnTo>
                    <a:pt x="1486488" y="3840746"/>
                  </a:lnTo>
                  <a:close/>
                </a:path>
                <a:path w="9542780" h="6570345">
                  <a:moveTo>
                    <a:pt x="1486488" y="3885225"/>
                  </a:moveTo>
                  <a:lnTo>
                    <a:pt x="1465290" y="3885225"/>
                  </a:lnTo>
                  <a:lnTo>
                    <a:pt x="1458922" y="3891555"/>
                  </a:lnTo>
                  <a:lnTo>
                    <a:pt x="1458922" y="3910629"/>
                  </a:lnTo>
                  <a:lnTo>
                    <a:pt x="1465290" y="3919079"/>
                  </a:lnTo>
                  <a:lnTo>
                    <a:pt x="1486488" y="3919079"/>
                  </a:lnTo>
                  <a:lnTo>
                    <a:pt x="1492855" y="3912749"/>
                  </a:lnTo>
                  <a:lnTo>
                    <a:pt x="1492855" y="3893675"/>
                  </a:lnTo>
                  <a:lnTo>
                    <a:pt x="1486488" y="3885225"/>
                  </a:lnTo>
                  <a:close/>
                </a:path>
                <a:path w="9542780" h="6570345">
                  <a:moveTo>
                    <a:pt x="1486488" y="3929675"/>
                  </a:moveTo>
                  <a:lnTo>
                    <a:pt x="1465290" y="3929675"/>
                  </a:lnTo>
                  <a:lnTo>
                    <a:pt x="1458922" y="3936033"/>
                  </a:lnTo>
                  <a:lnTo>
                    <a:pt x="1458922" y="3955079"/>
                  </a:lnTo>
                  <a:lnTo>
                    <a:pt x="1465290" y="3963556"/>
                  </a:lnTo>
                  <a:lnTo>
                    <a:pt x="1486488" y="3963556"/>
                  </a:lnTo>
                  <a:lnTo>
                    <a:pt x="1492855" y="3955079"/>
                  </a:lnTo>
                  <a:lnTo>
                    <a:pt x="1492855" y="3938153"/>
                  </a:lnTo>
                  <a:lnTo>
                    <a:pt x="1486488" y="3929675"/>
                  </a:lnTo>
                  <a:close/>
                </a:path>
                <a:path w="9542780" h="6570345">
                  <a:moveTo>
                    <a:pt x="1486488" y="3974125"/>
                  </a:moveTo>
                  <a:lnTo>
                    <a:pt x="1465290" y="3974125"/>
                  </a:lnTo>
                  <a:lnTo>
                    <a:pt x="1458922" y="3980483"/>
                  </a:lnTo>
                  <a:lnTo>
                    <a:pt x="1458922" y="3999558"/>
                  </a:lnTo>
                  <a:lnTo>
                    <a:pt x="1465290" y="4008008"/>
                  </a:lnTo>
                  <a:lnTo>
                    <a:pt x="1486488" y="4008008"/>
                  </a:lnTo>
                  <a:lnTo>
                    <a:pt x="1492855" y="3999558"/>
                  </a:lnTo>
                  <a:lnTo>
                    <a:pt x="1492855" y="3982603"/>
                  </a:lnTo>
                  <a:lnTo>
                    <a:pt x="1486488" y="3974125"/>
                  </a:lnTo>
                  <a:close/>
                </a:path>
                <a:path w="9542780" h="6570345">
                  <a:moveTo>
                    <a:pt x="1486488" y="4018603"/>
                  </a:moveTo>
                  <a:lnTo>
                    <a:pt x="1465290" y="4018603"/>
                  </a:lnTo>
                  <a:lnTo>
                    <a:pt x="1458922" y="4024962"/>
                  </a:lnTo>
                  <a:lnTo>
                    <a:pt x="1458922" y="4044008"/>
                  </a:lnTo>
                  <a:lnTo>
                    <a:pt x="1465290" y="4052486"/>
                  </a:lnTo>
                  <a:lnTo>
                    <a:pt x="1486488" y="4052486"/>
                  </a:lnTo>
                  <a:lnTo>
                    <a:pt x="1492855" y="4044008"/>
                  </a:lnTo>
                  <a:lnTo>
                    <a:pt x="1492855" y="4027082"/>
                  </a:lnTo>
                  <a:lnTo>
                    <a:pt x="1486488" y="4018603"/>
                  </a:lnTo>
                  <a:close/>
                </a:path>
                <a:path w="9542780" h="6570345">
                  <a:moveTo>
                    <a:pt x="1486488" y="4063055"/>
                  </a:moveTo>
                  <a:lnTo>
                    <a:pt x="1465290" y="4063055"/>
                  </a:lnTo>
                  <a:lnTo>
                    <a:pt x="1458922" y="4069412"/>
                  </a:lnTo>
                  <a:lnTo>
                    <a:pt x="1458922" y="4088486"/>
                  </a:lnTo>
                  <a:lnTo>
                    <a:pt x="1465290" y="4096936"/>
                  </a:lnTo>
                  <a:lnTo>
                    <a:pt x="1486488" y="4096936"/>
                  </a:lnTo>
                  <a:lnTo>
                    <a:pt x="1492855" y="4088486"/>
                  </a:lnTo>
                  <a:lnTo>
                    <a:pt x="1492855" y="4071532"/>
                  </a:lnTo>
                  <a:lnTo>
                    <a:pt x="1486488" y="4063055"/>
                  </a:lnTo>
                  <a:close/>
                </a:path>
                <a:path w="9542780" h="6570345">
                  <a:moveTo>
                    <a:pt x="1486488" y="4107533"/>
                  </a:moveTo>
                  <a:lnTo>
                    <a:pt x="1465290" y="4107533"/>
                  </a:lnTo>
                  <a:lnTo>
                    <a:pt x="1458922" y="4113890"/>
                  </a:lnTo>
                  <a:lnTo>
                    <a:pt x="1458922" y="4132936"/>
                  </a:lnTo>
                  <a:lnTo>
                    <a:pt x="1465290" y="4141415"/>
                  </a:lnTo>
                  <a:lnTo>
                    <a:pt x="1486488" y="4141415"/>
                  </a:lnTo>
                  <a:lnTo>
                    <a:pt x="1492855" y="4132936"/>
                  </a:lnTo>
                  <a:lnTo>
                    <a:pt x="1492855" y="4116010"/>
                  </a:lnTo>
                  <a:lnTo>
                    <a:pt x="1486488" y="4107533"/>
                  </a:lnTo>
                  <a:close/>
                </a:path>
                <a:path w="9542780" h="6570345">
                  <a:moveTo>
                    <a:pt x="1486488" y="4149863"/>
                  </a:moveTo>
                  <a:lnTo>
                    <a:pt x="1465290" y="4149863"/>
                  </a:lnTo>
                  <a:lnTo>
                    <a:pt x="1458922" y="4156222"/>
                  </a:lnTo>
                  <a:lnTo>
                    <a:pt x="1458922" y="4175296"/>
                  </a:lnTo>
                  <a:lnTo>
                    <a:pt x="1465290" y="4183745"/>
                  </a:lnTo>
                  <a:lnTo>
                    <a:pt x="1486488" y="4183745"/>
                  </a:lnTo>
                  <a:lnTo>
                    <a:pt x="1492855" y="4177416"/>
                  </a:lnTo>
                  <a:lnTo>
                    <a:pt x="1492855" y="4158341"/>
                  </a:lnTo>
                  <a:lnTo>
                    <a:pt x="1486488" y="4149863"/>
                  </a:lnTo>
                  <a:close/>
                </a:path>
                <a:path w="9542780" h="6570345">
                  <a:moveTo>
                    <a:pt x="1486488" y="4194342"/>
                  </a:moveTo>
                  <a:lnTo>
                    <a:pt x="1465290" y="4194342"/>
                  </a:lnTo>
                  <a:lnTo>
                    <a:pt x="1458922" y="4200700"/>
                  </a:lnTo>
                  <a:lnTo>
                    <a:pt x="1458922" y="4221866"/>
                  </a:lnTo>
                  <a:lnTo>
                    <a:pt x="1465290" y="4228223"/>
                  </a:lnTo>
                  <a:lnTo>
                    <a:pt x="1486488" y="4228223"/>
                  </a:lnTo>
                  <a:lnTo>
                    <a:pt x="1492855" y="4221866"/>
                  </a:lnTo>
                  <a:lnTo>
                    <a:pt x="1492855" y="4202819"/>
                  </a:lnTo>
                  <a:lnTo>
                    <a:pt x="1486488" y="4194342"/>
                  </a:lnTo>
                  <a:close/>
                </a:path>
                <a:path w="9542780" h="6570345">
                  <a:moveTo>
                    <a:pt x="1486488" y="4238792"/>
                  </a:moveTo>
                  <a:lnTo>
                    <a:pt x="1465290" y="4238792"/>
                  </a:lnTo>
                  <a:lnTo>
                    <a:pt x="1458922" y="4245150"/>
                  </a:lnTo>
                  <a:lnTo>
                    <a:pt x="1458922" y="4266316"/>
                  </a:lnTo>
                  <a:lnTo>
                    <a:pt x="1465290" y="4272673"/>
                  </a:lnTo>
                  <a:lnTo>
                    <a:pt x="1486488" y="4272673"/>
                  </a:lnTo>
                  <a:lnTo>
                    <a:pt x="1492855" y="4264225"/>
                  </a:lnTo>
                  <a:lnTo>
                    <a:pt x="1492855" y="4247269"/>
                  </a:lnTo>
                  <a:lnTo>
                    <a:pt x="1486488" y="4238792"/>
                  </a:lnTo>
                  <a:close/>
                </a:path>
                <a:path w="9542780" h="6570345">
                  <a:moveTo>
                    <a:pt x="1486488" y="4416649"/>
                  </a:moveTo>
                  <a:lnTo>
                    <a:pt x="1465290" y="4416649"/>
                  </a:lnTo>
                  <a:lnTo>
                    <a:pt x="1458922" y="4423008"/>
                  </a:lnTo>
                  <a:lnTo>
                    <a:pt x="1458922" y="4442053"/>
                  </a:lnTo>
                  <a:lnTo>
                    <a:pt x="1465290" y="4450532"/>
                  </a:lnTo>
                  <a:lnTo>
                    <a:pt x="1486488" y="4450532"/>
                  </a:lnTo>
                  <a:lnTo>
                    <a:pt x="1492855" y="4442053"/>
                  </a:lnTo>
                  <a:lnTo>
                    <a:pt x="1492855" y="4425127"/>
                  </a:lnTo>
                  <a:lnTo>
                    <a:pt x="1486488" y="4416649"/>
                  </a:lnTo>
                  <a:close/>
                </a:path>
                <a:path w="9542780" h="6570345">
                  <a:moveTo>
                    <a:pt x="1486488" y="4459009"/>
                  </a:moveTo>
                  <a:lnTo>
                    <a:pt x="1465290" y="4459009"/>
                  </a:lnTo>
                  <a:lnTo>
                    <a:pt x="1458922" y="4465366"/>
                  </a:lnTo>
                  <a:lnTo>
                    <a:pt x="1458922" y="4484413"/>
                  </a:lnTo>
                  <a:lnTo>
                    <a:pt x="1465290" y="4492890"/>
                  </a:lnTo>
                  <a:lnTo>
                    <a:pt x="1486488" y="4492890"/>
                  </a:lnTo>
                  <a:lnTo>
                    <a:pt x="1492855" y="4486532"/>
                  </a:lnTo>
                  <a:lnTo>
                    <a:pt x="1492855" y="4467486"/>
                  </a:lnTo>
                  <a:lnTo>
                    <a:pt x="1486488" y="4459009"/>
                  </a:lnTo>
                  <a:close/>
                </a:path>
                <a:path w="9542780" h="6570345">
                  <a:moveTo>
                    <a:pt x="1486488" y="4503459"/>
                  </a:moveTo>
                  <a:lnTo>
                    <a:pt x="1465290" y="4503459"/>
                  </a:lnTo>
                  <a:lnTo>
                    <a:pt x="1458922" y="4509816"/>
                  </a:lnTo>
                  <a:lnTo>
                    <a:pt x="1458922" y="4528863"/>
                  </a:lnTo>
                  <a:lnTo>
                    <a:pt x="1465290" y="4537340"/>
                  </a:lnTo>
                  <a:lnTo>
                    <a:pt x="1486488" y="4537340"/>
                  </a:lnTo>
                  <a:lnTo>
                    <a:pt x="1492855" y="4530982"/>
                  </a:lnTo>
                  <a:lnTo>
                    <a:pt x="1492855" y="4511936"/>
                  </a:lnTo>
                  <a:lnTo>
                    <a:pt x="1486488" y="4503459"/>
                  </a:lnTo>
                  <a:close/>
                </a:path>
                <a:path w="9542780" h="6570345">
                  <a:moveTo>
                    <a:pt x="1486488" y="4547937"/>
                  </a:moveTo>
                  <a:lnTo>
                    <a:pt x="1465290" y="4547937"/>
                  </a:lnTo>
                  <a:lnTo>
                    <a:pt x="1458922" y="4554296"/>
                  </a:lnTo>
                  <a:lnTo>
                    <a:pt x="1458922" y="4573342"/>
                  </a:lnTo>
                  <a:lnTo>
                    <a:pt x="1465290" y="4581819"/>
                  </a:lnTo>
                  <a:lnTo>
                    <a:pt x="1486488" y="4581819"/>
                  </a:lnTo>
                  <a:lnTo>
                    <a:pt x="1492855" y="4573342"/>
                  </a:lnTo>
                  <a:lnTo>
                    <a:pt x="1492855" y="4556415"/>
                  </a:lnTo>
                  <a:lnTo>
                    <a:pt x="1486488" y="4547937"/>
                  </a:lnTo>
                  <a:close/>
                </a:path>
                <a:path w="9542780" h="6570345">
                  <a:moveTo>
                    <a:pt x="1486488" y="4592388"/>
                  </a:moveTo>
                  <a:lnTo>
                    <a:pt x="1465290" y="4592388"/>
                  </a:lnTo>
                  <a:lnTo>
                    <a:pt x="1458922" y="4598746"/>
                  </a:lnTo>
                  <a:lnTo>
                    <a:pt x="1458922" y="4617792"/>
                  </a:lnTo>
                  <a:lnTo>
                    <a:pt x="1465290" y="4626269"/>
                  </a:lnTo>
                  <a:lnTo>
                    <a:pt x="1486488" y="4626269"/>
                  </a:lnTo>
                  <a:lnTo>
                    <a:pt x="1492855" y="4617792"/>
                  </a:lnTo>
                  <a:lnTo>
                    <a:pt x="1492855" y="4600865"/>
                  </a:lnTo>
                  <a:lnTo>
                    <a:pt x="1486488" y="4592388"/>
                  </a:lnTo>
                  <a:close/>
                </a:path>
                <a:path w="9542780" h="6570345">
                  <a:moveTo>
                    <a:pt x="1486488" y="4636866"/>
                  </a:moveTo>
                  <a:lnTo>
                    <a:pt x="1465290" y="4636866"/>
                  </a:lnTo>
                  <a:lnTo>
                    <a:pt x="1458922" y="4643224"/>
                  </a:lnTo>
                  <a:lnTo>
                    <a:pt x="1458922" y="4662270"/>
                  </a:lnTo>
                  <a:lnTo>
                    <a:pt x="1465290" y="4670747"/>
                  </a:lnTo>
                  <a:lnTo>
                    <a:pt x="1486488" y="4670747"/>
                  </a:lnTo>
                  <a:lnTo>
                    <a:pt x="1492855" y="4662270"/>
                  </a:lnTo>
                  <a:lnTo>
                    <a:pt x="1492855" y="4645343"/>
                  </a:lnTo>
                  <a:lnTo>
                    <a:pt x="1486488" y="4636866"/>
                  </a:lnTo>
                  <a:close/>
                </a:path>
                <a:path w="9542780" h="6570345">
                  <a:moveTo>
                    <a:pt x="1486488" y="4681316"/>
                  </a:moveTo>
                  <a:lnTo>
                    <a:pt x="1465290" y="4681316"/>
                  </a:lnTo>
                  <a:lnTo>
                    <a:pt x="1458922" y="4687674"/>
                  </a:lnTo>
                  <a:lnTo>
                    <a:pt x="1458922" y="4706720"/>
                  </a:lnTo>
                  <a:lnTo>
                    <a:pt x="1465290" y="4715198"/>
                  </a:lnTo>
                  <a:lnTo>
                    <a:pt x="1486488" y="4715198"/>
                  </a:lnTo>
                  <a:lnTo>
                    <a:pt x="1492855" y="4706720"/>
                  </a:lnTo>
                  <a:lnTo>
                    <a:pt x="1492855" y="4689793"/>
                  </a:lnTo>
                  <a:lnTo>
                    <a:pt x="1486488" y="4681316"/>
                  </a:lnTo>
                  <a:close/>
                </a:path>
                <a:path w="9542780" h="6570345">
                  <a:moveTo>
                    <a:pt x="1486488" y="4725795"/>
                  </a:moveTo>
                  <a:lnTo>
                    <a:pt x="1465290" y="4725795"/>
                  </a:lnTo>
                  <a:lnTo>
                    <a:pt x="1458922" y="4732153"/>
                  </a:lnTo>
                  <a:lnTo>
                    <a:pt x="1458922" y="4753319"/>
                  </a:lnTo>
                  <a:lnTo>
                    <a:pt x="1465290" y="4759676"/>
                  </a:lnTo>
                  <a:lnTo>
                    <a:pt x="1486488" y="4759676"/>
                  </a:lnTo>
                  <a:lnTo>
                    <a:pt x="1492855" y="4751199"/>
                  </a:lnTo>
                  <a:lnTo>
                    <a:pt x="1492855" y="4734243"/>
                  </a:lnTo>
                  <a:lnTo>
                    <a:pt x="1486488" y="4725795"/>
                  </a:lnTo>
                  <a:close/>
                </a:path>
                <a:path w="9542780" h="6570345">
                  <a:moveTo>
                    <a:pt x="1486488" y="4768126"/>
                  </a:moveTo>
                  <a:lnTo>
                    <a:pt x="1465290" y="4768126"/>
                  </a:lnTo>
                  <a:lnTo>
                    <a:pt x="1458922" y="4774483"/>
                  </a:lnTo>
                  <a:lnTo>
                    <a:pt x="1458922" y="4795649"/>
                  </a:lnTo>
                  <a:lnTo>
                    <a:pt x="1465290" y="4802007"/>
                  </a:lnTo>
                  <a:lnTo>
                    <a:pt x="1486488" y="4802007"/>
                  </a:lnTo>
                  <a:lnTo>
                    <a:pt x="1492855" y="4795649"/>
                  </a:lnTo>
                  <a:lnTo>
                    <a:pt x="1492855" y="4776603"/>
                  </a:lnTo>
                  <a:lnTo>
                    <a:pt x="1486488" y="4768126"/>
                  </a:lnTo>
                  <a:close/>
                </a:path>
                <a:path w="9542780" h="6570345">
                  <a:moveTo>
                    <a:pt x="1486488" y="4812604"/>
                  </a:moveTo>
                  <a:lnTo>
                    <a:pt x="1465290" y="4812604"/>
                  </a:lnTo>
                  <a:lnTo>
                    <a:pt x="1458922" y="4818962"/>
                  </a:lnTo>
                  <a:lnTo>
                    <a:pt x="1458922" y="4838009"/>
                  </a:lnTo>
                  <a:lnTo>
                    <a:pt x="1465290" y="4846486"/>
                  </a:lnTo>
                  <a:lnTo>
                    <a:pt x="1486488" y="4846486"/>
                  </a:lnTo>
                  <a:lnTo>
                    <a:pt x="1492855" y="4840127"/>
                  </a:lnTo>
                  <a:lnTo>
                    <a:pt x="1492855" y="4821053"/>
                  </a:lnTo>
                  <a:lnTo>
                    <a:pt x="1486488" y="4812604"/>
                  </a:lnTo>
                  <a:close/>
                </a:path>
                <a:path w="9542780" h="6570345">
                  <a:moveTo>
                    <a:pt x="1486488" y="4857054"/>
                  </a:moveTo>
                  <a:lnTo>
                    <a:pt x="1465290" y="4857054"/>
                  </a:lnTo>
                  <a:lnTo>
                    <a:pt x="1458923" y="4863412"/>
                  </a:lnTo>
                  <a:lnTo>
                    <a:pt x="1458923" y="4882459"/>
                  </a:lnTo>
                  <a:lnTo>
                    <a:pt x="1465290" y="4890936"/>
                  </a:lnTo>
                  <a:lnTo>
                    <a:pt x="1486488" y="4890936"/>
                  </a:lnTo>
                  <a:lnTo>
                    <a:pt x="1492855" y="4882459"/>
                  </a:lnTo>
                  <a:lnTo>
                    <a:pt x="1492855" y="4865532"/>
                  </a:lnTo>
                  <a:lnTo>
                    <a:pt x="1486488" y="4857054"/>
                  </a:lnTo>
                  <a:close/>
                </a:path>
                <a:path w="9542780" h="6570345">
                  <a:moveTo>
                    <a:pt x="1486488" y="4901533"/>
                  </a:moveTo>
                  <a:lnTo>
                    <a:pt x="1465290" y="4901533"/>
                  </a:lnTo>
                  <a:lnTo>
                    <a:pt x="1458923" y="4907890"/>
                  </a:lnTo>
                  <a:lnTo>
                    <a:pt x="1458923" y="4926937"/>
                  </a:lnTo>
                  <a:lnTo>
                    <a:pt x="1465290" y="4935414"/>
                  </a:lnTo>
                  <a:lnTo>
                    <a:pt x="1486488" y="4935414"/>
                  </a:lnTo>
                  <a:lnTo>
                    <a:pt x="1492855" y="4926937"/>
                  </a:lnTo>
                  <a:lnTo>
                    <a:pt x="1492855" y="4909982"/>
                  </a:lnTo>
                  <a:lnTo>
                    <a:pt x="1486488" y="4901533"/>
                  </a:lnTo>
                  <a:close/>
                </a:path>
                <a:path w="9542780" h="6570345">
                  <a:moveTo>
                    <a:pt x="1486488" y="4945983"/>
                  </a:moveTo>
                  <a:lnTo>
                    <a:pt x="1465290" y="4945983"/>
                  </a:lnTo>
                  <a:lnTo>
                    <a:pt x="1458923" y="4952340"/>
                  </a:lnTo>
                  <a:lnTo>
                    <a:pt x="1458923" y="4971387"/>
                  </a:lnTo>
                  <a:lnTo>
                    <a:pt x="1465290" y="4979864"/>
                  </a:lnTo>
                  <a:lnTo>
                    <a:pt x="1486488" y="4979864"/>
                  </a:lnTo>
                  <a:lnTo>
                    <a:pt x="1492855" y="4971387"/>
                  </a:lnTo>
                  <a:lnTo>
                    <a:pt x="1492855" y="4954460"/>
                  </a:lnTo>
                  <a:lnTo>
                    <a:pt x="1486488" y="4945983"/>
                  </a:lnTo>
                  <a:close/>
                </a:path>
                <a:path w="9542780" h="6570345">
                  <a:moveTo>
                    <a:pt x="1486488" y="4990461"/>
                  </a:moveTo>
                  <a:lnTo>
                    <a:pt x="1465290" y="4990461"/>
                  </a:lnTo>
                  <a:lnTo>
                    <a:pt x="1458923" y="4996792"/>
                  </a:lnTo>
                  <a:lnTo>
                    <a:pt x="1458923" y="5015866"/>
                  </a:lnTo>
                  <a:lnTo>
                    <a:pt x="1465290" y="5024343"/>
                  </a:lnTo>
                  <a:lnTo>
                    <a:pt x="1486488" y="5024343"/>
                  </a:lnTo>
                  <a:lnTo>
                    <a:pt x="1492855" y="5015866"/>
                  </a:lnTo>
                  <a:lnTo>
                    <a:pt x="1492855" y="4998910"/>
                  </a:lnTo>
                  <a:lnTo>
                    <a:pt x="1486488" y="4990461"/>
                  </a:lnTo>
                  <a:close/>
                </a:path>
                <a:path w="9542780" h="6570345">
                  <a:moveTo>
                    <a:pt x="1486488" y="5034912"/>
                  </a:moveTo>
                  <a:lnTo>
                    <a:pt x="1465290" y="5034912"/>
                  </a:lnTo>
                  <a:lnTo>
                    <a:pt x="1458923" y="5041270"/>
                  </a:lnTo>
                  <a:lnTo>
                    <a:pt x="1458923" y="5060316"/>
                  </a:lnTo>
                  <a:lnTo>
                    <a:pt x="1465290" y="5068793"/>
                  </a:lnTo>
                  <a:lnTo>
                    <a:pt x="1486488" y="5068793"/>
                  </a:lnTo>
                  <a:lnTo>
                    <a:pt x="1492855" y="5060316"/>
                  </a:lnTo>
                  <a:lnTo>
                    <a:pt x="1492855" y="5043389"/>
                  </a:lnTo>
                  <a:lnTo>
                    <a:pt x="1486488" y="5034912"/>
                  </a:lnTo>
                  <a:close/>
                </a:path>
                <a:path w="9542780" h="6570345">
                  <a:moveTo>
                    <a:pt x="1486488" y="5077270"/>
                  </a:moveTo>
                  <a:lnTo>
                    <a:pt x="1465290" y="5077270"/>
                  </a:lnTo>
                  <a:lnTo>
                    <a:pt x="1458923" y="5083629"/>
                  </a:lnTo>
                  <a:lnTo>
                    <a:pt x="1458923" y="5102675"/>
                  </a:lnTo>
                  <a:lnTo>
                    <a:pt x="1465290" y="5111153"/>
                  </a:lnTo>
                  <a:lnTo>
                    <a:pt x="1486488" y="5111153"/>
                  </a:lnTo>
                  <a:lnTo>
                    <a:pt x="1492855" y="5104794"/>
                  </a:lnTo>
                  <a:lnTo>
                    <a:pt x="1492855" y="5085720"/>
                  </a:lnTo>
                  <a:lnTo>
                    <a:pt x="1486488" y="5077270"/>
                  </a:lnTo>
                  <a:close/>
                </a:path>
                <a:path w="9542780" h="6570345">
                  <a:moveTo>
                    <a:pt x="1486488" y="5121720"/>
                  </a:moveTo>
                  <a:lnTo>
                    <a:pt x="1465290" y="5121720"/>
                  </a:lnTo>
                  <a:lnTo>
                    <a:pt x="1458923" y="5128079"/>
                  </a:lnTo>
                  <a:lnTo>
                    <a:pt x="1458923" y="5147125"/>
                  </a:lnTo>
                  <a:lnTo>
                    <a:pt x="1465290" y="5155603"/>
                  </a:lnTo>
                  <a:lnTo>
                    <a:pt x="1486488" y="5155603"/>
                  </a:lnTo>
                  <a:lnTo>
                    <a:pt x="1492855" y="5149244"/>
                  </a:lnTo>
                  <a:lnTo>
                    <a:pt x="1492855" y="5130199"/>
                  </a:lnTo>
                  <a:lnTo>
                    <a:pt x="1486488" y="5121720"/>
                  </a:lnTo>
                  <a:close/>
                </a:path>
                <a:path w="9542780" h="6570345">
                  <a:moveTo>
                    <a:pt x="1486488" y="5166199"/>
                  </a:moveTo>
                  <a:lnTo>
                    <a:pt x="1465290" y="5166199"/>
                  </a:lnTo>
                  <a:lnTo>
                    <a:pt x="1458923" y="5172529"/>
                  </a:lnTo>
                  <a:lnTo>
                    <a:pt x="1458923" y="5191603"/>
                  </a:lnTo>
                  <a:lnTo>
                    <a:pt x="1465290" y="5200081"/>
                  </a:lnTo>
                  <a:lnTo>
                    <a:pt x="1486488" y="5200081"/>
                  </a:lnTo>
                  <a:lnTo>
                    <a:pt x="1492855" y="5191603"/>
                  </a:lnTo>
                  <a:lnTo>
                    <a:pt x="1492855" y="5174649"/>
                  </a:lnTo>
                  <a:lnTo>
                    <a:pt x="1486488" y="5166199"/>
                  </a:lnTo>
                  <a:close/>
                </a:path>
                <a:path w="9542780" h="6570345">
                  <a:moveTo>
                    <a:pt x="1486488" y="5210649"/>
                  </a:moveTo>
                  <a:lnTo>
                    <a:pt x="1465290" y="5210649"/>
                  </a:lnTo>
                  <a:lnTo>
                    <a:pt x="1458923" y="5217007"/>
                  </a:lnTo>
                  <a:lnTo>
                    <a:pt x="1458923" y="5236053"/>
                  </a:lnTo>
                  <a:lnTo>
                    <a:pt x="1465290" y="5244531"/>
                  </a:lnTo>
                  <a:lnTo>
                    <a:pt x="1486488" y="5244531"/>
                  </a:lnTo>
                  <a:lnTo>
                    <a:pt x="1492855" y="5236053"/>
                  </a:lnTo>
                  <a:lnTo>
                    <a:pt x="1492855" y="5219127"/>
                  </a:lnTo>
                  <a:lnTo>
                    <a:pt x="1486488" y="5210649"/>
                  </a:lnTo>
                  <a:close/>
                </a:path>
                <a:path w="9542780" h="6570345">
                  <a:moveTo>
                    <a:pt x="1486488" y="5255127"/>
                  </a:moveTo>
                  <a:lnTo>
                    <a:pt x="1465290" y="5255127"/>
                  </a:lnTo>
                  <a:lnTo>
                    <a:pt x="1458923" y="5261458"/>
                  </a:lnTo>
                  <a:lnTo>
                    <a:pt x="1458923" y="5282651"/>
                  </a:lnTo>
                  <a:lnTo>
                    <a:pt x="1465290" y="5288982"/>
                  </a:lnTo>
                  <a:lnTo>
                    <a:pt x="1486488" y="5288982"/>
                  </a:lnTo>
                  <a:lnTo>
                    <a:pt x="1492855" y="5280533"/>
                  </a:lnTo>
                  <a:lnTo>
                    <a:pt x="1492855" y="5263577"/>
                  </a:lnTo>
                  <a:lnTo>
                    <a:pt x="1486488" y="5255127"/>
                  </a:lnTo>
                  <a:close/>
                </a:path>
                <a:path w="9542780" h="6570345">
                  <a:moveTo>
                    <a:pt x="1441970" y="1191933"/>
                  </a:moveTo>
                  <a:lnTo>
                    <a:pt x="1420745" y="1191933"/>
                  </a:lnTo>
                  <a:lnTo>
                    <a:pt x="1414405" y="1198432"/>
                  </a:lnTo>
                  <a:lnTo>
                    <a:pt x="1414405" y="1217364"/>
                  </a:lnTo>
                  <a:lnTo>
                    <a:pt x="1420745" y="1225843"/>
                  </a:lnTo>
                  <a:lnTo>
                    <a:pt x="1441970" y="1225843"/>
                  </a:lnTo>
                  <a:lnTo>
                    <a:pt x="1448310" y="1217364"/>
                  </a:lnTo>
                  <a:lnTo>
                    <a:pt x="1448310" y="1200410"/>
                  </a:lnTo>
                  <a:lnTo>
                    <a:pt x="1441970" y="1191933"/>
                  </a:lnTo>
                  <a:close/>
                </a:path>
                <a:path w="9542780" h="6570345">
                  <a:moveTo>
                    <a:pt x="1441970" y="1236581"/>
                  </a:moveTo>
                  <a:lnTo>
                    <a:pt x="1420745" y="1236581"/>
                  </a:lnTo>
                  <a:lnTo>
                    <a:pt x="1414405" y="1242797"/>
                  </a:lnTo>
                  <a:lnTo>
                    <a:pt x="1414405" y="1261731"/>
                  </a:lnTo>
                  <a:lnTo>
                    <a:pt x="1420745" y="1270208"/>
                  </a:lnTo>
                  <a:lnTo>
                    <a:pt x="1441970" y="1270208"/>
                  </a:lnTo>
                  <a:lnTo>
                    <a:pt x="1448310" y="1261731"/>
                  </a:lnTo>
                  <a:lnTo>
                    <a:pt x="1448310" y="1244776"/>
                  </a:lnTo>
                  <a:lnTo>
                    <a:pt x="1441970" y="1236581"/>
                  </a:lnTo>
                  <a:close/>
                </a:path>
                <a:path w="9542780" h="6570345">
                  <a:moveTo>
                    <a:pt x="1441970" y="1280946"/>
                  </a:moveTo>
                  <a:lnTo>
                    <a:pt x="1420745" y="1280946"/>
                  </a:lnTo>
                  <a:lnTo>
                    <a:pt x="1414405" y="1287162"/>
                  </a:lnTo>
                  <a:lnTo>
                    <a:pt x="1414405" y="1306379"/>
                  </a:lnTo>
                  <a:lnTo>
                    <a:pt x="1420745" y="1314856"/>
                  </a:lnTo>
                  <a:lnTo>
                    <a:pt x="1441970" y="1314856"/>
                  </a:lnTo>
                  <a:lnTo>
                    <a:pt x="1448310" y="1306379"/>
                  </a:lnTo>
                  <a:lnTo>
                    <a:pt x="1448310" y="1289423"/>
                  </a:lnTo>
                  <a:lnTo>
                    <a:pt x="1441970" y="1280946"/>
                  </a:lnTo>
                  <a:close/>
                </a:path>
                <a:path w="9542780" h="6570345">
                  <a:moveTo>
                    <a:pt x="1441970" y="1325312"/>
                  </a:moveTo>
                  <a:lnTo>
                    <a:pt x="1420745" y="1325312"/>
                  </a:lnTo>
                  <a:lnTo>
                    <a:pt x="1414405" y="1331810"/>
                  </a:lnTo>
                  <a:lnTo>
                    <a:pt x="1414405" y="1350744"/>
                  </a:lnTo>
                  <a:lnTo>
                    <a:pt x="1420745" y="1359221"/>
                  </a:lnTo>
                  <a:lnTo>
                    <a:pt x="1441970" y="1359221"/>
                  </a:lnTo>
                  <a:lnTo>
                    <a:pt x="1448310" y="1350744"/>
                  </a:lnTo>
                  <a:lnTo>
                    <a:pt x="1448310" y="1333789"/>
                  </a:lnTo>
                  <a:lnTo>
                    <a:pt x="1441970" y="1325312"/>
                  </a:lnTo>
                  <a:close/>
                </a:path>
                <a:path w="9542780" h="6570345">
                  <a:moveTo>
                    <a:pt x="1441970" y="1367699"/>
                  </a:moveTo>
                  <a:lnTo>
                    <a:pt x="1420745" y="1367699"/>
                  </a:lnTo>
                  <a:lnTo>
                    <a:pt x="1414405" y="1374198"/>
                  </a:lnTo>
                  <a:lnTo>
                    <a:pt x="1414405" y="1393131"/>
                  </a:lnTo>
                  <a:lnTo>
                    <a:pt x="1420745" y="1401608"/>
                  </a:lnTo>
                  <a:lnTo>
                    <a:pt x="1441970" y="1401608"/>
                  </a:lnTo>
                  <a:lnTo>
                    <a:pt x="1448310" y="1395110"/>
                  </a:lnTo>
                  <a:lnTo>
                    <a:pt x="1448310" y="1376177"/>
                  </a:lnTo>
                  <a:lnTo>
                    <a:pt x="1441970" y="1367699"/>
                  </a:lnTo>
                  <a:close/>
                </a:path>
                <a:path w="9542780" h="6570345">
                  <a:moveTo>
                    <a:pt x="1441970" y="1412064"/>
                  </a:moveTo>
                  <a:lnTo>
                    <a:pt x="1420745" y="1412064"/>
                  </a:lnTo>
                  <a:lnTo>
                    <a:pt x="1414405" y="1418564"/>
                  </a:lnTo>
                  <a:lnTo>
                    <a:pt x="1414405" y="1439758"/>
                  </a:lnTo>
                  <a:lnTo>
                    <a:pt x="1420745" y="1445975"/>
                  </a:lnTo>
                  <a:lnTo>
                    <a:pt x="1441970" y="1445975"/>
                  </a:lnTo>
                  <a:lnTo>
                    <a:pt x="1448310" y="1439758"/>
                  </a:lnTo>
                  <a:lnTo>
                    <a:pt x="1448310" y="1420541"/>
                  </a:lnTo>
                  <a:lnTo>
                    <a:pt x="1441970" y="1412064"/>
                  </a:lnTo>
                  <a:close/>
                </a:path>
                <a:path w="9542780" h="6570345">
                  <a:moveTo>
                    <a:pt x="1441970" y="1456712"/>
                  </a:moveTo>
                  <a:lnTo>
                    <a:pt x="1420745" y="1456712"/>
                  </a:lnTo>
                  <a:lnTo>
                    <a:pt x="1414405" y="1462929"/>
                  </a:lnTo>
                  <a:lnTo>
                    <a:pt x="1414405" y="1484123"/>
                  </a:lnTo>
                  <a:lnTo>
                    <a:pt x="1420745" y="1490623"/>
                  </a:lnTo>
                  <a:lnTo>
                    <a:pt x="1441970" y="1490623"/>
                  </a:lnTo>
                  <a:lnTo>
                    <a:pt x="1448310" y="1482144"/>
                  </a:lnTo>
                  <a:lnTo>
                    <a:pt x="1448310" y="1465190"/>
                  </a:lnTo>
                  <a:lnTo>
                    <a:pt x="1441970" y="1456712"/>
                  </a:lnTo>
                  <a:close/>
                </a:path>
                <a:path w="9542780" h="6570345">
                  <a:moveTo>
                    <a:pt x="1441970" y="1501077"/>
                  </a:moveTo>
                  <a:lnTo>
                    <a:pt x="1420745" y="1501077"/>
                  </a:lnTo>
                  <a:lnTo>
                    <a:pt x="1414405" y="1507577"/>
                  </a:lnTo>
                  <a:lnTo>
                    <a:pt x="1414405" y="1528771"/>
                  </a:lnTo>
                  <a:lnTo>
                    <a:pt x="1420745" y="1534988"/>
                  </a:lnTo>
                  <a:lnTo>
                    <a:pt x="1441970" y="1534988"/>
                  </a:lnTo>
                  <a:lnTo>
                    <a:pt x="1448310" y="1526510"/>
                  </a:lnTo>
                  <a:lnTo>
                    <a:pt x="1448310" y="1509555"/>
                  </a:lnTo>
                  <a:lnTo>
                    <a:pt x="1441970" y="1501077"/>
                  </a:lnTo>
                  <a:close/>
                </a:path>
                <a:path w="9542780" h="6570345">
                  <a:moveTo>
                    <a:pt x="1441970" y="1545443"/>
                  </a:moveTo>
                  <a:lnTo>
                    <a:pt x="1420745" y="1545443"/>
                  </a:lnTo>
                  <a:lnTo>
                    <a:pt x="1414405" y="1551942"/>
                  </a:lnTo>
                  <a:lnTo>
                    <a:pt x="1414405" y="1573136"/>
                  </a:lnTo>
                  <a:lnTo>
                    <a:pt x="1420745" y="1579352"/>
                  </a:lnTo>
                  <a:lnTo>
                    <a:pt x="1441970" y="1579352"/>
                  </a:lnTo>
                  <a:lnTo>
                    <a:pt x="1448310" y="1570875"/>
                  </a:lnTo>
                  <a:lnTo>
                    <a:pt x="1448310" y="1553921"/>
                  </a:lnTo>
                  <a:lnTo>
                    <a:pt x="1441970" y="1545443"/>
                  </a:lnTo>
                  <a:close/>
                </a:path>
                <a:path w="9542780" h="6570345">
                  <a:moveTo>
                    <a:pt x="1441970" y="1590092"/>
                  </a:moveTo>
                  <a:lnTo>
                    <a:pt x="1420745" y="1590092"/>
                  </a:lnTo>
                  <a:lnTo>
                    <a:pt x="1414405" y="1596308"/>
                  </a:lnTo>
                  <a:lnTo>
                    <a:pt x="1414405" y="1615523"/>
                  </a:lnTo>
                  <a:lnTo>
                    <a:pt x="1420745" y="1624001"/>
                  </a:lnTo>
                  <a:lnTo>
                    <a:pt x="1441970" y="1624001"/>
                  </a:lnTo>
                  <a:lnTo>
                    <a:pt x="1448310" y="1615523"/>
                  </a:lnTo>
                  <a:lnTo>
                    <a:pt x="1448310" y="1598569"/>
                  </a:lnTo>
                  <a:lnTo>
                    <a:pt x="1441970" y="1590092"/>
                  </a:lnTo>
                  <a:close/>
                </a:path>
                <a:path w="9542780" h="6570345">
                  <a:moveTo>
                    <a:pt x="1441970" y="1634456"/>
                  </a:moveTo>
                  <a:lnTo>
                    <a:pt x="1420745" y="1634456"/>
                  </a:lnTo>
                  <a:lnTo>
                    <a:pt x="1414405" y="1640956"/>
                  </a:lnTo>
                  <a:lnTo>
                    <a:pt x="1414405" y="1659889"/>
                  </a:lnTo>
                  <a:lnTo>
                    <a:pt x="1420745" y="1668367"/>
                  </a:lnTo>
                  <a:lnTo>
                    <a:pt x="1441970" y="1668367"/>
                  </a:lnTo>
                  <a:lnTo>
                    <a:pt x="1448310" y="1659889"/>
                  </a:lnTo>
                  <a:lnTo>
                    <a:pt x="1448310" y="1642934"/>
                  </a:lnTo>
                  <a:lnTo>
                    <a:pt x="1441970" y="1634456"/>
                  </a:lnTo>
                  <a:close/>
                </a:path>
                <a:path w="9542780" h="6570345">
                  <a:moveTo>
                    <a:pt x="1441970" y="1676844"/>
                  </a:moveTo>
                  <a:lnTo>
                    <a:pt x="1420745" y="1676844"/>
                  </a:lnTo>
                  <a:lnTo>
                    <a:pt x="1414405" y="1683061"/>
                  </a:lnTo>
                  <a:lnTo>
                    <a:pt x="1414405" y="1704254"/>
                  </a:lnTo>
                  <a:lnTo>
                    <a:pt x="1420745" y="1710754"/>
                  </a:lnTo>
                  <a:lnTo>
                    <a:pt x="1441970" y="1710754"/>
                  </a:lnTo>
                  <a:lnTo>
                    <a:pt x="1448310" y="1704254"/>
                  </a:lnTo>
                  <a:lnTo>
                    <a:pt x="1448310" y="1685321"/>
                  </a:lnTo>
                  <a:lnTo>
                    <a:pt x="1441970" y="1676844"/>
                  </a:lnTo>
                  <a:close/>
                </a:path>
                <a:path w="9542780" h="6570345">
                  <a:moveTo>
                    <a:pt x="1441970" y="1721209"/>
                  </a:moveTo>
                  <a:lnTo>
                    <a:pt x="1420745" y="1721209"/>
                  </a:lnTo>
                  <a:lnTo>
                    <a:pt x="1414405" y="1727709"/>
                  </a:lnTo>
                  <a:lnTo>
                    <a:pt x="1414405" y="1748903"/>
                  </a:lnTo>
                  <a:lnTo>
                    <a:pt x="1420745" y="1755119"/>
                  </a:lnTo>
                  <a:lnTo>
                    <a:pt x="1441970" y="1755119"/>
                  </a:lnTo>
                  <a:lnTo>
                    <a:pt x="1448310" y="1748903"/>
                  </a:lnTo>
                  <a:lnTo>
                    <a:pt x="1448310" y="1729686"/>
                  </a:lnTo>
                  <a:lnTo>
                    <a:pt x="1441970" y="1721209"/>
                  </a:lnTo>
                  <a:close/>
                </a:path>
                <a:path w="9542780" h="6570345">
                  <a:moveTo>
                    <a:pt x="1441970" y="1765857"/>
                  </a:moveTo>
                  <a:lnTo>
                    <a:pt x="1420745" y="1765857"/>
                  </a:lnTo>
                  <a:lnTo>
                    <a:pt x="1414405" y="1772074"/>
                  </a:lnTo>
                  <a:lnTo>
                    <a:pt x="1414405" y="1793267"/>
                  </a:lnTo>
                  <a:lnTo>
                    <a:pt x="1420745" y="1799767"/>
                  </a:lnTo>
                  <a:lnTo>
                    <a:pt x="1441970" y="1799767"/>
                  </a:lnTo>
                  <a:lnTo>
                    <a:pt x="1448310" y="1791290"/>
                  </a:lnTo>
                  <a:lnTo>
                    <a:pt x="1448310" y="1774334"/>
                  </a:lnTo>
                  <a:lnTo>
                    <a:pt x="1441970" y="1765857"/>
                  </a:lnTo>
                  <a:close/>
                </a:path>
                <a:path w="9542780" h="6570345">
                  <a:moveTo>
                    <a:pt x="1441970" y="1810223"/>
                  </a:moveTo>
                  <a:lnTo>
                    <a:pt x="1420745" y="1810223"/>
                  </a:lnTo>
                  <a:lnTo>
                    <a:pt x="1414405" y="1816722"/>
                  </a:lnTo>
                  <a:lnTo>
                    <a:pt x="1414405" y="1837634"/>
                  </a:lnTo>
                  <a:lnTo>
                    <a:pt x="1420745" y="1844132"/>
                  </a:lnTo>
                  <a:lnTo>
                    <a:pt x="1441970" y="1844132"/>
                  </a:lnTo>
                  <a:lnTo>
                    <a:pt x="1448310" y="1835655"/>
                  </a:lnTo>
                  <a:lnTo>
                    <a:pt x="1448310" y="1818700"/>
                  </a:lnTo>
                  <a:lnTo>
                    <a:pt x="1441970" y="1810223"/>
                  </a:lnTo>
                  <a:close/>
                </a:path>
                <a:path w="9542780" h="6570345">
                  <a:moveTo>
                    <a:pt x="1441970" y="1854588"/>
                  </a:moveTo>
                  <a:lnTo>
                    <a:pt x="1420745" y="1854588"/>
                  </a:lnTo>
                  <a:lnTo>
                    <a:pt x="1414405" y="1861088"/>
                  </a:lnTo>
                  <a:lnTo>
                    <a:pt x="1414405" y="1880021"/>
                  </a:lnTo>
                  <a:lnTo>
                    <a:pt x="1420745" y="1888498"/>
                  </a:lnTo>
                  <a:lnTo>
                    <a:pt x="1441970" y="1888498"/>
                  </a:lnTo>
                  <a:lnTo>
                    <a:pt x="1448310" y="1880021"/>
                  </a:lnTo>
                  <a:lnTo>
                    <a:pt x="1448310" y="1863065"/>
                  </a:lnTo>
                  <a:lnTo>
                    <a:pt x="1441970" y="1854588"/>
                  </a:lnTo>
                  <a:close/>
                </a:path>
                <a:path w="9542780" h="6570345">
                  <a:moveTo>
                    <a:pt x="1441970" y="1899236"/>
                  </a:moveTo>
                  <a:lnTo>
                    <a:pt x="1420745" y="1899236"/>
                  </a:lnTo>
                  <a:lnTo>
                    <a:pt x="1414405" y="1905453"/>
                  </a:lnTo>
                  <a:lnTo>
                    <a:pt x="1414405" y="1924668"/>
                  </a:lnTo>
                  <a:lnTo>
                    <a:pt x="1420745" y="1933147"/>
                  </a:lnTo>
                  <a:lnTo>
                    <a:pt x="1441970" y="1933147"/>
                  </a:lnTo>
                  <a:lnTo>
                    <a:pt x="1448310" y="1924668"/>
                  </a:lnTo>
                  <a:lnTo>
                    <a:pt x="1448310" y="1907713"/>
                  </a:lnTo>
                  <a:lnTo>
                    <a:pt x="1441970" y="1899236"/>
                  </a:lnTo>
                  <a:close/>
                </a:path>
                <a:path w="9542780" h="6570345">
                  <a:moveTo>
                    <a:pt x="1441970" y="1943601"/>
                  </a:moveTo>
                  <a:lnTo>
                    <a:pt x="1420745" y="1943601"/>
                  </a:lnTo>
                  <a:lnTo>
                    <a:pt x="1414405" y="1950101"/>
                  </a:lnTo>
                  <a:lnTo>
                    <a:pt x="1414405" y="1971295"/>
                  </a:lnTo>
                  <a:lnTo>
                    <a:pt x="1420745" y="1977511"/>
                  </a:lnTo>
                  <a:lnTo>
                    <a:pt x="1441970" y="1977511"/>
                  </a:lnTo>
                  <a:lnTo>
                    <a:pt x="1448310" y="1969034"/>
                  </a:lnTo>
                  <a:lnTo>
                    <a:pt x="1448310" y="1952080"/>
                  </a:lnTo>
                  <a:lnTo>
                    <a:pt x="1441970" y="1943601"/>
                  </a:lnTo>
                  <a:close/>
                </a:path>
                <a:path w="9542780" h="6570345">
                  <a:moveTo>
                    <a:pt x="1441970" y="1985989"/>
                  </a:moveTo>
                  <a:lnTo>
                    <a:pt x="1420745" y="1985989"/>
                  </a:lnTo>
                  <a:lnTo>
                    <a:pt x="1414405" y="1992205"/>
                  </a:lnTo>
                  <a:lnTo>
                    <a:pt x="1414405" y="2013399"/>
                  </a:lnTo>
                  <a:lnTo>
                    <a:pt x="1420745" y="2019899"/>
                  </a:lnTo>
                  <a:lnTo>
                    <a:pt x="1441970" y="2019899"/>
                  </a:lnTo>
                  <a:lnTo>
                    <a:pt x="1448310" y="2013399"/>
                  </a:lnTo>
                  <a:lnTo>
                    <a:pt x="1448310" y="1994466"/>
                  </a:lnTo>
                  <a:lnTo>
                    <a:pt x="1441970" y="1985989"/>
                  </a:lnTo>
                  <a:close/>
                </a:path>
                <a:path w="9542780" h="6570345">
                  <a:moveTo>
                    <a:pt x="1441970" y="2030355"/>
                  </a:moveTo>
                  <a:lnTo>
                    <a:pt x="1420745" y="2030355"/>
                  </a:lnTo>
                  <a:lnTo>
                    <a:pt x="1414405" y="2036853"/>
                  </a:lnTo>
                  <a:lnTo>
                    <a:pt x="1414405" y="2058047"/>
                  </a:lnTo>
                  <a:lnTo>
                    <a:pt x="1420745" y="2064264"/>
                  </a:lnTo>
                  <a:lnTo>
                    <a:pt x="1441970" y="2064264"/>
                  </a:lnTo>
                  <a:lnTo>
                    <a:pt x="1448310" y="2058047"/>
                  </a:lnTo>
                  <a:lnTo>
                    <a:pt x="1448310" y="2038832"/>
                  </a:lnTo>
                  <a:lnTo>
                    <a:pt x="1441970" y="2030355"/>
                  </a:lnTo>
                  <a:close/>
                </a:path>
                <a:path w="9542780" h="6570345">
                  <a:moveTo>
                    <a:pt x="1441970" y="2075003"/>
                  </a:moveTo>
                  <a:lnTo>
                    <a:pt x="1420745" y="2075003"/>
                  </a:lnTo>
                  <a:lnTo>
                    <a:pt x="1414405" y="2081220"/>
                  </a:lnTo>
                  <a:lnTo>
                    <a:pt x="1414405" y="2102413"/>
                  </a:lnTo>
                  <a:lnTo>
                    <a:pt x="1420745" y="2108912"/>
                  </a:lnTo>
                  <a:lnTo>
                    <a:pt x="1441970" y="2108912"/>
                  </a:lnTo>
                  <a:lnTo>
                    <a:pt x="1448310" y="2100435"/>
                  </a:lnTo>
                  <a:lnTo>
                    <a:pt x="1448310" y="2083480"/>
                  </a:lnTo>
                  <a:lnTo>
                    <a:pt x="1441970" y="2075003"/>
                  </a:lnTo>
                  <a:close/>
                </a:path>
                <a:path w="9542780" h="6570345">
                  <a:moveTo>
                    <a:pt x="1441970" y="2119368"/>
                  </a:moveTo>
                  <a:lnTo>
                    <a:pt x="1420745" y="2119368"/>
                  </a:lnTo>
                  <a:lnTo>
                    <a:pt x="1414405" y="2125585"/>
                  </a:lnTo>
                  <a:lnTo>
                    <a:pt x="1414405" y="2144800"/>
                  </a:lnTo>
                  <a:lnTo>
                    <a:pt x="1420745" y="2153278"/>
                  </a:lnTo>
                  <a:lnTo>
                    <a:pt x="1441970" y="2153278"/>
                  </a:lnTo>
                  <a:lnTo>
                    <a:pt x="1448310" y="2144800"/>
                  </a:lnTo>
                  <a:lnTo>
                    <a:pt x="1448310" y="2127845"/>
                  </a:lnTo>
                  <a:lnTo>
                    <a:pt x="1441970" y="2119368"/>
                  </a:lnTo>
                  <a:close/>
                </a:path>
                <a:path w="9542780" h="6570345">
                  <a:moveTo>
                    <a:pt x="1441970" y="2163733"/>
                  </a:moveTo>
                  <a:lnTo>
                    <a:pt x="1420745" y="2163733"/>
                  </a:lnTo>
                  <a:lnTo>
                    <a:pt x="1414405" y="2170233"/>
                  </a:lnTo>
                  <a:lnTo>
                    <a:pt x="1414405" y="2189166"/>
                  </a:lnTo>
                  <a:lnTo>
                    <a:pt x="1420745" y="2197643"/>
                  </a:lnTo>
                  <a:lnTo>
                    <a:pt x="1441970" y="2197643"/>
                  </a:lnTo>
                  <a:lnTo>
                    <a:pt x="1448310" y="2189166"/>
                  </a:lnTo>
                  <a:lnTo>
                    <a:pt x="1448310" y="2172211"/>
                  </a:lnTo>
                  <a:lnTo>
                    <a:pt x="1441970" y="2163733"/>
                  </a:lnTo>
                  <a:close/>
                </a:path>
                <a:path w="9542780" h="6570345">
                  <a:moveTo>
                    <a:pt x="1441970" y="2208381"/>
                  </a:moveTo>
                  <a:lnTo>
                    <a:pt x="1420745" y="2208381"/>
                  </a:lnTo>
                  <a:lnTo>
                    <a:pt x="1414405" y="2214598"/>
                  </a:lnTo>
                  <a:lnTo>
                    <a:pt x="1414405" y="2233814"/>
                  </a:lnTo>
                  <a:lnTo>
                    <a:pt x="1420745" y="2242291"/>
                  </a:lnTo>
                  <a:lnTo>
                    <a:pt x="1441970" y="2242291"/>
                  </a:lnTo>
                  <a:lnTo>
                    <a:pt x="1448310" y="2233814"/>
                  </a:lnTo>
                  <a:lnTo>
                    <a:pt x="1448310" y="2216858"/>
                  </a:lnTo>
                  <a:lnTo>
                    <a:pt x="1441970" y="2208381"/>
                  </a:lnTo>
                  <a:close/>
                </a:path>
                <a:path w="9542780" h="6570345">
                  <a:moveTo>
                    <a:pt x="1441970" y="2252747"/>
                  </a:moveTo>
                  <a:lnTo>
                    <a:pt x="1420745" y="2252747"/>
                  </a:lnTo>
                  <a:lnTo>
                    <a:pt x="1414405" y="2259246"/>
                  </a:lnTo>
                  <a:lnTo>
                    <a:pt x="1414405" y="2280157"/>
                  </a:lnTo>
                  <a:lnTo>
                    <a:pt x="1420745" y="2286656"/>
                  </a:lnTo>
                  <a:lnTo>
                    <a:pt x="1441970" y="2286656"/>
                  </a:lnTo>
                  <a:lnTo>
                    <a:pt x="1448310" y="2278179"/>
                  </a:lnTo>
                  <a:lnTo>
                    <a:pt x="1448310" y="2261224"/>
                  </a:lnTo>
                  <a:lnTo>
                    <a:pt x="1441970" y="2252747"/>
                  </a:lnTo>
                  <a:close/>
                </a:path>
                <a:path w="9542780" h="6570345">
                  <a:moveTo>
                    <a:pt x="1441970" y="2295135"/>
                  </a:moveTo>
                  <a:lnTo>
                    <a:pt x="1420745" y="2295135"/>
                  </a:lnTo>
                  <a:lnTo>
                    <a:pt x="1414405" y="2301351"/>
                  </a:lnTo>
                  <a:lnTo>
                    <a:pt x="1414405" y="2322545"/>
                  </a:lnTo>
                  <a:lnTo>
                    <a:pt x="1420745" y="2329044"/>
                  </a:lnTo>
                  <a:lnTo>
                    <a:pt x="1441970" y="2329044"/>
                  </a:lnTo>
                  <a:lnTo>
                    <a:pt x="1448310" y="2322545"/>
                  </a:lnTo>
                  <a:lnTo>
                    <a:pt x="1448310" y="2303612"/>
                  </a:lnTo>
                  <a:lnTo>
                    <a:pt x="1441970" y="2295135"/>
                  </a:lnTo>
                  <a:close/>
                </a:path>
                <a:path w="9542780" h="6570345">
                  <a:moveTo>
                    <a:pt x="1441970" y="2339500"/>
                  </a:moveTo>
                  <a:lnTo>
                    <a:pt x="1420745" y="2339500"/>
                  </a:lnTo>
                  <a:lnTo>
                    <a:pt x="1414405" y="2345999"/>
                  </a:lnTo>
                  <a:lnTo>
                    <a:pt x="1414405" y="2367193"/>
                  </a:lnTo>
                  <a:lnTo>
                    <a:pt x="1420745" y="2373410"/>
                  </a:lnTo>
                  <a:lnTo>
                    <a:pt x="1441970" y="2373410"/>
                  </a:lnTo>
                  <a:lnTo>
                    <a:pt x="1448310" y="2367193"/>
                  </a:lnTo>
                  <a:lnTo>
                    <a:pt x="1448310" y="2347977"/>
                  </a:lnTo>
                  <a:lnTo>
                    <a:pt x="1441970" y="2339500"/>
                  </a:lnTo>
                  <a:close/>
                </a:path>
                <a:path w="9542780" h="6570345">
                  <a:moveTo>
                    <a:pt x="1441970" y="2384148"/>
                  </a:moveTo>
                  <a:lnTo>
                    <a:pt x="1420745" y="2384148"/>
                  </a:lnTo>
                  <a:lnTo>
                    <a:pt x="1414405" y="2390364"/>
                  </a:lnTo>
                  <a:lnTo>
                    <a:pt x="1414405" y="2411558"/>
                  </a:lnTo>
                  <a:lnTo>
                    <a:pt x="1420745" y="2417775"/>
                  </a:lnTo>
                  <a:lnTo>
                    <a:pt x="1441970" y="2417775"/>
                  </a:lnTo>
                  <a:lnTo>
                    <a:pt x="1448310" y="2409579"/>
                  </a:lnTo>
                  <a:lnTo>
                    <a:pt x="1448310" y="2392625"/>
                  </a:lnTo>
                  <a:lnTo>
                    <a:pt x="1441970" y="2384148"/>
                  </a:lnTo>
                  <a:close/>
                </a:path>
                <a:path w="9542780" h="6570345">
                  <a:moveTo>
                    <a:pt x="1441970" y="2428513"/>
                  </a:moveTo>
                  <a:lnTo>
                    <a:pt x="1420745" y="2428513"/>
                  </a:lnTo>
                  <a:lnTo>
                    <a:pt x="1414405" y="2434729"/>
                  </a:lnTo>
                  <a:lnTo>
                    <a:pt x="1414405" y="2453946"/>
                  </a:lnTo>
                  <a:lnTo>
                    <a:pt x="1420745" y="2462423"/>
                  </a:lnTo>
                  <a:lnTo>
                    <a:pt x="1441970" y="2462423"/>
                  </a:lnTo>
                  <a:lnTo>
                    <a:pt x="1448310" y="2453946"/>
                  </a:lnTo>
                  <a:lnTo>
                    <a:pt x="1448310" y="2436990"/>
                  </a:lnTo>
                  <a:lnTo>
                    <a:pt x="1441970" y="2428513"/>
                  </a:lnTo>
                  <a:close/>
                </a:path>
                <a:path w="9542780" h="6570345">
                  <a:moveTo>
                    <a:pt x="1441970" y="2472879"/>
                  </a:moveTo>
                  <a:lnTo>
                    <a:pt x="1420745" y="2472879"/>
                  </a:lnTo>
                  <a:lnTo>
                    <a:pt x="1414405" y="2479377"/>
                  </a:lnTo>
                  <a:lnTo>
                    <a:pt x="1414405" y="2498310"/>
                  </a:lnTo>
                  <a:lnTo>
                    <a:pt x="1420745" y="2506788"/>
                  </a:lnTo>
                  <a:lnTo>
                    <a:pt x="1441970" y="2506788"/>
                  </a:lnTo>
                  <a:lnTo>
                    <a:pt x="1448310" y="2498310"/>
                  </a:lnTo>
                  <a:lnTo>
                    <a:pt x="1448310" y="2481356"/>
                  </a:lnTo>
                  <a:lnTo>
                    <a:pt x="1441970" y="2472879"/>
                  </a:lnTo>
                  <a:close/>
                </a:path>
                <a:path w="9542780" h="6570345">
                  <a:moveTo>
                    <a:pt x="1441970" y="2517527"/>
                  </a:moveTo>
                  <a:lnTo>
                    <a:pt x="1420745" y="2517527"/>
                  </a:lnTo>
                  <a:lnTo>
                    <a:pt x="1414405" y="2523743"/>
                  </a:lnTo>
                  <a:lnTo>
                    <a:pt x="1414405" y="2544937"/>
                  </a:lnTo>
                  <a:lnTo>
                    <a:pt x="1420745" y="2551436"/>
                  </a:lnTo>
                  <a:lnTo>
                    <a:pt x="1441970" y="2551436"/>
                  </a:lnTo>
                  <a:lnTo>
                    <a:pt x="1448310" y="2542959"/>
                  </a:lnTo>
                  <a:lnTo>
                    <a:pt x="1448310" y="2526004"/>
                  </a:lnTo>
                  <a:lnTo>
                    <a:pt x="1441970" y="2517527"/>
                  </a:lnTo>
                  <a:close/>
                </a:path>
                <a:path w="9542780" h="6570345">
                  <a:moveTo>
                    <a:pt x="1441970" y="2561892"/>
                  </a:moveTo>
                  <a:lnTo>
                    <a:pt x="1420745" y="2561892"/>
                  </a:lnTo>
                  <a:lnTo>
                    <a:pt x="1414405" y="2568108"/>
                  </a:lnTo>
                  <a:lnTo>
                    <a:pt x="1414405" y="2589302"/>
                  </a:lnTo>
                  <a:lnTo>
                    <a:pt x="1420745" y="2595802"/>
                  </a:lnTo>
                  <a:lnTo>
                    <a:pt x="1441970" y="2595802"/>
                  </a:lnTo>
                  <a:lnTo>
                    <a:pt x="1448310" y="2587325"/>
                  </a:lnTo>
                  <a:lnTo>
                    <a:pt x="1448310" y="2570369"/>
                  </a:lnTo>
                  <a:lnTo>
                    <a:pt x="1441970" y="2561892"/>
                  </a:lnTo>
                  <a:close/>
                </a:path>
                <a:path w="9542780" h="6570345">
                  <a:moveTo>
                    <a:pt x="1441970" y="2604279"/>
                  </a:moveTo>
                  <a:lnTo>
                    <a:pt x="1420745" y="2604279"/>
                  </a:lnTo>
                  <a:lnTo>
                    <a:pt x="1414405" y="2610496"/>
                  </a:lnTo>
                  <a:lnTo>
                    <a:pt x="1414405" y="2631690"/>
                  </a:lnTo>
                  <a:lnTo>
                    <a:pt x="1420745" y="2638190"/>
                  </a:lnTo>
                  <a:lnTo>
                    <a:pt x="1441970" y="2638190"/>
                  </a:lnTo>
                  <a:lnTo>
                    <a:pt x="1448310" y="2631690"/>
                  </a:lnTo>
                  <a:lnTo>
                    <a:pt x="1448310" y="2612757"/>
                  </a:lnTo>
                  <a:lnTo>
                    <a:pt x="1441970" y="2604279"/>
                  </a:lnTo>
                  <a:close/>
                </a:path>
                <a:path w="9542780" h="6570345">
                  <a:moveTo>
                    <a:pt x="1441970" y="2648644"/>
                  </a:moveTo>
                  <a:lnTo>
                    <a:pt x="1420745" y="2648644"/>
                  </a:lnTo>
                  <a:lnTo>
                    <a:pt x="1414405" y="2655144"/>
                  </a:lnTo>
                  <a:lnTo>
                    <a:pt x="1414405" y="2676338"/>
                  </a:lnTo>
                  <a:lnTo>
                    <a:pt x="1420745" y="2682554"/>
                  </a:lnTo>
                  <a:lnTo>
                    <a:pt x="1441970" y="2682554"/>
                  </a:lnTo>
                  <a:lnTo>
                    <a:pt x="1448310" y="2676338"/>
                  </a:lnTo>
                  <a:lnTo>
                    <a:pt x="1448310" y="2657123"/>
                  </a:lnTo>
                  <a:lnTo>
                    <a:pt x="1441970" y="2648644"/>
                  </a:lnTo>
                  <a:close/>
                </a:path>
                <a:path w="9542780" h="6570345">
                  <a:moveTo>
                    <a:pt x="1441970" y="2693292"/>
                  </a:moveTo>
                  <a:lnTo>
                    <a:pt x="1420745" y="2693292"/>
                  </a:lnTo>
                  <a:lnTo>
                    <a:pt x="1414405" y="2699509"/>
                  </a:lnTo>
                  <a:lnTo>
                    <a:pt x="1414405" y="2718442"/>
                  </a:lnTo>
                  <a:lnTo>
                    <a:pt x="1420745" y="2726919"/>
                  </a:lnTo>
                  <a:lnTo>
                    <a:pt x="1441970" y="2726919"/>
                  </a:lnTo>
                  <a:lnTo>
                    <a:pt x="1448310" y="2718442"/>
                  </a:lnTo>
                  <a:lnTo>
                    <a:pt x="1448310" y="2701770"/>
                  </a:lnTo>
                  <a:lnTo>
                    <a:pt x="1441970" y="2693292"/>
                  </a:lnTo>
                  <a:close/>
                </a:path>
                <a:path w="9542780" h="6570345">
                  <a:moveTo>
                    <a:pt x="1441970" y="3620446"/>
                  </a:moveTo>
                  <a:lnTo>
                    <a:pt x="1420745" y="3620446"/>
                  </a:lnTo>
                  <a:lnTo>
                    <a:pt x="1414405" y="3626944"/>
                  </a:lnTo>
                  <a:lnTo>
                    <a:pt x="1414405" y="3648138"/>
                  </a:lnTo>
                  <a:lnTo>
                    <a:pt x="1420746" y="3654356"/>
                  </a:lnTo>
                  <a:lnTo>
                    <a:pt x="1441970" y="3654356"/>
                  </a:lnTo>
                  <a:lnTo>
                    <a:pt x="1448310" y="3645877"/>
                  </a:lnTo>
                  <a:lnTo>
                    <a:pt x="1448310" y="3628923"/>
                  </a:lnTo>
                  <a:lnTo>
                    <a:pt x="1441970" y="3620446"/>
                  </a:lnTo>
                  <a:close/>
                </a:path>
                <a:path w="9542780" h="6570345">
                  <a:moveTo>
                    <a:pt x="1441970" y="3665094"/>
                  </a:moveTo>
                  <a:lnTo>
                    <a:pt x="1420745" y="3665094"/>
                  </a:lnTo>
                  <a:lnTo>
                    <a:pt x="1414405" y="3671310"/>
                  </a:lnTo>
                  <a:lnTo>
                    <a:pt x="1414405" y="3692504"/>
                  </a:lnTo>
                  <a:lnTo>
                    <a:pt x="1420745" y="3699003"/>
                  </a:lnTo>
                  <a:lnTo>
                    <a:pt x="1441970" y="3699003"/>
                  </a:lnTo>
                  <a:lnTo>
                    <a:pt x="1448310" y="3690526"/>
                  </a:lnTo>
                  <a:lnTo>
                    <a:pt x="1448310" y="3673571"/>
                  </a:lnTo>
                  <a:lnTo>
                    <a:pt x="1441970" y="3665094"/>
                  </a:lnTo>
                  <a:close/>
                </a:path>
                <a:path w="9542780" h="6570345">
                  <a:moveTo>
                    <a:pt x="1441970" y="3709459"/>
                  </a:moveTo>
                  <a:lnTo>
                    <a:pt x="1420745" y="3709459"/>
                  </a:lnTo>
                  <a:lnTo>
                    <a:pt x="1414405" y="3715959"/>
                  </a:lnTo>
                  <a:lnTo>
                    <a:pt x="1414405" y="3734892"/>
                  </a:lnTo>
                  <a:lnTo>
                    <a:pt x="1420745" y="3743369"/>
                  </a:lnTo>
                  <a:lnTo>
                    <a:pt x="1441970" y="3743369"/>
                  </a:lnTo>
                  <a:lnTo>
                    <a:pt x="1448310" y="3734892"/>
                  </a:lnTo>
                  <a:lnTo>
                    <a:pt x="1448310" y="3717936"/>
                  </a:lnTo>
                  <a:lnTo>
                    <a:pt x="1441970" y="3709459"/>
                  </a:lnTo>
                  <a:close/>
                </a:path>
                <a:path w="9542780" h="6570345">
                  <a:moveTo>
                    <a:pt x="1441970" y="3753825"/>
                  </a:moveTo>
                  <a:lnTo>
                    <a:pt x="1420745" y="3753825"/>
                  </a:lnTo>
                  <a:lnTo>
                    <a:pt x="1414405" y="3760296"/>
                  </a:lnTo>
                  <a:lnTo>
                    <a:pt x="1414405" y="3779342"/>
                  </a:lnTo>
                  <a:lnTo>
                    <a:pt x="1420745" y="3787819"/>
                  </a:lnTo>
                  <a:lnTo>
                    <a:pt x="1441970" y="3787819"/>
                  </a:lnTo>
                  <a:lnTo>
                    <a:pt x="1448310" y="3779342"/>
                  </a:lnTo>
                  <a:lnTo>
                    <a:pt x="1448310" y="3762415"/>
                  </a:lnTo>
                  <a:lnTo>
                    <a:pt x="1441970" y="3753825"/>
                  </a:lnTo>
                  <a:close/>
                </a:path>
                <a:path w="9542780" h="6570345">
                  <a:moveTo>
                    <a:pt x="1441970" y="3798416"/>
                  </a:moveTo>
                  <a:lnTo>
                    <a:pt x="1420745" y="3798416"/>
                  </a:lnTo>
                  <a:lnTo>
                    <a:pt x="1414405" y="3804746"/>
                  </a:lnTo>
                  <a:lnTo>
                    <a:pt x="1414405" y="3823820"/>
                  </a:lnTo>
                  <a:lnTo>
                    <a:pt x="1420745" y="3832269"/>
                  </a:lnTo>
                  <a:lnTo>
                    <a:pt x="1441970" y="3832269"/>
                  </a:lnTo>
                  <a:lnTo>
                    <a:pt x="1448310" y="3823820"/>
                  </a:lnTo>
                  <a:lnTo>
                    <a:pt x="1448310" y="3806865"/>
                  </a:lnTo>
                  <a:lnTo>
                    <a:pt x="1441970" y="3798416"/>
                  </a:lnTo>
                  <a:close/>
                </a:path>
                <a:path w="9542780" h="6570345">
                  <a:moveTo>
                    <a:pt x="1441970" y="3840746"/>
                  </a:moveTo>
                  <a:lnTo>
                    <a:pt x="1420745" y="3840746"/>
                  </a:lnTo>
                  <a:lnTo>
                    <a:pt x="1414405" y="3847105"/>
                  </a:lnTo>
                  <a:lnTo>
                    <a:pt x="1414405" y="3866151"/>
                  </a:lnTo>
                  <a:lnTo>
                    <a:pt x="1420745" y="3874629"/>
                  </a:lnTo>
                  <a:lnTo>
                    <a:pt x="1441970" y="3874629"/>
                  </a:lnTo>
                  <a:lnTo>
                    <a:pt x="1448310" y="3868270"/>
                  </a:lnTo>
                  <a:lnTo>
                    <a:pt x="1448310" y="3849225"/>
                  </a:lnTo>
                  <a:lnTo>
                    <a:pt x="1441970" y="3840746"/>
                  </a:lnTo>
                  <a:close/>
                </a:path>
                <a:path w="9542780" h="6570345">
                  <a:moveTo>
                    <a:pt x="1441970" y="3885225"/>
                  </a:moveTo>
                  <a:lnTo>
                    <a:pt x="1420745" y="3885225"/>
                  </a:lnTo>
                  <a:lnTo>
                    <a:pt x="1414405" y="3891555"/>
                  </a:lnTo>
                  <a:lnTo>
                    <a:pt x="1414405" y="3910629"/>
                  </a:lnTo>
                  <a:lnTo>
                    <a:pt x="1420745" y="3919079"/>
                  </a:lnTo>
                  <a:lnTo>
                    <a:pt x="1441970" y="3919079"/>
                  </a:lnTo>
                  <a:lnTo>
                    <a:pt x="1448310" y="3912749"/>
                  </a:lnTo>
                  <a:lnTo>
                    <a:pt x="1448310" y="3893675"/>
                  </a:lnTo>
                  <a:lnTo>
                    <a:pt x="1441970" y="3885225"/>
                  </a:lnTo>
                  <a:close/>
                </a:path>
                <a:path w="9542780" h="6570345">
                  <a:moveTo>
                    <a:pt x="1441970" y="3929675"/>
                  </a:moveTo>
                  <a:lnTo>
                    <a:pt x="1420745" y="3929675"/>
                  </a:lnTo>
                  <a:lnTo>
                    <a:pt x="1414405" y="3936033"/>
                  </a:lnTo>
                  <a:lnTo>
                    <a:pt x="1414405" y="3955079"/>
                  </a:lnTo>
                  <a:lnTo>
                    <a:pt x="1420745" y="3963556"/>
                  </a:lnTo>
                  <a:lnTo>
                    <a:pt x="1441970" y="3963556"/>
                  </a:lnTo>
                  <a:lnTo>
                    <a:pt x="1448310" y="3955079"/>
                  </a:lnTo>
                  <a:lnTo>
                    <a:pt x="1448310" y="3938153"/>
                  </a:lnTo>
                  <a:lnTo>
                    <a:pt x="1441970" y="3929675"/>
                  </a:lnTo>
                  <a:close/>
                </a:path>
                <a:path w="9542780" h="6570345">
                  <a:moveTo>
                    <a:pt x="1441970" y="3974125"/>
                  </a:moveTo>
                  <a:lnTo>
                    <a:pt x="1420745" y="3974125"/>
                  </a:lnTo>
                  <a:lnTo>
                    <a:pt x="1414405" y="3980483"/>
                  </a:lnTo>
                  <a:lnTo>
                    <a:pt x="1414405" y="3999558"/>
                  </a:lnTo>
                  <a:lnTo>
                    <a:pt x="1420745" y="4008008"/>
                  </a:lnTo>
                  <a:lnTo>
                    <a:pt x="1441970" y="4008008"/>
                  </a:lnTo>
                  <a:lnTo>
                    <a:pt x="1448310" y="3999558"/>
                  </a:lnTo>
                  <a:lnTo>
                    <a:pt x="1448310" y="3982603"/>
                  </a:lnTo>
                  <a:lnTo>
                    <a:pt x="1441970" y="3974125"/>
                  </a:lnTo>
                  <a:close/>
                </a:path>
                <a:path w="9542780" h="6570345">
                  <a:moveTo>
                    <a:pt x="1441970" y="4018603"/>
                  </a:moveTo>
                  <a:lnTo>
                    <a:pt x="1420745" y="4018603"/>
                  </a:lnTo>
                  <a:lnTo>
                    <a:pt x="1414405" y="4024962"/>
                  </a:lnTo>
                  <a:lnTo>
                    <a:pt x="1414405" y="4044008"/>
                  </a:lnTo>
                  <a:lnTo>
                    <a:pt x="1420745" y="4052486"/>
                  </a:lnTo>
                  <a:lnTo>
                    <a:pt x="1441970" y="4052486"/>
                  </a:lnTo>
                  <a:lnTo>
                    <a:pt x="1448310" y="4044008"/>
                  </a:lnTo>
                  <a:lnTo>
                    <a:pt x="1448310" y="4027082"/>
                  </a:lnTo>
                  <a:lnTo>
                    <a:pt x="1441970" y="4018603"/>
                  </a:lnTo>
                  <a:close/>
                </a:path>
                <a:path w="9542780" h="6570345">
                  <a:moveTo>
                    <a:pt x="1441970" y="4063055"/>
                  </a:moveTo>
                  <a:lnTo>
                    <a:pt x="1420745" y="4063055"/>
                  </a:lnTo>
                  <a:lnTo>
                    <a:pt x="1414405" y="4069412"/>
                  </a:lnTo>
                  <a:lnTo>
                    <a:pt x="1414405" y="4088486"/>
                  </a:lnTo>
                  <a:lnTo>
                    <a:pt x="1420745" y="4096936"/>
                  </a:lnTo>
                  <a:lnTo>
                    <a:pt x="1441970" y="4096936"/>
                  </a:lnTo>
                  <a:lnTo>
                    <a:pt x="1448310" y="4088486"/>
                  </a:lnTo>
                  <a:lnTo>
                    <a:pt x="1448310" y="4071532"/>
                  </a:lnTo>
                  <a:lnTo>
                    <a:pt x="1441970" y="4063055"/>
                  </a:lnTo>
                  <a:close/>
                </a:path>
                <a:path w="9542780" h="6570345">
                  <a:moveTo>
                    <a:pt x="1441970" y="4107533"/>
                  </a:moveTo>
                  <a:lnTo>
                    <a:pt x="1420745" y="4107533"/>
                  </a:lnTo>
                  <a:lnTo>
                    <a:pt x="1414405" y="4113890"/>
                  </a:lnTo>
                  <a:lnTo>
                    <a:pt x="1414405" y="4132936"/>
                  </a:lnTo>
                  <a:lnTo>
                    <a:pt x="1420745" y="4141415"/>
                  </a:lnTo>
                  <a:lnTo>
                    <a:pt x="1441970" y="4141415"/>
                  </a:lnTo>
                  <a:lnTo>
                    <a:pt x="1448310" y="4132936"/>
                  </a:lnTo>
                  <a:lnTo>
                    <a:pt x="1448310" y="4116010"/>
                  </a:lnTo>
                  <a:lnTo>
                    <a:pt x="1441970" y="4107533"/>
                  </a:lnTo>
                  <a:close/>
                </a:path>
                <a:path w="9542780" h="6570345">
                  <a:moveTo>
                    <a:pt x="1441970" y="4149863"/>
                  </a:moveTo>
                  <a:lnTo>
                    <a:pt x="1420745" y="4149863"/>
                  </a:lnTo>
                  <a:lnTo>
                    <a:pt x="1414405" y="4156222"/>
                  </a:lnTo>
                  <a:lnTo>
                    <a:pt x="1414405" y="4175296"/>
                  </a:lnTo>
                  <a:lnTo>
                    <a:pt x="1420745" y="4183745"/>
                  </a:lnTo>
                  <a:lnTo>
                    <a:pt x="1441970" y="4183745"/>
                  </a:lnTo>
                  <a:lnTo>
                    <a:pt x="1448310" y="4177416"/>
                  </a:lnTo>
                  <a:lnTo>
                    <a:pt x="1448310" y="4158341"/>
                  </a:lnTo>
                  <a:lnTo>
                    <a:pt x="1441970" y="4149863"/>
                  </a:lnTo>
                  <a:close/>
                </a:path>
                <a:path w="9542780" h="6570345">
                  <a:moveTo>
                    <a:pt x="1441970" y="4194342"/>
                  </a:moveTo>
                  <a:lnTo>
                    <a:pt x="1420745" y="4194342"/>
                  </a:lnTo>
                  <a:lnTo>
                    <a:pt x="1414405" y="4200700"/>
                  </a:lnTo>
                  <a:lnTo>
                    <a:pt x="1414405" y="4221866"/>
                  </a:lnTo>
                  <a:lnTo>
                    <a:pt x="1420745" y="4228223"/>
                  </a:lnTo>
                  <a:lnTo>
                    <a:pt x="1441970" y="4228223"/>
                  </a:lnTo>
                  <a:lnTo>
                    <a:pt x="1448310" y="4221866"/>
                  </a:lnTo>
                  <a:lnTo>
                    <a:pt x="1448310" y="4202819"/>
                  </a:lnTo>
                  <a:lnTo>
                    <a:pt x="1441970" y="4194342"/>
                  </a:lnTo>
                  <a:close/>
                </a:path>
                <a:path w="9542780" h="6570345">
                  <a:moveTo>
                    <a:pt x="1441970" y="4416649"/>
                  </a:moveTo>
                  <a:lnTo>
                    <a:pt x="1420745" y="4416649"/>
                  </a:lnTo>
                  <a:lnTo>
                    <a:pt x="1414405" y="4423008"/>
                  </a:lnTo>
                  <a:lnTo>
                    <a:pt x="1414405" y="4442053"/>
                  </a:lnTo>
                  <a:lnTo>
                    <a:pt x="1420745" y="4450532"/>
                  </a:lnTo>
                  <a:lnTo>
                    <a:pt x="1441970" y="4450532"/>
                  </a:lnTo>
                  <a:lnTo>
                    <a:pt x="1448310" y="4442053"/>
                  </a:lnTo>
                  <a:lnTo>
                    <a:pt x="1448310" y="4425127"/>
                  </a:lnTo>
                  <a:lnTo>
                    <a:pt x="1441970" y="4416649"/>
                  </a:lnTo>
                  <a:close/>
                </a:path>
                <a:path w="9542780" h="6570345">
                  <a:moveTo>
                    <a:pt x="1441970" y="4459009"/>
                  </a:moveTo>
                  <a:lnTo>
                    <a:pt x="1420745" y="4459009"/>
                  </a:lnTo>
                  <a:lnTo>
                    <a:pt x="1414405" y="4465366"/>
                  </a:lnTo>
                  <a:lnTo>
                    <a:pt x="1414405" y="4484413"/>
                  </a:lnTo>
                  <a:lnTo>
                    <a:pt x="1420745" y="4492890"/>
                  </a:lnTo>
                  <a:lnTo>
                    <a:pt x="1441970" y="4492890"/>
                  </a:lnTo>
                  <a:lnTo>
                    <a:pt x="1448310" y="4486532"/>
                  </a:lnTo>
                  <a:lnTo>
                    <a:pt x="1448310" y="4467486"/>
                  </a:lnTo>
                  <a:lnTo>
                    <a:pt x="1441970" y="4459009"/>
                  </a:lnTo>
                  <a:close/>
                </a:path>
                <a:path w="9542780" h="6570345">
                  <a:moveTo>
                    <a:pt x="1441970" y="4503459"/>
                  </a:moveTo>
                  <a:lnTo>
                    <a:pt x="1420745" y="4503459"/>
                  </a:lnTo>
                  <a:lnTo>
                    <a:pt x="1414405" y="4509816"/>
                  </a:lnTo>
                  <a:lnTo>
                    <a:pt x="1414405" y="4528863"/>
                  </a:lnTo>
                  <a:lnTo>
                    <a:pt x="1420745" y="4537340"/>
                  </a:lnTo>
                  <a:lnTo>
                    <a:pt x="1441970" y="4537340"/>
                  </a:lnTo>
                  <a:lnTo>
                    <a:pt x="1448310" y="4530982"/>
                  </a:lnTo>
                  <a:lnTo>
                    <a:pt x="1448310" y="4511936"/>
                  </a:lnTo>
                  <a:lnTo>
                    <a:pt x="1441970" y="4503459"/>
                  </a:lnTo>
                  <a:close/>
                </a:path>
                <a:path w="9542780" h="6570345">
                  <a:moveTo>
                    <a:pt x="1441970" y="4547937"/>
                  </a:moveTo>
                  <a:lnTo>
                    <a:pt x="1420745" y="4547937"/>
                  </a:lnTo>
                  <a:lnTo>
                    <a:pt x="1414405" y="4554296"/>
                  </a:lnTo>
                  <a:lnTo>
                    <a:pt x="1414405" y="4573342"/>
                  </a:lnTo>
                  <a:lnTo>
                    <a:pt x="1420745" y="4581819"/>
                  </a:lnTo>
                  <a:lnTo>
                    <a:pt x="1441970" y="4581819"/>
                  </a:lnTo>
                  <a:lnTo>
                    <a:pt x="1448310" y="4573342"/>
                  </a:lnTo>
                  <a:lnTo>
                    <a:pt x="1448310" y="4556415"/>
                  </a:lnTo>
                  <a:lnTo>
                    <a:pt x="1441970" y="4547937"/>
                  </a:lnTo>
                  <a:close/>
                </a:path>
                <a:path w="9542780" h="6570345">
                  <a:moveTo>
                    <a:pt x="1441970" y="4592388"/>
                  </a:moveTo>
                  <a:lnTo>
                    <a:pt x="1420745" y="4592388"/>
                  </a:lnTo>
                  <a:lnTo>
                    <a:pt x="1414405" y="4598746"/>
                  </a:lnTo>
                  <a:lnTo>
                    <a:pt x="1414405" y="4617792"/>
                  </a:lnTo>
                  <a:lnTo>
                    <a:pt x="1420745" y="4626269"/>
                  </a:lnTo>
                  <a:lnTo>
                    <a:pt x="1441970" y="4626269"/>
                  </a:lnTo>
                  <a:lnTo>
                    <a:pt x="1448310" y="4617792"/>
                  </a:lnTo>
                  <a:lnTo>
                    <a:pt x="1448310" y="4600865"/>
                  </a:lnTo>
                  <a:lnTo>
                    <a:pt x="1441970" y="4592388"/>
                  </a:lnTo>
                  <a:close/>
                </a:path>
                <a:path w="9542780" h="6570345">
                  <a:moveTo>
                    <a:pt x="1441970" y="4636866"/>
                  </a:moveTo>
                  <a:lnTo>
                    <a:pt x="1420745" y="4636866"/>
                  </a:lnTo>
                  <a:lnTo>
                    <a:pt x="1414405" y="4643224"/>
                  </a:lnTo>
                  <a:lnTo>
                    <a:pt x="1414405" y="4662270"/>
                  </a:lnTo>
                  <a:lnTo>
                    <a:pt x="1420745" y="4670747"/>
                  </a:lnTo>
                  <a:lnTo>
                    <a:pt x="1441970" y="4670747"/>
                  </a:lnTo>
                  <a:lnTo>
                    <a:pt x="1448310" y="4662270"/>
                  </a:lnTo>
                  <a:lnTo>
                    <a:pt x="1448310" y="4645343"/>
                  </a:lnTo>
                  <a:lnTo>
                    <a:pt x="1441970" y="4636866"/>
                  </a:lnTo>
                  <a:close/>
                </a:path>
                <a:path w="9542780" h="6570345">
                  <a:moveTo>
                    <a:pt x="1441970" y="4681316"/>
                  </a:moveTo>
                  <a:lnTo>
                    <a:pt x="1420745" y="4681316"/>
                  </a:lnTo>
                  <a:lnTo>
                    <a:pt x="1414405" y="4687674"/>
                  </a:lnTo>
                  <a:lnTo>
                    <a:pt x="1414405" y="4706720"/>
                  </a:lnTo>
                  <a:lnTo>
                    <a:pt x="1420745" y="4715198"/>
                  </a:lnTo>
                  <a:lnTo>
                    <a:pt x="1441970" y="4715198"/>
                  </a:lnTo>
                  <a:lnTo>
                    <a:pt x="1448310" y="4706720"/>
                  </a:lnTo>
                  <a:lnTo>
                    <a:pt x="1448310" y="4689793"/>
                  </a:lnTo>
                  <a:lnTo>
                    <a:pt x="1441970" y="4681316"/>
                  </a:lnTo>
                  <a:close/>
                </a:path>
                <a:path w="9542780" h="6570345">
                  <a:moveTo>
                    <a:pt x="1441970" y="4725795"/>
                  </a:moveTo>
                  <a:lnTo>
                    <a:pt x="1420745" y="4725795"/>
                  </a:lnTo>
                  <a:lnTo>
                    <a:pt x="1414405" y="4732153"/>
                  </a:lnTo>
                  <a:lnTo>
                    <a:pt x="1414405" y="4753319"/>
                  </a:lnTo>
                  <a:lnTo>
                    <a:pt x="1420745" y="4759676"/>
                  </a:lnTo>
                  <a:lnTo>
                    <a:pt x="1441970" y="4759676"/>
                  </a:lnTo>
                  <a:lnTo>
                    <a:pt x="1448310" y="4751199"/>
                  </a:lnTo>
                  <a:lnTo>
                    <a:pt x="1448310" y="4734243"/>
                  </a:lnTo>
                  <a:lnTo>
                    <a:pt x="1441970" y="4725795"/>
                  </a:lnTo>
                  <a:close/>
                </a:path>
                <a:path w="9542780" h="6570345">
                  <a:moveTo>
                    <a:pt x="1441970" y="4768126"/>
                  </a:moveTo>
                  <a:lnTo>
                    <a:pt x="1420745" y="4768126"/>
                  </a:lnTo>
                  <a:lnTo>
                    <a:pt x="1414405" y="4774483"/>
                  </a:lnTo>
                  <a:lnTo>
                    <a:pt x="1414405" y="4795649"/>
                  </a:lnTo>
                  <a:lnTo>
                    <a:pt x="1420745" y="4802007"/>
                  </a:lnTo>
                  <a:lnTo>
                    <a:pt x="1441970" y="4802007"/>
                  </a:lnTo>
                  <a:lnTo>
                    <a:pt x="1448310" y="4795649"/>
                  </a:lnTo>
                  <a:lnTo>
                    <a:pt x="1448310" y="4776603"/>
                  </a:lnTo>
                  <a:lnTo>
                    <a:pt x="1441970" y="4768126"/>
                  </a:lnTo>
                  <a:close/>
                </a:path>
                <a:path w="9542780" h="6570345">
                  <a:moveTo>
                    <a:pt x="1441970" y="4812604"/>
                  </a:moveTo>
                  <a:lnTo>
                    <a:pt x="1420745" y="4812604"/>
                  </a:lnTo>
                  <a:lnTo>
                    <a:pt x="1414405" y="4818962"/>
                  </a:lnTo>
                  <a:lnTo>
                    <a:pt x="1414405" y="4838009"/>
                  </a:lnTo>
                  <a:lnTo>
                    <a:pt x="1420745" y="4846486"/>
                  </a:lnTo>
                  <a:lnTo>
                    <a:pt x="1441970" y="4846486"/>
                  </a:lnTo>
                  <a:lnTo>
                    <a:pt x="1448310" y="4840127"/>
                  </a:lnTo>
                  <a:lnTo>
                    <a:pt x="1448310" y="4821053"/>
                  </a:lnTo>
                  <a:lnTo>
                    <a:pt x="1441970" y="4812604"/>
                  </a:lnTo>
                  <a:close/>
                </a:path>
                <a:path w="9542780" h="6570345">
                  <a:moveTo>
                    <a:pt x="1441970" y="4857054"/>
                  </a:moveTo>
                  <a:lnTo>
                    <a:pt x="1420745" y="4857054"/>
                  </a:lnTo>
                  <a:lnTo>
                    <a:pt x="1414405" y="4863412"/>
                  </a:lnTo>
                  <a:lnTo>
                    <a:pt x="1414405" y="4882459"/>
                  </a:lnTo>
                  <a:lnTo>
                    <a:pt x="1420745" y="4890936"/>
                  </a:lnTo>
                  <a:lnTo>
                    <a:pt x="1441970" y="4890936"/>
                  </a:lnTo>
                  <a:lnTo>
                    <a:pt x="1448310" y="4882459"/>
                  </a:lnTo>
                  <a:lnTo>
                    <a:pt x="1448310" y="4865532"/>
                  </a:lnTo>
                  <a:lnTo>
                    <a:pt x="1441970" y="4857054"/>
                  </a:lnTo>
                  <a:close/>
                </a:path>
                <a:path w="9542780" h="6570345">
                  <a:moveTo>
                    <a:pt x="1441970" y="4901533"/>
                  </a:moveTo>
                  <a:lnTo>
                    <a:pt x="1420745" y="4901533"/>
                  </a:lnTo>
                  <a:lnTo>
                    <a:pt x="1414405" y="4907890"/>
                  </a:lnTo>
                  <a:lnTo>
                    <a:pt x="1414405" y="4926937"/>
                  </a:lnTo>
                  <a:lnTo>
                    <a:pt x="1420745" y="4935414"/>
                  </a:lnTo>
                  <a:lnTo>
                    <a:pt x="1441970" y="4935414"/>
                  </a:lnTo>
                  <a:lnTo>
                    <a:pt x="1448310" y="4926937"/>
                  </a:lnTo>
                  <a:lnTo>
                    <a:pt x="1448310" y="4909982"/>
                  </a:lnTo>
                  <a:lnTo>
                    <a:pt x="1441970" y="4901533"/>
                  </a:lnTo>
                  <a:close/>
                </a:path>
                <a:path w="9542780" h="6570345">
                  <a:moveTo>
                    <a:pt x="1441970" y="4945983"/>
                  </a:moveTo>
                  <a:lnTo>
                    <a:pt x="1420745" y="4945983"/>
                  </a:lnTo>
                  <a:lnTo>
                    <a:pt x="1414405" y="4952340"/>
                  </a:lnTo>
                  <a:lnTo>
                    <a:pt x="1414405" y="4971387"/>
                  </a:lnTo>
                  <a:lnTo>
                    <a:pt x="1420745" y="4979864"/>
                  </a:lnTo>
                  <a:lnTo>
                    <a:pt x="1441970" y="4979864"/>
                  </a:lnTo>
                  <a:lnTo>
                    <a:pt x="1448310" y="4971387"/>
                  </a:lnTo>
                  <a:lnTo>
                    <a:pt x="1448310" y="4954460"/>
                  </a:lnTo>
                  <a:lnTo>
                    <a:pt x="1441970" y="4945983"/>
                  </a:lnTo>
                  <a:close/>
                </a:path>
                <a:path w="9542780" h="6570345">
                  <a:moveTo>
                    <a:pt x="1441970" y="4990461"/>
                  </a:moveTo>
                  <a:lnTo>
                    <a:pt x="1420745" y="4990461"/>
                  </a:lnTo>
                  <a:lnTo>
                    <a:pt x="1414405" y="4996792"/>
                  </a:lnTo>
                  <a:lnTo>
                    <a:pt x="1414405" y="5015866"/>
                  </a:lnTo>
                  <a:lnTo>
                    <a:pt x="1420745" y="5024343"/>
                  </a:lnTo>
                  <a:lnTo>
                    <a:pt x="1441970" y="5024343"/>
                  </a:lnTo>
                  <a:lnTo>
                    <a:pt x="1448310" y="5015866"/>
                  </a:lnTo>
                  <a:lnTo>
                    <a:pt x="1448310" y="4998910"/>
                  </a:lnTo>
                  <a:lnTo>
                    <a:pt x="1441970" y="4990461"/>
                  </a:lnTo>
                  <a:close/>
                </a:path>
                <a:path w="9542780" h="6570345">
                  <a:moveTo>
                    <a:pt x="1441970" y="5034912"/>
                  </a:moveTo>
                  <a:lnTo>
                    <a:pt x="1420745" y="5034912"/>
                  </a:lnTo>
                  <a:lnTo>
                    <a:pt x="1414405" y="5041270"/>
                  </a:lnTo>
                  <a:lnTo>
                    <a:pt x="1414405" y="5060316"/>
                  </a:lnTo>
                  <a:lnTo>
                    <a:pt x="1420745" y="5068793"/>
                  </a:lnTo>
                  <a:lnTo>
                    <a:pt x="1441970" y="5068793"/>
                  </a:lnTo>
                  <a:lnTo>
                    <a:pt x="1448310" y="5060316"/>
                  </a:lnTo>
                  <a:lnTo>
                    <a:pt x="1448310" y="5043389"/>
                  </a:lnTo>
                  <a:lnTo>
                    <a:pt x="1441970" y="5034912"/>
                  </a:lnTo>
                  <a:close/>
                </a:path>
                <a:path w="9542780" h="6570345">
                  <a:moveTo>
                    <a:pt x="1441970" y="5077270"/>
                  </a:moveTo>
                  <a:lnTo>
                    <a:pt x="1420745" y="5077270"/>
                  </a:lnTo>
                  <a:lnTo>
                    <a:pt x="1414405" y="5083629"/>
                  </a:lnTo>
                  <a:lnTo>
                    <a:pt x="1414405" y="5102674"/>
                  </a:lnTo>
                  <a:lnTo>
                    <a:pt x="1420745" y="5111153"/>
                  </a:lnTo>
                  <a:lnTo>
                    <a:pt x="1441970" y="5111153"/>
                  </a:lnTo>
                  <a:lnTo>
                    <a:pt x="1448310" y="5104794"/>
                  </a:lnTo>
                  <a:lnTo>
                    <a:pt x="1448310" y="5085720"/>
                  </a:lnTo>
                  <a:lnTo>
                    <a:pt x="1441970" y="5077270"/>
                  </a:lnTo>
                  <a:close/>
                </a:path>
                <a:path w="9542780" h="6570345">
                  <a:moveTo>
                    <a:pt x="1441970" y="5121720"/>
                  </a:moveTo>
                  <a:lnTo>
                    <a:pt x="1420745" y="5121720"/>
                  </a:lnTo>
                  <a:lnTo>
                    <a:pt x="1414405" y="5128079"/>
                  </a:lnTo>
                  <a:lnTo>
                    <a:pt x="1414405" y="5147125"/>
                  </a:lnTo>
                  <a:lnTo>
                    <a:pt x="1420745" y="5155603"/>
                  </a:lnTo>
                  <a:lnTo>
                    <a:pt x="1441970" y="5155603"/>
                  </a:lnTo>
                  <a:lnTo>
                    <a:pt x="1448310" y="5149244"/>
                  </a:lnTo>
                  <a:lnTo>
                    <a:pt x="1448310" y="5130199"/>
                  </a:lnTo>
                  <a:lnTo>
                    <a:pt x="1441970" y="5121720"/>
                  </a:lnTo>
                  <a:close/>
                </a:path>
                <a:path w="9542780" h="6570345">
                  <a:moveTo>
                    <a:pt x="1441970" y="5166199"/>
                  </a:moveTo>
                  <a:lnTo>
                    <a:pt x="1420745" y="5166199"/>
                  </a:lnTo>
                  <a:lnTo>
                    <a:pt x="1414405" y="5172529"/>
                  </a:lnTo>
                  <a:lnTo>
                    <a:pt x="1414405" y="5191603"/>
                  </a:lnTo>
                  <a:lnTo>
                    <a:pt x="1420745" y="5200081"/>
                  </a:lnTo>
                  <a:lnTo>
                    <a:pt x="1441970" y="5200081"/>
                  </a:lnTo>
                  <a:lnTo>
                    <a:pt x="1448310" y="5191603"/>
                  </a:lnTo>
                  <a:lnTo>
                    <a:pt x="1448310" y="5174649"/>
                  </a:lnTo>
                  <a:lnTo>
                    <a:pt x="1441970" y="5166199"/>
                  </a:lnTo>
                  <a:close/>
                </a:path>
                <a:path w="9542780" h="6570345">
                  <a:moveTo>
                    <a:pt x="1441970" y="5210649"/>
                  </a:moveTo>
                  <a:lnTo>
                    <a:pt x="1420745" y="5210649"/>
                  </a:lnTo>
                  <a:lnTo>
                    <a:pt x="1414405" y="5217007"/>
                  </a:lnTo>
                  <a:lnTo>
                    <a:pt x="1414405" y="5236053"/>
                  </a:lnTo>
                  <a:lnTo>
                    <a:pt x="1420745" y="5244531"/>
                  </a:lnTo>
                  <a:lnTo>
                    <a:pt x="1441970" y="5244531"/>
                  </a:lnTo>
                  <a:lnTo>
                    <a:pt x="1448310" y="5236053"/>
                  </a:lnTo>
                  <a:lnTo>
                    <a:pt x="1448310" y="5219127"/>
                  </a:lnTo>
                  <a:lnTo>
                    <a:pt x="1441970" y="5210649"/>
                  </a:lnTo>
                  <a:close/>
                </a:path>
                <a:path w="9542780" h="6570345">
                  <a:moveTo>
                    <a:pt x="1397425" y="1191933"/>
                  </a:moveTo>
                  <a:lnTo>
                    <a:pt x="1378350" y="1191933"/>
                  </a:lnTo>
                  <a:lnTo>
                    <a:pt x="1369860" y="1198432"/>
                  </a:lnTo>
                  <a:lnTo>
                    <a:pt x="1369860" y="1217364"/>
                  </a:lnTo>
                  <a:lnTo>
                    <a:pt x="1376227" y="1225843"/>
                  </a:lnTo>
                  <a:lnTo>
                    <a:pt x="1397425" y="1225843"/>
                  </a:lnTo>
                  <a:lnTo>
                    <a:pt x="1403793" y="1217364"/>
                  </a:lnTo>
                  <a:lnTo>
                    <a:pt x="1403793" y="1200410"/>
                  </a:lnTo>
                  <a:lnTo>
                    <a:pt x="1397425" y="1191933"/>
                  </a:lnTo>
                  <a:close/>
                </a:path>
                <a:path w="9542780" h="6570345">
                  <a:moveTo>
                    <a:pt x="1397425" y="1236581"/>
                  </a:moveTo>
                  <a:lnTo>
                    <a:pt x="1378350" y="1236581"/>
                  </a:lnTo>
                  <a:lnTo>
                    <a:pt x="1369860" y="1242797"/>
                  </a:lnTo>
                  <a:lnTo>
                    <a:pt x="1369860" y="1261731"/>
                  </a:lnTo>
                  <a:lnTo>
                    <a:pt x="1376227" y="1270208"/>
                  </a:lnTo>
                  <a:lnTo>
                    <a:pt x="1397425" y="1270208"/>
                  </a:lnTo>
                  <a:lnTo>
                    <a:pt x="1403793" y="1261731"/>
                  </a:lnTo>
                  <a:lnTo>
                    <a:pt x="1403793" y="1244776"/>
                  </a:lnTo>
                  <a:lnTo>
                    <a:pt x="1397425" y="1236581"/>
                  </a:lnTo>
                  <a:close/>
                </a:path>
                <a:path w="9542780" h="6570345">
                  <a:moveTo>
                    <a:pt x="1397425" y="1280946"/>
                  </a:moveTo>
                  <a:lnTo>
                    <a:pt x="1378350" y="1280946"/>
                  </a:lnTo>
                  <a:lnTo>
                    <a:pt x="1369860" y="1287162"/>
                  </a:lnTo>
                  <a:lnTo>
                    <a:pt x="1369860" y="1306379"/>
                  </a:lnTo>
                  <a:lnTo>
                    <a:pt x="1376227" y="1314856"/>
                  </a:lnTo>
                  <a:lnTo>
                    <a:pt x="1386812" y="1314856"/>
                  </a:lnTo>
                  <a:lnTo>
                    <a:pt x="1397425" y="1312595"/>
                  </a:lnTo>
                  <a:lnTo>
                    <a:pt x="1403793" y="1306379"/>
                  </a:lnTo>
                  <a:lnTo>
                    <a:pt x="1403793" y="1289423"/>
                  </a:lnTo>
                  <a:lnTo>
                    <a:pt x="1397425" y="1280946"/>
                  </a:lnTo>
                  <a:close/>
                </a:path>
                <a:path w="9542780" h="6570345">
                  <a:moveTo>
                    <a:pt x="1397425" y="1325312"/>
                  </a:moveTo>
                  <a:lnTo>
                    <a:pt x="1378350" y="1325312"/>
                  </a:lnTo>
                  <a:lnTo>
                    <a:pt x="1369860" y="1331810"/>
                  </a:lnTo>
                  <a:lnTo>
                    <a:pt x="1369860" y="1350744"/>
                  </a:lnTo>
                  <a:lnTo>
                    <a:pt x="1376227" y="1359221"/>
                  </a:lnTo>
                  <a:lnTo>
                    <a:pt x="1386812" y="1359221"/>
                  </a:lnTo>
                  <a:lnTo>
                    <a:pt x="1397425" y="1357243"/>
                  </a:lnTo>
                  <a:lnTo>
                    <a:pt x="1403793" y="1350744"/>
                  </a:lnTo>
                  <a:lnTo>
                    <a:pt x="1403793" y="1333789"/>
                  </a:lnTo>
                  <a:lnTo>
                    <a:pt x="1397425" y="1325312"/>
                  </a:lnTo>
                  <a:close/>
                </a:path>
                <a:path w="9542780" h="6570345">
                  <a:moveTo>
                    <a:pt x="1397425" y="1367699"/>
                  </a:moveTo>
                  <a:lnTo>
                    <a:pt x="1378350" y="1367699"/>
                  </a:lnTo>
                  <a:lnTo>
                    <a:pt x="1369860" y="1374198"/>
                  </a:lnTo>
                  <a:lnTo>
                    <a:pt x="1369860" y="1393131"/>
                  </a:lnTo>
                  <a:lnTo>
                    <a:pt x="1376227" y="1401608"/>
                  </a:lnTo>
                  <a:lnTo>
                    <a:pt x="1397425" y="1401608"/>
                  </a:lnTo>
                  <a:lnTo>
                    <a:pt x="1403793" y="1395110"/>
                  </a:lnTo>
                  <a:lnTo>
                    <a:pt x="1403793" y="1376177"/>
                  </a:lnTo>
                  <a:lnTo>
                    <a:pt x="1397425" y="1367699"/>
                  </a:lnTo>
                  <a:close/>
                </a:path>
                <a:path w="9542780" h="6570345">
                  <a:moveTo>
                    <a:pt x="1397425" y="1412064"/>
                  </a:moveTo>
                  <a:lnTo>
                    <a:pt x="1378350" y="1412064"/>
                  </a:lnTo>
                  <a:lnTo>
                    <a:pt x="1369860" y="1418564"/>
                  </a:lnTo>
                  <a:lnTo>
                    <a:pt x="1369860" y="1439758"/>
                  </a:lnTo>
                  <a:lnTo>
                    <a:pt x="1376227" y="1445975"/>
                  </a:lnTo>
                  <a:lnTo>
                    <a:pt x="1397425" y="1445975"/>
                  </a:lnTo>
                  <a:lnTo>
                    <a:pt x="1403793" y="1439758"/>
                  </a:lnTo>
                  <a:lnTo>
                    <a:pt x="1403793" y="1420541"/>
                  </a:lnTo>
                  <a:lnTo>
                    <a:pt x="1397425" y="1412064"/>
                  </a:lnTo>
                  <a:close/>
                </a:path>
                <a:path w="9542780" h="6570345">
                  <a:moveTo>
                    <a:pt x="1397425" y="1456712"/>
                  </a:moveTo>
                  <a:lnTo>
                    <a:pt x="1378350" y="1456712"/>
                  </a:lnTo>
                  <a:lnTo>
                    <a:pt x="1369860" y="1462929"/>
                  </a:lnTo>
                  <a:lnTo>
                    <a:pt x="1369860" y="1484123"/>
                  </a:lnTo>
                  <a:lnTo>
                    <a:pt x="1376227" y="1490623"/>
                  </a:lnTo>
                  <a:lnTo>
                    <a:pt x="1397425" y="1490623"/>
                  </a:lnTo>
                  <a:lnTo>
                    <a:pt x="1403793" y="1482144"/>
                  </a:lnTo>
                  <a:lnTo>
                    <a:pt x="1403793" y="1465190"/>
                  </a:lnTo>
                  <a:lnTo>
                    <a:pt x="1397425" y="1456712"/>
                  </a:lnTo>
                  <a:close/>
                </a:path>
                <a:path w="9542780" h="6570345">
                  <a:moveTo>
                    <a:pt x="1397425" y="1501077"/>
                  </a:moveTo>
                  <a:lnTo>
                    <a:pt x="1378350" y="1501077"/>
                  </a:lnTo>
                  <a:lnTo>
                    <a:pt x="1369860" y="1507577"/>
                  </a:lnTo>
                  <a:lnTo>
                    <a:pt x="1369860" y="1528771"/>
                  </a:lnTo>
                  <a:lnTo>
                    <a:pt x="1376227" y="1534988"/>
                  </a:lnTo>
                  <a:lnTo>
                    <a:pt x="1397425" y="1534988"/>
                  </a:lnTo>
                  <a:lnTo>
                    <a:pt x="1403793" y="1526510"/>
                  </a:lnTo>
                  <a:lnTo>
                    <a:pt x="1403793" y="1509555"/>
                  </a:lnTo>
                  <a:lnTo>
                    <a:pt x="1397425" y="1501077"/>
                  </a:lnTo>
                  <a:close/>
                </a:path>
                <a:path w="9542780" h="6570345">
                  <a:moveTo>
                    <a:pt x="1397425" y="1545443"/>
                  </a:moveTo>
                  <a:lnTo>
                    <a:pt x="1378350" y="1545443"/>
                  </a:lnTo>
                  <a:lnTo>
                    <a:pt x="1369860" y="1551942"/>
                  </a:lnTo>
                  <a:lnTo>
                    <a:pt x="1369860" y="1573136"/>
                  </a:lnTo>
                  <a:lnTo>
                    <a:pt x="1376227" y="1579352"/>
                  </a:lnTo>
                  <a:lnTo>
                    <a:pt x="1397425" y="1579352"/>
                  </a:lnTo>
                  <a:lnTo>
                    <a:pt x="1403793" y="1570875"/>
                  </a:lnTo>
                  <a:lnTo>
                    <a:pt x="1403793" y="1553921"/>
                  </a:lnTo>
                  <a:lnTo>
                    <a:pt x="1397425" y="1545443"/>
                  </a:lnTo>
                  <a:close/>
                </a:path>
                <a:path w="9542780" h="6570345">
                  <a:moveTo>
                    <a:pt x="1397425" y="1590092"/>
                  </a:moveTo>
                  <a:lnTo>
                    <a:pt x="1378350" y="1590092"/>
                  </a:lnTo>
                  <a:lnTo>
                    <a:pt x="1369860" y="1596308"/>
                  </a:lnTo>
                  <a:lnTo>
                    <a:pt x="1369860" y="1615523"/>
                  </a:lnTo>
                  <a:lnTo>
                    <a:pt x="1376227" y="1624001"/>
                  </a:lnTo>
                  <a:lnTo>
                    <a:pt x="1386812" y="1624001"/>
                  </a:lnTo>
                  <a:lnTo>
                    <a:pt x="1397425" y="1621740"/>
                  </a:lnTo>
                  <a:lnTo>
                    <a:pt x="1403793" y="1615523"/>
                  </a:lnTo>
                  <a:lnTo>
                    <a:pt x="1403793" y="1598569"/>
                  </a:lnTo>
                  <a:lnTo>
                    <a:pt x="1397425" y="1590092"/>
                  </a:lnTo>
                  <a:close/>
                </a:path>
                <a:path w="9542780" h="6570345">
                  <a:moveTo>
                    <a:pt x="1397425" y="1634456"/>
                  </a:moveTo>
                  <a:lnTo>
                    <a:pt x="1378350" y="1634456"/>
                  </a:lnTo>
                  <a:lnTo>
                    <a:pt x="1369860" y="1640956"/>
                  </a:lnTo>
                  <a:lnTo>
                    <a:pt x="1369860" y="1659889"/>
                  </a:lnTo>
                  <a:lnTo>
                    <a:pt x="1376227" y="1668367"/>
                  </a:lnTo>
                  <a:lnTo>
                    <a:pt x="1386812" y="1668367"/>
                  </a:lnTo>
                  <a:lnTo>
                    <a:pt x="1397425" y="1666388"/>
                  </a:lnTo>
                  <a:lnTo>
                    <a:pt x="1403793" y="1659889"/>
                  </a:lnTo>
                  <a:lnTo>
                    <a:pt x="1403793" y="1642934"/>
                  </a:lnTo>
                  <a:lnTo>
                    <a:pt x="1397425" y="1634456"/>
                  </a:lnTo>
                  <a:close/>
                </a:path>
                <a:path w="9542780" h="6570345">
                  <a:moveTo>
                    <a:pt x="1397425" y="1676844"/>
                  </a:moveTo>
                  <a:lnTo>
                    <a:pt x="1378350" y="1676844"/>
                  </a:lnTo>
                  <a:lnTo>
                    <a:pt x="1369860" y="1683061"/>
                  </a:lnTo>
                  <a:lnTo>
                    <a:pt x="1369860" y="1704254"/>
                  </a:lnTo>
                  <a:lnTo>
                    <a:pt x="1376227" y="1710754"/>
                  </a:lnTo>
                  <a:lnTo>
                    <a:pt x="1397425" y="1710754"/>
                  </a:lnTo>
                  <a:lnTo>
                    <a:pt x="1403793" y="1704254"/>
                  </a:lnTo>
                  <a:lnTo>
                    <a:pt x="1403793" y="1685321"/>
                  </a:lnTo>
                  <a:lnTo>
                    <a:pt x="1397425" y="1676844"/>
                  </a:lnTo>
                  <a:close/>
                </a:path>
                <a:path w="9542780" h="6570345">
                  <a:moveTo>
                    <a:pt x="1397425" y="1721209"/>
                  </a:moveTo>
                  <a:lnTo>
                    <a:pt x="1378350" y="1721209"/>
                  </a:lnTo>
                  <a:lnTo>
                    <a:pt x="1369860" y="1727709"/>
                  </a:lnTo>
                  <a:lnTo>
                    <a:pt x="1369860" y="1748903"/>
                  </a:lnTo>
                  <a:lnTo>
                    <a:pt x="1376227" y="1755119"/>
                  </a:lnTo>
                  <a:lnTo>
                    <a:pt x="1397425" y="1755119"/>
                  </a:lnTo>
                  <a:lnTo>
                    <a:pt x="1403793" y="1748903"/>
                  </a:lnTo>
                  <a:lnTo>
                    <a:pt x="1403793" y="1729686"/>
                  </a:lnTo>
                  <a:lnTo>
                    <a:pt x="1397425" y="1721209"/>
                  </a:lnTo>
                  <a:close/>
                </a:path>
                <a:path w="9542780" h="6570345">
                  <a:moveTo>
                    <a:pt x="1397425" y="1765857"/>
                  </a:moveTo>
                  <a:lnTo>
                    <a:pt x="1378350" y="1765857"/>
                  </a:lnTo>
                  <a:lnTo>
                    <a:pt x="1369860" y="1772074"/>
                  </a:lnTo>
                  <a:lnTo>
                    <a:pt x="1369860" y="1793267"/>
                  </a:lnTo>
                  <a:lnTo>
                    <a:pt x="1378350" y="1799767"/>
                  </a:lnTo>
                  <a:lnTo>
                    <a:pt x="1397425" y="1799767"/>
                  </a:lnTo>
                  <a:lnTo>
                    <a:pt x="1403793" y="1791290"/>
                  </a:lnTo>
                  <a:lnTo>
                    <a:pt x="1403793" y="1774334"/>
                  </a:lnTo>
                  <a:lnTo>
                    <a:pt x="1397425" y="1765857"/>
                  </a:lnTo>
                  <a:close/>
                </a:path>
                <a:path w="9542780" h="6570345">
                  <a:moveTo>
                    <a:pt x="1397425" y="1810223"/>
                  </a:moveTo>
                  <a:lnTo>
                    <a:pt x="1378350" y="1810223"/>
                  </a:lnTo>
                  <a:lnTo>
                    <a:pt x="1369860" y="1816722"/>
                  </a:lnTo>
                  <a:lnTo>
                    <a:pt x="1369860" y="1837634"/>
                  </a:lnTo>
                  <a:lnTo>
                    <a:pt x="1376227" y="1844132"/>
                  </a:lnTo>
                  <a:lnTo>
                    <a:pt x="1397425" y="1844132"/>
                  </a:lnTo>
                  <a:lnTo>
                    <a:pt x="1403793" y="1835655"/>
                  </a:lnTo>
                  <a:lnTo>
                    <a:pt x="1403793" y="1818700"/>
                  </a:lnTo>
                  <a:lnTo>
                    <a:pt x="1397425" y="1810223"/>
                  </a:lnTo>
                  <a:close/>
                </a:path>
                <a:path w="9542780" h="6570345">
                  <a:moveTo>
                    <a:pt x="1397425" y="1854588"/>
                  </a:moveTo>
                  <a:lnTo>
                    <a:pt x="1378350" y="1854588"/>
                  </a:lnTo>
                  <a:lnTo>
                    <a:pt x="1369860" y="1861088"/>
                  </a:lnTo>
                  <a:lnTo>
                    <a:pt x="1369860" y="1880021"/>
                  </a:lnTo>
                  <a:lnTo>
                    <a:pt x="1376227" y="1888498"/>
                  </a:lnTo>
                  <a:lnTo>
                    <a:pt x="1397425" y="1888498"/>
                  </a:lnTo>
                  <a:lnTo>
                    <a:pt x="1403793" y="1880021"/>
                  </a:lnTo>
                  <a:lnTo>
                    <a:pt x="1403793" y="1863065"/>
                  </a:lnTo>
                  <a:lnTo>
                    <a:pt x="1397425" y="1854588"/>
                  </a:lnTo>
                  <a:close/>
                </a:path>
                <a:path w="9542780" h="6570345">
                  <a:moveTo>
                    <a:pt x="1397425" y="1899236"/>
                  </a:moveTo>
                  <a:lnTo>
                    <a:pt x="1378350" y="1899236"/>
                  </a:lnTo>
                  <a:lnTo>
                    <a:pt x="1369860" y="1905453"/>
                  </a:lnTo>
                  <a:lnTo>
                    <a:pt x="1369860" y="1924668"/>
                  </a:lnTo>
                  <a:lnTo>
                    <a:pt x="1376227" y="1933147"/>
                  </a:lnTo>
                  <a:lnTo>
                    <a:pt x="1386812" y="1933147"/>
                  </a:lnTo>
                  <a:lnTo>
                    <a:pt x="1397425" y="1930886"/>
                  </a:lnTo>
                  <a:lnTo>
                    <a:pt x="1403793" y="1924668"/>
                  </a:lnTo>
                  <a:lnTo>
                    <a:pt x="1403793" y="1907713"/>
                  </a:lnTo>
                  <a:lnTo>
                    <a:pt x="1397425" y="1899236"/>
                  </a:lnTo>
                  <a:close/>
                </a:path>
                <a:path w="9542780" h="6570345">
                  <a:moveTo>
                    <a:pt x="1397425" y="1943601"/>
                  </a:moveTo>
                  <a:lnTo>
                    <a:pt x="1378350" y="1943601"/>
                  </a:lnTo>
                  <a:lnTo>
                    <a:pt x="1369860" y="1950101"/>
                  </a:lnTo>
                  <a:lnTo>
                    <a:pt x="1369860" y="1971295"/>
                  </a:lnTo>
                  <a:lnTo>
                    <a:pt x="1376227" y="1977511"/>
                  </a:lnTo>
                  <a:lnTo>
                    <a:pt x="1386812" y="1977511"/>
                  </a:lnTo>
                  <a:lnTo>
                    <a:pt x="1397425" y="1975251"/>
                  </a:lnTo>
                  <a:lnTo>
                    <a:pt x="1403793" y="1969034"/>
                  </a:lnTo>
                  <a:lnTo>
                    <a:pt x="1403793" y="1952080"/>
                  </a:lnTo>
                  <a:lnTo>
                    <a:pt x="1397425" y="1943601"/>
                  </a:lnTo>
                  <a:close/>
                </a:path>
                <a:path w="9542780" h="6570345">
                  <a:moveTo>
                    <a:pt x="1397425" y="1985989"/>
                  </a:moveTo>
                  <a:lnTo>
                    <a:pt x="1378350" y="1985989"/>
                  </a:lnTo>
                  <a:lnTo>
                    <a:pt x="1369860" y="1992205"/>
                  </a:lnTo>
                  <a:lnTo>
                    <a:pt x="1369860" y="2013399"/>
                  </a:lnTo>
                  <a:lnTo>
                    <a:pt x="1376227" y="2019899"/>
                  </a:lnTo>
                  <a:lnTo>
                    <a:pt x="1397425" y="2019899"/>
                  </a:lnTo>
                  <a:lnTo>
                    <a:pt x="1403793" y="2013399"/>
                  </a:lnTo>
                  <a:lnTo>
                    <a:pt x="1403793" y="1994466"/>
                  </a:lnTo>
                  <a:lnTo>
                    <a:pt x="1397425" y="1985989"/>
                  </a:lnTo>
                  <a:close/>
                </a:path>
                <a:path w="9542780" h="6570345">
                  <a:moveTo>
                    <a:pt x="1397425" y="2030355"/>
                  </a:moveTo>
                  <a:lnTo>
                    <a:pt x="1378350" y="2030355"/>
                  </a:lnTo>
                  <a:lnTo>
                    <a:pt x="1369860" y="2036853"/>
                  </a:lnTo>
                  <a:lnTo>
                    <a:pt x="1369860" y="2058047"/>
                  </a:lnTo>
                  <a:lnTo>
                    <a:pt x="1376227" y="2064264"/>
                  </a:lnTo>
                  <a:lnTo>
                    <a:pt x="1397425" y="2064264"/>
                  </a:lnTo>
                  <a:lnTo>
                    <a:pt x="1403793" y="2058047"/>
                  </a:lnTo>
                  <a:lnTo>
                    <a:pt x="1403793" y="2038832"/>
                  </a:lnTo>
                  <a:lnTo>
                    <a:pt x="1397425" y="2030355"/>
                  </a:lnTo>
                  <a:close/>
                </a:path>
                <a:path w="9542780" h="6570345">
                  <a:moveTo>
                    <a:pt x="1397425" y="2075003"/>
                  </a:moveTo>
                  <a:lnTo>
                    <a:pt x="1378350" y="2075003"/>
                  </a:lnTo>
                  <a:lnTo>
                    <a:pt x="1369860" y="2081220"/>
                  </a:lnTo>
                  <a:lnTo>
                    <a:pt x="1369860" y="2102413"/>
                  </a:lnTo>
                  <a:lnTo>
                    <a:pt x="1376227" y="2108912"/>
                  </a:lnTo>
                  <a:lnTo>
                    <a:pt x="1397425" y="2108912"/>
                  </a:lnTo>
                  <a:lnTo>
                    <a:pt x="1403793" y="2100435"/>
                  </a:lnTo>
                  <a:lnTo>
                    <a:pt x="1403793" y="2083480"/>
                  </a:lnTo>
                  <a:lnTo>
                    <a:pt x="1397425" y="2075003"/>
                  </a:lnTo>
                  <a:close/>
                </a:path>
                <a:path w="9542780" h="6570345">
                  <a:moveTo>
                    <a:pt x="1397425" y="2119368"/>
                  </a:moveTo>
                  <a:lnTo>
                    <a:pt x="1378350" y="2119368"/>
                  </a:lnTo>
                  <a:lnTo>
                    <a:pt x="1369860" y="2125585"/>
                  </a:lnTo>
                  <a:lnTo>
                    <a:pt x="1369860" y="2144800"/>
                  </a:lnTo>
                  <a:lnTo>
                    <a:pt x="1376227" y="2153278"/>
                  </a:lnTo>
                  <a:lnTo>
                    <a:pt x="1397425" y="2153278"/>
                  </a:lnTo>
                  <a:lnTo>
                    <a:pt x="1403793" y="2144800"/>
                  </a:lnTo>
                  <a:lnTo>
                    <a:pt x="1403793" y="2127845"/>
                  </a:lnTo>
                  <a:lnTo>
                    <a:pt x="1397425" y="2119368"/>
                  </a:lnTo>
                  <a:close/>
                </a:path>
                <a:path w="9542780" h="6570345">
                  <a:moveTo>
                    <a:pt x="1397425" y="2163733"/>
                  </a:moveTo>
                  <a:lnTo>
                    <a:pt x="1378350" y="2163733"/>
                  </a:lnTo>
                  <a:lnTo>
                    <a:pt x="1369860" y="2170233"/>
                  </a:lnTo>
                  <a:lnTo>
                    <a:pt x="1369860" y="2189166"/>
                  </a:lnTo>
                  <a:lnTo>
                    <a:pt x="1376227" y="2197643"/>
                  </a:lnTo>
                  <a:lnTo>
                    <a:pt x="1397425" y="2197643"/>
                  </a:lnTo>
                  <a:lnTo>
                    <a:pt x="1403793" y="2189166"/>
                  </a:lnTo>
                  <a:lnTo>
                    <a:pt x="1403793" y="2172211"/>
                  </a:lnTo>
                  <a:lnTo>
                    <a:pt x="1397425" y="2163733"/>
                  </a:lnTo>
                  <a:close/>
                </a:path>
                <a:path w="9542780" h="6570345">
                  <a:moveTo>
                    <a:pt x="1397425" y="2208381"/>
                  </a:moveTo>
                  <a:lnTo>
                    <a:pt x="1378350" y="2208381"/>
                  </a:lnTo>
                  <a:lnTo>
                    <a:pt x="1369860" y="2214598"/>
                  </a:lnTo>
                  <a:lnTo>
                    <a:pt x="1369860" y="2233814"/>
                  </a:lnTo>
                  <a:lnTo>
                    <a:pt x="1376227" y="2242291"/>
                  </a:lnTo>
                  <a:lnTo>
                    <a:pt x="1386812" y="2242291"/>
                  </a:lnTo>
                  <a:lnTo>
                    <a:pt x="1397425" y="2240031"/>
                  </a:lnTo>
                  <a:lnTo>
                    <a:pt x="1403793" y="2233814"/>
                  </a:lnTo>
                  <a:lnTo>
                    <a:pt x="1403793" y="2216858"/>
                  </a:lnTo>
                  <a:lnTo>
                    <a:pt x="1397425" y="2208381"/>
                  </a:lnTo>
                  <a:close/>
                </a:path>
                <a:path w="9542780" h="6570345">
                  <a:moveTo>
                    <a:pt x="1397425" y="2252747"/>
                  </a:moveTo>
                  <a:lnTo>
                    <a:pt x="1378350" y="2252747"/>
                  </a:lnTo>
                  <a:lnTo>
                    <a:pt x="1369860" y="2259246"/>
                  </a:lnTo>
                  <a:lnTo>
                    <a:pt x="1369860" y="2280157"/>
                  </a:lnTo>
                  <a:lnTo>
                    <a:pt x="1376227" y="2286656"/>
                  </a:lnTo>
                  <a:lnTo>
                    <a:pt x="1386812" y="2286656"/>
                  </a:lnTo>
                  <a:lnTo>
                    <a:pt x="1397425" y="2284395"/>
                  </a:lnTo>
                  <a:lnTo>
                    <a:pt x="1403793" y="2278179"/>
                  </a:lnTo>
                  <a:lnTo>
                    <a:pt x="1403793" y="2261224"/>
                  </a:lnTo>
                  <a:lnTo>
                    <a:pt x="1397425" y="2252747"/>
                  </a:lnTo>
                  <a:close/>
                </a:path>
                <a:path w="9542780" h="6570345">
                  <a:moveTo>
                    <a:pt x="1397425" y="2295135"/>
                  </a:moveTo>
                  <a:lnTo>
                    <a:pt x="1378350" y="2295135"/>
                  </a:lnTo>
                  <a:lnTo>
                    <a:pt x="1369860" y="2301351"/>
                  </a:lnTo>
                  <a:lnTo>
                    <a:pt x="1369860" y="2322545"/>
                  </a:lnTo>
                  <a:lnTo>
                    <a:pt x="1376227" y="2329044"/>
                  </a:lnTo>
                  <a:lnTo>
                    <a:pt x="1397425" y="2329044"/>
                  </a:lnTo>
                  <a:lnTo>
                    <a:pt x="1403793" y="2322545"/>
                  </a:lnTo>
                  <a:lnTo>
                    <a:pt x="1403793" y="2303612"/>
                  </a:lnTo>
                  <a:lnTo>
                    <a:pt x="1397425" y="2295135"/>
                  </a:lnTo>
                  <a:close/>
                </a:path>
                <a:path w="9542780" h="6570345">
                  <a:moveTo>
                    <a:pt x="1397425" y="2339500"/>
                  </a:moveTo>
                  <a:lnTo>
                    <a:pt x="1378350" y="2339500"/>
                  </a:lnTo>
                  <a:lnTo>
                    <a:pt x="1369860" y="2345999"/>
                  </a:lnTo>
                  <a:lnTo>
                    <a:pt x="1369860" y="2367193"/>
                  </a:lnTo>
                  <a:lnTo>
                    <a:pt x="1376227" y="2373410"/>
                  </a:lnTo>
                  <a:lnTo>
                    <a:pt x="1397425" y="2373410"/>
                  </a:lnTo>
                  <a:lnTo>
                    <a:pt x="1403793" y="2367193"/>
                  </a:lnTo>
                  <a:lnTo>
                    <a:pt x="1403793" y="2347977"/>
                  </a:lnTo>
                  <a:lnTo>
                    <a:pt x="1397425" y="2339500"/>
                  </a:lnTo>
                  <a:close/>
                </a:path>
                <a:path w="9542780" h="6570345">
                  <a:moveTo>
                    <a:pt x="1397425" y="2384148"/>
                  </a:moveTo>
                  <a:lnTo>
                    <a:pt x="1378350" y="2384148"/>
                  </a:lnTo>
                  <a:lnTo>
                    <a:pt x="1369860" y="2390364"/>
                  </a:lnTo>
                  <a:lnTo>
                    <a:pt x="1369860" y="2411558"/>
                  </a:lnTo>
                  <a:lnTo>
                    <a:pt x="1376227" y="2417775"/>
                  </a:lnTo>
                  <a:lnTo>
                    <a:pt x="1397425" y="2417775"/>
                  </a:lnTo>
                  <a:lnTo>
                    <a:pt x="1403793" y="2409579"/>
                  </a:lnTo>
                  <a:lnTo>
                    <a:pt x="1403793" y="2392625"/>
                  </a:lnTo>
                  <a:lnTo>
                    <a:pt x="1397425" y="2384148"/>
                  </a:lnTo>
                  <a:close/>
                </a:path>
                <a:path w="9542780" h="6570345">
                  <a:moveTo>
                    <a:pt x="1397425" y="2428513"/>
                  </a:moveTo>
                  <a:lnTo>
                    <a:pt x="1378350" y="2428513"/>
                  </a:lnTo>
                  <a:lnTo>
                    <a:pt x="1369860" y="2434729"/>
                  </a:lnTo>
                  <a:lnTo>
                    <a:pt x="1369860" y="2453946"/>
                  </a:lnTo>
                  <a:lnTo>
                    <a:pt x="1376227" y="2462423"/>
                  </a:lnTo>
                  <a:lnTo>
                    <a:pt x="1397425" y="2462423"/>
                  </a:lnTo>
                  <a:lnTo>
                    <a:pt x="1403793" y="2453946"/>
                  </a:lnTo>
                  <a:lnTo>
                    <a:pt x="1403793" y="2436990"/>
                  </a:lnTo>
                  <a:lnTo>
                    <a:pt x="1397425" y="2428513"/>
                  </a:lnTo>
                  <a:close/>
                </a:path>
                <a:path w="9542780" h="6570345">
                  <a:moveTo>
                    <a:pt x="1397425" y="2472879"/>
                  </a:moveTo>
                  <a:lnTo>
                    <a:pt x="1378350" y="2472879"/>
                  </a:lnTo>
                  <a:lnTo>
                    <a:pt x="1369860" y="2479377"/>
                  </a:lnTo>
                  <a:lnTo>
                    <a:pt x="1369860" y="2498310"/>
                  </a:lnTo>
                  <a:lnTo>
                    <a:pt x="1376227" y="2506788"/>
                  </a:lnTo>
                  <a:lnTo>
                    <a:pt x="1397425" y="2506788"/>
                  </a:lnTo>
                  <a:lnTo>
                    <a:pt x="1403793" y="2498310"/>
                  </a:lnTo>
                  <a:lnTo>
                    <a:pt x="1403793" y="2481356"/>
                  </a:lnTo>
                  <a:lnTo>
                    <a:pt x="1397425" y="2472879"/>
                  </a:lnTo>
                  <a:close/>
                </a:path>
                <a:path w="9542780" h="6570345">
                  <a:moveTo>
                    <a:pt x="1397425" y="2517527"/>
                  </a:moveTo>
                  <a:lnTo>
                    <a:pt x="1378350" y="2517527"/>
                  </a:lnTo>
                  <a:lnTo>
                    <a:pt x="1369860" y="2523743"/>
                  </a:lnTo>
                  <a:lnTo>
                    <a:pt x="1369860" y="2544937"/>
                  </a:lnTo>
                  <a:lnTo>
                    <a:pt x="1376227" y="2551436"/>
                  </a:lnTo>
                  <a:lnTo>
                    <a:pt x="1386812" y="2551436"/>
                  </a:lnTo>
                  <a:lnTo>
                    <a:pt x="1397425" y="2549175"/>
                  </a:lnTo>
                  <a:lnTo>
                    <a:pt x="1403793" y="2542959"/>
                  </a:lnTo>
                  <a:lnTo>
                    <a:pt x="1403793" y="2526004"/>
                  </a:lnTo>
                  <a:lnTo>
                    <a:pt x="1397425" y="2517527"/>
                  </a:lnTo>
                  <a:close/>
                </a:path>
                <a:path w="9542780" h="6570345">
                  <a:moveTo>
                    <a:pt x="1397425" y="3620446"/>
                  </a:moveTo>
                  <a:lnTo>
                    <a:pt x="1378350" y="3620446"/>
                  </a:lnTo>
                  <a:lnTo>
                    <a:pt x="1369860" y="3626944"/>
                  </a:lnTo>
                  <a:lnTo>
                    <a:pt x="1369860" y="3648138"/>
                  </a:lnTo>
                  <a:lnTo>
                    <a:pt x="1376227" y="3654355"/>
                  </a:lnTo>
                  <a:lnTo>
                    <a:pt x="1397425" y="3654355"/>
                  </a:lnTo>
                  <a:lnTo>
                    <a:pt x="1403793" y="3645877"/>
                  </a:lnTo>
                  <a:lnTo>
                    <a:pt x="1403793" y="3628923"/>
                  </a:lnTo>
                  <a:lnTo>
                    <a:pt x="1397425" y="3620446"/>
                  </a:lnTo>
                  <a:close/>
                </a:path>
                <a:path w="9542780" h="6570345">
                  <a:moveTo>
                    <a:pt x="1397425" y="3665094"/>
                  </a:moveTo>
                  <a:lnTo>
                    <a:pt x="1378350" y="3665094"/>
                  </a:lnTo>
                  <a:lnTo>
                    <a:pt x="1369860" y="3671310"/>
                  </a:lnTo>
                  <a:lnTo>
                    <a:pt x="1369860" y="3692504"/>
                  </a:lnTo>
                  <a:lnTo>
                    <a:pt x="1376227" y="3699003"/>
                  </a:lnTo>
                  <a:lnTo>
                    <a:pt x="1397425" y="3699003"/>
                  </a:lnTo>
                  <a:lnTo>
                    <a:pt x="1403793" y="3690526"/>
                  </a:lnTo>
                  <a:lnTo>
                    <a:pt x="1403793" y="3673571"/>
                  </a:lnTo>
                  <a:lnTo>
                    <a:pt x="1397425" y="3665094"/>
                  </a:lnTo>
                  <a:close/>
                </a:path>
                <a:path w="9542780" h="6570345">
                  <a:moveTo>
                    <a:pt x="1397425" y="3709459"/>
                  </a:moveTo>
                  <a:lnTo>
                    <a:pt x="1378350" y="3709459"/>
                  </a:lnTo>
                  <a:lnTo>
                    <a:pt x="1369860" y="3715959"/>
                  </a:lnTo>
                  <a:lnTo>
                    <a:pt x="1369860" y="3734892"/>
                  </a:lnTo>
                  <a:lnTo>
                    <a:pt x="1376227" y="3743369"/>
                  </a:lnTo>
                  <a:lnTo>
                    <a:pt x="1397425" y="3743369"/>
                  </a:lnTo>
                  <a:lnTo>
                    <a:pt x="1403793" y="3734892"/>
                  </a:lnTo>
                  <a:lnTo>
                    <a:pt x="1403793" y="3717936"/>
                  </a:lnTo>
                  <a:lnTo>
                    <a:pt x="1397425" y="3709459"/>
                  </a:lnTo>
                  <a:close/>
                </a:path>
                <a:path w="9542780" h="6570345">
                  <a:moveTo>
                    <a:pt x="1397425" y="3753825"/>
                  </a:moveTo>
                  <a:lnTo>
                    <a:pt x="1378350" y="3753825"/>
                  </a:lnTo>
                  <a:lnTo>
                    <a:pt x="1369860" y="3760296"/>
                  </a:lnTo>
                  <a:lnTo>
                    <a:pt x="1369860" y="3779342"/>
                  </a:lnTo>
                  <a:lnTo>
                    <a:pt x="1376227" y="3787819"/>
                  </a:lnTo>
                  <a:lnTo>
                    <a:pt x="1386812" y="3787819"/>
                  </a:lnTo>
                  <a:lnTo>
                    <a:pt x="1397425" y="3785699"/>
                  </a:lnTo>
                  <a:lnTo>
                    <a:pt x="1403793" y="3779342"/>
                  </a:lnTo>
                  <a:lnTo>
                    <a:pt x="1403793" y="3762415"/>
                  </a:lnTo>
                  <a:lnTo>
                    <a:pt x="1397425" y="3753825"/>
                  </a:lnTo>
                  <a:close/>
                </a:path>
                <a:path w="9542780" h="6570345">
                  <a:moveTo>
                    <a:pt x="1397425" y="3798416"/>
                  </a:moveTo>
                  <a:lnTo>
                    <a:pt x="1378350" y="3798416"/>
                  </a:lnTo>
                  <a:lnTo>
                    <a:pt x="1369860" y="3804746"/>
                  </a:lnTo>
                  <a:lnTo>
                    <a:pt x="1369860" y="3823820"/>
                  </a:lnTo>
                  <a:lnTo>
                    <a:pt x="1376227" y="3832269"/>
                  </a:lnTo>
                  <a:lnTo>
                    <a:pt x="1386812" y="3832269"/>
                  </a:lnTo>
                  <a:lnTo>
                    <a:pt x="1397425" y="3830149"/>
                  </a:lnTo>
                  <a:lnTo>
                    <a:pt x="1403793" y="3823820"/>
                  </a:lnTo>
                  <a:lnTo>
                    <a:pt x="1403793" y="3806865"/>
                  </a:lnTo>
                  <a:lnTo>
                    <a:pt x="1397425" y="3798416"/>
                  </a:lnTo>
                  <a:close/>
                </a:path>
                <a:path w="9542780" h="6570345">
                  <a:moveTo>
                    <a:pt x="1397425" y="3840746"/>
                  </a:moveTo>
                  <a:lnTo>
                    <a:pt x="1378350" y="3840746"/>
                  </a:lnTo>
                  <a:lnTo>
                    <a:pt x="1369860" y="3847105"/>
                  </a:lnTo>
                  <a:lnTo>
                    <a:pt x="1369860" y="3866151"/>
                  </a:lnTo>
                  <a:lnTo>
                    <a:pt x="1376227" y="3874629"/>
                  </a:lnTo>
                  <a:lnTo>
                    <a:pt x="1397425" y="3874629"/>
                  </a:lnTo>
                  <a:lnTo>
                    <a:pt x="1403793" y="3868270"/>
                  </a:lnTo>
                  <a:lnTo>
                    <a:pt x="1403793" y="3849225"/>
                  </a:lnTo>
                  <a:lnTo>
                    <a:pt x="1397425" y="3840746"/>
                  </a:lnTo>
                  <a:close/>
                </a:path>
                <a:path w="9542780" h="6570345">
                  <a:moveTo>
                    <a:pt x="1397425" y="3885225"/>
                  </a:moveTo>
                  <a:lnTo>
                    <a:pt x="1378350" y="3885225"/>
                  </a:lnTo>
                  <a:lnTo>
                    <a:pt x="1369860" y="3891555"/>
                  </a:lnTo>
                  <a:lnTo>
                    <a:pt x="1369860" y="3910629"/>
                  </a:lnTo>
                  <a:lnTo>
                    <a:pt x="1376227" y="3919079"/>
                  </a:lnTo>
                  <a:lnTo>
                    <a:pt x="1397425" y="3919079"/>
                  </a:lnTo>
                  <a:lnTo>
                    <a:pt x="1403793" y="3912749"/>
                  </a:lnTo>
                  <a:lnTo>
                    <a:pt x="1403793" y="3893675"/>
                  </a:lnTo>
                  <a:lnTo>
                    <a:pt x="1397425" y="3885225"/>
                  </a:lnTo>
                  <a:close/>
                </a:path>
                <a:path w="9542780" h="6570345">
                  <a:moveTo>
                    <a:pt x="1397425" y="3929675"/>
                  </a:moveTo>
                  <a:lnTo>
                    <a:pt x="1378350" y="3929675"/>
                  </a:lnTo>
                  <a:lnTo>
                    <a:pt x="1369860" y="3936033"/>
                  </a:lnTo>
                  <a:lnTo>
                    <a:pt x="1369860" y="3955079"/>
                  </a:lnTo>
                  <a:lnTo>
                    <a:pt x="1376227" y="3963556"/>
                  </a:lnTo>
                  <a:lnTo>
                    <a:pt x="1397425" y="3963556"/>
                  </a:lnTo>
                  <a:lnTo>
                    <a:pt x="1403793" y="3955079"/>
                  </a:lnTo>
                  <a:lnTo>
                    <a:pt x="1403793" y="3938153"/>
                  </a:lnTo>
                  <a:lnTo>
                    <a:pt x="1397425" y="3929675"/>
                  </a:lnTo>
                  <a:close/>
                </a:path>
                <a:path w="9542780" h="6570345">
                  <a:moveTo>
                    <a:pt x="1397425" y="3974125"/>
                  </a:moveTo>
                  <a:lnTo>
                    <a:pt x="1378350" y="3974125"/>
                  </a:lnTo>
                  <a:lnTo>
                    <a:pt x="1369860" y="3980483"/>
                  </a:lnTo>
                  <a:lnTo>
                    <a:pt x="1369860" y="3999558"/>
                  </a:lnTo>
                  <a:lnTo>
                    <a:pt x="1376227" y="4008008"/>
                  </a:lnTo>
                  <a:lnTo>
                    <a:pt x="1397425" y="4008008"/>
                  </a:lnTo>
                  <a:lnTo>
                    <a:pt x="1403793" y="3999558"/>
                  </a:lnTo>
                  <a:lnTo>
                    <a:pt x="1403793" y="3982603"/>
                  </a:lnTo>
                  <a:lnTo>
                    <a:pt x="1397425" y="3974125"/>
                  </a:lnTo>
                  <a:close/>
                </a:path>
                <a:path w="9542780" h="6570345">
                  <a:moveTo>
                    <a:pt x="1397425" y="4018603"/>
                  </a:moveTo>
                  <a:lnTo>
                    <a:pt x="1378350" y="4018603"/>
                  </a:lnTo>
                  <a:lnTo>
                    <a:pt x="1369860" y="4024962"/>
                  </a:lnTo>
                  <a:lnTo>
                    <a:pt x="1369860" y="4044008"/>
                  </a:lnTo>
                  <a:lnTo>
                    <a:pt x="1376227" y="4052486"/>
                  </a:lnTo>
                  <a:lnTo>
                    <a:pt x="1397425" y="4052486"/>
                  </a:lnTo>
                  <a:lnTo>
                    <a:pt x="1403793" y="4044008"/>
                  </a:lnTo>
                  <a:lnTo>
                    <a:pt x="1403793" y="4027082"/>
                  </a:lnTo>
                  <a:lnTo>
                    <a:pt x="1397425" y="4018603"/>
                  </a:lnTo>
                  <a:close/>
                </a:path>
                <a:path w="9542780" h="6570345">
                  <a:moveTo>
                    <a:pt x="1397425" y="4063055"/>
                  </a:moveTo>
                  <a:lnTo>
                    <a:pt x="1378350" y="4063055"/>
                  </a:lnTo>
                  <a:lnTo>
                    <a:pt x="1369860" y="4069412"/>
                  </a:lnTo>
                  <a:lnTo>
                    <a:pt x="1369860" y="4088486"/>
                  </a:lnTo>
                  <a:lnTo>
                    <a:pt x="1376227" y="4096936"/>
                  </a:lnTo>
                  <a:lnTo>
                    <a:pt x="1386812" y="4096936"/>
                  </a:lnTo>
                  <a:lnTo>
                    <a:pt x="1397425" y="4094816"/>
                  </a:lnTo>
                  <a:lnTo>
                    <a:pt x="1403793" y="4088486"/>
                  </a:lnTo>
                  <a:lnTo>
                    <a:pt x="1403793" y="4071532"/>
                  </a:lnTo>
                  <a:lnTo>
                    <a:pt x="1397425" y="4063055"/>
                  </a:lnTo>
                  <a:close/>
                </a:path>
                <a:path w="9542780" h="6570345">
                  <a:moveTo>
                    <a:pt x="1397425" y="4107533"/>
                  </a:moveTo>
                  <a:lnTo>
                    <a:pt x="1378350" y="4107533"/>
                  </a:lnTo>
                  <a:lnTo>
                    <a:pt x="1369860" y="4113890"/>
                  </a:lnTo>
                  <a:lnTo>
                    <a:pt x="1369860" y="4132936"/>
                  </a:lnTo>
                  <a:lnTo>
                    <a:pt x="1376227" y="4141415"/>
                  </a:lnTo>
                  <a:lnTo>
                    <a:pt x="1386812" y="4141415"/>
                  </a:lnTo>
                  <a:lnTo>
                    <a:pt x="1397425" y="4139295"/>
                  </a:lnTo>
                  <a:lnTo>
                    <a:pt x="1403793" y="4132936"/>
                  </a:lnTo>
                  <a:lnTo>
                    <a:pt x="1403793" y="4116010"/>
                  </a:lnTo>
                  <a:lnTo>
                    <a:pt x="1397425" y="4107533"/>
                  </a:lnTo>
                  <a:close/>
                </a:path>
                <a:path w="9542780" h="6570345">
                  <a:moveTo>
                    <a:pt x="1397425" y="4459009"/>
                  </a:moveTo>
                  <a:lnTo>
                    <a:pt x="1378350" y="4459009"/>
                  </a:lnTo>
                  <a:lnTo>
                    <a:pt x="1369860" y="4465366"/>
                  </a:lnTo>
                  <a:lnTo>
                    <a:pt x="1369860" y="4484413"/>
                  </a:lnTo>
                  <a:lnTo>
                    <a:pt x="1376227" y="4492890"/>
                  </a:lnTo>
                  <a:lnTo>
                    <a:pt x="1397425" y="4492890"/>
                  </a:lnTo>
                  <a:lnTo>
                    <a:pt x="1403793" y="4486532"/>
                  </a:lnTo>
                  <a:lnTo>
                    <a:pt x="1403793" y="4467486"/>
                  </a:lnTo>
                  <a:lnTo>
                    <a:pt x="1397425" y="4459009"/>
                  </a:lnTo>
                  <a:close/>
                </a:path>
                <a:path w="9542780" h="6570345">
                  <a:moveTo>
                    <a:pt x="1397425" y="4503459"/>
                  </a:moveTo>
                  <a:lnTo>
                    <a:pt x="1378350" y="4503459"/>
                  </a:lnTo>
                  <a:lnTo>
                    <a:pt x="1369860" y="4509816"/>
                  </a:lnTo>
                  <a:lnTo>
                    <a:pt x="1369860" y="4528863"/>
                  </a:lnTo>
                  <a:lnTo>
                    <a:pt x="1376227" y="4537340"/>
                  </a:lnTo>
                  <a:lnTo>
                    <a:pt x="1397425" y="4537340"/>
                  </a:lnTo>
                  <a:lnTo>
                    <a:pt x="1403793" y="4530982"/>
                  </a:lnTo>
                  <a:lnTo>
                    <a:pt x="1403793" y="4511936"/>
                  </a:lnTo>
                  <a:lnTo>
                    <a:pt x="1397425" y="4503459"/>
                  </a:lnTo>
                  <a:close/>
                </a:path>
                <a:path w="9542780" h="6570345">
                  <a:moveTo>
                    <a:pt x="1397425" y="4547937"/>
                  </a:moveTo>
                  <a:lnTo>
                    <a:pt x="1378350" y="4547937"/>
                  </a:lnTo>
                  <a:lnTo>
                    <a:pt x="1369860" y="4554296"/>
                  </a:lnTo>
                  <a:lnTo>
                    <a:pt x="1369860" y="4573342"/>
                  </a:lnTo>
                  <a:lnTo>
                    <a:pt x="1376227" y="4581819"/>
                  </a:lnTo>
                  <a:lnTo>
                    <a:pt x="1397425" y="4581819"/>
                  </a:lnTo>
                  <a:lnTo>
                    <a:pt x="1403793" y="4573342"/>
                  </a:lnTo>
                  <a:lnTo>
                    <a:pt x="1403793" y="4556415"/>
                  </a:lnTo>
                  <a:lnTo>
                    <a:pt x="1397425" y="4547937"/>
                  </a:lnTo>
                  <a:close/>
                </a:path>
                <a:path w="9542780" h="6570345">
                  <a:moveTo>
                    <a:pt x="1397425" y="4592388"/>
                  </a:moveTo>
                  <a:lnTo>
                    <a:pt x="1378350" y="4592388"/>
                  </a:lnTo>
                  <a:lnTo>
                    <a:pt x="1369860" y="4598746"/>
                  </a:lnTo>
                  <a:lnTo>
                    <a:pt x="1369860" y="4617792"/>
                  </a:lnTo>
                  <a:lnTo>
                    <a:pt x="1376227" y="4626269"/>
                  </a:lnTo>
                  <a:lnTo>
                    <a:pt x="1397425" y="4626269"/>
                  </a:lnTo>
                  <a:lnTo>
                    <a:pt x="1403793" y="4617792"/>
                  </a:lnTo>
                  <a:lnTo>
                    <a:pt x="1403793" y="4600865"/>
                  </a:lnTo>
                  <a:lnTo>
                    <a:pt x="1397425" y="4592388"/>
                  </a:lnTo>
                  <a:close/>
                </a:path>
                <a:path w="9542780" h="6570345">
                  <a:moveTo>
                    <a:pt x="1397425" y="4636866"/>
                  </a:moveTo>
                  <a:lnTo>
                    <a:pt x="1378350" y="4636866"/>
                  </a:lnTo>
                  <a:lnTo>
                    <a:pt x="1369860" y="4643224"/>
                  </a:lnTo>
                  <a:lnTo>
                    <a:pt x="1369860" y="4662270"/>
                  </a:lnTo>
                  <a:lnTo>
                    <a:pt x="1376227" y="4670747"/>
                  </a:lnTo>
                  <a:lnTo>
                    <a:pt x="1397425" y="4670747"/>
                  </a:lnTo>
                  <a:lnTo>
                    <a:pt x="1403793" y="4662270"/>
                  </a:lnTo>
                  <a:lnTo>
                    <a:pt x="1403793" y="4645343"/>
                  </a:lnTo>
                  <a:lnTo>
                    <a:pt x="1397425" y="4636866"/>
                  </a:lnTo>
                  <a:close/>
                </a:path>
                <a:path w="9542780" h="6570345">
                  <a:moveTo>
                    <a:pt x="1397425" y="4681316"/>
                  </a:moveTo>
                  <a:lnTo>
                    <a:pt x="1378350" y="4681316"/>
                  </a:lnTo>
                  <a:lnTo>
                    <a:pt x="1369860" y="4687674"/>
                  </a:lnTo>
                  <a:lnTo>
                    <a:pt x="1369860" y="4706720"/>
                  </a:lnTo>
                  <a:lnTo>
                    <a:pt x="1376227" y="4715198"/>
                  </a:lnTo>
                  <a:lnTo>
                    <a:pt x="1386812" y="4715198"/>
                  </a:lnTo>
                  <a:lnTo>
                    <a:pt x="1397425" y="4713079"/>
                  </a:lnTo>
                  <a:lnTo>
                    <a:pt x="1403793" y="4706720"/>
                  </a:lnTo>
                  <a:lnTo>
                    <a:pt x="1403793" y="4689793"/>
                  </a:lnTo>
                  <a:lnTo>
                    <a:pt x="1397425" y="4681316"/>
                  </a:lnTo>
                  <a:close/>
                </a:path>
                <a:path w="9542780" h="6570345">
                  <a:moveTo>
                    <a:pt x="1397425" y="4725795"/>
                  </a:moveTo>
                  <a:lnTo>
                    <a:pt x="1378350" y="4725795"/>
                  </a:lnTo>
                  <a:lnTo>
                    <a:pt x="1369860" y="4732153"/>
                  </a:lnTo>
                  <a:lnTo>
                    <a:pt x="1369860" y="4753319"/>
                  </a:lnTo>
                  <a:lnTo>
                    <a:pt x="1376227" y="4759676"/>
                  </a:lnTo>
                  <a:lnTo>
                    <a:pt x="1386812" y="4759676"/>
                  </a:lnTo>
                  <a:lnTo>
                    <a:pt x="1397425" y="4757557"/>
                  </a:lnTo>
                  <a:lnTo>
                    <a:pt x="1403793" y="4751199"/>
                  </a:lnTo>
                  <a:lnTo>
                    <a:pt x="1403793" y="4734243"/>
                  </a:lnTo>
                  <a:lnTo>
                    <a:pt x="1397425" y="4725795"/>
                  </a:lnTo>
                  <a:close/>
                </a:path>
                <a:path w="9542780" h="6570345">
                  <a:moveTo>
                    <a:pt x="1397425" y="4768126"/>
                  </a:moveTo>
                  <a:lnTo>
                    <a:pt x="1378350" y="4768126"/>
                  </a:lnTo>
                  <a:lnTo>
                    <a:pt x="1369860" y="4774483"/>
                  </a:lnTo>
                  <a:lnTo>
                    <a:pt x="1369860" y="4795649"/>
                  </a:lnTo>
                  <a:lnTo>
                    <a:pt x="1376227" y="4802007"/>
                  </a:lnTo>
                  <a:lnTo>
                    <a:pt x="1397425" y="4802007"/>
                  </a:lnTo>
                  <a:lnTo>
                    <a:pt x="1403793" y="4795649"/>
                  </a:lnTo>
                  <a:lnTo>
                    <a:pt x="1403793" y="4776603"/>
                  </a:lnTo>
                  <a:lnTo>
                    <a:pt x="1397425" y="4768126"/>
                  </a:lnTo>
                  <a:close/>
                </a:path>
                <a:path w="9542780" h="6570345">
                  <a:moveTo>
                    <a:pt x="1397425" y="4812604"/>
                  </a:moveTo>
                  <a:lnTo>
                    <a:pt x="1378350" y="4812604"/>
                  </a:lnTo>
                  <a:lnTo>
                    <a:pt x="1369860" y="4818962"/>
                  </a:lnTo>
                  <a:lnTo>
                    <a:pt x="1369860" y="4838009"/>
                  </a:lnTo>
                  <a:lnTo>
                    <a:pt x="1376227" y="4846486"/>
                  </a:lnTo>
                  <a:lnTo>
                    <a:pt x="1397425" y="4846486"/>
                  </a:lnTo>
                  <a:lnTo>
                    <a:pt x="1403793" y="4840127"/>
                  </a:lnTo>
                  <a:lnTo>
                    <a:pt x="1403793" y="4821053"/>
                  </a:lnTo>
                  <a:lnTo>
                    <a:pt x="1397425" y="4812604"/>
                  </a:lnTo>
                  <a:close/>
                </a:path>
                <a:path w="9542780" h="6570345">
                  <a:moveTo>
                    <a:pt x="1397425" y="4857054"/>
                  </a:moveTo>
                  <a:lnTo>
                    <a:pt x="1378350" y="4857054"/>
                  </a:lnTo>
                  <a:lnTo>
                    <a:pt x="1369860" y="4863412"/>
                  </a:lnTo>
                  <a:lnTo>
                    <a:pt x="1369860" y="4882459"/>
                  </a:lnTo>
                  <a:lnTo>
                    <a:pt x="1376227" y="4890936"/>
                  </a:lnTo>
                  <a:lnTo>
                    <a:pt x="1397425" y="4890936"/>
                  </a:lnTo>
                  <a:lnTo>
                    <a:pt x="1403793" y="4882459"/>
                  </a:lnTo>
                  <a:lnTo>
                    <a:pt x="1403793" y="4865532"/>
                  </a:lnTo>
                  <a:lnTo>
                    <a:pt x="1397425" y="4857054"/>
                  </a:lnTo>
                  <a:close/>
                </a:path>
                <a:path w="9542780" h="6570345">
                  <a:moveTo>
                    <a:pt x="1397425" y="4901533"/>
                  </a:moveTo>
                  <a:lnTo>
                    <a:pt x="1378350" y="4901533"/>
                  </a:lnTo>
                  <a:lnTo>
                    <a:pt x="1369860" y="4907890"/>
                  </a:lnTo>
                  <a:lnTo>
                    <a:pt x="1369860" y="4926937"/>
                  </a:lnTo>
                  <a:lnTo>
                    <a:pt x="1376227" y="4935414"/>
                  </a:lnTo>
                  <a:lnTo>
                    <a:pt x="1397425" y="4935414"/>
                  </a:lnTo>
                  <a:lnTo>
                    <a:pt x="1403793" y="4926937"/>
                  </a:lnTo>
                  <a:lnTo>
                    <a:pt x="1403793" y="4909982"/>
                  </a:lnTo>
                  <a:lnTo>
                    <a:pt x="1397425" y="4901533"/>
                  </a:lnTo>
                  <a:close/>
                </a:path>
                <a:path w="9542780" h="6570345">
                  <a:moveTo>
                    <a:pt x="1397425" y="4945983"/>
                  </a:moveTo>
                  <a:lnTo>
                    <a:pt x="1378350" y="4945983"/>
                  </a:lnTo>
                  <a:lnTo>
                    <a:pt x="1369860" y="4952340"/>
                  </a:lnTo>
                  <a:lnTo>
                    <a:pt x="1369860" y="4971387"/>
                  </a:lnTo>
                  <a:lnTo>
                    <a:pt x="1376227" y="4979864"/>
                  </a:lnTo>
                  <a:lnTo>
                    <a:pt x="1397425" y="4979864"/>
                  </a:lnTo>
                  <a:lnTo>
                    <a:pt x="1403793" y="4971387"/>
                  </a:lnTo>
                  <a:lnTo>
                    <a:pt x="1403793" y="4954460"/>
                  </a:lnTo>
                  <a:lnTo>
                    <a:pt x="1397425" y="4945983"/>
                  </a:lnTo>
                  <a:close/>
                </a:path>
                <a:path w="9542780" h="6570345">
                  <a:moveTo>
                    <a:pt x="1397425" y="4990461"/>
                  </a:moveTo>
                  <a:lnTo>
                    <a:pt x="1378350" y="4990461"/>
                  </a:lnTo>
                  <a:lnTo>
                    <a:pt x="1369860" y="4996792"/>
                  </a:lnTo>
                  <a:lnTo>
                    <a:pt x="1369860" y="5015866"/>
                  </a:lnTo>
                  <a:lnTo>
                    <a:pt x="1376227" y="5024343"/>
                  </a:lnTo>
                  <a:lnTo>
                    <a:pt x="1397425" y="5024343"/>
                  </a:lnTo>
                  <a:lnTo>
                    <a:pt x="1403793" y="5015866"/>
                  </a:lnTo>
                  <a:lnTo>
                    <a:pt x="1403793" y="4998910"/>
                  </a:lnTo>
                  <a:lnTo>
                    <a:pt x="1397425" y="4990461"/>
                  </a:lnTo>
                  <a:close/>
                </a:path>
                <a:path w="9542780" h="6570345">
                  <a:moveTo>
                    <a:pt x="1397425" y="5034912"/>
                  </a:moveTo>
                  <a:lnTo>
                    <a:pt x="1378350" y="5034912"/>
                  </a:lnTo>
                  <a:lnTo>
                    <a:pt x="1369860" y="5041270"/>
                  </a:lnTo>
                  <a:lnTo>
                    <a:pt x="1369860" y="5060316"/>
                  </a:lnTo>
                  <a:lnTo>
                    <a:pt x="1376227" y="5068793"/>
                  </a:lnTo>
                  <a:lnTo>
                    <a:pt x="1386812" y="5068793"/>
                  </a:lnTo>
                  <a:lnTo>
                    <a:pt x="1397425" y="5066673"/>
                  </a:lnTo>
                  <a:lnTo>
                    <a:pt x="1403793" y="5060316"/>
                  </a:lnTo>
                  <a:lnTo>
                    <a:pt x="1403793" y="5043389"/>
                  </a:lnTo>
                  <a:lnTo>
                    <a:pt x="1397425" y="5034912"/>
                  </a:lnTo>
                  <a:close/>
                </a:path>
                <a:path w="9542780" h="6570345">
                  <a:moveTo>
                    <a:pt x="1352906" y="1236581"/>
                  </a:moveTo>
                  <a:lnTo>
                    <a:pt x="1333803" y="1236581"/>
                  </a:lnTo>
                  <a:lnTo>
                    <a:pt x="1325341" y="1242797"/>
                  </a:lnTo>
                  <a:lnTo>
                    <a:pt x="1325341" y="1261731"/>
                  </a:lnTo>
                  <a:lnTo>
                    <a:pt x="1331681" y="1270208"/>
                  </a:lnTo>
                  <a:lnTo>
                    <a:pt x="1352906" y="1270208"/>
                  </a:lnTo>
                  <a:lnTo>
                    <a:pt x="1359246" y="1261731"/>
                  </a:lnTo>
                  <a:lnTo>
                    <a:pt x="1359246" y="1244776"/>
                  </a:lnTo>
                  <a:lnTo>
                    <a:pt x="1352906" y="1236581"/>
                  </a:lnTo>
                  <a:close/>
                </a:path>
                <a:path w="9542780" h="6570345">
                  <a:moveTo>
                    <a:pt x="1352906" y="1280946"/>
                  </a:moveTo>
                  <a:lnTo>
                    <a:pt x="1333803" y="1280946"/>
                  </a:lnTo>
                  <a:lnTo>
                    <a:pt x="1325341" y="1287162"/>
                  </a:lnTo>
                  <a:lnTo>
                    <a:pt x="1325341" y="1306379"/>
                  </a:lnTo>
                  <a:lnTo>
                    <a:pt x="1331681" y="1314856"/>
                  </a:lnTo>
                  <a:lnTo>
                    <a:pt x="1342294" y="1314856"/>
                  </a:lnTo>
                  <a:lnTo>
                    <a:pt x="1352906" y="1312595"/>
                  </a:lnTo>
                  <a:lnTo>
                    <a:pt x="1359246" y="1306379"/>
                  </a:lnTo>
                  <a:lnTo>
                    <a:pt x="1359246" y="1289423"/>
                  </a:lnTo>
                  <a:lnTo>
                    <a:pt x="1352906" y="1280946"/>
                  </a:lnTo>
                  <a:close/>
                </a:path>
                <a:path w="9542780" h="6570345">
                  <a:moveTo>
                    <a:pt x="1352906" y="1325312"/>
                  </a:moveTo>
                  <a:lnTo>
                    <a:pt x="1333803" y="1325312"/>
                  </a:lnTo>
                  <a:lnTo>
                    <a:pt x="1325341" y="1331810"/>
                  </a:lnTo>
                  <a:lnTo>
                    <a:pt x="1325341" y="1350744"/>
                  </a:lnTo>
                  <a:lnTo>
                    <a:pt x="1331681" y="1359221"/>
                  </a:lnTo>
                  <a:lnTo>
                    <a:pt x="1342294" y="1359221"/>
                  </a:lnTo>
                  <a:lnTo>
                    <a:pt x="1352906" y="1357243"/>
                  </a:lnTo>
                  <a:lnTo>
                    <a:pt x="1359246" y="1350744"/>
                  </a:lnTo>
                  <a:lnTo>
                    <a:pt x="1359246" y="1333789"/>
                  </a:lnTo>
                  <a:lnTo>
                    <a:pt x="1352906" y="1325312"/>
                  </a:lnTo>
                  <a:close/>
                </a:path>
                <a:path w="9542780" h="6570345">
                  <a:moveTo>
                    <a:pt x="1352906" y="1367699"/>
                  </a:moveTo>
                  <a:lnTo>
                    <a:pt x="1333803" y="1367699"/>
                  </a:lnTo>
                  <a:lnTo>
                    <a:pt x="1325341" y="1374198"/>
                  </a:lnTo>
                  <a:lnTo>
                    <a:pt x="1325341" y="1393131"/>
                  </a:lnTo>
                  <a:lnTo>
                    <a:pt x="1331681" y="1401608"/>
                  </a:lnTo>
                  <a:lnTo>
                    <a:pt x="1352906" y="1401608"/>
                  </a:lnTo>
                  <a:lnTo>
                    <a:pt x="1359246" y="1395110"/>
                  </a:lnTo>
                  <a:lnTo>
                    <a:pt x="1359246" y="1376177"/>
                  </a:lnTo>
                  <a:lnTo>
                    <a:pt x="1352906" y="1367699"/>
                  </a:lnTo>
                  <a:close/>
                </a:path>
                <a:path w="9542780" h="6570345">
                  <a:moveTo>
                    <a:pt x="1352906" y="1412064"/>
                  </a:moveTo>
                  <a:lnTo>
                    <a:pt x="1333803" y="1412064"/>
                  </a:lnTo>
                  <a:lnTo>
                    <a:pt x="1325341" y="1418564"/>
                  </a:lnTo>
                  <a:lnTo>
                    <a:pt x="1325341" y="1439758"/>
                  </a:lnTo>
                  <a:lnTo>
                    <a:pt x="1331681" y="1445975"/>
                  </a:lnTo>
                  <a:lnTo>
                    <a:pt x="1352906" y="1445975"/>
                  </a:lnTo>
                  <a:lnTo>
                    <a:pt x="1359246" y="1439758"/>
                  </a:lnTo>
                  <a:lnTo>
                    <a:pt x="1359246" y="1420541"/>
                  </a:lnTo>
                  <a:lnTo>
                    <a:pt x="1352906" y="1412064"/>
                  </a:lnTo>
                  <a:close/>
                </a:path>
                <a:path w="9542780" h="6570345">
                  <a:moveTo>
                    <a:pt x="1352906" y="1456712"/>
                  </a:moveTo>
                  <a:lnTo>
                    <a:pt x="1333803" y="1456712"/>
                  </a:lnTo>
                  <a:lnTo>
                    <a:pt x="1325341" y="1462929"/>
                  </a:lnTo>
                  <a:lnTo>
                    <a:pt x="1325341" y="1484123"/>
                  </a:lnTo>
                  <a:lnTo>
                    <a:pt x="1331681" y="1490623"/>
                  </a:lnTo>
                  <a:lnTo>
                    <a:pt x="1352906" y="1490623"/>
                  </a:lnTo>
                  <a:lnTo>
                    <a:pt x="1359246" y="1482144"/>
                  </a:lnTo>
                  <a:lnTo>
                    <a:pt x="1359246" y="1465190"/>
                  </a:lnTo>
                  <a:lnTo>
                    <a:pt x="1352906" y="1456712"/>
                  </a:lnTo>
                  <a:close/>
                </a:path>
                <a:path w="9542780" h="6570345">
                  <a:moveTo>
                    <a:pt x="1352906" y="1501077"/>
                  </a:moveTo>
                  <a:lnTo>
                    <a:pt x="1333803" y="1501077"/>
                  </a:lnTo>
                  <a:lnTo>
                    <a:pt x="1325341" y="1507577"/>
                  </a:lnTo>
                  <a:lnTo>
                    <a:pt x="1325341" y="1528771"/>
                  </a:lnTo>
                  <a:lnTo>
                    <a:pt x="1331681" y="1534988"/>
                  </a:lnTo>
                  <a:lnTo>
                    <a:pt x="1352906" y="1534988"/>
                  </a:lnTo>
                  <a:lnTo>
                    <a:pt x="1359246" y="1526510"/>
                  </a:lnTo>
                  <a:lnTo>
                    <a:pt x="1359246" y="1509555"/>
                  </a:lnTo>
                  <a:lnTo>
                    <a:pt x="1352906" y="1501077"/>
                  </a:lnTo>
                  <a:close/>
                </a:path>
                <a:path w="9542780" h="6570345">
                  <a:moveTo>
                    <a:pt x="1352906" y="1545443"/>
                  </a:moveTo>
                  <a:lnTo>
                    <a:pt x="1333803" y="1545443"/>
                  </a:lnTo>
                  <a:lnTo>
                    <a:pt x="1325341" y="1551942"/>
                  </a:lnTo>
                  <a:lnTo>
                    <a:pt x="1325341" y="1573136"/>
                  </a:lnTo>
                  <a:lnTo>
                    <a:pt x="1331681" y="1579352"/>
                  </a:lnTo>
                  <a:lnTo>
                    <a:pt x="1352906" y="1579352"/>
                  </a:lnTo>
                  <a:lnTo>
                    <a:pt x="1359246" y="1570875"/>
                  </a:lnTo>
                  <a:lnTo>
                    <a:pt x="1359246" y="1553921"/>
                  </a:lnTo>
                  <a:lnTo>
                    <a:pt x="1352906" y="1545443"/>
                  </a:lnTo>
                  <a:close/>
                </a:path>
                <a:path w="9542780" h="6570345">
                  <a:moveTo>
                    <a:pt x="1352906" y="1590092"/>
                  </a:moveTo>
                  <a:lnTo>
                    <a:pt x="1333803" y="1590092"/>
                  </a:lnTo>
                  <a:lnTo>
                    <a:pt x="1325341" y="1596308"/>
                  </a:lnTo>
                  <a:lnTo>
                    <a:pt x="1325341" y="1615523"/>
                  </a:lnTo>
                  <a:lnTo>
                    <a:pt x="1331681" y="1624001"/>
                  </a:lnTo>
                  <a:lnTo>
                    <a:pt x="1342294" y="1624001"/>
                  </a:lnTo>
                  <a:lnTo>
                    <a:pt x="1352906" y="1621740"/>
                  </a:lnTo>
                  <a:lnTo>
                    <a:pt x="1359246" y="1615523"/>
                  </a:lnTo>
                  <a:lnTo>
                    <a:pt x="1359246" y="1598569"/>
                  </a:lnTo>
                  <a:lnTo>
                    <a:pt x="1352906" y="1590092"/>
                  </a:lnTo>
                  <a:close/>
                </a:path>
                <a:path w="9542780" h="6570345">
                  <a:moveTo>
                    <a:pt x="1352906" y="1634456"/>
                  </a:moveTo>
                  <a:lnTo>
                    <a:pt x="1333803" y="1634456"/>
                  </a:lnTo>
                  <a:lnTo>
                    <a:pt x="1325341" y="1640956"/>
                  </a:lnTo>
                  <a:lnTo>
                    <a:pt x="1325341" y="1659889"/>
                  </a:lnTo>
                  <a:lnTo>
                    <a:pt x="1331681" y="1668367"/>
                  </a:lnTo>
                  <a:lnTo>
                    <a:pt x="1342294" y="1668367"/>
                  </a:lnTo>
                  <a:lnTo>
                    <a:pt x="1352906" y="1666388"/>
                  </a:lnTo>
                  <a:lnTo>
                    <a:pt x="1359246" y="1659889"/>
                  </a:lnTo>
                  <a:lnTo>
                    <a:pt x="1359246" y="1642934"/>
                  </a:lnTo>
                  <a:lnTo>
                    <a:pt x="1352906" y="1634456"/>
                  </a:lnTo>
                  <a:close/>
                </a:path>
                <a:path w="9542780" h="6570345">
                  <a:moveTo>
                    <a:pt x="1352906" y="1676844"/>
                  </a:moveTo>
                  <a:lnTo>
                    <a:pt x="1333803" y="1676844"/>
                  </a:lnTo>
                  <a:lnTo>
                    <a:pt x="1325341" y="1683061"/>
                  </a:lnTo>
                  <a:lnTo>
                    <a:pt x="1325341" y="1704254"/>
                  </a:lnTo>
                  <a:lnTo>
                    <a:pt x="1331681" y="1710754"/>
                  </a:lnTo>
                  <a:lnTo>
                    <a:pt x="1352906" y="1710754"/>
                  </a:lnTo>
                  <a:lnTo>
                    <a:pt x="1359246" y="1704254"/>
                  </a:lnTo>
                  <a:lnTo>
                    <a:pt x="1359246" y="1685321"/>
                  </a:lnTo>
                  <a:lnTo>
                    <a:pt x="1352906" y="1676844"/>
                  </a:lnTo>
                  <a:close/>
                </a:path>
                <a:path w="9542780" h="6570345">
                  <a:moveTo>
                    <a:pt x="1352906" y="1721209"/>
                  </a:moveTo>
                  <a:lnTo>
                    <a:pt x="1333803" y="1721209"/>
                  </a:lnTo>
                  <a:lnTo>
                    <a:pt x="1325341" y="1727709"/>
                  </a:lnTo>
                  <a:lnTo>
                    <a:pt x="1325341" y="1748903"/>
                  </a:lnTo>
                  <a:lnTo>
                    <a:pt x="1331681" y="1755119"/>
                  </a:lnTo>
                  <a:lnTo>
                    <a:pt x="1352906" y="1755119"/>
                  </a:lnTo>
                  <a:lnTo>
                    <a:pt x="1359246" y="1748903"/>
                  </a:lnTo>
                  <a:lnTo>
                    <a:pt x="1359246" y="1729686"/>
                  </a:lnTo>
                  <a:lnTo>
                    <a:pt x="1352906" y="1721209"/>
                  </a:lnTo>
                  <a:close/>
                </a:path>
                <a:path w="9542780" h="6570345">
                  <a:moveTo>
                    <a:pt x="1352906" y="1765857"/>
                  </a:moveTo>
                  <a:lnTo>
                    <a:pt x="1333803" y="1765857"/>
                  </a:lnTo>
                  <a:lnTo>
                    <a:pt x="1325341" y="1772074"/>
                  </a:lnTo>
                  <a:lnTo>
                    <a:pt x="1325341" y="1793267"/>
                  </a:lnTo>
                  <a:lnTo>
                    <a:pt x="1331681" y="1799767"/>
                  </a:lnTo>
                  <a:lnTo>
                    <a:pt x="1352906" y="1799767"/>
                  </a:lnTo>
                  <a:lnTo>
                    <a:pt x="1359246" y="1791290"/>
                  </a:lnTo>
                  <a:lnTo>
                    <a:pt x="1359246" y="1774334"/>
                  </a:lnTo>
                  <a:lnTo>
                    <a:pt x="1352906" y="1765857"/>
                  </a:lnTo>
                  <a:close/>
                </a:path>
                <a:path w="9542780" h="6570345">
                  <a:moveTo>
                    <a:pt x="1352906" y="1810223"/>
                  </a:moveTo>
                  <a:lnTo>
                    <a:pt x="1333803" y="1810223"/>
                  </a:lnTo>
                  <a:lnTo>
                    <a:pt x="1325341" y="1816722"/>
                  </a:lnTo>
                  <a:lnTo>
                    <a:pt x="1325341" y="1837634"/>
                  </a:lnTo>
                  <a:lnTo>
                    <a:pt x="1331681" y="1844132"/>
                  </a:lnTo>
                  <a:lnTo>
                    <a:pt x="1352906" y="1844132"/>
                  </a:lnTo>
                  <a:lnTo>
                    <a:pt x="1359246" y="1835655"/>
                  </a:lnTo>
                  <a:lnTo>
                    <a:pt x="1359246" y="1818700"/>
                  </a:lnTo>
                  <a:lnTo>
                    <a:pt x="1352906" y="1810223"/>
                  </a:lnTo>
                  <a:close/>
                </a:path>
                <a:path w="9542780" h="6570345">
                  <a:moveTo>
                    <a:pt x="1352906" y="1854588"/>
                  </a:moveTo>
                  <a:lnTo>
                    <a:pt x="1333803" y="1854588"/>
                  </a:lnTo>
                  <a:lnTo>
                    <a:pt x="1325341" y="1861088"/>
                  </a:lnTo>
                  <a:lnTo>
                    <a:pt x="1325341" y="1880021"/>
                  </a:lnTo>
                  <a:lnTo>
                    <a:pt x="1331681" y="1888498"/>
                  </a:lnTo>
                  <a:lnTo>
                    <a:pt x="1352906" y="1888498"/>
                  </a:lnTo>
                  <a:lnTo>
                    <a:pt x="1359246" y="1880021"/>
                  </a:lnTo>
                  <a:lnTo>
                    <a:pt x="1359246" y="1863065"/>
                  </a:lnTo>
                  <a:lnTo>
                    <a:pt x="1352906" y="1854588"/>
                  </a:lnTo>
                  <a:close/>
                </a:path>
                <a:path w="9542780" h="6570345">
                  <a:moveTo>
                    <a:pt x="1352906" y="1899236"/>
                  </a:moveTo>
                  <a:lnTo>
                    <a:pt x="1333803" y="1899236"/>
                  </a:lnTo>
                  <a:lnTo>
                    <a:pt x="1325341" y="1905453"/>
                  </a:lnTo>
                  <a:lnTo>
                    <a:pt x="1325341" y="1924668"/>
                  </a:lnTo>
                  <a:lnTo>
                    <a:pt x="1331681" y="1933147"/>
                  </a:lnTo>
                  <a:lnTo>
                    <a:pt x="1342294" y="1933147"/>
                  </a:lnTo>
                  <a:lnTo>
                    <a:pt x="1352906" y="1930886"/>
                  </a:lnTo>
                  <a:lnTo>
                    <a:pt x="1359246" y="1924668"/>
                  </a:lnTo>
                  <a:lnTo>
                    <a:pt x="1359246" y="1907713"/>
                  </a:lnTo>
                  <a:lnTo>
                    <a:pt x="1352906" y="1899236"/>
                  </a:lnTo>
                  <a:close/>
                </a:path>
                <a:path w="9542780" h="6570345">
                  <a:moveTo>
                    <a:pt x="1352906" y="1943601"/>
                  </a:moveTo>
                  <a:lnTo>
                    <a:pt x="1333803" y="1943601"/>
                  </a:lnTo>
                  <a:lnTo>
                    <a:pt x="1325341" y="1950101"/>
                  </a:lnTo>
                  <a:lnTo>
                    <a:pt x="1325341" y="1971295"/>
                  </a:lnTo>
                  <a:lnTo>
                    <a:pt x="1331681" y="1977511"/>
                  </a:lnTo>
                  <a:lnTo>
                    <a:pt x="1342294" y="1977511"/>
                  </a:lnTo>
                  <a:lnTo>
                    <a:pt x="1352906" y="1975251"/>
                  </a:lnTo>
                  <a:lnTo>
                    <a:pt x="1359246" y="1969034"/>
                  </a:lnTo>
                  <a:lnTo>
                    <a:pt x="1359246" y="1952080"/>
                  </a:lnTo>
                  <a:lnTo>
                    <a:pt x="1352906" y="1943601"/>
                  </a:lnTo>
                  <a:close/>
                </a:path>
                <a:path w="9542780" h="6570345">
                  <a:moveTo>
                    <a:pt x="1352906" y="1985989"/>
                  </a:moveTo>
                  <a:lnTo>
                    <a:pt x="1333803" y="1985989"/>
                  </a:lnTo>
                  <a:lnTo>
                    <a:pt x="1325341" y="1992205"/>
                  </a:lnTo>
                  <a:lnTo>
                    <a:pt x="1325341" y="2013399"/>
                  </a:lnTo>
                  <a:lnTo>
                    <a:pt x="1331681" y="2019899"/>
                  </a:lnTo>
                  <a:lnTo>
                    <a:pt x="1352906" y="2019899"/>
                  </a:lnTo>
                  <a:lnTo>
                    <a:pt x="1359246" y="2013399"/>
                  </a:lnTo>
                  <a:lnTo>
                    <a:pt x="1359246" y="1994466"/>
                  </a:lnTo>
                  <a:lnTo>
                    <a:pt x="1352906" y="1985989"/>
                  </a:lnTo>
                  <a:close/>
                </a:path>
                <a:path w="9542780" h="6570345">
                  <a:moveTo>
                    <a:pt x="1352906" y="2030355"/>
                  </a:moveTo>
                  <a:lnTo>
                    <a:pt x="1333803" y="2030355"/>
                  </a:lnTo>
                  <a:lnTo>
                    <a:pt x="1325341" y="2036853"/>
                  </a:lnTo>
                  <a:lnTo>
                    <a:pt x="1325341" y="2058047"/>
                  </a:lnTo>
                  <a:lnTo>
                    <a:pt x="1331681" y="2064264"/>
                  </a:lnTo>
                  <a:lnTo>
                    <a:pt x="1352906" y="2064264"/>
                  </a:lnTo>
                  <a:lnTo>
                    <a:pt x="1359246" y="2058047"/>
                  </a:lnTo>
                  <a:lnTo>
                    <a:pt x="1359246" y="2038832"/>
                  </a:lnTo>
                  <a:lnTo>
                    <a:pt x="1352906" y="2030355"/>
                  </a:lnTo>
                  <a:close/>
                </a:path>
                <a:path w="9542780" h="6570345">
                  <a:moveTo>
                    <a:pt x="1352906" y="2075003"/>
                  </a:moveTo>
                  <a:lnTo>
                    <a:pt x="1333803" y="2075003"/>
                  </a:lnTo>
                  <a:lnTo>
                    <a:pt x="1325341" y="2081220"/>
                  </a:lnTo>
                  <a:lnTo>
                    <a:pt x="1325341" y="2102413"/>
                  </a:lnTo>
                  <a:lnTo>
                    <a:pt x="1331681" y="2108912"/>
                  </a:lnTo>
                  <a:lnTo>
                    <a:pt x="1352906" y="2108912"/>
                  </a:lnTo>
                  <a:lnTo>
                    <a:pt x="1359246" y="2100435"/>
                  </a:lnTo>
                  <a:lnTo>
                    <a:pt x="1359246" y="2083480"/>
                  </a:lnTo>
                  <a:lnTo>
                    <a:pt x="1352906" y="2075003"/>
                  </a:lnTo>
                  <a:close/>
                </a:path>
                <a:path w="9542780" h="6570345">
                  <a:moveTo>
                    <a:pt x="1352906" y="2119368"/>
                  </a:moveTo>
                  <a:lnTo>
                    <a:pt x="1333803" y="2119368"/>
                  </a:lnTo>
                  <a:lnTo>
                    <a:pt x="1325341" y="2125585"/>
                  </a:lnTo>
                  <a:lnTo>
                    <a:pt x="1325341" y="2144800"/>
                  </a:lnTo>
                  <a:lnTo>
                    <a:pt x="1331681" y="2153278"/>
                  </a:lnTo>
                  <a:lnTo>
                    <a:pt x="1352906" y="2153278"/>
                  </a:lnTo>
                  <a:lnTo>
                    <a:pt x="1359246" y="2144800"/>
                  </a:lnTo>
                  <a:lnTo>
                    <a:pt x="1359246" y="2127845"/>
                  </a:lnTo>
                  <a:lnTo>
                    <a:pt x="1352906" y="2119368"/>
                  </a:lnTo>
                  <a:close/>
                </a:path>
                <a:path w="9542780" h="6570345">
                  <a:moveTo>
                    <a:pt x="1352906" y="2163733"/>
                  </a:moveTo>
                  <a:lnTo>
                    <a:pt x="1333803" y="2163733"/>
                  </a:lnTo>
                  <a:lnTo>
                    <a:pt x="1325341" y="2170233"/>
                  </a:lnTo>
                  <a:lnTo>
                    <a:pt x="1325341" y="2189166"/>
                  </a:lnTo>
                  <a:lnTo>
                    <a:pt x="1331681" y="2197643"/>
                  </a:lnTo>
                  <a:lnTo>
                    <a:pt x="1352906" y="2197643"/>
                  </a:lnTo>
                  <a:lnTo>
                    <a:pt x="1359246" y="2189166"/>
                  </a:lnTo>
                  <a:lnTo>
                    <a:pt x="1359246" y="2172211"/>
                  </a:lnTo>
                  <a:lnTo>
                    <a:pt x="1352906" y="2163733"/>
                  </a:lnTo>
                  <a:close/>
                </a:path>
                <a:path w="9542780" h="6570345">
                  <a:moveTo>
                    <a:pt x="1352906" y="2208381"/>
                  </a:moveTo>
                  <a:lnTo>
                    <a:pt x="1333803" y="2208381"/>
                  </a:lnTo>
                  <a:lnTo>
                    <a:pt x="1325341" y="2214598"/>
                  </a:lnTo>
                  <a:lnTo>
                    <a:pt x="1325341" y="2233814"/>
                  </a:lnTo>
                  <a:lnTo>
                    <a:pt x="1331681" y="2242291"/>
                  </a:lnTo>
                  <a:lnTo>
                    <a:pt x="1342294" y="2242291"/>
                  </a:lnTo>
                  <a:lnTo>
                    <a:pt x="1352906" y="2240031"/>
                  </a:lnTo>
                  <a:lnTo>
                    <a:pt x="1359246" y="2233814"/>
                  </a:lnTo>
                  <a:lnTo>
                    <a:pt x="1359246" y="2216858"/>
                  </a:lnTo>
                  <a:lnTo>
                    <a:pt x="1352906" y="2208381"/>
                  </a:lnTo>
                  <a:close/>
                </a:path>
                <a:path w="9542780" h="6570345">
                  <a:moveTo>
                    <a:pt x="1352906" y="2252747"/>
                  </a:moveTo>
                  <a:lnTo>
                    <a:pt x="1333803" y="2252747"/>
                  </a:lnTo>
                  <a:lnTo>
                    <a:pt x="1325341" y="2259246"/>
                  </a:lnTo>
                  <a:lnTo>
                    <a:pt x="1325341" y="2280157"/>
                  </a:lnTo>
                  <a:lnTo>
                    <a:pt x="1331681" y="2286656"/>
                  </a:lnTo>
                  <a:lnTo>
                    <a:pt x="1342294" y="2286656"/>
                  </a:lnTo>
                  <a:lnTo>
                    <a:pt x="1352906" y="2284395"/>
                  </a:lnTo>
                  <a:lnTo>
                    <a:pt x="1359246" y="2278179"/>
                  </a:lnTo>
                  <a:lnTo>
                    <a:pt x="1359246" y="2261224"/>
                  </a:lnTo>
                  <a:lnTo>
                    <a:pt x="1352906" y="2252747"/>
                  </a:lnTo>
                  <a:close/>
                </a:path>
                <a:path w="9542780" h="6570345">
                  <a:moveTo>
                    <a:pt x="1352906" y="2295135"/>
                  </a:moveTo>
                  <a:lnTo>
                    <a:pt x="1333803" y="2295135"/>
                  </a:lnTo>
                  <a:lnTo>
                    <a:pt x="1325341" y="2301351"/>
                  </a:lnTo>
                  <a:lnTo>
                    <a:pt x="1325341" y="2322545"/>
                  </a:lnTo>
                  <a:lnTo>
                    <a:pt x="1331681" y="2329044"/>
                  </a:lnTo>
                  <a:lnTo>
                    <a:pt x="1352906" y="2329044"/>
                  </a:lnTo>
                  <a:lnTo>
                    <a:pt x="1359246" y="2322545"/>
                  </a:lnTo>
                  <a:lnTo>
                    <a:pt x="1359246" y="2303612"/>
                  </a:lnTo>
                  <a:lnTo>
                    <a:pt x="1352906" y="2295135"/>
                  </a:lnTo>
                  <a:close/>
                </a:path>
                <a:path w="9542780" h="6570345">
                  <a:moveTo>
                    <a:pt x="1352906" y="2339500"/>
                  </a:moveTo>
                  <a:lnTo>
                    <a:pt x="1333803" y="2339500"/>
                  </a:lnTo>
                  <a:lnTo>
                    <a:pt x="1325341" y="2345999"/>
                  </a:lnTo>
                  <a:lnTo>
                    <a:pt x="1325341" y="2367193"/>
                  </a:lnTo>
                  <a:lnTo>
                    <a:pt x="1331681" y="2373410"/>
                  </a:lnTo>
                  <a:lnTo>
                    <a:pt x="1352906" y="2373410"/>
                  </a:lnTo>
                  <a:lnTo>
                    <a:pt x="1359246" y="2367193"/>
                  </a:lnTo>
                  <a:lnTo>
                    <a:pt x="1359246" y="2347977"/>
                  </a:lnTo>
                  <a:lnTo>
                    <a:pt x="1352906" y="2339500"/>
                  </a:lnTo>
                  <a:close/>
                </a:path>
                <a:path w="9542780" h="6570345">
                  <a:moveTo>
                    <a:pt x="1352906" y="2384148"/>
                  </a:moveTo>
                  <a:lnTo>
                    <a:pt x="1333803" y="2384148"/>
                  </a:lnTo>
                  <a:lnTo>
                    <a:pt x="1325341" y="2390364"/>
                  </a:lnTo>
                  <a:lnTo>
                    <a:pt x="1325341" y="2411558"/>
                  </a:lnTo>
                  <a:lnTo>
                    <a:pt x="1331681" y="2417775"/>
                  </a:lnTo>
                  <a:lnTo>
                    <a:pt x="1352906" y="2417775"/>
                  </a:lnTo>
                  <a:lnTo>
                    <a:pt x="1359246" y="2409579"/>
                  </a:lnTo>
                  <a:lnTo>
                    <a:pt x="1359246" y="2392625"/>
                  </a:lnTo>
                  <a:lnTo>
                    <a:pt x="1352906" y="2384148"/>
                  </a:lnTo>
                  <a:close/>
                </a:path>
                <a:path w="9542780" h="6570345">
                  <a:moveTo>
                    <a:pt x="1352906" y="2428513"/>
                  </a:moveTo>
                  <a:lnTo>
                    <a:pt x="1333803" y="2428513"/>
                  </a:lnTo>
                  <a:lnTo>
                    <a:pt x="1325341" y="2434729"/>
                  </a:lnTo>
                  <a:lnTo>
                    <a:pt x="1325341" y="2453946"/>
                  </a:lnTo>
                  <a:lnTo>
                    <a:pt x="1331681" y="2462423"/>
                  </a:lnTo>
                  <a:lnTo>
                    <a:pt x="1352906" y="2462423"/>
                  </a:lnTo>
                  <a:lnTo>
                    <a:pt x="1359246" y="2453946"/>
                  </a:lnTo>
                  <a:lnTo>
                    <a:pt x="1359246" y="2436990"/>
                  </a:lnTo>
                  <a:lnTo>
                    <a:pt x="1352906" y="2428513"/>
                  </a:lnTo>
                  <a:close/>
                </a:path>
                <a:path w="9542780" h="6570345">
                  <a:moveTo>
                    <a:pt x="1352906" y="2472879"/>
                  </a:moveTo>
                  <a:lnTo>
                    <a:pt x="1333803" y="2472879"/>
                  </a:lnTo>
                  <a:lnTo>
                    <a:pt x="1325341" y="2479377"/>
                  </a:lnTo>
                  <a:lnTo>
                    <a:pt x="1325341" y="2498310"/>
                  </a:lnTo>
                  <a:lnTo>
                    <a:pt x="1331681" y="2506788"/>
                  </a:lnTo>
                  <a:lnTo>
                    <a:pt x="1352906" y="2506788"/>
                  </a:lnTo>
                  <a:lnTo>
                    <a:pt x="1359246" y="2498310"/>
                  </a:lnTo>
                  <a:lnTo>
                    <a:pt x="1359246" y="2481356"/>
                  </a:lnTo>
                  <a:lnTo>
                    <a:pt x="1352906" y="2472879"/>
                  </a:lnTo>
                  <a:close/>
                </a:path>
                <a:path w="9542780" h="6570345">
                  <a:moveTo>
                    <a:pt x="1352906" y="2517527"/>
                  </a:moveTo>
                  <a:lnTo>
                    <a:pt x="1333803" y="2517527"/>
                  </a:lnTo>
                  <a:lnTo>
                    <a:pt x="1325341" y="2523743"/>
                  </a:lnTo>
                  <a:lnTo>
                    <a:pt x="1325341" y="2544937"/>
                  </a:lnTo>
                  <a:lnTo>
                    <a:pt x="1331681" y="2551436"/>
                  </a:lnTo>
                  <a:lnTo>
                    <a:pt x="1342294" y="2551436"/>
                  </a:lnTo>
                  <a:lnTo>
                    <a:pt x="1352906" y="2549175"/>
                  </a:lnTo>
                  <a:lnTo>
                    <a:pt x="1359246" y="2542959"/>
                  </a:lnTo>
                  <a:lnTo>
                    <a:pt x="1359246" y="2526004"/>
                  </a:lnTo>
                  <a:lnTo>
                    <a:pt x="1352906" y="2517527"/>
                  </a:lnTo>
                  <a:close/>
                </a:path>
                <a:path w="9542780" h="6570345">
                  <a:moveTo>
                    <a:pt x="1352906" y="3489327"/>
                  </a:moveTo>
                  <a:lnTo>
                    <a:pt x="1333803" y="3489327"/>
                  </a:lnTo>
                  <a:lnTo>
                    <a:pt x="1325341" y="3495544"/>
                  </a:lnTo>
                  <a:lnTo>
                    <a:pt x="1325341" y="3514760"/>
                  </a:lnTo>
                  <a:lnTo>
                    <a:pt x="1331681" y="3523237"/>
                  </a:lnTo>
                  <a:lnTo>
                    <a:pt x="1342294" y="3523237"/>
                  </a:lnTo>
                  <a:lnTo>
                    <a:pt x="1352906" y="3520977"/>
                  </a:lnTo>
                  <a:lnTo>
                    <a:pt x="1359246" y="3514760"/>
                  </a:lnTo>
                  <a:lnTo>
                    <a:pt x="1359246" y="3497804"/>
                  </a:lnTo>
                  <a:lnTo>
                    <a:pt x="1352906" y="3489327"/>
                  </a:lnTo>
                  <a:close/>
                </a:path>
                <a:path w="9542780" h="6570345">
                  <a:moveTo>
                    <a:pt x="1352906" y="3531715"/>
                  </a:moveTo>
                  <a:lnTo>
                    <a:pt x="1333803" y="3531715"/>
                  </a:lnTo>
                  <a:lnTo>
                    <a:pt x="1325341" y="3537931"/>
                  </a:lnTo>
                  <a:lnTo>
                    <a:pt x="1325341" y="3557146"/>
                  </a:lnTo>
                  <a:lnTo>
                    <a:pt x="1331681" y="3565625"/>
                  </a:lnTo>
                  <a:lnTo>
                    <a:pt x="1352906" y="3565625"/>
                  </a:lnTo>
                  <a:lnTo>
                    <a:pt x="1359246" y="3559125"/>
                  </a:lnTo>
                  <a:lnTo>
                    <a:pt x="1359246" y="3540192"/>
                  </a:lnTo>
                  <a:lnTo>
                    <a:pt x="1352906" y="3531715"/>
                  </a:lnTo>
                  <a:close/>
                </a:path>
                <a:path w="9542780" h="6570345">
                  <a:moveTo>
                    <a:pt x="1352906" y="3576079"/>
                  </a:moveTo>
                  <a:lnTo>
                    <a:pt x="1333803" y="3576079"/>
                  </a:lnTo>
                  <a:lnTo>
                    <a:pt x="1325341" y="3582297"/>
                  </a:lnTo>
                  <a:lnTo>
                    <a:pt x="1325341" y="3601512"/>
                  </a:lnTo>
                  <a:lnTo>
                    <a:pt x="1331681" y="3609990"/>
                  </a:lnTo>
                  <a:lnTo>
                    <a:pt x="1352906" y="3609990"/>
                  </a:lnTo>
                  <a:lnTo>
                    <a:pt x="1359246" y="3603490"/>
                  </a:lnTo>
                  <a:lnTo>
                    <a:pt x="1359246" y="3584558"/>
                  </a:lnTo>
                  <a:lnTo>
                    <a:pt x="1352906" y="3576079"/>
                  </a:lnTo>
                  <a:close/>
                </a:path>
                <a:path w="9542780" h="6570345">
                  <a:moveTo>
                    <a:pt x="1352906" y="3620446"/>
                  </a:moveTo>
                  <a:lnTo>
                    <a:pt x="1333803" y="3620446"/>
                  </a:lnTo>
                  <a:lnTo>
                    <a:pt x="1325341" y="3626944"/>
                  </a:lnTo>
                  <a:lnTo>
                    <a:pt x="1325341" y="3648138"/>
                  </a:lnTo>
                  <a:lnTo>
                    <a:pt x="1331681" y="3654355"/>
                  </a:lnTo>
                  <a:lnTo>
                    <a:pt x="1352906" y="3654355"/>
                  </a:lnTo>
                  <a:lnTo>
                    <a:pt x="1359246" y="3645877"/>
                  </a:lnTo>
                  <a:lnTo>
                    <a:pt x="1359246" y="3628923"/>
                  </a:lnTo>
                  <a:lnTo>
                    <a:pt x="1352906" y="3620446"/>
                  </a:lnTo>
                  <a:close/>
                </a:path>
                <a:path w="9542780" h="6570345">
                  <a:moveTo>
                    <a:pt x="1352906" y="3665094"/>
                  </a:moveTo>
                  <a:lnTo>
                    <a:pt x="1333804" y="3665094"/>
                  </a:lnTo>
                  <a:lnTo>
                    <a:pt x="1325341" y="3671310"/>
                  </a:lnTo>
                  <a:lnTo>
                    <a:pt x="1325341" y="3692504"/>
                  </a:lnTo>
                  <a:lnTo>
                    <a:pt x="1331681" y="3699003"/>
                  </a:lnTo>
                  <a:lnTo>
                    <a:pt x="1352906" y="3699003"/>
                  </a:lnTo>
                  <a:lnTo>
                    <a:pt x="1359246" y="3690526"/>
                  </a:lnTo>
                  <a:lnTo>
                    <a:pt x="1359246" y="3673571"/>
                  </a:lnTo>
                  <a:lnTo>
                    <a:pt x="1352906" y="3665094"/>
                  </a:lnTo>
                  <a:close/>
                </a:path>
                <a:path w="9542780" h="6570345">
                  <a:moveTo>
                    <a:pt x="1352906" y="3709459"/>
                  </a:moveTo>
                  <a:lnTo>
                    <a:pt x="1333804" y="3709459"/>
                  </a:lnTo>
                  <a:lnTo>
                    <a:pt x="1325341" y="3715959"/>
                  </a:lnTo>
                  <a:lnTo>
                    <a:pt x="1325341" y="3734892"/>
                  </a:lnTo>
                  <a:lnTo>
                    <a:pt x="1331681" y="3743369"/>
                  </a:lnTo>
                  <a:lnTo>
                    <a:pt x="1352906" y="3743369"/>
                  </a:lnTo>
                  <a:lnTo>
                    <a:pt x="1359246" y="3734892"/>
                  </a:lnTo>
                  <a:lnTo>
                    <a:pt x="1359246" y="3717936"/>
                  </a:lnTo>
                  <a:lnTo>
                    <a:pt x="1352906" y="3709459"/>
                  </a:lnTo>
                  <a:close/>
                </a:path>
                <a:path w="9542780" h="6570345">
                  <a:moveTo>
                    <a:pt x="1352906" y="3753825"/>
                  </a:moveTo>
                  <a:lnTo>
                    <a:pt x="1333804" y="3753825"/>
                  </a:lnTo>
                  <a:lnTo>
                    <a:pt x="1325341" y="3760296"/>
                  </a:lnTo>
                  <a:lnTo>
                    <a:pt x="1325341" y="3779342"/>
                  </a:lnTo>
                  <a:lnTo>
                    <a:pt x="1331681" y="3787819"/>
                  </a:lnTo>
                  <a:lnTo>
                    <a:pt x="1342294" y="3787819"/>
                  </a:lnTo>
                  <a:lnTo>
                    <a:pt x="1352906" y="3785699"/>
                  </a:lnTo>
                  <a:lnTo>
                    <a:pt x="1359246" y="3779342"/>
                  </a:lnTo>
                  <a:lnTo>
                    <a:pt x="1359246" y="3762415"/>
                  </a:lnTo>
                  <a:lnTo>
                    <a:pt x="1352906" y="3753825"/>
                  </a:lnTo>
                  <a:close/>
                </a:path>
                <a:path w="9542780" h="6570345">
                  <a:moveTo>
                    <a:pt x="1352906" y="3798416"/>
                  </a:moveTo>
                  <a:lnTo>
                    <a:pt x="1333804" y="3798416"/>
                  </a:lnTo>
                  <a:lnTo>
                    <a:pt x="1325341" y="3804746"/>
                  </a:lnTo>
                  <a:lnTo>
                    <a:pt x="1325341" y="3823820"/>
                  </a:lnTo>
                  <a:lnTo>
                    <a:pt x="1331681" y="3832269"/>
                  </a:lnTo>
                  <a:lnTo>
                    <a:pt x="1342294" y="3832269"/>
                  </a:lnTo>
                  <a:lnTo>
                    <a:pt x="1352906" y="3830149"/>
                  </a:lnTo>
                  <a:lnTo>
                    <a:pt x="1359246" y="3823820"/>
                  </a:lnTo>
                  <a:lnTo>
                    <a:pt x="1359246" y="3806865"/>
                  </a:lnTo>
                  <a:lnTo>
                    <a:pt x="1352906" y="3798416"/>
                  </a:lnTo>
                  <a:close/>
                </a:path>
                <a:path w="9542780" h="6570345">
                  <a:moveTo>
                    <a:pt x="1352906" y="3840746"/>
                  </a:moveTo>
                  <a:lnTo>
                    <a:pt x="1333804" y="3840746"/>
                  </a:lnTo>
                  <a:lnTo>
                    <a:pt x="1325341" y="3847105"/>
                  </a:lnTo>
                  <a:lnTo>
                    <a:pt x="1325342" y="3866151"/>
                  </a:lnTo>
                  <a:lnTo>
                    <a:pt x="1331681" y="3874629"/>
                  </a:lnTo>
                  <a:lnTo>
                    <a:pt x="1352906" y="3874629"/>
                  </a:lnTo>
                  <a:lnTo>
                    <a:pt x="1359246" y="3868270"/>
                  </a:lnTo>
                  <a:lnTo>
                    <a:pt x="1359246" y="3849223"/>
                  </a:lnTo>
                  <a:lnTo>
                    <a:pt x="1352906" y="3840746"/>
                  </a:lnTo>
                  <a:close/>
                </a:path>
                <a:path w="9542780" h="6570345">
                  <a:moveTo>
                    <a:pt x="1352906" y="3885225"/>
                  </a:moveTo>
                  <a:lnTo>
                    <a:pt x="1333804" y="3885225"/>
                  </a:lnTo>
                  <a:lnTo>
                    <a:pt x="1325342" y="3891555"/>
                  </a:lnTo>
                  <a:lnTo>
                    <a:pt x="1325342" y="3910629"/>
                  </a:lnTo>
                  <a:lnTo>
                    <a:pt x="1331681" y="3919079"/>
                  </a:lnTo>
                  <a:lnTo>
                    <a:pt x="1352906" y="3919079"/>
                  </a:lnTo>
                  <a:lnTo>
                    <a:pt x="1359246" y="3912749"/>
                  </a:lnTo>
                  <a:lnTo>
                    <a:pt x="1359246" y="3893675"/>
                  </a:lnTo>
                  <a:lnTo>
                    <a:pt x="1352906" y="3885225"/>
                  </a:lnTo>
                  <a:close/>
                </a:path>
                <a:path w="9542780" h="6570345">
                  <a:moveTo>
                    <a:pt x="1352906" y="3929675"/>
                  </a:moveTo>
                  <a:lnTo>
                    <a:pt x="1333804" y="3929675"/>
                  </a:lnTo>
                  <a:lnTo>
                    <a:pt x="1325342" y="3936033"/>
                  </a:lnTo>
                  <a:lnTo>
                    <a:pt x="1325342" y="3955079"/>
                  </a:lnTo>
                  <a:lnTo>
                    <a:pt x="1331681" y="3963556"/>
                  </a:lnTo>
                  <a:lnTo>
                    <a:pt x="1352906" y="3963556"/>
                  </a:lnTo>
                  <a:lnTo>
                    <a:pt x="1359246" y="3955079"/>
                  </a:lnTo>
                  <a:lnTo>
                    <a:pt x="1359246" y="3938153"/>
                  </a:lnTo>
                  <a:lnTo>
                    <a:pt x="1352906" y="3929675"/>
                  </a:lnTo>
                  <a:close/>
                </a:path>
                <a:path w="9542780" h="6570345">
                  <a:moveTo>
                    <a:pt x="1352906" y="4416649"/>
                  </a:moveTo>
                  <a:lnTo>
                    <a:pt x="1333804" y="4416649"/>
                  </a:lnTo>
                  <a:lnTo>
                    <a:pt x="1325342" y="4423008"/>
                  </a:lnTo>
                  <a:lnTo>
                    <a:pt x="1325342" y="4442053"/>
                  </a:lnTo>
                  <a:lnTo>
                    <a:pt x="1331681" y="4450532"/>
                  </a:lnTo>
                  <a:lnTo>
                    <a:pt x="1342294" y="4450532"/>
                  </a:lnTo>
                  <a:lnTo>
                    <a:pt x="1352906" y="4448412"/>
                  </a:lnTo>
                  <a:lnTo>
                    <a:pt x="1359246" y="4442053"/>
                  </a:lnTo>
                  <a:lnTo>
                    <a:pt x="1359246" y="4425127"/>
                  </a:lnTo>
                  <a:lnTo>
                    <a:pt x="1352906" y="4416649"/>
                  </a:lnTo>
                  <a:close/>
                </a:path>
                <a:path w="9542780" h="6570345">
                  <a:moveTo>
                    <a:pt x="1352906" y="4459009"/>
                  </a:moveTo>
                  <a:lnTo>
                    <a:pt x="1333804" y="4459009"/>
                  </a:lnTo>
                  <a:lnTo>
                    <a:pt x="1325342" y="4465366"/>
                  </a:lnTo>
                  <a:lnTo>
                    <a:pt x="1325342" y="4484413"/>
                  </a:lnTo>
                  <a:lnTo>
                    <a:pt x="1331681" y="4492890"/>
                  </a:lnTo>
                  <a:lnTo>
                    <a:pt x="1352906" y="4492890"/>
                  </a:lnTo>
                  <a:lnTo>
                    <a:pt x="1359246" y="4486532"/>
                  </a:lnTo>
                  <a:lnTo>
                    <a:pt x="1359246" y="4467486"/>
                  </a:lnTo>
                  <a:lnTo>
                    <a:pt x="1352906" y="4459009"/>
                  </a:lnTo>
                  <a:close/>
                </a:path>
                <a:path w="9542780" h="6570345">
                  <a:moveTo>
                    <a:pt x="1352906" y="4503459"/>
                  </a:moveTo>
                  <a:lnTo>
                    <a:pt x="1333804" y="4503459"/>
                  </a:lnTo>
                  <a:lnTo>
                    <a:pt x="1325342" y="4509816"/>
                  </a:lnTo>
                  <a:lnTo>
                    <a:pt x="1325342" y="4528863"/>
                  </a:lnTo>
                  <a:lnTo>
                    <a:pt x="1331681" y="4537340"/>
                  </a:lnTo>
                  <a:lnTo>
                    <a:pt x="1352906" y="4537340"/>
                  </a:lnTo>
                  <a:lnTo>
                    <a:pt x="1359246" y="4530982"/>
                  </a:lnTo>
                  <a:lnTo>
                    <a:pt x="1359246" y="4511936"/>
                  </a:lnTo>
                  <a:lnTo>
                    <a:pt x="1352906" y="4503459"/>
                  </a:lnTo>
                  <a:close/>
                </a:path>
                <a:path w="9542780" h="6570345">
                  <a:moveTo>
                    <a:pt x="1352906" y="4547937"/>
                  </a:moveTo>
                  <a:lnTo>
                    <a:pt x="1333804" y="4547937"/>
                  </a:lnTo>
                  <a:lnTo>
                    <a:pt x="1325342" y="4554296"/>
                  </a:lnTo>
                  <a:lnTo>
                    <a:pt x="1325342" y="4573342"/>
                  </a:lnTo>
                  <a:lnTo>
                    <a:pt x="1331681" y="4581819"/>
                  </a:lnTo>
                  <a:lnTo>
                    <a:pt x="1352906" y="4581819"/>
                  </a:lnTo>
                  <a:lnTo>
                    <a:pt x="1359246" y="4573342"/>
                  </a:lnTo>
                  <a:lnTo>
                    <a:pt x="1359246" y="4556415"/>
                  </a:lnTo>
                  <a:lnTo>
                    <a:pt x="1352906" y="4547937"/>
                  </a:lnTo>
                  <a:close/>
                </a:path>
                <a:path w="9542780" h="6570345">
                  <a:moveTo>
                    <a:pt x="1352906" y="4592388"/>
                  </a:moveTo>
                  <a:lnTo>
                    <a:pt x="1333804" y="4592388"/>
                  </a:lnTo>
                  <a:lnTo>
                    <a:pt x="1325342" y="4598746"/>
                  </a:lnTo>
                  <a:lnTo>
                    <a:pt x="1325342" y="4617792"/>
                  </a:lnTo>
                  <a:lnTo>
                    <a:pt x="1331681" y="4626269"/>
                  </a:lnTo>
                  <a:lnTo>
                    <a:pt x="1352906" y="4626269"/>
                  </a:lnTo>
                  <a:lnTo>
                    <a:pt x="1359246" y="4617792"/>
                  </a:lnTo>
                  <a:lnTo>
                    <a:pt x="1359246" y="4600865"/>
                  </a:lnTo>
                  <a:lnTo>
                    <a:pt x="1352906" y="4592388"/>
                  </a:lnTo>
                  <a:close/>
                </a:path>
                <a:path w="9542780" h="6570345">
                  <a:moveTo>
                    <a:pt x="1352906" y="4636866"/>
                  </a:moveTo>
                  <a:lnTo>
                    <a:pt x="1333804" y="4636866"/>
                  </a:lnTo>
                  <a:lnTo>
                    <a:pt x="1325342" y="4643224"/>
                  </a:lnTo>
                  <a:lnTo>
                    <a:pt x="1325342" y="4662270"/>
                  </a:lnTo>
                  <a:lnTo>
                    <a:pt x="1331681" y="4670747"/>
                  </a:lnTo>
                  <a:lnTo>
                    <a:pt x="1352906" y="4670747"/>
                  </a:lnTo>
                  <a:lnTo>
                    <a:pt x="1359246" y="4662270"/>
                  </a:lnTo>
                  <a:lnTo>
                    <a:pt x="1359246" y="4645343"/>
                  </a:lnTo>
                  <a:lnTo>
                    <a:pt x="1352906" y="4636866"/>
                  </a:lnTo>
                  <a:close/>
                </a:path>
                <a:path w="9542780" h="6570345">
                  <a:moveTo>
                    <a:pt x="1352906" y="4681316"/>
                  </a:moveTo>
                  <a:lnTo>
                    <a:pt x="1333804" y="4681316"/>
                  </a:lnTo>
                  <a:lnTo>
                    <a:pt x="1325342" y="4687674"/>
                  </a:lnTo>
                  <a:lnTo>
                    <a:pt x="1325342" y="4706720"/>
                  </a:lnTo>
                  <a:lnTo>
                    <a:pt x="1331681" y="4715198"/>
                  </a:lnTo>
                  <a:lnTo>
                    <a:pt x="1342294" y="4715198"/>
                  </a:lnTo>
                  <a:lnTo>
                    <a:pt x="1352906" y="4713079"/>
                  </a:lnTo>
                  <a:lnTo>
                    <a:pt x="1359246" y="4706720"/>
                  </a:lnTo>
                  <a:lnTo>
                    <a:pt x="1359246" y="4689793"/>
                  </a:lnTo>
                  <a:lnTo>
                    <a:pt x="1352906" y="4681316"/>
                  </a:lnTo>
                  <a:close/>
                </a:path>
                <a:path w="9542780" h="6570345">
                  <a:moveTo>
                    <a:pt x="1352906" y="4725795"/>
                  </a:moveTo>
                  <a:lnTo>
                    <a:pt x="1333804" y="4725795"/>
                  </a:lnTo>
                  <a:lnTo>
                    <a:pt x="1325342" y="4732153"/>
                  </a:lnTo>
                  <a:lnTo>
                    <a:pt x="1325342" y="4753319"/>
                  </a:lnTo>
                  <a:lnTo>
                    <a:pt x="1331681" y="4759676"/>
                  </a:lnTo>
                  <a:lnTo>
                    <a:pt x="1342294" y="4759676"/>
                  </a:lnTo>
                  <a:lnTo>
                    <a:pt x="1352906" y="4757557"/>
                  </a:lnTo>
                  <a:lnTo>
                    <a:pt x="1359246" y="4751199"/>
                  </a:lnTo>
                  <a:lnTo>
                    <a:pt x="1359246" y="4734243"/>
                  </a:lnTo>
                  <a:lnTo>
                    <a:pt x="1352906" y="4725795"/>
                  </a:lnTo>
                  <a:close/>
                </a:path>
                <a:path w="9542780" h="6570345">
                  <a:moveTo>
                    <a:pt x="1352906" y="4768126"/>
                  </a:moveTo>
                  <a:lnTo>
                    <a:pt x="1333804" y="4768126"/>
                  </a:lnTo>
                  <a:lnTo>
                    <a:pt x="1325342" y="4774483"/>
                  </a:lnTo>
                  <a:lnTo>
                    <a:pt x="1325342" y="4795649"/>
                  </a:lnTo>
                  <a:lnTo>
                    <a:pt x="1331681" y="4802007"/>
                  </a:lnTo>
                  <a:lnTo>
                    <a:pt x="1352906" y="4802007"/>
                  </a:lnTo>
                  <a:lnTo>
                    <a:pt x="1359246" y="4795649"/>
                  </a:lnTo>
                  <a:lnTo>
                    <a:pt x="1359246" y="4776603"/>
                  </a:lnTo>
                  <a:lnTo>
                    <a:pt x="1352906" y="4768126"/>
                  </a:lnTo>
                  <a:close/>
                </a:path>
                <a:path w="9542780" h="6570345">
                  <a:moveTo>
                    <a:pt x="1352906" y="4812604"/>
                  </a:moveTo>
                  <a:lnTo>
                    <a:pt x="1333804" y="4812604"/>
                  </a:lnTo>
                  <a:lnTo>
                    <a:pt x="1325342" y="4818962"/>
                  </a:lnTo>
                  <a:lnTo>
                    <a:pt x="1325342" y="4838009"/>
                  </a:lnTo>
                  <a:lnTo>
                    <a:pt x="1331681" y="4846486"/>
                  </a:lnTo>
                  <a:lnTo>
                    <a:pt x="1352906" y="4846486"/>
                  </a:lnTo>
                  <a:lnTo>
                    <a:pt x="1359246" y="4840127"/>
                  </a:lnTo>
                  <a:lnTo>
                    <a:pt x="1359246" y="4821053"/>
                  </a:lnTo>
                  <a:lnTo>
                    <a:pt x="1352906" y="4812604"/>
                  </a:lnTo>
                  <a:close/>
                </a:path>
                <a:path w="9542780" h="6570345">
                  <a:moveTo>
                    <a:pt x="1352906" y="4857054"/>
                  </a:moveTo>
                  <a:lnTo>
                    <a:pt x="1333804" y="4857054"/>
                  </a:lnTo>
                  <a:lnTo>
                    <a:pt x="1325342" y="4863412"/>
                  </a:lnTo>
                  <a:lnTo>
                    <a:pt x="1325342" y="4882459"/>
                  </a:lnTo>
                  <a:lnTo>
                    <a:pt x="1331681" y="4890936"/>
                  </a:lnTo>
                  <a:lnTo>
                    <a:pt x="1352906" y="4890936"/>
                  </a:lnTo>
                  <a:lnTo>
                    <a:pt x="1359246" y="4882459"/>
                  </a:lnTo>
                  <a:lnTo>
                    <a:pt x="1359246" y="4865532"/>
                  </a:lnTo>
                  <a:lnTo>
                    <a:pt x="1352906" y="4857054"/>
                  </a:lnTo>
                  <a:close/>
                </a:path>
                <a:path w="9542780" h="6570345">
                  <a:moveTo>
                    <a:pt x="1352906" y="4901533"/>
                  </a:moveTo>
                  <a:lnTo>
                    <a:pt x="1333804" y="4901533"/>
                  </a:lnTo>
                  <a:lnTo>
                    <a:pt x="1325342" y="4907890"/>
                  </a:lnTo>
                  <a:lnTo>
                    <a:pt x="1325342" y="4926937"/>
                  </a:lnTo>
                  <a:lnTo>
                    <a:pt x="1331681" y="4935414"/>
                  </a:lnTo>
                  <a:lnTo>
                    <a:pt x="1352906" y="4935414"/>
                  </a:lnTo>
                  <a:lnTo>
                    <a:pt x="1359246" y="4926937"/>
                  </a:lnTo>
                  <a:lnTo>
                    <a:pt x="1359246" y="4909982"/>
                  </a:lnTo>
                  <a:lnTo>
                    <a:pt x="1352906" y="4901533"/>
                  </a:lnTo>
                  <a:close/>
                </a:path>
                <a:path w="9542780" h="6570345">
                  <a:moveTo>
                    <a:pt x="1352906" y="4945983"/>
                  </a:moveTo>
                  <a:lnTo>
                    <a:pt x="1333804" y="4945983"/>
                  </a:lnTo>
                  <a:lnTo>
                    <a:pt x="1325342" y="4952340"/>
                  </a:lnTo>
                  <a:lnTo>
                    <a:pt x="1325342" y="4971387"/>
                  </a:lnTo>
                  <a:lnTo>
                    <a:pt x="1331681" y="4979864"/>
                  </a:lnTo>
                  <a:lnTo>
                    <a:pt x="1352906" y="4979864"/>
                  </a:lnTo>
                  <a:lnTo>
                    <a:pt x="1359246" y="4971387"/>
                  </a:lnTo>
                  <a:lnTo>
                    <a:pt x="1359246" y="4954460"/>
                  </a:lnTo>
                  <a:lnTo>
                    <a:pt x="1352906" y="4945983"/>
                  </a:lnTo>
                  <a:close/>
                </a:path>
                <a:path w="9542780" h="6570345">
                  <a:moveTo>
                    <a:pt x="1352906" y="4990461"/>
                  </a:moveTo>
                  <a:lnTo>
                    <a:pt x="1333804" y="4990461"/>
                  </a:lnTo>
                  <a:lnTo>
                    <a:pt x="1325342" y="4996792"/>
                  </a:lnTo>
                  <a:lnTo>
                    <a:pt x="1325342" y="5015866"/>
                  </a:lnTo>
                  <a:lnTo>
                    <a:pt x="1331681" y="5024343"/>
                  </a:lnTo>
                  <a:lnTo>
                    <a:pt x="1352906" y="5024343"/>
                  </a:lnTo>
                  <a:lnTo>
                    <a:pt x="1359246" y="5015866"/>
                  </a:lnTo>
                  <a:lnTo>
                    <a:pt x="1359246" y="4998910"/>
                  </a:lnTo>
                  <a:lnTo>
                    <a:pt x="1352906" y="4990461"/>
                  </a:lnTo>
                  <a:close/>
                </a:path>
                <a:path w="9542780" h="6570345">
                  <a:moveTo>
                    <a:pt x="1308361" y="1147568"/>
                  </a:moveTo>
                  <a:lnTo>
                    <a:pt x="1289284" y="1147568"/>
                  </a:lnTo>
                  <a:lnTo>
                    <a:pt x="1280796" y="1153784"/>
                  </a:lnTo>
                  <a:lnTo>
                    <a:pt x="1280796" y="1172999"/>
                  </a:lnTo>
                  <a:lnTo>
                    <a:pt x="1287164" y="1181477"/>
                  </a:lnTo>
                  <a:lnTo>
                    <a:pt x="1308361" y="1181477"/>
                  </a:lnTo>
                  <a:lnTo>
                    <a:pt x="1314729" y="1172999"/>
                  </a:lnTo>
                  <a:lnTo>
                    <a:pt x="1314729" y="1156045"/>
                  </a:lnTo>
                  <a:lnTo>
                    <a:pt x="1308361" y="1147568"/>
                  </a:lnTo>
                  <a:close/>
                </a:path>
                <a:path w="9542780" h="6570345">
                  <a:moveTo>
                    <a:pt x="1308361" y="1191933"/>
                  </a:moveTo>
                  <a:lnTo>
                    <a:pt x="1289286" y="1191933"/>
                  </a:lnTo>
                  <a:lnTo>
                    <a:pt x="1280796" y="1198432"/>
                  </a:lnTo>
                  <a:lnTo>
                    <a:pt x="1280796" y="1217364"/>
                  </a:lnTo>
                  <a:lnTo>
                    <a:pt x="1287164" y="1225843"/>
                  </a:lnTo>
                  <a:lnTo>
                    <a:pt x="1308361" y="1225843"/>
                  </a:lnTo>
                  <a:lnTo>
                    <a:pt x="1314729" y="1217364"/>
                  </a:lnTo>
                  <a:lnTo>
                    <a:pt x="1314729" y="1200410"/>
                  </a:lnTo>
                  <a:lnTo>
                    <a:pt x="1308361" y="1191933"/>
                  </a:lnTo>
                  <a:close/>
                </a:path>
                <a:path w="9542780" h="6570345">
                  <a:moveTo>
                    <a:pt x="1308361" y="1236581"/>
                  </a:moveTo>
                  <a:lnTo>
                    <a:pt x="1289286" y="1236581"/>
                  </a:lnTo>
                  <a:lnTo>
                    <a:pt x="1280796" y="1242797"/>
                  </a:lnTo>
                  <a:lnTo>
                    <a:pt x="1280796" y="1261731"/>
                  </a:lnTo>
                  <a:lnTo>
                    <a:pt x="1287164" y="1270208"/>
                  </a:lnTo>
                  <a:lnTo>
                    <a:pt x="1308361" y="1270208"/>
                  </a:lnTo>
                  <a:lnTo>
                    <a:pt x="1314729" y="1261731"/>
                  </a:lnTo>
                  <a:lnTo>
                    <a:pt x="1314729" y="1244775"/>
                  </a:lnTo>
                  <a:lnTo>
                    <a:pt x="1308361" y="1236581"/>
                  </a:lnTo>
                  <a:close/>
                </a:path>
                <a:path w="9542780" h="6570345">
                  <a:moveTo>
                    <a:pt x="1308361" y="1280946"/>
                  </a:moveTo>
                  <a:lnTo>
                    <a:pt x="1289286" y="1280946"/>
                  </a:lnTo>
                  <a:lnTo>
                    <a:pt x="1280796" y="1287162"/>
                  </a:lnTo>
                  <a:lnTo>
                    <a:pt x="1280796" y="1306379"/>
                  </a:lnTo>
                  <a:lnTo>
                    <a:pt x="1287164" y="1314856"/>
                  </a:lnTo>
                  <a:lnTo>
                    <a:pt x="1297776" y="1314856"/>
                  </a:lnTo>
                  <a:lnTo>
                    <a:pt x="1308361" y="1312595"/>
                  </a:lnTo>
                  <a:lnTo>
                    <a:pt x="1314729" y="1306379"/>
                  </a:lnTo>
                  <a:lnTo>
                    <a:pt x="1314729" y="1289423"/>
                  </a:lnTo>
                  <a:lnTo>
                    <a:pt x="1308361" y="1280946"/>
                  </a:lnTo>
                  <a:close/>
                </a:path>
                <a:path w="9542780" h="6570345">
                  <a:moveTo>
                    <a:pt x="1308361" y="1325312"/>
                  </a:moveTo>
                  <a:lnTo>
                    <a:pt x="1289286" y="1325312"/>
                  </a:lnTo>
                  <a:lnTo>
                    <a:pt x="1280796" y="1331810"/>
                  </a:lnTo>
                  <a:lnTo>
                    <a:pt x="1280796" y="1350744"/>
                  </a:lnTo>
                  <a:lnTo>
                    <a:pt x="1287164" y="1359221"/>
                  </a:lnTo>
                  <a:lnTo>
                    <a:pt x="1297776" y="1359221"/>
                  </a:lnTo>
                  <a:lnTo>
                    <a:pt x="1308361" y="1357243"/>
                  </a:lnTo>
                  <a:lnTo>
                    <a:pt x="1314729" y="1350744"/>
                  </a:lnTo>
                  <a:lnTo>
                    <a:pt x="1314729" y="1333789"/>
                  </a:lnTo>
                  <a:lnTo>
                    <a:pt x="1308361" y="1325312"/>
                  </a:lnTo>
                  <a:close/>
                </a:path>
                <a:path w="9542780" h="6570345">
                  <a:moveTo>
                    <a:pt x="1308361" y="1367699"/>
                  </a:moveTo>
                  <a:lnTo>
                    <a:pt x="1289286" y="1367699"/>
                  </a:lnTo>
                  <a:lnTo>
                    <a:pt x="1280796" y="1374198"/>
                  </a:lnTo>
                  <a:lnTo>
                    <a:pt x="1280796" y="1393131"/>
                  </a:lnTo>
                  <a:lnTo>
                    <a:pt x="1287164" y="1401608"/>
                  </a:lnTo>
                  <a:lnTo>
                    <a:pt x="1308361" y="1401608"/>
                  </a:lnTo>
                  <a:lnTo>
                    <a:pt x="1314729" y="1395110"/>
                  </a:lnTo>
                  <a:lnTo>
                    <a:pt x="1314729" y="1376177"/>
                  </a:lnTo>
                  <a:lnTo>
                    <a:pt x="1308361" y="1367699"/>
                  </a:lnTo>
                  <a:close/>
                </a:path>
                <a:path w="9542780" h="6570345">
                  <a:moveTo>
                    <a:pt x="1308361" y="1412064"/>
                  </a:moveTo>
                  <a:lnTo>
                    <a:pt x="1289286" y="1412064"/>
                  </a:lnTo>
                  <a:lnTo>
                    <a:pt x="1280796" y="1418564"/>
                  </a:lnTo>
                  <a:lnTo>
                    <a:pt x="1280796" y="1439758"/>
                  </a:lnTo>
                  <a:lnTo>
                    <a:pt x="1287164" y="1445975"/>
                  </a:lnTo>
                  <a:lnTo>
                    <a:pt x="1308361" y="1445975"/>
                  </a:lnTo>
                  <a:lnTo>
                    <a:pt x="1314729" y="1439758"/>
                  </a:lnTo>
                  <a:lnTo>
                    <a:pt x="1314729" y="1420541"/>
                  </a:lnTo>
                  <a:lnTo>
                    <a:pt x="1308361" y="1412064"/>
                  </a:lnTo>
                  <a:close/>
                </a:path>
                <a:path w="9542780" h="6570345">
                  <a:moveTo>
                    <a:pt x="1308361" y="1456712"/>
                  </a:moveTo>
                  <a:lnTo>
                    <a:pt x="1289286" y="1456712"/>
                  </a:lnTo>
                  <a:lnTo>
                    <a:pt x="1280796" y="1462929"/>
                  </a:lnTo>
                  <a:lnTo>
                    <a:pt x="1280796" y="1484123"/>
                  </a:lnTo>
                  <a:lnTo>
                    <a:pt x="1287164" y="1490623"/>
                  </a:lnTo>
                  <a:lnTo>
                    <a:pt x="1308361" y="1490623"/>
                  </a:lnTo>
                  <a:lnTo>
                    <a:pt x="1314729" y="1482144"/>
                  </a:lnTo>
                  <a:lnTo>
                    <a:pt x="1314729" y="1465190"/>
                  </a:lnTo>
                  <a:lnTo>
                    <a:pt x="1308361" y="1456712"/>
                  </a:lnTo>
                  <a:close/>
                </a:path>
                <a:path w="9542780" h="6570345">
                  <a:moveTo>
                    <a:pt x="1308361" y="1501077"/>
                  </a:moveTo>
                  <a:lnTo>
                    <a:pt x="1289286" y="1501077"/>
                  </a:lnTo>
                  <a:lnTo>
                    <a:pt x="1280796" y="1507577"/>
                  </a:lnTo>
                  <a:lnTo>
                    <a:pt x="1280796" y="1528771"/>
                  </a:lnTo>
                  <a:lnTo>
                    <a:pt x="1287164" y="1534988"/>
                  </a:lnTo>
                  <a:lnTo>
                    <a:pt x="1308361" y="1534988"/>
                  </a:lnTo>
                  <a:lnTo>
                    <a:pt x="1314729" y="1526510"/>
                  </a:lnTo>
                  <a:lnTo>
                    <a:pt x="1314729" y="1509555"/>
                  </a:lnTo>
                  <a:lnTo>
                    <a:pt x="1308361" y="1501077"/>
                  </a:lnTo>
                  <a:close/>
                </a:path>
                <a:path w="9542780" h="6570345">
                  <a:moveTo>
                    <a:pt x="1308361" y="1545443"/>
                  </a:moveTo>
                  <a:lnTo>
                    <a:pt x="1289286" y="1545443"/>
                  </a:lnTo>
                  <a:lnTo>
                    <a:pt x="1280796" y="1551942"/>
                  </a:lnTo>
                  <a:lnTo>
                    <a:pt x="1280796" y="1573136"/>
                  </a:lnTo>
                  <a:lnTo>
                    <a:pt x="1287164" y="1579352"/>
                  </a:lnTo>
                  <a:lnTo>
                    <a:pt x="1308361" y="1579352"/>
                  </a:lnTo>
                  <a:lnTo>
                    <a:pt x="1314729" y="1570875"/>
                  </a:lnTo>
                  <a:lnTo>
                    <a:pt x="1314729" y="1553921"/>
                  </a:lnTo>
                  <a:lnTo>
                    <a:pt x="1308361" y="1545443"/>
                  </a:lnTo>
                  <a:close/>
                </a:path>
                <a:path w="9542780" h="6570345">
                  <a:moveTo>
                    <a:pt x="1308361" y="1590092"/>
                  </a:moveTo>
                  <a:lnTo>
                    <a:pt x="1289286" y="1590092"/>
                  </a:lnTo>
                  <a:lnTo>
                    <a:pt x="1280796" y="1596308"/>
                  </a:lnTo>
                  <a:lnTo>
                    <a:pt x="1280796" y="1615523"/>
                  </a:lnTo>
                  <a:lnTo>
                    <a:pt x="1287164" y="1624001"/>
                  </a:lnTo>
                  <a:lnTo>
                    <a:pt x="1297776" y="1624001"/>
                  </a:lnTo>
                  <a:lnTo>
                    <a:pt x="1308361" y="1621740"/>
                  </a:lnTo>
                  <a:lnTo>
                    <a:pt x="1314729" y="1615523"/>
                  </a:lnTo>
                  <a:lnTo>
                    <a:pt x="1314729" y="1598569"/>
                  </a:lnTo>
                  <a:lnTo>
                    <a:pt x="1308361" y="1590092"/>
                  </a:lnTo>
                  <a:close/>
                </a:path>
                <a:path w="9542780" h="6570345">
                  <a:moveTo>
                    <a:pt x="1308361" y="1634456"/>
                  </a:moveTo>
                  <a:lnTo>
                    <a:pt x="1289286" y="1634456"/>
                  </a:lnTo>
                  <a:lnTo>
                    <a:pt x="1280796" y="1640956"/>
                  </a:lnTo>
                  <a:lnTo>
                    <a:pt x="1280796" y="1659889"/>
                  </a:lnTo>
                  <a:lnTo>
                    <a:pt x="1287164" y="1668367"/>
                  </a:lnTo>
                  <a:lnTo>
                    <a:pt x="1297776" y="1668367"/>
                  </a:lnTo>
                  <a:lnTo>
                    <a:pt x="1308361" y="1666388"/>
                  </a:lnTo>
                  <a:lnTo>
                    <a:pt x="1314729" y="1659889"/>
                  </a:lnTo>
                  <a:lnTo>
                    <a:pt x="1314729" y="1642934"/>
                  </a:lnTo>
                  <a:lnTo>
                    <a:pt x="1308361" y="1634456"/>
                  </a:lnTo>
                  <a:close/>
                </a:path>
                <a:path w="9542780" h="6570345">
                  <a:moveTo>
                    <a:pt x="1308361" y="1676844"/>
                  </a:moveTo>
                  <a:lnTo>
                    <a:pt x="1289286" y="1676844"/>
                  </a:lnTo>
                  <a:lnTo>
                    <a:pt x="1280796" y="1683061"/>
                  </a:lnTo>
                  <a:lnTo>
                    <a:pt x="1280796" y="1704254"/>
                  </a:lnTo>
                  <a:lnTo>
                    <a:pt x="1287164" y="1710754"/>
                  </a:lnTo>
                  <a:lnTo>
                    <a:pt x="1308361" y="1710754"/>
                  </a:lnTo>
                  <a:lnTo>
                    <a:pt x="1314729" y="1704254"/>
                  </a:lnTo>
                  <a:lnTo>
                    <a:pt x="1314729" y="1685321"/>
                  </a:lnTo>
                  <a:lnTo>
                    <a:pt x="1308361" y="1676844"/>
                  </a:lnTo>
                  <a:close/>
                </a:path>
                <a:path w="9542780" h="6570345">
                  <a:moveTo>
                    <a:pt x="1308361" y="1721209"/>
                  </a:moveTo>
                  <a:lnTo>
                    <a:pt x="1289286" y="1721209"/>
                  </a:lnTo>
                  <a:lnTo>
                    <a:pt x="1280796" y="1727709"/>
                  </a:lnTo>
                  <a:lnTo>
                    <a:pt x="1280796" y="1748903"/>
                  </a:lnTo>
                  <a:lnTo>
                    <a:pt x="1287164" y="1755119"/>
                  </a:lnTo>
                  <a:lnTo>
                    <a:pt x="1308361" y="1755119"/>
                  </a:lnTo>
                  <a:lnTo>
                    <a:pt x="1314729" y="1748903"/>
                  </a:lnTo>
                  <a:lnTo>
                    <a:pt x="1314729" y="1729686"/>
                  </a:lnTo>
                  <a:lnTo>
                    <a:pt x="1308361" y="1721209"/>
                  </a:lnTo>
                  <a:close/>
                </a:path>
                <a:path w="9542780" h="6570345">
                  <a:moveTo>
                    <a:pt x="1308361" y="1765857"/>
                  </a:moveTo>
                  <a:lnTo>
                    <a:pt x="1289286" y="1765857"/>
                  </a:lnTo>
                  <a:lnTo>
                    <a:pt x="1280796" y="1772074"/>
                  </a:lnTo>
                  <a:lnTo>
                    <a:pt x="1280796" y="1793267"/>
                  </a:lnTo>
                  <a:lnTo>
                    <a:pt x="1287164" y="1799767"/>
                  </a:lnTo>
                  <a:lnTo>
                    <a:pt x="1308361" y="1799767"/>
                  </a:lnTo>
                  <a:lnTo>
                    <a:pt x="1314729" y="1791290"/>
                  </a:lnTo>
                  <a:lnTo>
                    <a:pt x="1314729" y="1774334"/>
                  </a:lnTo>
                  <a:lnTo>
                    <a:pt x="1308361" y="1765857"/>
                  </a:lnTo>
                  <a:close/>
                </a:path>
                <a:path w="9542780" h="6570345">
                  <a:moveTo>
                    <a:pt x="1308361" y="1810223"/>
                  </a:moveTo>
                  <a:lnTo>
                    <a:pt x="1289286" y="1810223"/>
                  </a:lnTo>
                  <a:lnTo>
                    <a:pt x="1280796" y="1816722"/>
                  </a:lnTo>
                  <a:lnTo>
                    <a:pt x="1280796" y="1837634"/>
                  </a:lnTo>
                  <a:lnTo>
                    <a:pt x="1287164" y="1844132"/>
                  </a:lnTo>
                  <a:lnTo>
                    <a:pt x="1308361" y="1844132"/>
                  </a:lnTo>
                  <a:lnTo>
                    <a:pt x="1314729" y="1835655"/>
                  </a:lnTo>
                  <a:lnTo>
                    <a:pt x="1314729" y="1818700"/>
                  </a:lnTo>
                  <a:lnTo>
                    <a:pt x="1308361" y="1810223"/>
                  </a:lnTo>
                  <a:close/>
                </a:path>
                <a:path w="9542780" h="6570345">
                  <a:moveTo>
                    <a:pt x="1308361" y="1854588"/>
                  </a:moveTo>
                  <a:lnTo>
                    <a:pt x="1289286" y="1854588"/>
                  </a:lnTo>
                  <a:lnTo>
                    <a:pt x="1280796" y="1861088"/>
                  </a:lnTo>
                  <a:lnTo>
                    <a:pt x="1280796" y="1880021"/>
                  </a:lnTo>
                  <a:lnTo>
                    <a:pt x="1287164" y="1888498"/>
                  </a:lnTo>
                  <a:lnTo>
                    <a:pt x="1308361" y="1888498"/>
                  </a:lnTo>
                  <a:lnTo>
                    <a:pt x="1314729" y="1880021"/>
                  </a:lnTo>
                  <a:lnTo>
                    <a:pt x="1314729" y="1863065"/>
                  </a:lnTo>
                  <a:lnTo>
                    <a:pt x="1308361" y="1854588"/>
                  </a:lnTo>
                  <a:close/>
                </a:path>
                <a:path w="9542780" h="6570345">
                  <a:moveTo>
                    <a:pt x="1308361" y="1899236"/>
                  </a:moveTo>
                  <a:lnTo>
                    <a:pt x="1289286" y="1899236"/>
                  </a:lnTo>
                  <a:lnTo>
                    <a:pt x="1280796" y="1905453"/>
                  </a:lnTo>
                  <a:lnTo>
                    <a:pt x="1280796" y="1924668"/>
                  </a:lnTo>
                  <a:lnTo>
                    <a:pt x="1287164" y="1933147"/>
                  </a:lnTo>
                  <a:lnTo>
                    <a:pt x="1297776" y="1933147"/>
                  </a:lnTo>
                  <a:lnTo>
                    <a:pt x="1308361" y="1930886"/>
                  </a:lnTo>
                  <a:lnTo>
                    <a:pt x="1314729" y="1924668"/>
                  </a:lnTo>
                  <a:lnTo>
                    <a:pt x="1314729" y="1907713"/>
                  </a:lnTo>
                  <a:lnTo>
                    <a:pt x="1308361" y="1899236"/>
                  </a:lnTo>
                  <a:close/>
                </a:path>
                <a:path w="9542780" h="6570345">
                  <a:moveTo>
                    <a:pt x="1308361" y="1943601"/>
                  </a:moveTo>
                  <a:lnTo>
                    <a:pt x="1289286" y="1943601"/>
                  </a:lnTo>
                  <a:lnTo>
                    <a:pt x="1280796" y="1950101"/>
                  </a:lnTo>
                  <a:lnTo>
                    <a:pt x="1280796" y="1971295"/>
                  </a:lnTo>
                  <a:lnTo>
                    <a:pt x="1287164" y="1977511"/>
                  </a:lnTo>
                  <a:lnTo>
                    <a:pt x="1297777" y="1977511"/>
                  </a:lnTo>
                  <a:lnTo>
                    <a:pt x="1308361" y="1975251"/>
                  </a:lnTo>
                  <a:lnTo>
                    <a:pt x="1314729" y="1969034"/>
                  </a:lnTo>
                  <a:lnTo>
                    <a:pt x="1314729" y="1952080"/>
                  </a:lnTo>
                  <a:lnTo>
                    <a:pt x="1308361" y="1943601"/>
                  </a:lnTo>
                  <a:close/>
                </a:path>
                <a:path w="9542780" h="6570345">
                  <a:moveTo>
                    <a:pt x="1308361" y="1985989"/>
                  </a:moveTo>
                  <a:lnTo>
                    <a:pt x="1289286" y="1985989"/>
                  </a:lnTo>
                  <a:lnTo>
                    <a:pt x="1280796" y="1992205"/>
                  </a:lnTo>
                  <a:lnTo>
                    <a:pt x="1280796" y="2013399"/>
                  </a:lnTo>
                  <a:lnTo>
                    <a:pt x="1287164" y="2019899"/>
                  </a:lnTo>
                  <a:lnTo>
                    <a:pt x="1308361" y="2019899"/>
                  </a:lnTo>
                  <a:lnTo>
                    <a:pt x="1314729" y="2013399"/>
                  </a:lnTo>
                  <a:lnTo>
                    <a:pt x="1314729" y="1994466"/>
                  </a:lnTo>
                  <a:lnTo>
                    <a:pt x="1308361" y="1985989"/>
                  </a:lnTo>
                  <a:close/>
                </a:path>
                <a:path w="9542780" h="6570345">
                  <a:moveTo>
                    <a:pt x="1308361" y="2030355"/>
                  </a:moveTo>
                  <a:lnTo>
                    <a:pt x="1289286" y="2030355"/>
                  </a:lnTo>
                  <a:lnTo>
                    <a:pt x="1280796" y="2036853"/>
                  </a:lnTo>
                  <a:lnTo>
                    <a:pt x="1280796" y="2058047"/>
                  </a:lnTo>
                  <a:lnTo>
                    <a:pt x="1287164" y="2064264"/>
                  </a:lnTo>
                  <a:lnTo>
                    <a:pt x="1308361" y="2064264"/>
                  </a:lnTo>
                  <a:lnTo>
                    <a:pt x="1314729" y="2058047"/>
                  </a:lnTo>
                  <a:lnTo>
                    <a:pt x="1314729" y="2038832"/>
                  </a:lnTo>
                  <a:lnTo>
                    <a:pt x="1308361" y="2030355"/>
                  </a:lnTo>
                  <a:close/>
                </a:path>
                <a:path w="9542780" h="6570345">
                  <a:moveTo>
                    <a:pt x="1308361" y="2075003"/>
                  </a:moveTo>
                  <a:lnTo>
                    <a:pt x="1289286" y="2075003"/>
                  </a:lnTo>
                  <a:lnTo>
                    <a:pt x="1280796" y="2081220"/>
                  </a:lnTo>
                  <a:lnTo>
                    <a:pt x="1280796" y="2102413"/>
                  </a:lnTo>
                  <a:lnTo>
                    <a:pt x="1287164" y="2108912"/>
                  </a:lnTo>
                  <a:lnTo>
                    <a:pt x="1308361" y="2108912"/>
                  </a:lnTo>
                  <a:lnTo>
                    <a:pt x="1314729" y="2100435"/>
                  </a:lnTo>
                  <a:lnTo>
                    <a:pt x="1314729" y="2083480"/>
                  </a:lnTo>
                  <a:lnTo>
                    <a:pt x="1308361" y="2075003"/>
                  </a:lnTo>
                  <a:close/>
                </a:path>
                <a:path w="9542780" h="6570345">
                  <a:moveTo>
                    <a:pt x="1308361" y="2119368"/>
                  </a:moveTo>
                  <a:lnTo>
                    <a:pt x="1289286" y="2119368"/>
                  </a:lnTo>
                  <a:lnTo>
                    <a:pt x="1280796" y="2125585"/>
                  </a:lnTo>
                  <a:lnTo>
                    <a:pt x="1280796" y="2144800"/>
                  </a:lnTo>
                  <a:lnTo>
                    <a:pt x="1287164" y="2153278"/>
                  </a:lnTo>
                  <a:lnTo>
                    <a:pt x="1308361" y="2153278"/>
                  </a:lnTo>
                  <a:lnTo>
                    <a:pt x="1314729" y="2144800"/>
                  </a:lnTo>
                  <a:lnTo>
                    <a:pt x="1314729" y="2127845"/>
                  </a:lnTo>
                  <a:lnTo>
                    <a:pt x="1308361" y="2119368"/>
                  </a:lnTo>
                  <a:close/>
                </a:path>
                <a:path w="9542780" h="6570345">
                  <a:moveTo>
                    <a:pt x="1308361" y="2163733"/>
                  </a:moveTo>
                  <a:lnTo>
                    <a:pt x="1289286" y="2163733"/>
                  </a:lnTo>
                  <a:lnTo>
                    <a:pt x="1280796" y="2170233"/>
                  </a:lnTo>
                  <a:lnTo>
                    <a:pt x="1280796" y="2189166"/>
                  </a:lnTo>
                  <a:lnTo>
                    <a:pt x="1287164" y="2197643"/>
                  </a:lnTo>
                  <a:lnTo>
                    <a:pt x="1308361" y="2197643"/>
                  </a:lnTo>
                  <a:lnTo>
                    <a:pt x="1314729" y="2189166"/>
                  </a:lnTo>
                  <a:lnTo>
                    <a:pt x="1314729" y="2172211"/>
                  </a:lnTo>
                  <a:lnTo>
                    <a:pt x="1308361" y="2163733"/>
                  </a:lnTo>
                  <a:close/>
                </a:path>
                <a:path w="9542780" h="6570345">
                  <a:moveTo>
                    <a:pt x="1308361" y="2208381"/>
                  </a:moveTo>
                  <a:lnTo>
                    <a:pt x="1289286" y="2208381"/>
                  </a:lnTo>
                  <a:lnTo>
                    <a:pt x="1280796" y="2214598"/>
                  </a:lnTo>
                  <a:lnTo>
                    <a:pt x="1280796" y="2233814"/>
                  </a:lnTo>
                  <a:lnTo>
                    <a:pt x="1287164" y="2242291"/>
                  </a:lnTo>
                  <a:lnTo>
                    <a:pt x="1297777" y="2242291"/>
                  </a:lnTo>
                  <a:lnTo>
                    <a:pt x="1308361" y="2240031"/>
                  </a:lnTo>
                  <a:lnTo>
                    <a:pt x="1314729" y="2233814"/>
                  </a:lnTo>
                  <a:lnTo>
                    <a:pt x="1314729" y="2216858"/>
                  </a:lnTo>
                  <a:lnTo>
                    <a:pt x="1308361" y="2208381"/>
                  </a:lnTo>
                  <a:close/>
                </a:path>
                <a:path w="9542780" h="6570345">
                  <a:moveTo>
                    <a:pt x="1308361" y="2252747"/>
                  </a:moveTo>
                  <a:lnTo>
                    <a:pt x="1289286" y="2252747"/>
                  </a:lnTo>
                  <a:lnTo>
                    <a:pt x="1280796" y="2259246"/>
                  </a:lnTo>
                  <a:lnTo>
                    <a:pt x="1280796" y="2280157"/>
                  </a:lnTo>
                  <a:lnTo>
                    <a:pt x="1287164" y="2286656"/>
                  </a:lnTo>
                  <a:lnTo>
                    <a:pt x="1297777" y="2286656"/>
                  </a:lnTo>
                  <a:lnTo>
                    <a:pt x="1308361" y="2284395"/>
                  </a:lnTo>
                  <a:lnTo>
                    <a:pt x="1314729" y="2278179"/>
                  </a:lnTo>
                  <a:lnTo>
                    <a:pt x="1314729" y="2261224"/>
                  </a:lnTo>
                  <a:lnTo>
                    <a:pt x="1308361" y="2252747"/>
                  </a:lnTo>
                  <a:close/>
                </a:path>
                <a:path w="9542780" h="6570345">
                  <a:moveTo>
                    <a:pt x="1308361" y="2295135"/>
                  </a:moveTo>
                  <a:lnTo>
                    <a:pt x="1289286" y="2295135"/>
                  </a:lnTo>
                  <a:lnTo>
                    <a:pt x="1280796" y="2301351"/>
                  </a:lnTo>
                  <a:lnTo>
                    <a:pt x="1280796" y="2322545"/>
                  </a:lnTo>
                  <a:lnTo>
                    <a:pt x="1287164" y="2329044"/>
                  </a:lnTo>
                  <a:lnTo>
                    <a:pt x="1308361" y="2329044"/>
                  </a:lnTo>
                  <a:lnTo>
                    <a:pt x="1314729" y="2322545"/>
                  </a:lnTo>
                  <a:lnTo>
                    <a:pt x="1314729" y="2303612"/>
                  </a:lnTo>
                  <a:lnTo>
                    <a:pt x="1308361" y="2295135"/>
                  </a:lnTo>
                  <a:close/>
                </a:path>
                <a:path w="9542780" h="6570345">
                  <a:moveTo>
                    <a:pt x="1308361" y="2339500"/>
                  </a:moveTo>
                  <a:lnTo>
                    <a:pt x="1289286" y="2339500"/>
                  </a:lnTo>
                  <a:lnTo>
                    <a:pt x="1280796" y="2345999"/>
                  </a:lnTo>
                  <a:lnTo>
                    <a:pt x="1280796" y="2367193"/>
                  </a:lnTo>
                  <a:lnTo>
                    <a:pt x="1287164" y="2373410"/>
                  </a:lnTo>
                  <a:lnTo>
                    <a:pt x="1308361" y="2373410"/>
                  </a:lnTo>
                  <a:lnTo>
                    <a:pt x="1314729" y="2367193"/>
                  </a:lnTo>
                  <a:lnTo>
                    <a:pt x="1314729" y="2347977"/>
                  </a:lnTo>
                  <a:lnTo>
                    <a:pt x="1308361" y="2339500"/>
                  </a:lnTo>
                  <a:close/>
                </a:path>
                <a:path w="9542780" h="6570345">
                  <a:moveTo>
                    <a:pt x="1308361" y="2384148"/>
                  </a:moveTo>
                  <a:lnTo>
                    <a:pt x="1289286" y="2384148"/>
                  </a:lnTo>
                  <a:lnTo>
                    <a:pt x="1280796" y="2390364"/>
                  </a:lnTo>
                  <a:lnTo>
                    <a:pt x="1280796" y="2411558"/>
                  </a:lnTo>
                  <a:lnTo>
                    <a:pt x="1287164" y="2417775"/>
                  </a:lnTo>
                  <a:lnTo>
                    <a:pt x="1308361" y="2417775"/>
                  </a:lnTo>
                  <a:lnTo>
                    <a:pt x="1314729" y="2409579"/>
                  </a:lnTo>
                  <a:lnTo>
                    <a:pt x="1314729" y="2392625"/>
                  </a:lnTo>
                  <a:lnTo>
                    <a:pt x="1308361" y="2384148"/>
                  </a:lnTo>
                  <a:close/>
                </a:path>
                <a:path w="9542780" h="6570345">
                  <a:moveTo>
                    <a:pt x="1308361" y="2428513"/>
                  </a:moveTo>
                  <a:lnTo>
                    <a:pt x="1289286" y="2428513"/>
                  </a:lnTo>
                  <a:lnTo>
                    <a:pt x="1280796" y="2434729"/>
                  </a:lnTo>
                  <a:lnTo>
                    <a:pt x="1280796" y="2453946"/>
                  </a:lnTo>
                  <a:lnTo>
                    <a:pt x="1287164" y="2462423"/>
                  </a:lnTo>
                  <a:lnTo>
                    <a:pt x="1308361" y="2462423"/>
                  </a:lnTo>
                  <a:lnTo>
                    <a:pt x="1314729" y="2453946"/>
                  </a:lnTo>
                  <a:lnTo>
                    <a:pt x="1314729" y="2436990"/>
                  </a:lnTo>
                  <a:lnTo>
                    <a:pt x="1308361" y="2428513"/>
                  </a:lnTo>
                  <a:close/>
                </a:path>
                <a:path w="9542780" h="6570345">
                  <a:moveTo>
                    <a:pt x="1308361" y="2472879"/>
                  </a:moveTo>
                  <a:lnTo>
                    <a:pt x="1289286" y="2472879"/>
                  </a:lnTo>
                  <a:lnTo>
                    <a:pt x="1280796" y="2479377"/>
                  </a:lnTo>
                  <a:lnTo>
                    <a:pt x="1280796" y="2498310"/>
                  </a:lnTo>
                  <a:lnTo>
                    <a:pt x="1287164" y="2506788"/>
                  </a:lnTo>
                  <a:lnTo>
                    <a:pt x="1308361" y="2506788"/>
                  </a:lnTo>
                  <a:lnTo>
                    <a:pt x="1314729" y="2498310"/>
                  </a:lnTo>
                  <a:lnTo>
                    <a:pt x="1314729" y="2481356"/>
                  </a:lnTo>
                  <a:lnTo>
                    <a:pt x="1308361" y="2472879"/>
                  </a:lnTo>
                  <a:close/>
                </a:path>
                <a:path w="9542780" h="6570345">
                  <a:moveTo>
                    <a:pt x="1308361" y="2517527"/>
                  </a:moveTo>
                  <a:lnTo>
                    <a:pt x="1289286" y="2517527"/>
                  </a:lnTo>
                  <a:lnTo>
                    <a:pt x="1280796" y="2523743"/>
                  </a:lnTo>
                  <a:lnTo>
                    <a:pt x="1280796" y="2544937"/>
                  </a:lnTo>
                  <a:lnTo>
                    <a:pt x="1287164" y="2551436"/>
                  </a:lnTo>
                  <a:lnTo>
                    <a:pt x="1297777" y="2551436"/>
                  </a:lnTo>
                  <a:lnTo>
                    <a:pt x="1308361" y="2549175"/>
                  </a:lnTo>
                  <a:lnTo>
                    <a:pt x="1314729" y="2542959"/>
                  </a:lnTo>
                  <a:lnTo>
                    <a:pt x="1314729" y="2526004"/>
                  </a:lnTo>
                  <a:lnTo>
                    <a:pt x="1308361" y="2517527"/>
                  </a:lnTo>
                  <a:close/>
                </a:path>
                <a:path w="9542780" h="6570345">
                  <a:moveTo>
                    <a:pt x="1308361" y="2561892"/>
                  </a:moveTo>
                  <a:lnTo>
                    <a:pt x="1289286" y="2561892"/>
                  </a:lnTo>
                  <a:lnTo>
                    <a:pt x="1280796" y="2568108"/>
                  </a:lnTo>
                  <a:lnTo>
                    <a:pt x="1280796" y="2589302"/>
                  </a:lnTo>
                  <a:lnTo>
                    <a:pt x="1287164" y="2595802"/>
                  </a:lnTo>
                  <a:lnTo>
                    <a:pt x="1297777" y="2595802"/>
                  </a:lnTo>
                  <a:lnTo>
                    <a:pt x="1308361" y="2593541"/>
                  </a:lnTo>
                  <a:lnTo>
                    <a:pt x="1314729" y="2587325"/>
                  </a:lnTo>
                  <a:lnTo>
                    <a:pt x="1314729" y="2570369"/>
                  </a:lnTo>
                  <a:lnTo>
                    <a:pt x="1308361" y="2561892"/>
                  </a:lnTo>
                  <a:close/>
                </a:path>
                <a:path w="9542780" h="6570345">
                  <a:moveTo>
                    <a:pt x="1308361" y="2648644"/>
                  </a:moveTo>
                  <a:lnTo>
                    <a:pt x="1289286" y="2648644"/>
                  </a:lnTo>
                  <a:lnTo>
                    <a:pt x="1280796" y="2655144"/>
                  </a:lnTo>
                  <a:lnTo>
                    <a:pt x="1280796" y="2676338"/>
                  </a:lnTo>
                  <a:lnTo>
                    <a:pt x="1287164" y="2682554"/>
                  </a:lnTo>
                  <a:lnTo>
                    <a:pt x="1308361" y="2682554"/>
                  </a:lnTo>
                  <a:lnTo>
                    <a:pt x="1314729" y="2676338"/>
                  </a:lnTo>
                  <a:lnTo>
                    <a:pt x="1314729" y="2657123"/>
                  </a:lnTo>
                  <a:lnTo>
                    <a:pt x="1308361" y="2648644"/>
                  </a:lnTo>
                  <a:close/>
                </a:path>
                <a:path w="9542780" h="6570345">
                  <a:moveTo>
                    <a:pt x="1308361" y="2693292"/>
                  </a:moveTo>
                  <a:lnTo>
                    <a:pt x="1289286" y="2693292"/>
                  </a:lnTo>
                  <a:lnTo>
                    <a:pt x="1280796" y="2699509"/>
                  </a:lnTo>
                  <a:lnTo>
                    <a:pt x="1280796" y="2718442"/>
                  </a:lnTo>
                  <a:lnTo>
                    <a:pt x="1287164" y="2726919"/>
                  </a:lnTo>
                  <a:lnTo>
                    <a:pt x="1308361" y="2726919"/>
                  </a:lnTo>
                  <a:lnTo>
                    <a:pt x="1314729" y="2718442"/>
                  </a:lnTo>
                  <a:lnTo>
                    <a:pt x="1314729" y="2701770"/>
                  </a:lnTo>
                  <a:lnTo>
                    <a:pt x="1308361" y="2693292"/>
                  </a:lnTo>
                  <a:close/>
                </a:path>
                <a:path w="9542780" h="6570345">
                  <a:moveTo>
                    <a:pt x="1308361" y="3311300"/>
                  </a:moveTo>
                  <a:lnTo>
                    <a:pt x="1289286" y="3311300"/>
                  </a:lnTo>
                  <a:lnTo>
                    <a:pt x="1280796" y="3317800"/>
                  </a:lnTo>
                  <a:lnTo>
                    <a:pt x="1280796" y="3336733"/>
                  </a:lnTo>
                  <a:lnTo>
                    <a:pt x="1287164" y="3345210"/>
                  </a:lnTo>
                  <a:lnTo>
                    <a:pt x="1308361" y="3345210"/>
                  </a:lnTo>
                  <a:lnTo>
                    <a:pt x="1314729" y="3336733"/>
                  </a:lnTo>
                  <a:lnTo>
                    <a:pt x="1314729" y="3319778"/>
                  </a:lnTo>
                  <a:lnTo>
                    <a:pt x="1308361" y="3311300"/>
                  </a:lnTo>
                  <a:close/>
                </a:path>
                <a:path w="9542780" h="6570345">
                  <a:moveTo>
                    <a:pt x="1308361" y="3355948"/>
                  </a:moveTo>
                  <a:lnTo>
                    <a:pt x="1289286" y="3355948"/>
                  </a:lnTo>
                  <a:lnTo>
                    <a:pt x="1280796" y="3362164"/>
                  </a:lnTo>
                  <a:lnTo>
                    <a:pt x="1280796" y="3381381"/>
                  </a:lnTo>
                  <a:lnTo>
                    <a:pt x="1287164" y="3389858"/>
                  </a:lnTo>
                  <a:lnTo>
                    <a:pt x="1308361" y="3389858"/>
                  </a:lnTo>
                  <a:lnTo>
                    <a:pt x="1314729" y="3381381"/>
                  </a:lnTo>
                  <a:lnTo>
                    <a:pt x="1314729" y="3364426"/>
                  </a:lnTo>
                  <a:lnTo>
                    <a:pt x="1308361" y="3355948"/>
                  </a:lnTo>
                  <a:close/>
                </a:path>
                <a:path w="9542780" h="6570345">
                  <a:moveTo>
                    <a:pt x="1308361" y="3400314"/>
                  </a:moveTo>
                  <a:lnTo>
                    <a:pt x="1289286" y="3400314"/>
                  </a:lnTo>
                  <a:lnTo>
                    <a:pt x="1280796" y="3406813"/>
                  </a:lnTo>
                  <a:lnTo>
                    <a:pt x="1280796" y="3425746"/>
                  </a:lnTo>
                  <a:lnTo>
                    <a:pt x="1287164" y="3434223"/>
                  </a:lnTo>
                  <a:lnTo>
                    <a:pt x="1308361" y="3434223"/>
                  </a:lnTo>
                  <a:lnTo>
                    <a:pt x="1314729" y="3425746"/>
                  </a:lnTo>
                  <a:lnTo>
                    <a:pt x="1314729" y="3408791"/>
                  </a:lnTo>
                  <a:lnTo>
                    <a:pt x="1308361" y="3400314"/>
                  </a:lnTo>
                  <a:close/>
                </a:path>
                <a:path w="9542780" h="6570345">
                  <a:moveTo>
                    <a:pt x="1308361" y="3444679"/>
                  </a:moveTo>
                  <a:lnTo>
                    <a:pt x="1289286" y="3444679"/>
                  </a:lnTo>
                  <a:lnTo>
                    <a:pt x="1280796" y="3451179"/>
                  </a:lnTo>
                  <a:lnTo>
                    <a:pt x="1280796" y="3470112"/>
                  </a:lnTo>
                  <a:lnTo>
                    <a:pt x="1287164" y="3478589"/>
                  </a:lnTo>
                  <a:lnTo>
                    <a:pt x="1297777" y="3478589"/>
                  </a:lnTo>
                  <a:lnTo>
                    <a:pt x="1308361" y="3476611"/>
                  </a:lnTo>
                  <a:lnTo>
                    <a:pt x="1314729" y="3470112"/>
                  </a:lnTo>
                  <a:lnTo>
                    <a:pt x="1314729" y="3453156"/>
                  </a:lnTo>
                  <a:lnTo>
                    <a:pt x="1308361" y="3444679"/>
                  </a:lnTo>
                  <a:close/>
                </a:path>
                <a:path w="9542780" h="6570345">
                  <a:moveTo>
                    <a:pt x="1308361" y="3489327"/>
                  </a:moveTo>
                  <a:lnTo>
                    <a:pt x="1289286" y="3489327"/>
                  </a:lnTo>
                  <a:lnTo>
                    <a:pt x="1280796" y="3495544"/>
                  </a:lnTo>
                  <a:lnTo>
                    <a:pt x="1280796" y="3514760"/>
                  </a:lnTo>
                  <a:lnTo>
                    <a:pt x="1287164" y="3523237"/>
                  </a:lnTo>
                  <a:lnTo>
                    <a:pt x="1297777" y="3523237"/>
                  </a:lnTo>
                  <a:lnTo>
                    <a:pt x="1308361" y="3520977"/>
                  </a:lnTo>
                  <a:lnTo>
                    <a:pt x="1314729" y="3514760"/>
                  </a:lnTo>
                  <a:lnTo>
                    <a:pt x="1314729" y="3497804"/>
                  </a:lnTo>
                  <a:lnTo>
                    <a:pt x="1308361" y="3489327"/>
                  </a:lnTo>
                  <a:close/>
                </a:path>
                <a:path w="9542780" h="6570345">
                  <a:moveTo>
                    <a:pt x="1308361" y="3531715"/>
                  </a:moveTo>
                  <a:lnTo>
                    <a:pt x="1289286" y="3531715"/>
                  </a:lnTo>
                  <a:lnTo>
                    <a:pt x="1280796" y="3537931"/>
                  </a:lnTo>
                  <a:lnTo>
                    <a:pt x="1280796" y="3557146"/>
                  </a:lnTo>
                  <a:lnTo>
                    <a:pt x="1287164" y="3565625"/>
                  </a:lnTo>
                  <a:lnTo>
                    <a:pt x="1308361" y="3565625"/>
                  </a:lnTo>
                  <a:lnTo>
                    <a:pt x="1314729" y="3559125"/>
                  </a:lnTo>
                  <a:lnTo>
                    <a:pt x="1314729" y="3540192"/>
                  </a:lnTo>
                  <a:lnTo>
                    <a:pt x="1308361" y="3531715"/>
                  </a:lnTo>
                  <a:close/>
                </a:path>
                <a:path w="9542780" h="6570345">
                  <a:moveTo>
                    <a:pt x="1308361" y="3576079"/>
                  </a:moveTo>
                  <a:lnTo>
                    <a:pt x="1289286" y="3576079"/>
                  </a:lnTo>
                  <a:lnTo>
                    <a:pt x="1280796" y="3582297"/>
                  </a:lnTo>
                  <a:lnTo>
                    <a:pt x="1280796" y="3601512"/>
                  </a:lnTo>
                  <a:lnTo>
                    <a:pt x="1287164" y="3609990"/>
                  </a:lnTo>
                  <a:lnTo>
                    <a:pt x="1308361" y="3609990"/>
                  </a:lnTo>
                  <a:lnTo>
                    <a:pt x="1314729" y="3603490"/>
                  </a:lnTo>
                  <a:lnTo>
                    <a:pt x="1314729" y="3584558"/>
                  </a:lnTo>
                  <a:lnTo>
                    <a:pt x="1308361" y="3576079"/>
                  </a:lnTo>
                  <a:close/>
                </a:path>
                <a:path w="9542780" h="6570345">
                  <a:moveTo>
                    <a:pt x="1308361" y="3620446"/>
                  </a:moveTo>
                  <a:lnTo>
                    <a:pt x="1289286" y="3620446"/>
                  </a:lnTo>
                  <a:lnTo>
                    <a:pt x="1280796" y="3626944"/>
                  </a:lnTo>
                  <a:lnTo>
                    <a:pt x="1280796" y="3648138"/>
                  </a:lnTo>
                  <a:lnTo>
                    <a:pt x="1287164" y="3654355"/>
                  </a:lnTo>
                  <a:lnTo>
                    <a:pt x="1308361" y="3654355"/>
                  </a:lnTo>
                  <a:lnTo>
                    <a:pt x="1314729" y="3645877"/>
                  </a:lnTo>
                  <a:lnTo>
                    <a:pt x="1314729" y="3628923"/>
                  </a:lnTo>
                  <a:lnTo>
                    <a:pt x="1308361" y="3620446"/>
                  </a:lnTo>
                  <a:close/>
                </a:path>
                <a:path w="9542780" h="6570345">
                  <a:moveTo>
                    <a:pt x="1308361" y="3665094"/>
                  </a:moveTo>
                  <a:lnTo>
                    <a:pt x="1289286" y="3665094"/>
                  </a:lnTo>
                  <a:lnTo>
                    <a:pt x="1280796" y="3671310"/>
                  </a:lnTo>
                  <a:lnTo>
                    <a:pt x="1280796" y="3692504"/>
                  </a:lnTo>
                  <a:lnTo>
                    <a:pt x="1287164" y="3699003"/>
                  </a:lnTo>
                  <a:lnTo>
                    <a:pt x="1308361" y="3699003"/>
                  </a:lnTo>
                  <a:lnTo>
                    <a:pt x="1314729" y="3690526"/>
                  </a:lnTo>
                  <a:lnTo>
                    <a:pt x="1314729" y="3673571"/>
                  </a:lnTo>
                  <a:lnTo>
                    <a:pt x="1308361" y="3665094"/>
                  </a:lnTo>
                  <a:close/>
                </a:path>
                <a:path w="9542780" h="6570345">
                  <a:moveTo>
                    <a:pt x="1308361" y="3709459"/>
                  </a:moveTo>
                  <a:lnTo>
                    <a:pt x="1289286" y="3709459"/>
                  </a:lnTo>
                  <a:lnTo>
                    <a:pt x="1280796" y="3715959"/>
                  </a:lnTo>
                  <a:lnTo>
                    <a:pt x="1280796" y="3734892"/>
                  </a:lnTo>
                  <a:lnTo>
                    <a:pt x="1287164" y="3743369"/>
                  </a:lnTo>
                  <a:lnTo>
                    <a:pt x="1308361" y="3743369"/>
                  </a:lnTo>
                  <a:lnTo>
                    <a:pt x="1314729" y="3734892"/>
                  </a:lnTo>
                  <a:lnTo>
                    <a:pt x="1314729" y="3717936"/>
                  </a:lnTo>
                  <a:lnTo>
                    <a:pt x="1308361" y="3709459"/>
                  </a:lnTo>
                  <a:close/>
                </a:path>
                <a:path w="9542780" h="6570345">
                  <a:moveTo>
                    <a:pt x="1308361" y="3840746"/>
                  </a:moveTo>
                  <a:lnTo>
                    <a:pt x="1289286" y="3840746"/>
                  </a:lnTo>
                  <a:lnTo>
                    <a:pt x="1280796" y="3847105"/>
                  </a:lnTo>
                  <a:lnTo>
                    <a:pt x="1280796" y="3866151"/>
                  </a:lnTo>
                  <a:lnTo>
                    <a:pt x="1287164" y="3874629"/>
                  </a:lnTo>
                  <a:lnTo>
                    <a:pt x="1308361" y="3874629"/>
                  </a:lnTo>
                  <a:lnTo>
                    <a:pt x="1314729" y="3868270"/>
                  </a:lnTo>
                  <a:lnTo>
                    <a:pt x="1314729" y="3849223"/>
                  </a:lnTo>
                  <a:lnTo>
                    <a:pt x="1308361" y="3840746"/>
                  </a:lnTo>
                  <a:close/>
                </a:path>
                <a:path w="9542780" h="6570345">
                  <a:moveTo>
                    <a:pt x="1308361" y="3885225"/>
                  </a:moveTo>
                  <a:lnTo>
                    <a:pt x="1289286" y="3885225"/>
                  </a:lnTo>
                  <a:lnTo>
                    <a:pt x="1280796" y="3891555"/>
                  </a:lnTo>
                  <a:lnTo>
                    <a:pt x="1280796" y="3910629"/>
                  </a:lnTo>
                  <a:lnTo>
                    <a:pt x="1287164" y="3919079"/>
                  </a:lnTo>
                  <a:lnTo>
                    <a:pt x="1308361" y="3919079"/>
                  </a:lnTo>
                  <a:lnTo>
                    <a:pt x="1314729" y="3912749"/>
                  </a:lnTo>
                  <a:lnTo>
                    <a:pt x="1314729" y="3893675"/>
                  </a:lnTo>
                  <a:lnTo>
                    <a:pt x="1308361" y="3885225"/>
                  </a:lnTo>
                  <a:close/>
                </a:path>
                <a:path w="9542780" h="6570345">
                  <a:moveTo>
                    <a:pt x="1308361" y="4372199"/>
                  </a:moveTo>
                  <a:lnTo>
                    <a:pt x="1289286" y="4372199"/>
                  </a:lnTo>
                  <a:lnTo>
                    <a:pt x="1280796" y="4378557"/>
                  </a:lnTo>
                  <a:lnTo>
                    <a:pt x="1280796" y="4397603"/>
                  </a:lnTo>
                  <a:lnTo>
                    <a:pt x="1287164" y="4406080"/>
                  </a:lnTo>
                  <a:lnTo>
                    <a:pt x="1297777" y="4406080"/>
                  </a:lnTo>
                  <a:lnTo>
                    <a:pt x="1308361" y="4403962"/>
                  </a:lnTo>
                  <a:lnTo>
                    <a:pt x="1314729" y="4397603"/>
                  </a:lnTo>
                  <a:lnTo>
                    <a:pt x="1314729" y="4380677"/>
                  </a:lnTo>
                  <a:lnTo>
                    <a:pt x="1308361" y="4372199"/>
                  </a:lnTo>
                  <a:close/>
                </a:path>
                <a:path w="9542780" h="6570345">
                  <a:moveTo>
                    <a:pt x="1308361" y="4416649"/>
                  </a:moveTo>
                  <a:lnTo>
                    <a:pt x="1289286" y="4416649"/>
                  </a:lnTo>
                  <a:lnTo>
                    <a:pt x="1280796" y="4423008"/>
                  </a:lnTo>
                  <a:lnTo>
                    <a:pt x="1280796" y="4442053"/>
                  </a:lnTo>
                  <a:lnTo>
                    <a:pt x="1287164" y="4450532"/>
                  </a:lnTo>
                  <a:lnTo>
                    <a:pt x="1297777" y="4450532"/>
                  </a:lnTo>
                  <a:lnTo>
                    <a:pt x="1308361" y="4448412"/>
                  </a:lnTo>
                  <a:lnTo>
                    <a:pt x="1314729" y="4442053"/>
                  </a:lnTo>
                  <a:lnTo>
                    <a:pt x="1314729" y="4425127"/>
                  </a:lnTo>
                  <a:lnTo>
                    <a:pt x="1308361" y="4416649"/>
                  </a:lnTo>
                  <a:close/>
                </a:path>
                <a:path w="9542780" h="6570345">
                  <a:moveTo>
                    <a:pt x="1308361" y="4459009"/>
                  </a:moveTo>
                  <a:lnTo>
                    <a:pt x="1289286" y="4459009"/>
                  </a:lnTo>
                  <a:lnTo>
                    <a:pt x="1280796" y="4465366"/>
                  </a:lnTo>
                  <a:lnTo>
                    <a:pt x="1280796" y="4484413"/>
                  </a:lnTo>
                  <a:lnTo>
                    <a:pt x="1287164" y="4492890"/>
                  </a:lnTo>
                  <a:lnTo>
                    <a:pt x="1308361" y="4492890"/>
                  </a:lnTo>
                  <a:lnTo>
                    <a:pt x="1314729" y="4486532"/>
                  </a:lnTo>
                  <a:lnTo>
                    <a:pt x="1314729" y="4467486"/>
                  </a:lnTo>
                  <a:lnTo>
                    <a:pt x="1308361" y="4459009"/>
                  </a:lnTo>
                  <a:close/>
                </a:path>
                <a:path w="9542780" h="6570345">
                  <a:moveTo>
                    <a:pt x="1308361" y="4503459"/>
                  </a:moveTo>
                  <a:lnTo>
                    <a:pt x="1289286" y="4503459"/>
                  </a:lnTo>
                  <a:lnTo>
                    <a:pt x="1280796" y="4509816"/>
                  </a:lnTo>
                  <a:lnTo>
                    <a:pt x="1280796" y="4528863"/>
                  </a:lnTo>
                  <a:lnTo>
                    <a:pt x="1287164" y="4537340"/>
                  </a:lnTo>
                  <a:lnTo>
                    <a:pt x="1308361" y="4537340"/>
                  </a:lnTo>
                  <a:lnTo>
                    <a:pt x="1314729" y="4530982"/>
                  </a:lnTo>
                  <a:lnTo>
                    <a:pt x="1314729" y="4511936"/>
                  </a:lnTo>
                  <a:lnTo>
                    <a:pt x="1308361" y="4503459"/>
                  </a:lnTo>
                  <a:close/>
                </a:path>
                <a:path w="9542780" h="6570345">
                  <a:moveTo>
                    <a:pt x="1308361" y="4547937"/>
                  </a:moveTo>
                  <a:lnTo>
                    <a:pt x="1289286" y="4547937"/>
                  </a:lnTo>
                  <a:lnTo>
                    <a:pt x="1280796" y="4554296"/>
                  </a:lnTo>
                  <a:lnTo>
                    <a:pt x="1280796" y="4573342"/>
                  </a:lnTo>
                  <a:lnTo>
                    <a:pt x="1287164" y="4581819"/>
                  </a:lnTo>
                  <a:lnTo>
                    <a:pt x="1308361" y="4581819"/>
                  </a:lnTo>
                  <a:lnTo>
                    <a:pt x="1314729" y="4573342"/>
                  </a:lnTo>
                  <a:lnTo>
                    <a:pt x="1314729" y="4556415"/>
                  </a:lnTo>
                  <a:lnTo>
                    <a:pt x="1308361" y="4547937"/>
                  </a:lnTo>
                  <a:close/>
                </a:path>
                <a:path w="9542780" h="6570345">
                  <a:moveTo>
                    <a:pt x="1308361" y="4592388"/>
                  </a:moveTo>
                  <a:lnTo>
                    <a:pt x="1289286" y="4592388"/>
                  </a:lnTo>
                  <a:lnTo>
                    <a:pt x="1280796" y="4598746"/>
                  </a:lnTo>
                  <a:lnTo>
                    <a:pt x="1280796" y="4617792"/>
                  </a:lnTo>
                  <a:lnTo>
                    <a:pt x="1287164" y="4626269"/>
                  </a:lnTo>
                  <a:lnTo>
                    <a:pt x="1308361" y="4626269"/>
                  </a:lnTo>
                  <a:lnTo>
                    <a:pt x="1314729" y="4617792"/>
                  </a:lnTo>
                  <a:lnTo>
                    <a:pt x="1314729" y="4600865"/>
                  </a:lnTo>
                  <a:lnTo>
                    <a:pt x="1308361" y="4592388"/>
                  </a:lnTo>
                  <a:close/>
                </a:path>
                <a:path w="9542780" h="6570345">
                  <a:moveTo>
                    <a:pt x="1308361" y="4636866"/>
                  </a:moveTo>
                  <a:lnTo>
                    <a:pt x="1289286" y="4636866"/>
                  </a:lnTo>
                  <a:lnTo>
                    <a:pt x="1280796" y="4643224"/>
                  </a:lnTo>
                  <a:lnTo>
                    <a:pt x="1280796" y="4662270"/>
                  </a:lnTo>
                  <a:lnTo>
                    <a:pt x="1287164" y="4670747"/>
                  </a:lnTo>
                  <a:lnTo>
                    <a:pt x="1308361" y="4670747"/>
                  </a:lnTo>
                  <a:lnTo>
                    <a:pt x="1314729" y="4662270"/>
                  </a:lnTo>
                  <a:lnTo>
                    <a:pt x="1314729" y="4645343"/>
                  </a:lnTo>
                  <a:lnTo>
                    <a:pt x="1308361" y="4636866"/>
                  </a:lnTo>
                  <a:close/>
                </a:path>
                <a:path w="9542780" h="6570345">
                  <a:moveTo>
                    <a:pt x="1308361" y="4681316"/>
                  </a:moveTo>
                  <a:lnTo>
                    <a:pt x="1289286" y="4681316"/>
                  </a:lnTo>
                  <a:lnTo>
                    <a:pt x="1280796" y="4687674"/>
                  </a:lnTo>
                  <a:lnTo>
                    <a:pt x="1280796" y="4706720"/>
                  </a:lnTo>
                  <a:lnTo>
                    <a:pt x="1287164" y="4715198"/>
                  </a:lnTo>
                  <a:lnTo>
                    <a:pt x="1297777" y="4715198"/>
                  </a:lnTo>
                  <a:lnTo>
                    <a:pt x="1308361" y="4713079"/>
                  </a:lnTo>
                  <a:lnTo>
                    <a:pt x="1314729" y="4706720"/>
                  </a:lnTo>
                  <a:lnTo>
                    <a:pt x="1314729" y="4689793"/>
                  </a:lnTo>
                  <a:lnTo>
                    <a:pt x="1308361" y="4681316"/>
                  </a:lnTo>
                  <a:close/>
                </a:path>
                <a:path w="9542780" h="6570345">
                  <a:moveTo>
                    <a:pt x="1308361" y="4725794"/>
                  </a:moveTo>
                  <a:lnTo>
                    <a:pt x="1289286" y="4725794"/>
                  </a:lnTo>
                  <a:lnTo>
                    <a:pt x="1280796" y="4732153"/>
                  </a:lnTo>
                  <a:lnTo>
                    <a:pt x="1280796" y="4753319"/>
                  </a:lnTo>
                  <a:lnTo>
                    <a:pt x="1287164" y="4759676"/>
                  </a:lnTo>
                  <a:lnTo>
                    <a:pt x="1297777" y="4759676"/>
                  </a:lnTo>
                  <a:lnTo>
                    <a:pt x="1308361" y="4757557"/>
                  </a:lnTo>
                  <a:lnTo>
                    <a:pt x="1314729" y="4751199"/>
                  </a:lnTo>
                  <a:lnTo>
                    <a:pt x="1314729" y="4734243"/>
                  </a:lnTo>
                  <a:lnTo>
                    <a:pt x="1308361" y="4725794"/>
                  </a:lnTo>
                  <a:close/>
                </a:path>
                <a:path w="9542780" h="6570345">
                  <a:moveTo>
                    <a:pt x="1308361" y="4768126"/>
                  </a:moveTo>
                  <a:lnTo>
                    <a:pt x="1289286" y="4768126"/>
                  </a:lnTo>
                  <a:lnTo>
                    <a:pt x="1280796" y="4774483"/>
                  </a:lnTo>
                  <a:lnTo>
                    <a:pt x="1280796" y="4795649"/>
                  </a:lnTo>
                  <a:lnTo>
                    <a:pt x="1287164" y="4802007"/>
                  </a:lnTo>
                  <a:lnTo>
                    <a:pt x="1308361" y="4802007"/>
                  </a:lnTo>
                  <a:lnTo>
                    <a:pt x="1314729" y="4795649"/>
                  </a:lnTo>
                  <a:lnTo>
                    <a:pt x="1314729" y="4776603"/>
                  </a:lnTo>
                  <a:lnTo>
                    <a:pt x="1308361" y="4768126"/>
                  </a:lnTo>
                  <a:close/>
                </a:path>
                <a:path w="9542780" h="6570345">
                  <a:moveTo>
                    <a:pt x="1308361" y="4812604"/>
                  </a:moveTo>
                  <a:lnTo>
                    <a:pt x="1289286" y="4812604"/>
                  </a:lnTo>
                  <a:lnTo>
                    <a:pt x="1280796" y="4818962"/>
                  </a:lnTo>
                  <a:lnTo>
                    <a:pt x="1280796" y="4838009"/>
                  </a:lnTo>
                  <a:lnTo>
                    <a:pt x="1287164" y="4846486"/>
                  </a:lnTo>
                  <a:lnTo>
                    <a:pt x="1308361" y="4846486"/>
                  </a:lnTo>
                  <a:lnTo>
                    <a:pt x="1314729" y="4840127"/>
                  </a:lnTo>
                  <a:lnTo>
                    <a:pt x="1314729" y="4821053"/>
                  </a:lnTo>
                  <a:lnTo>
                    <a:pt x="1308361" y="4812604"/>
                  </a:lnTo>
                  <a:close/>
                </a:path>
                <a:path w="9542780" h="6570345">
                  <a:moveTo>
                    <a:pt x="1308361" y="4857054"/>
                  </a:moveTo>
                  <a:lnTo>
                    <a:pt x="1289286" y="4857054"/>
                  </a:lnTo>
                  <a:lnTo>
                    <a:pt x="1280796" y="4863412"/>
                  </a:lnTo>
                  <a:lnTo>
                    <a:pt x="1280796" y="4882459"/>
                  </a:lnTo>
                  <a:lnTo>
                    <a:pt x="1287164" y="4890936"/>
                  </a:lnTo>
                  <a:lnTo>
                    <a:pt x="1308361" y="4890936"/>
                  </a:lnTo>
                  <a:lnTo>
                    <a:pt x="1314729" y="4882459"/>
                  </a:lnTo>
                  <a:lnTo>
                    <a:pt x="1314729" y="4865532"/>
                  </a:lnTo>
                  <a:lnTo>
                    <a:pt x="1308361" y="4857054"/>
                  </a:lnTo>
                  <a:close/>
                </a:path>
                <a:path w="9542780" h="6570345">
                  <a:moveTo>
                    <a:pt x="1265966" y="1102920"/>
                  </a:moveTo>
                  <a:lnTo>
                    <a:pt x="1246863" y="1102920"/>
                  </a:lnTo>
                  <a:lnTo>
                    <a:pt x="1238401" y="1109418"/>
                  </a:lnTo>
                  <a:lnTo>
                    <a:pt x="1238401" y="1128351"/>
                  </a:lnTo>
                  <a:lnTo>
                    <a:pt x="1244740" y="1136829"/>
                  </a:lnTo>
                  <a:lnTo>
                    <a:pt x="1263844" y="1136829"/>
                  </a:lnTo>
                  <a:lnTo>
                    <a:pt x="1272306" y="1130612"/>
                  </a:lnTo>
                  <a:lnTo>
                    <a:pt x="1272306" y="1111397"/>
                  </a:lnTo>
                  <a:lnTo>
                    <a:pt x="1265966" y="1102920"/>
                  </a:lnTo>
                  <a:close/>
                </a:path>
                <a:path w="9542780" h="6570345">
                  <a:moveTo>
                    <a:pt x="1265966" y="1147566"/>
                  </a:moveTo>
                  <a:lnTo>
                    <a:pt x="1246863" y="1147566"/>
                  </a:lnTo>
                  <a:lnTo>
                    <a:pt x="1238401" y="1153784"/>
                  </a:lnTo>
                  <a:lnTo>
                    <a:pt x="1238401" y="1172999"/>
                  </a:lnTo>
                  <a:lnTo>
                    <a:pt x="1244740" y="1181477"/>
                  </a:lnTo>
                  <a:lnTo>
                    <a:pt x="1263844" y="1181477"/>
                  </a:lnTo>
                  <a:lnTo>
                    <a:pt x="1272306" y="1172999"/>
                  </a:lnTo>
                  <a:lnTo>
                    <a:pt x="1272306" y="1156045"/>
                  </a:lnTo>
                  <a:lnTo>
                    <a:pt x="1265966" y="1147566"/>
                  </a:lnTo>
                  <a:close/>
                </a:path>
                <a:path w="9542780" h="6570345">
                  <a:moveTo>
                    <a:pt x="1265966" y="1191933"/>
                  </a:moveTo>
                  <a:lnTo>
                    <a:pt x="1246863" y="1191933"/>
                  </a:lnTo>
                  <a:lnTo>
                    <a:pt x="1238401" y="1198432"/>
                  </a:lnTo>
                  <a:lnTo>
                    <a:pt x="1238401" y="1217364"/>
                  </a:lnTo>
                  <a:lnTo>
                    <a:pt x="1244740" y="1225843"/>
                  </a:lnTo>
                  <a:lnTo>
                    <a:pt x="1263844" y="1225843"/>
                  </a:lnTo>
                  <a:lnTo>
                    <a:pt x="1272306" y="1217364"/>
                  </a:lnTo>
                  <a:lnTo>
                    <a:pt x="1272306" y="1200410"/>
                  </a:lnTo>
                  <a:lnTo>
                    <a:pt x="1265966" y="1191933"/>
                  </a:lnTo>
                  <a:close/>
                </a:path>
                <a:path w="9542780" h="6570345">
                  <a:moveTo>
                    <a:pt x="1265966" y="1236581"/>
                  </a:moveTo>
                  <a:lnTo>
                    <a:pt x="1246863" y="1236581"/>
                  </a:lnTo>
                  <a:lnTo>
                    <a:pt x="1238401" y="1242797"/>
                  </a:lnTo>
                  <a:lnTo>
                    <a:pt x="1238401" y="1261731"/>
                  </a:lnTo>
                  <a:lnTo>
                    <a:pt x="1244740" y="1270208"/>
                  </a:lnTo>
                  <a:lnTo>
                    <a:pt x="1263844" y="1270208"/>
                  </a:lnTo>
                  <a:lnTo>
                    <a:pt x="1272306" y="1261731"/>
                  </a:lnTo>
                  <a:lnTo>
                    <a:pt x="1272306" y="1244775"/>
                  </a:lnTo>
                  <a:lnTo>
                    <a:pt x="1265966" y="1236581"/>
                  </a:lnTo>
                  <a:close/>
                </a:path>
                <a:path w="9542780" h="6570345">
                  <a:moveTo>
                    <a:pt x="1265966" y="1280946"/>
                  </a:moveTo>
                  <a:lnTo>
                    <a:pt x="1246863" y="1280946"/>
                  </a:lnTo>
                  <a:lnTo>
                    <a:pt x="1238401" y="1287162"/>
                  </a:lnTo>
                  <a:lnTo>
                    <a:pt x="1238401" y="1306379"/>
                  </a:lnTo>
                  <a:lnTo>
                    <a:pt x="1244740" y="1314856"/>
                  </a:lnTo>
                  <a:lnTo>
                    <a:pt x="1255353" y="1314856"/>
                  </a:lnTo>
                  <a:lnTo>
                    <a:pt x="1263844" y="1312595"/>
                  </a:lnTo>
                  <a:lnTo>
                    <a:pt x="1272306" y="1306379"/>
                  </a:lnTo>
                  <a:lnTo>
                    <a:pt x="1272306" y="1289423"/>
                  </a:lnTo>
                  <a:lnTo>
                    <a:pt x="1265966" y="1280946"/>
                  </a:lnTo>
                  <a:close/>
                </a:path>
                <a:path w="9542780" h="6570345">
                  <a:moveTo>
                    <a:pt x="1265966" y="1325312"/>
                  </a:moveTo>
                  <a:lnTo>
                    <a:pt x="1246863" y="1325312"/>
                  </a:lnTo>
                  <a:lnTo>
                    <a:pt x="1238401" y="1331810"/>
                  </a:lnTo>
                  <a:lnTo>
                    <a:pt x="1238401" y="1350744"/>
                  </a:lnTo>
                  <a:lnTo>
                    <a:pt x="1244740" y="1359221"/>
                  </a:lnTo>
                  <a:lnTo>
                    <a:pt x="1255353" y="1359221"/>
                  </a:lnTo>
                  <a:lnTo>
                    <a:pt x="1263844" y="1357243"/>
                  </a:lnTo>
                  <a:lnTo>
                    <a:pt x="1272306" y="1350744"/>
                  </a:lnTo>
                  <a:lnTo>
                    <a:pt x="1272306" y="1333789"/>
                  </a:lnTo>
                  <a:lnTo>
                    <a:pt x="1265966" y="1325312"/>
                  </a:lnTo>
                  <a:close/>
                </a:path>
                <a:path w="9542780" h="6570345">
                  <a:moveTo>
                    <a:pt x="1265966" y="1367699"/>
                  </a:moveTo>
                  <a:lnTo>
                    <a:pt x="1246863" y="1367699"/>
                  </a:lnTo>
                  <a:lnTo>
                    <a:pt x="1238401" y="1374198"/>
                  </a:lnTo>
                  <a:lnTo>
                    <a:pt x="1238401" y="1393131"/>
                  </a:lnTo>
                  <a:lnTo>
                    <a:pt x="1244740" y="1401608"/>
                  </a:lnTo>
                  <a:lnTo>
                    <a:pt x="1263844" y="1401608"/>
                  </a:lnTo>
                  <a:lnTo>
                    <a:pt x="1272306" y="1395110"/>
                  </a:lnTo>
                  <a:lnTo>
                    <a:pt x="1272306" y="1376177"/>
                  </a:lnTo>
                  <a:lnTo>
                    <a:pt x="1265966" y="1367699"/>
                  </a:lnTo>
                  <a:close/>
                </a:path>
                <a:path w="9542780" h="6570345">
                  <a:moveTo>
                    <a:pt x="1265966" y="1412064"/>
                  </a:moveTo>
                  <a:lnTo>
                    <a:pt x="1246863" y="1412064"/>
                  </a:lnTo>
                  <a:lnTo>
                    <a:pt x="1238401" y="1418564"/>
                  </a:lnTo>
                  <a:lnTo>
                    <a:pt x="1238402" y="1439758"/>
                  </a:lnTo>
                  <a:lnTo>
                    <a:pt x="1244740" y="1445975"/>
                  </a:lnTo>
                  <a:lnTo>
                    <a:pt x="1263844" y="1445975"/>
                  </a:lnTo>
                  <a:lnTo>
                    <a:pt x="1272306" y="1439758"/>
                  </a:lnTo>
                  <a:lnTo>
                    <a:pt x="1272306" y="1420541"/>
                  </a:lnTo>
                  <a:lnTo>
                    <a:pt x="1265966" y="1412064"/>
                  </a:lnTo>
                  <a:close/>
                </a:path>
                <a:path w="9542780" h="6570345">
                  <a:moveTo>
                    <a:pt x="1265966" y="1456712"/>
                  </a:moveTo>
                  <a:lnTo>
                    <a:pt x="1246863" y="1456712"/>
                  </a:lnTo>
                  <a:lnTo>
                    <a:pt x="1238401" y="1462929"/>
                  </a:lnTo>
                  <a:lnTo>
                    <a:pt x="1238401" y="1484123"/>
                  </a:lnTo>
                  <a:lnTo>
                    <a:pt x="1244740" y="1490623"/>
                  </a:lnTo>
                  <a:lnTo>
                    <a:pt x="1263844" y="1490623"/>
                  </a:lnTo>
                  <a:lnTo>
                    <a:pt x="1272306" y="1482144"/>
                  </a:lnTo>
                  <a:lnTo>
                    <a:pt x="1272306" y="1465190"/>
                  </a:lnTo>
                  <a:lnTo>
                    <a:pt x="1265966" y="1456712"/>
                  </a:lnTo>
                  <a:close/>
                </a:path>
                <a:path w="9542780" h="6570345">
                  <a:moveTo>
                    <a:pt x="1265966" y="1501077"/>
                  </a:moveTo>
                  <a:lnTo>
                    <a:pt x="1246863" y="1501077"/>
                  </a:lnTo>
                  <a:lnTo>
                    <a:pt x="1238401" y="1507577"/>
                  </a:lnTo>
                  <a:lnTo>
                    <a:pt x="1238401" y="1528771"/>
                  </a:lnTo>
                  <a:lnTo>
                    <a:pt x="1244740" y="1534988"/>
                  </a:lnTo>
                  <a:lnTo>
                    <a:pt x="1263844" y="1534988"/>
                  </a:lnTo>
                  <a:lnTo>
                    <a:pt x="1272306" y="1526510"/>
                  </a:lnTo>
                  <a:lnTo>
                    <a:pt x="1272306" y="1509555"/>
                  </a:lnTo>
                  <a:lnTo>
                    <a:pt x="1265966" y="1501077"/>
                  </a:lnTo>
                  <a:close/>
                </a:path>
                <a:path w="9542780" h="6570345">
                  <a:moveTo>
                    <a:pt x="1265966" y="1545443"/>
                  </a:moveTo>
                  <a:lnTo>
                    <a:pt x="1246863" y="1545443"/>
                  </a:lnTo>
                  <a:lnTo>
                    <a:pt x="1238401" y="1551942"/>
                  </a:lnTo>
                  <a:lnTo>
                    <a:pt x="1238401" y="1573136"/>
                  </a:lnTo>
                  <a:lnTo>
                    <a:pt x="1244740" y="1579352"/>
                  </a:lnTo>
                  <a:lnTo>
                    <a:pt x="1263844" y="1579352"/>
                  </a:lnTo>
                  <a:lnTo>
                    <a:pt x="1272306" y="1570875"/>
                  </a:lnTo>
                  <a:lnTo>
                    <a:pt x="1272306" y="1553921"/>
                  </a:lnTo>
                  <a:lnTo>
                    <a:pt x="1265966" y="1545443"/>
                  </a:lnTo>
                  <a:close/>
                </a:path>
                <a:path w="9542780" h="6570345">
                  <a:moveTo>
                    <a:pt x="1265966" y="1590092"/>
                  </a:moveTo>
                  <a:lnTo>
                    <a:pt x="1246863" y="1590092"/>
                  </a:lnTo>
                  <a:lnTo>
                    <a:pt x="1238401" y="1596308"/>
                  </a:lnTo>
                  <a:lnTo>
                    <a:pt x="1238401" y="1615523"/>
                  </a:lnTo>
                  <a:lnTo>
                    <a:pt x="1244740" y="1624001"/>
                  </a:lnTo>
                  <a:lnTo>
                    <a:pt x="1255353" y="1624001"/>
                  </a:lnTo>
                  <a:lnTo>
                    <a:pt x="1263844" y="1621740"/>
                  </a:lnTo>
                  <a:lnTo>
                    <a:pt x="1272306" y="1615523"/>
                  </a:lnTo>
                  <a:lnTo>
                    <a:pt x="1272306" y="1598569"/>
                  </a:lnTo>
                  <a:lnTo>
                    <a:pt x="1265966" y="1590092"/>
                  </a:lnTo>
                  <a:close/>
                </a:path>
                <a:path w="9542780" h="6570345">
                  <a:moveTo>
                    <a:pt x="1265966" y="1634456"/>
                  </a:moveTo>
                  <a:lnTo>
                    <a:pt x="1246863" y="1634456"/>
                  </a:lnTo>
                  <a:lnTo>
                    <a:pt x="1238401" y="1640956"/>
                  </a:lnTo>
                  <a:lnTo>
                    <a:pt x="1238401" y="1659889"/>
                  </a:lnTo>
                  <a:lnTo>
                    <a:pt x="1244740" y="1668367"/>
                  </a:lnTo>
                  <a:lnTo>
                    <a:pt x="1255353" y="1668367"/>
                  </a:lnTo>
                  <a:lnTo>
                    <a:pt x="1263844" y="1666388"/>
                  </a:lnTo>
                  <a:lnTo>
                    <a:pt x="1272306" y="1659889"/>
                  </a:lnTo>
                  <a:lnTo>
                    <a:pt x="1272306" y="1642934"/>
                  </a:lnTo>
                  <a:lnTo>
                    <a:pt x="1265966" y="1634456"/>
                  </a:lnTo>
                  <a:close/>
                </a:path>
                <a:path w="9542780" h="6570345">
                  <a:moveTo>
                    <a:pt x="1265966" y="1676844"/>
                  </a:moveTo>
                  <a:lnTo>
                    <a:pt x="1246863" y="1676844"/>
                  </a:lnTo>
                  <a:lnTo>
                    <a:pt x="1238401" y="1683061"/>
                  </a:lnTo>
                  <a:lnTo>
                    <a:pt x="1238401" y="1704254"/>
                  </a:lnTo>
                  <a:lnTo>
                    <a:pt x="1244740" y="1710754"/>
                  </a:lnTo>
                  <a:lnTo>
                    <a:pt x="1263844" y="1710754"/>
                  </a:lnTo>
                  <a:lnTo>
                    <a:pt x="1272306" y="1704254"/>
                  </a:lnTo>
                  <a:lnTo>
                    <a:pt x="1272306" y="1685321"/>
                  </a:lnTo>
                  <a:lnTo>
                    <a:pt x="1265966" y="1676844"/>
                  </a:lnTo>
                  <a:close/>
                </a:path>
                <a:path w="9542780" h="6570345">
                  <a:moveTo>
                    <a:pt x="1265966" y="1721209"/>
                  </a:moveTo>
                  <a:lnTo>
                    <a:pt x="1246863" y="1721209"/>
                  </a:lnTo>
                  <a:lnTo>
                    <a:pt x="1238401" y="1727709"/>
                  </a:lnTo>
                  <a:lnTo>
                    <a:pt x="1238401" y="1748903"/>
                  </a:lnTo>
                  <a:lnTo>
                    <a:pt x="1244740" y="1755119"/>
                  </a:lnTo>
                  <a:lnTo>
                    <a:pt x="1263844" y="1755119"/>
                  </a:lnTo>
                  <a:lnTo>
                    <a:pt x="1272306" y="1748903"/>
                  </a:lnTo>
                  <a:lnTo>
                    <a:pt x="1272306" y="1729686"/>
                  </a:lnTo>
                  <a:lnTo>
                    <a:pt x="1265966" y="1721209"/>
                  </a:lnTo>
                  <a:close/>
                </a:path>
                <a:path w="9542780" h="6570345">
                  <a:moveTo>
                    <a:pt x="1265966" y="1765857"/>
                  </a:moveTo>
                  <a:lnTo>
                    <a:pt x="1246863" y="1765857"/>
                  </a:lnTo>
                  <a:lnTo>
                    <a:pt x="1238401" y="1772074"/>
                  </a:lnTo>
                  <a:lnTo>
                    <a:pt x="1238401" y="1793267"/>
                  </a:lnTo>
                  <a:lnTo>
                    <a:pt x="1244740" y="1799767"/>
                  </a:lnTo>
                  <a:lnTo>
                    <a:pt x="1263844" y="1799767"/>
                  </a:lnTo>
                  <a:lnTo>
                    <a:pt x="1272306" y="1791290"/>
                  </a:lnTo>
                  <a:lnTo>
                    <a:pt x="1272306" y="1774334"/>
                  </a:lnTo>
                  <a:lnTo>
                    <a:pt x="1265966" y="1765857"/>
                  </a:lnTo>
                  <a:close/>
                </a:path>
                <a:path w="9542780" h="6570345">
                  <a:moveTo>
                    <a:pt x="1265966" y="1810223"/>
                  </a:moveTo>
                  <a:lnTo>
                    <a:pt x="1246863" y="1810223"/>
                  </a:lnTo>
                  <a:lnTo>
                    <a:pt x="1238401" y="1816722"/>
                  </a:lnTo>
                  <a:lnTo>
                    <a:pt x="1238401" y="1837634"/>
                  </a:lnTo>
                  <a:lnTo>
                    <a:pt x="1244740" y="1844132"/>
                  </a:lnTo>
                  <a:lnTo>
                    <a:pt x="1263844" y="1844132"/>
                  </a:lnTo>
                  <a:lnTo>
                    <a:pt x="1272306" y="1835655"/>
                  </a:lnTo>
                  <a:lnTo>
                    <a:pt x="1272306" y="1818700"/>
                  </a:lnTo>
                  <a:lnTo>
                    <a:pt x="1265966" y="1810223"/>
                  </a:lnTo>
                  <a:close/>
                </a:path>
                <a:path w="9542780" h="6570345">
                  <a:moveTo>
                    <a:pt x="1265966" y="1854588"/>
                  </a:moveTo>
                  <a:lnTo>
                    <a:pt x="1246863" y="1854588"/>
                  </a:lnTo>
                  <a:lnTo>
                    <a:pt x="1238401" y="1861088"/>
                  </a:lnTo>
                  <a:lnTo>
                    <a:pt x="1238401" y="1880021"/>
                  </a:lnTo>
                  <a:lnTo>
                    <a:pt x="1244740" y="1888498"/>
                  </a:lnTo>
                  <a:lnTo>
                    <a:pt x="1263844" y="1888498"/>
                  </a:lnTo>
                  <a:lnTo>
                    <a:pt x="1272306" y="1880021"/>
                  </a:lnTo>
                  <a:lnTo>
                    <a:pt x="1272306" y="1863065"/>
                  </a:lnTo>
                  <a:lnTo>
                    <a:pt x="1265966" y="1854588"/>
                  </a:lnTo>
                  <a:close/>
                </a:path>
                <a:path w="9542780" h="6570345">
                  <a:moveTo>
                    <a:pt x="1265966" y="1899236"/>
                  </a:moveTo>
                  <a:lnTo>
                    <a:pt x="1246863" y="1899236"/>
                  </a:lnTo>
                  <a:lnTo>
                    <a:pt x="1238401" y="1905453"/>
                  </a:lnTo>
                  <a:lnTo>
                    <a:pt x="1238401" y="1924668"/>
                  </a:lnTo>
                  <a:lnTo>
                    <a:pt x="1244740" y="1933147"/>
                  </a:lnTo>
                  <a:lnTo>
                    <a:pt x="1255353" y="1933147"/>
                  </a:lnTo>
                  <a:lnTo>
                    <a:pt x="1263844" y="1930886"/>
                  </a:lnTo>
                  <a:lnTo>
                    <a:pt x="1272306" y="1924668"/>
                  </a:lnTo>
                  <a:lnTo>
                    <a:pt x="1272306" y="1907713"/>
                  </a:lnTo>
                  <a:lnTo>
                    <a:pt x="1265966" y="1899236"/>
                  </a:lnTo>
                  <a:close/>
                </a:path>
                <a:path w="9542780" h="6570345">
                  <a:moveTo>
                    <a:pt x="1265966" y="1943601"/>
                  </a:moveTo>
                  <a:lnTo>
                    <a:pt x="1246863" y="1943601"/>
                  </a:lnTo>
                  <a:lnTo>
                    <a:pt x="1238401" y="1950101"/>
                  </a:lnTo>
                  <a:lnTo>
                    <a:pt x="1238401" y="1971295"/>
                  </a:lnTo>
                  <a:lnTo>
                    <a:pt x="1244740" y="1977511"/>
                  </a:lnTo>
                  <a:lnTo>
                    <a:pt x="1255353" y="1977511"/>
                  </a:lnTo>
                  <a:lnTo>
                    <a:pt x="1263844" y="1975251"/>
                  </a:lnTo>
                  <a:lnTo>
                    <a:pt x="1272306" y="1969034"/>
                  </a:lnTo>
                  <a:lnTo>
                    <a:pt x="1272306" y="1952080"/>
                  </a:lnTo>
                  <a:lnTo>
                    <a:pt x="1265966" y="1943601"/>
                  </a:lnTo>
                  <a:close/>
                </a:path>
                <a:path w="9542780" h="6570345">
                  <a:moveTo>
                    <a:pt x="1265966" y="1985989"/>
                  </a:moveTo>
                  <a:lnTo>
                    <a:pt x="1246863" y="1985989"/>
                  </a:lnTo>
                  <a:lnTo>
                    <a:pt x="1238401" y="1992205"/>
                  </a:lnTo>
                  <a:lnTo>
                    <a:pt x="1238401" y="2013399"/>
                  </a:lnTo>
                  <a:lnTo>
                    <a:pt x="1244740" y="2019899"/>
                  </a:lnTo>
                  <a:lnTo>
                    <a:pt x="1263844" y="2019899"/>
                  </a:lnTo>
                  <a:lnTo>
                    <a:pt x="1272306" y="2013399"/>
                  </a:lnTo>
                  <a:lnTo>
                    <a:pt x="1272306" y="1994466"/>
                  </a:lnTo>
                  <a:lnTo>
                    <a:pt x="1265966" y="1985989"/>
                  </a:lnTo>
                  <a:close/>
                </a:path>
                <a:path w="9542780" h="6570345">
                  <a:moveTo>
                    <a:pt x="1265966" y="2030355"/>
                  </a:moveTo>
                  <a:lnTo>
                    <a:pt x="1246863" y="2030355"/>
                  </a:lnTo>
                  <a:lnTo>
                    <a:pt x="1238401" y="2036853"/>
                  </a:lnTo>
                  <a:lnTo>
                    <a:pt x="1238401" y="2058047"/>
                  </a:lnTo>
                  <a:lnTo>
                    <a:pt x="1244740" y="2064264"/>
                  </a:lnTo>
                  <a:lnTo>
                    <a:pt x="1263844" y="2064264"/>
                  </a:lnTo>
                  <a:lnTo>
                    <a:pt x="1272306" y="2058047"/>
                  </a:lnTo>
                  <a:lnTo>
                    <a:pt x="1272306" y="2038832"/>
                  </a:lnTo>
                  <a:lnTo>
                    <a:pt x="1265966" y="2030355"/>
                  </a:lnTo>
                  <a:close/>
                </a:path>
                <a:path w="9542780" h="6570345">
                  <a:moveTo>
                    <a:pt x="1265966" y="2075003"/>
                  </a:moveTo>
                  <a:lnTo>
                    <a:pt x="1246863" y="2075003"/>
                  </a:lnTo>
                  <a:lnTo>
                    <a:pt x="1238401" y="2081220"/>
                  </a:lnTo>
                  <a:lnTo>
                    <a:pt x="1238401" y="2102413"/>
                  </a:lnTo>
                  <a:lnTo>
                    <a:pt x="1244740" y="2108912"/>
                  </a:lnTo>
                  <a:lnTo>
                    <a:pt x="1263844" y="2108912"/>
                  </a:lnTo>
                  <a:lnTo>
                    <a:pt x="1272306" y="2100435"/>
                  </a:lnTo>
                  <a:lnTo>
                    <a:pt x="1272306" y="2083480"/>
                  </a:lnTo>
                  <a:lnTo>
                    <a:pt x="1265966" y="2075003"/>
                  </a:lnTo>
                  <a:close/>
                </a:path>
                <a:path w="9542780" h="6570345">
                  <a:moveTo>
                    <a:pt x="1265966" y="2119368"/>
                  </a:moveTo>
                  <a:lnTo>
                    <a:pt x="1246863" y="2119368"/>
                  </a:lnTo>
                  <a:lnTo>
                    <a:pt x="1238401" y="2125585"/>
                  </a:lnTo>
                  <a:lnTo>
                    <a:pt x="1238401" y="2144800"/>
                  </a:lnTo>
                  <a:lnTo>
                    <a:pt x="1244740" y="2153278"/>
                  </a:lnTo>
                  <a:lnTo>
                    <a:pt x="1263844" y="2153278"/>
                  </a:lnTo>
                  <a:lnTo>
                    <a:pt x="1272306" y="2144800"/>
                  </a:lnTo>
                  <a:lnTo>
                    <a:pt x="1272306" y="2127845"/>
                  </a:lnTo>
                  <a:lnTo>
                    <a:pt x="1265966" y="2119368"/>
                  </a:lnTo>
                  <a:close/>
                </a:path>
                <a:path w="9542780" h="6570345">
                  <a:moveTo>
                    <a:pt x="1265966" y="2163733"/>
                  </a:moveTo>
                  <a:lnTo>
                    <a:pt x="1246863" y="2163733"/>
                  </a:lnTo>
                  <a:lnTo>
                    <a:pt x="1238401" y="2170233"/>
                  </a:lnTo>
                  <a:lnTo>
                    <a:pt x="1238401" y="2189166"/>
                  </a:lnTo>
                  <a:lnTo>
                    <a:pt x="1244740" y="2197643"/>
                  </a:lnTo>
                  <a:lnTo>
                    <a:pt x="1263844" y="2197643"/>
                  </a:lnTo>
                  <a:lnTo>
                    <a:pt x="1272306" y="2189166"/>
                  </a:lnTo>
                  <a:lnTo>
                    <a:pt x="1272306" y="2172211"/>
                  </a:lnTo>
                  <a:lnTo>
                    <a:pt x="1265966" y="2163733"/>
                  </a:lnTo>
                  <a:close/>
                </a:path>
                <a:path w="9542780" h="6570345">
                  <a:moveTo>
                    <a:pt x="1265966" y="2208381"/>
                  </a:moveTo>
                  <a:lnTo>
                    <a:pt x="1246863" y="2208381"/>
                  </a:lnTo>
                  <a:lnTo>
                    <a:pt x="1238401" y="2214598"/>
                  </a:lnTo>
                  <a:lnTo>
                    <a:pt x="1238401" y="2233814"/>
                  </a:lnTo>
                  <a:lnTo>
                    <a:pt x="1244740" y="2242291"/>
                  </a:lnTo>
                  <a:lnTo>
                    <a:pt x="1255353" y="2242291"/>
                  </a:lnTo>
                  <a:lnTo>
                    <a:pt x="1263844" y="2240031"/>
                  </a:lnTo>
                  <a:lnTo>
                    <a:pt x="1272306" y="2233814"/>
                  </a:lnTo>
                  <a:lnTo>
                    <a:pt x="1272306" y="2216858"/>
                  </a:lnTo>
                  <a:lnTo>
                    <a:pt x="1265966" y="2208381"/>
                  </a:lnTo>
                  <a:close/>
                </a:path>
                <a:path w="9542780" h="6570345">
                  <a:moveTo>
                    <a:pt x="1265966" y="2252747"/>
                  </a:moveTo>
                  <a:lnTo>
                    <a:pt x="1246863" y="2252747"/>
                  </a:lnTo>
                  <a:lnTo>
                    <a:pt x="1238401" y="2259246"/>
                  </a:lnTo>
                  <a:lnTo>
                    <a:pt x="1238401" y="2280157"/>
                  </a:lnTo>
                  <a:lnTo>
                    <a:pt x="1244740" y="2286656"/>
                  </a:lnTo>
                  <a:lnTo>
                    <a:pt x="1255353" y="2286656"/>
                  </a:lnTo>
                  <a:lnTo>
                    <a:pt x="1263844" y="2284395"/>
                  </a:lnTo>
                  <a:lnTo>
                    <a:pt x="1272306" y="2278179"/>
                  </a:lnTo>
                  <a:lnTo>
                    <a:pt x="1272306" y="2261224"/>
                  </a:lnTo>
                  <a:lnTo>
                    <a:pt x="1265966" y="2252747"/>
                  </a:lnTo>
                  <a:close/>
                </a:path>
                <a:path w="9542780" h="6570345">
                  <a:moveTo>
                    <a:pt x="1265966" y="2295135"/>
                  </a:moveTo>
                  <a:lnTo>
                    <a:pt x="1246863" y="2295135"/>
                  </a:lnTo>
                  <a:lnTo>
                    <a:pt x="1238401" y="2301351"/>
                  </a:lnTo>
                  <a:lnTo>
                    <a:pt x="1238401" y="2322545"/>
                  </a:lnTo>
                  <a:lnTo>
                    <a:pt x="1244740" y="2329044"/>
                  </a:lnTo>
                  <a:lnTo>
                    <a:pt x="1263844" y="2329044"/>
                  </a:lnTo>
                  <a:lnTo>
                    <a:pt x="1272306" y="2322545"/>
                  </a:lnTo>
                  <a:lnTo>
                    <a:pt x="1272306" y="2303612"/>
                  </a:lnTo>
                  <a:lnTo>
                    <a:pt x="1265966" y="2295135"/>
                  </a:lnTo>
                  <a:close/>
                </a:path>
                <a:path w="9542780" h="6570345">
                  <a:moveTo>
                    <a:pt x="1265966" y="2339500"/>
                  </a:moveTo>
                  <a:lnTo>
                    <a:pt x="1246863" y="2339500"/>
                  </a:lnTo>
                  <a:lnTo>
                    <a:pt x="1238401" y="2345999"/>
                  </a:lnTo>
                  <a:lnTo>
                    <a:pt x="1238401" y="2367193"/>
                  </a:lnTo>
                  <a:lnTo>
                    <a:pt x="1244740" y="2373410"/>
                  </a:lnTo>
                  <a:lnTo>
                    <a:pt x="1263844" y="2373410"/>
                  </a:lnTo>
                  <a:lnTo>
                    <a:pt x="1272306" y="2367193"/>
                  </a:lnTo>
                  <a:lnTo>
                    <a:pt x="1272306" y="2347977"/>
                  </a:lnTo>
                  <a:lnTo>
                    <a:pt x="1265966" y="2339500"/>
                  </a:lnTo>
                  <a:close/>
                </a:path>
                <a:path w="9542780" h="6570345">
                  <a:moveTo>
                    <a:pt x="1265966" y="2384148"/>
                  </a:moveTo>
                  <a:lnTo>
                    <a:pt x="1246863" y="2384148"/>
                  </a:lnTo>
                  <a:lnTo>
                    <a:pt x="1238401" y="2390364"/>
                  </a:lnTo>
                  <a:lnTo>
                    <a:pt x="1238401" y="2411558"/>
                  </a:lnTo>
                  <a:lnTo>
                    <a:pt x="1244740" y="2417775"/>
                  </a:lnTo>
                  <a:lnTo>
                    <a:pt x="1263844" y="2417775"/>
                  </a:lnTo>
                  <a:lnTo>
                    <a:pt x="1272306" y="2409579"/>
                  </a:lnTo>
                  <a:lnTo>
                    <a:pt x="1272306" y="2392625"/>
                  </a:lnTo>
                  <a:lnTo>
                    <a:pt x="1265966" y="2384148"/>
                  </a:lnTo>
                  <a:close/>
                </a:path>
                <a:path w="9542780" h="6570345">
                  <a:moveTo>
                    <a:pt x="1265966" y="2428513"/>
                  </a:moveTo>
                  <a:lnTo>
                    <a:pt x="1246863" y="2428513"/>
                  </a:lnTo>
                  <a:lnTo>
                    <a:pt x="1238401" y="2434729"/>
                  </a:lnTo>
                  <a:lnTo>
                    <a:pt x="1238401" y="2453946"/>
                  </a:lnTo>
                  <a:lnTo>
                    <a:pt x="1244740" y="2462423"/>
                  </a:lnTo>
                  <a:lnTo>
                    <a:pt x="1263844" y="2462423"/>
                  </a:lnTo>
                  <a:lnTo>
                    <a:pt x="1272306" y="2453946"/>
                  </a:lnTo>
                  <a:lnTo>
                    <a:pt x="1272306" y="2436990"/>
                  </a:lnTo>
                  <a:lnTo>
                    <a:pt x="1265966" y="2428513"/>
                  </a:lnTo>
                  <a:close/>
                </a:path>
                <a:path w="9542780" h="6570345">
                  <a:moveTo>
                    <a:pt x="1265966" y="2472879"/>
                  </a:moveTo>
                  <a:lnTo>
                    <a:pt x="1246863" y="2472879"/>
                  </a:lnTo>
                  <a:lnTo>
                    <a:pt x="1238401" y="2479377"/>
                  </a:lnTo>
                  <a:lnTo>
                    <a:pt x="1238401" y="2498310"/>
                  </a:lnTo>
                  <a:lnTo>
                    <a:pt x="1244740" y="2506788"/>
                  </a:lnTo>
                  <a:lnTo>
                    <a:pt x="1263844" y="2506788"/>
                  </a:lnTo>
                  <a:lnTo>
                    <a:pt x="1272306" y="2498310"/>
                  </a:lnTo>
                  <a:lnTo>
                    <a:pt x="1272306" y="2481356"/>
                  </a:lnTo>
                  <a:lnTo>
                    <a:pt x="1265966" y="2472879"/>
                  </a:lnTo>
                  <a:close/>
                </a:path>
                <a:path w="9542780" h="6570345">
                  <a:moveTo>
                    <a:pt x="1265966" y="2517527"/>
                  </a:moveTo>
                  <a:lnTo>
                    <a:pt x="1246863" y="2517527"/>
                  </a:lnTo>
                  <a:lnTo>
                    <a:pt x="1238401" y="2523743"/>
                  </a:lnTo>
                  <a:lnTo>
                    <a:pt x="1238401" y="2544937"/>
                  </a:lnTo>
                  <a:lnTo>
                    <a:pt x="1244740" y="2551436"/>
                  </a:lnTo>
                  <a:lnTo>
                    <a:pt x="1255353" y="2551436"/>
                  </a:lnTo>
                  <a:lnTo>
                    <a:pt x="1263844" y="2549175"/>
                  </a:lnTo>
                  <a:lnTo>
                    <a:pt x="1272306" y="2542959"/>
                  </a:lnTo>
                  <a:lnTo>
                    <a:pt x="1272306" y="2526004"/>
                  </a:lnTo>
                  <a:lnTo>
                    <a:pt x="1265966" y="2517527"/>
                  </a:lnTo>
                  <a:close/>
                </a:path>
                <a:path w="9542780" h="6570345">
                  <a:moveTo>
                    <a:pt x="1265966" y="2561892"/>
                  </a:moveTo>
                  <a:lnTo>
                    <a:pt x="1246863" y="2561892"/>
                  </a:lnTo>
                  <a:lnTo>
                    <a:pt x="1238401" y="2568108"/>
                  </a:lnTo>
                  <a:lnTo>
                    <a:pt x="1238401" y="2589302"/>
                  </a:lnTo>
                  <a:lnTo>
                    <a:pt x="1244740" y="2595802"/>
                  </a:lnTo>
                  <a:lnTo>
                    <a:pt x="1255353" y="2595802"/>
                  </a:lnTo>
                  <a:lnTo>
                    <a:pt x="1263844" y="2593541"/>
                  </a:lnTo>
                  <a:lnTo>
                    <a:pt x="1272306" y="2587325"/>
                  </a:lnTo>
                  <a:lnTo>
                    <a:pt x="1272306" y="2570369"/>
                  </a:lnTo>
                  <a:lnTo>
                    <a:pt x="1265966" y="2561892"/>
                  </a:lnTo>
                  <a:close/>
                </a:path>
                <a:path w="9542780" h="6570345">
                  <a:moveTo>
                    <a:pt x="1265966" y="2604279"/>
                  </a:moveTo>
                  <a:lnTo>
                    <a:pt x="1246863" y="2604279"/>
                  </a:lnTo>
                  <a:lnTo>
                    <a:pt x="1238401" y="2610496"/>
                  </a:lnTo>
                  <a:lnTo>
                    <a:pt x="1238401" y="2631690"/>
                  </a:lnTo>
                  <a:lnTo>
                    <a:pt x="1244740" y="2638190"/>
                  </a:lnTo>
                  <a:lnTo>
                    <a:pt x="1263844" y="2638190"/>
                  </a:lnTo>
                  <a:lnTo>
                    <a:pt x="1272306" y="2631690"/>
                  </a:lnTo>
                  <a:lnTo>
                    <a:pt x="1272306" y="2612757"/>
                  </a:lnTo>
                  <a:lnTo>
                    <a:pt x="1265966" y="2604279"/>
                  </a:lnTo>
                  <a:close/>
                </a:path>
                <a:path w="9542780" h="6570345">
                  <a:moveTo>
                    <a:pt x="1265966" y="2648644"/>
                  </a:moveTo>
                  <a:lnTo>
                    <a:pt x="1246863" y="2648644"/>
                  </a:lnTo>
                  <a:lnTo>
                    <a:pt x="1238401" y="2655144"/>
                  </a:lnTo>
                  <a:lnTo>
                    <a:pt x="1238401" y="2676338"/>
                  </a:lnTo>
                  <a:lnTo>
                    <a:pt x="1244740" y="2682554"/>
                  </a:lnTo>
                  <a:lnTo>
                    <a:pt x="1263844" y="2682554"/>
                  </a:lnTo>
                  <a:lnTo>
                    <a:pt x="1272306" y="2676338"/>
                  </a:lnTo>
                  <a:lnTo>
                    <a:pt x="1272306" y="2657123"/>
                  </a:lnTo>
                  <a:lnTo>
                    <a:pt x="1265966" y="2648644"/>
                  </a:lnTo>
                  <a:close/>
                </a:path>
                <a:path w="9542780" h="6570345">
                  <a:moveTo>
                    <a:pt x="1265966" y="2693292"/>
                  </a:moveTo>
                  <a:lnTo>
                    <a:pt x="1246863" y="2693292"/>
                  </a:lnTo>
                  <a:lnTo>
                    <a:pt x="1238401" y="2699509"/>
                  </a:lnTo>
                  <a:lnTo>
                    <a:pt x="1238401" y="2718442"/>
                  </a:lnTo>
                  <a:lnTo>
                    <a:pt x="1244740" y="2726919"/>
                  </a:lnTo>
                  <a:lnTo>
                    <a:pt x="1263844" y="2726919"/>
                  </a:lnTo>
                  <a:lnTo>
                    <a:pt x="1272306" y="2718442"/>
                  </a:lnTo>
                  <a:lnTo>
                    <a:pt x="1272306" y="2701770"/>
                  </a:lnTo>
                  <a:lnTo>
                    <a:pt x="1265966" y="2693292"/>
                  </a:lnTo>
                  <a:close/>
                </a:path>
                <a:path w="9542780" h="6570345">
                  <a:moveTo>
                    <a:pt x="1265966" y="2737658"/>
                  </a:moveTo>
                  <a:lnTo>
                    <a:pt x="1246863" y="2737658"/>
                  </a:lnTo>
                  <a:lnTo>
                    <a:pt x="1238401" y="2743875"/>
                  </a:lnTo>
                  <a:lnTo>
                    <a:pt x="1238401" y="2763090"/>
                  </a:lnTo>
                  <a:lnTo>
                    <a:pt x="1244740" y="2771567"/>
                  </a:lnTo>
                  <a:lnTo>
                    <a:pt x="1263844" y="2771567"/>
                  </a:lnTo>
                  <a:lnTo>
                    <a:pt x="1272306" y="2763090"/>
                  </a:lnTo>
                  <a:lnTo>
                    <a:pt x="1272306" y="2746136"/>
                  </a:lnTo>
                  <a:lnTo>
                    <a:pt x="1265966" y="2737658"/>
                  </a:lnTo>
                  <a:close/>
                </a:path>
                <a:path w="9542780" h="6570345">
                  <a:moveTo>
                    <a:pt x="1265966" y="2782023"/>
                  </a:moveTo>
                  <a:lnTo>
                    <a:pt x="1246863" y="2782023"/>
                  </a:lnTo>
                  <a:lnTo>
                    <a:pt x="1238401" y="2788523"/>
                  </a:lnTo>
                  <a:lnTo>
                    <a:pt x="1238401" y="2807456"/>
                  </a:lnTo>
                  <a:lnTo>
                    <a:pt x="1244740" y="2815934"/>
                  </a:lnTo>
                  <a:lnTo>
                    <a:pt x="1263844" y="2815934"/>
                  </a:lnTo>
                  <a:lnTo>
                    <a:pt x="1272306" y="2807456"/>
                  </a:lnTo>
                  <a:lnTo>
                    <a:pt x="1272306" y="2790501"/>
                  </a:lnTo>
                  <a:lnTo>
                    <a:pt x="1265966" y="2782023"/>
                  </a:lnTo>
                  <a:close/>
                </a:path>
                <a:path w="9542780" h="6570345">
                  <a:moveTo>
                    <a:pt x="1265966" y="2826672"/>
                  </a:moveTo>
                  <a:lnTo>
                    <a:pt x="1246863" y="2826672"/>
                  </a:lnTo>
                  <a:lnTo>
                    <a:pt x="1238401" y="2832888"/>
                  </a:lnTo>
                  <a:lnTo>
                    <a:pt x="1238401" y="2851821"/>
                  </a:lnTo>
                  <a:lnTo>
                    <a:pt x="1244740" y="2860299"/>
                  </a:lnTo>
                  <a:lnTo>
                    <a:pt x="1255353" y="2860299"/>
                  </a:lnTo>
                  <a:lnTo>
                    <a:pt x="1263844" y="2858321"/>
                  </a:lnTo>
                  <a:lnTo>
                    <a:pt x="1272306" y="2851821"/>
                  </a:lnTo>
                  <a:lnTo>
                    <a:pt x="1272306" y="2835149"/>
                  </a:lnTo>
                  <a:lnTo>
                    <a:pt x="1265966" y="2826672"/>
                  </a:lnTo>
                  <a:close/>
                </a:path>
                <a:path w="9542780" h="6570345">
                  <a:moveTo>
                    <a:pt x="1265966" y="3222570"/>
                  </a:moveTo>
                  <a:lnTo>
                    <a:pt x="1246863" y="3222570"/>
                  </a:lnTo>
                  <a:lnTo>
                    <a:pt x="1238401" y="3228787"/>
                  </a:lnTo>
                  <a:lnTo>
                    <a:pt x="1238401" y="3248002"/>
                  </a:lnTo>
                  <a:lnTo>
                    <a:pt x="1244740" y="3256479"/>
                  </a:lnTo>
                  <a:lnTo>
                    <a:pt x="1263844" y="3256479"/>
                  </a:lnTo>
                  <a:lnTo>
                    <a:pt x="1272306" y="3249980"/>
                  </a:lnTo>
                  <a:lnTo>
                    <a:pt x="1272306" y="3231047"/>
                  </a:lnTo>
                  <a:lnTo>
                    <a:pt x="1265966" y="3222570"/>
                  </a:lnTo>
                  <a:close/>
                </a:path>
                <a:path w="9542780" h="6570345">
                  <a:moveTo>
                    <a:pt x="1265966" y="3266935"/>
                  </a:moveTo>
                  <a:lnTo>
                    <a:pt x="1246863" y="3266935"/>
                  </a:lnTo>
                  <a:lnTo>
                    <a:pt x="1238401" y="3273435"/>
                  </a:lnTo>
                  <a:lnTo>
                    <a:pt x="1238401" y="3292368"/>
                  </a:lnTo>
                  <a:lnTo>
                    <a:pt x="1244740" y="3300845"/>
                  </a:lnTo>
                  <a:lnTo>
                    <a:pt x="1263844" y="3300845"/>
                  </a:lnTo>
                  <a:lnTo>
                    <a:pt x="1272306" y="3294345"/>
                  </a:lnTo>
                  <a:lnTo>
                    <a:pt x="1272306" y="3275412"/>
                  </a:lnTo>
                  <a:lnTo>
                    <a:pt x="1265966" y="3266935"/>
                  </a:lnTo>
                  <a:close/>
                </a:path>
                <a:path w="9542780" h="6570345">
                  <a:moveTo>
                    <a:pt x="1265966" y="3311300"/>
                  </a:moveTo>
                  <a:lnTo>
                    <a:pt x="1246863" y="3311300"/>
                  </a:lnTo>
                  <a:lnTo>
                    <a:pt x="1238401" y="3317800"/>
                  </a:lnTo>
                  <a:lnTo>
                    <a:pt x="1238401" y="3336733"/>
                  </a:lnTo>
                  <a:lnTo>
                    <a:pt x="1244740" y="3345210"/>
                  </a:lnTo>
                  <a:lnTo>
                    <a:pt x="1263844" y="3345210"/>
                  </a:lnTo>
                  <a:lnTo>
                    <a:pt x="1272306" y="3336733"/>
                  </a:lnTo>
                  <a:lnTo>
                    <a:pt x="1272306" y="3319778"/>
                  </a:lnTo>
                  <a:lnTo>
                    <a:pt x="1265966" y="3311300"/>
                  </a:lnTo>
                  <a:close/>
                </a:path>
                <a:path w="9542780" h="6570345">
                  <a:moveTo>
                    <a:pt x="1265966" y="3355948"/>
                  </a:moveTo>
                  <a:lnTo>
                    <a:pt x="1246863" y="3355948"/>
                  </a:lnTo>
                  <a:lnTo>
                    <a:pt x="1238401" y="3362164"/>
                  </a:lnTo>
                  <a:lnTo>
                    <a:pt x="1238401" y="3381381"/>
                  </a:lnTo>
                  <a:lnTo>
                    <a:pt x="1244740" y="3389858"/>
                  </a:lnTo>
                  <a:lnTo>
                    <a:pt x="1263844" y="3389858"/>
                  </a:lnTo>
                  <a:lnTo>
                    <a:pt x="1272306" y="3381381"/>
                  </a:lnTo>
                  <a:lnTo>
                    <a:pt x="1272306" y="3364426"/>
                  </a:lnTo>
                  <a:lnTo>
                    <a:pt x="1265966" y="3355948"/>
                  </a:lnTo>
                  <a:close/>
                </a:path>
                <a:path w="9542780" h="6570345">
                  <a:moveTo>
                    <a:pt x="1265966" y="3400314"/>
                  </a:moveTo>
                  <a:lnTo>
                    <a:pt x="1246863" y="3400314"/>
                  </a:lnTo>
                  <a:lnTo>
                    <a:pt x="1238401" y="3406813"/>
                  </a:lnTo>
                  <a:lnTo>
                    <a:pt x="1238401" y="3425746"/>
                  </a:lnTo>
                  <a:lnTo>
                    <a:pt x="1244740" y="3434223"/>
                  </a:lnTo>
                  <a:lnTo>
                    <a:pt x="1263844" y="3434223"/>
                  </a:lnTo>
                  <a:lnTo>
                    <a:pt x="1272306" y="3425746"/>
                  </a:lnTo>
                  <a:lnTo>
                    <a:pt x="1272306" y="3408791"/>
                  </a:lnTo>
                  <a:lnTo>
                    <a:pt x="1265966" y="3400314"/>
                  </a:lnTo>
                  <a:close/>
                </a:path>
                <a:path w="9542780" h="6570345">
                  <a:moveTo>
                    <a:pt x="1265966" y="3444679"/>
                  </a:moveTo>
                  <a:lnTo>
                    <a:pt x="1246863" y="3444679"/>
                  </a:lnTo>
                  <a:lnTo>
                    <a:pt x="1238401" y="3451179"/>
                  </a:lnTo>
                  <a:lnTo>
                    <a:pt x="1238401" y="3470112"/>
                  </a:lnTo>
                  <a:lnTo>
                    <a:pt x="1244740" y="3478589"/>
                  </a:lnTo>
                  <a:lnTo>
                    <a:pt x="1255353" y="3478589"/>
                  </a:lnTo>
                  <a:lnTo>
                    <a:pt x="1263844" y="3476611"/>
                  </a:lnTo>
                  <a:lnTo>
                    <a:pt x="1272306" y="3470112"/>
                  </a:lnTo>
                  <a:lnTo>
                    <a:pt x="1272306" y="3453156"/>
                  </a:lnTo>
                  <a:lnTo>
                    <a:pt x="1265966" y="3444679"/>
                  </a:lnTo>
                  <a:close/>
                </a:path>
                <a:path w="9542780" h="6570345">
                  <a:moveTo>
                    <a:pt x="1265966" y="3489327"/>
                  </a:moveTo>
                  <a:lnTo>
                    <a:pt x="1246863" y="3489327"/>
                  </a:lnTo>
                  <a:lnTo>
                    <a:pt x="1238401" y="3495544"/>
                  </a:lnTo>
                  <a:lnTo>
                    <a:pt x="1238401" y="3514760"/>
                  </a:lnTo>
                  <a:lnTo>
                    <a:pt x="1244740" y="3523237"/>
                  </a:lnTo>
                  <a:lnTo>
                    <a:pt x="1255353" y="3523237"/>
                  </a:lnTo>
                  <a:lnTo>
                    <a:pt x="1263844" y="3520977"/>
                  </a:lnTo>
                  <a:lnTo>
                    <a:pt x="1272306" y="3514760"/>
                  </a:lnTo>
                  <a:lnTo>
                    <a:pt x="1272306" y="3497804"/>
                  </a:lnTo>
                  <a:lnTo>
                    <a:pt x="1265966" y="3489327"/>
                  </a:lnTo>
                  <a:close/>
                </a:path>
                <a:path w="9542780" h="6570345">
                  <a:moveTo>
                    <a:pt x="1265966" y="3531715"/>
                  </a:moveTo>
                  <a:lnTo>
                    <a:pt x="1246863" y="3531715"/>
                  </a:lnTo>
                  <a:lnTo>
                    <a:pt x="1238401" y="3537931"/>
                  </a:lnTo>
                  <a:lnTo>
                    <a:pt x="1238401" y="3557146"/>
                  </a:lnTo>
                  <a:lnTo>
                    <a:pt x="1244740" y="3565625"/>
                  </a:lnTo>
                  <a:lnTo>
                    <a:pt x="1263844" y="3565625"/>
                  </a:lnTo>
                  <a:lnTo>
                    <a:pt x="1272306" y="3559125"/>
                  </a:lnTo>
                  <a:lnTo>
                    <a:pt x="1272306" y="3540192"/>
                  </a:lnTo>
                  <a:lnTo>
                    <a:pt x="1265966" y="3531715"/>
                  </a:lnTo>
                  <a:close/>
                </a:path>
                <a:path w="9542780" h="6570345">
                  <a:moveTo>
                    <a:pt x="1265966" y="3576079"/>
                  </a:moveTo>
                  <a:lnTo>
                    <a:pt x="1246863" y="3576079"/>
                  </a:lnTo>
                  <a:lnTo>
                    <a:pt x="1238401" y="3582297"/>
                  </a:lnTo>
                  <a:lnTo>
                    <a:pt x="1238401" y="3601512"/>
                  </a:lnTo>
                  <a:lnTo>
                    <a:pt x="1244740" y="3609990"/>
                  </a:lnTo>
                  <a:lnTo>
                    <a:pt x="1263844" y="3609990"/>
                  </a:lnTo>
                  <a:lnTo>
                    <a:pt x="1272306" y="3603490"/>
                  </a:lnTo>
                  <a:lnTo>
                    <a:pt x="1272306" y="3584558"/>
                  </a:lnTo>
                  <a:lnTo>
                    <a:pt x="1265966" y="3576079"/>
                  </a:lnTo>
                  <a:close/>
                </a:path>
                <a:path w="9542780" h="6570345">
                  <a:moveTo>
                    <a:pt x="1265966" y="3620446"/>
                  </a:moveTo>
                  <a:lnTo>
                    <a:pt x="1246863" y="3620446"/>
                  </a:lnTo>
                  <a:lnTo>
                    <a:pt x="1238401" y="3626944"/>
                  </a:lnTo>
                  <a:lnTo>
                    <a:pt x="1238401" y="3648138"/>
                  </a:lnTo>
                  <a:lnTo>
                    <a:pt x="1244740" y="3654355"/>
                  </a:lnTo>
                  <a:lnTo>
                    <a:pt x="1263844" y="3654355"/>
                  </a:lnTo>
                  <a:lnTo>
                    <a:pt x="1272306" y="3645877"/>
                  </a:lnTo>
                  <a:lnTo>
                    <a:pt x="1272306" y="3628923"/>
                  </a:lnTo>
                  <a:lnTo>
                    <a:pt x="1265966" y="3620446"/>
                  </a:lnTo>
                  <a:close/>
                </a:path>
                <a:path w="9542780" h="6570345">
                  <a:moveTo>
                    <a:pt x="1265966" y="3665094"/>
                  </a:moveTo>
                  <a:lnTo>
                    <a:pt x="1246863" y="3665094"/>
                  </a:lnTo>
                  <a:lnTo>
                    <a:pt x="1238401" y="3671310"/>
                  </a:lnTo>
                  <a:lnTo>
                    <a:pt x="1238401" y="3692504"/>
                  </a:lnTo>
                  <a:lnTo>
                    <a:pt x="1244740" y="3699003"/>
                  </a:lnTo>
                  <a:lnTo>
                    <a:pt x="1263844" y="3699003"/>
                  </a:lnTo>
                  <a:lnTo>
                    <a:pt x="1272306" y="3690526"/>
                  </a:lnTo>
                  <a:lnTo>
                    <a:pt x="1272306" y="3673571"/>
                  </a:lnTo>
                  <a:lnTo>
                    <a:pt x="1265966" y="3665094"/>
                  </a:lnTo>
                  <a:close/>
                </a:path>
                <a:path w="9542780" h="6570345">
                  <a:moveTo>
                    <a:pt x="1265966" y="4283270"/>
                  </a:moveTo>
                  <a:lnTo>
                    <a:pt x="1246863" y="4283270"/>
                  </a:lnTo>
                  <a:lnTo>
                    <a:pt x="1238401" y="4289629"/>
                  </a:lnTo>
                  <a:lnTo>
                    <a:pt x="1238401" y="4308675"/>
                  </a:lnTo>
                  <a:lnTo>
                    <a:pt x="1244740" y="4317152"/>
                  </a:lnTo>
                  <a:lnTo>
                    <a:pt x="1263844" y="4317152"/>
                  </a:lnTo>
                  <a:lnTo>
                    <a:pt x="1272306" y="4308675"/>
                  </a:lnTo>
                  <a:lnTo>
                    <a:pt x="1272306" y="4291749"/>
                  </a:lnTo>
                  <a:lnTo>
                    <a:pt x="1265966" y="4283270"/>
                  </a:lnTo>
                  <a:close/>
                </a:path>
                <a:path w="9542780" h="6570345">
                  <a:moveTo>
                    <a:pt x="1265966" y="4327721"/>
                  </a:moveTo>
                  <a:lnTo>
                    <a:pt x="1246863" y="4327721"/>
                  </a:lnTo>
                  <a:lnTo>
                    <a:pt x="1238401" y="4334079"/>
                  </a:lnTo>
                  <a:lnTo>
                    <a:pt x="1238401" y="4353153"/>
                  </a:lnTo>
                  <a:lnTo>
                    <a:pt x="1244740" y="4361602"/>
                  </a:lnTo>
                  <a:lnTo>
                    <a:pt x="1263844" y="4361602"/>
                  </a:lnTo>
                  <a:lnTo>
                    <a:pt x="1272306" y="4353153"/>
                  </a:lnTo>
                  <a:lnTo>
                    <a:pt x="1272306" y="4336199"/>
                  </a:lnTo>
                  <a:lnTo>
                    <a:pt x="1265966" y="4327721"/>
                  </a:lnTo>
                  <a:close/>
                </a:path>
                <a:path w="9542780" h="6570345">
                  <a:moveTo>
                    <a:pt x="1265966" y="4372199"/>
                  </a:moveTo>
                  <a:lnTo>
                    <a:pt x="1246863" y="4372199"/>
                  </a:lnTo>
                  <a:lnTo>
                    <a:pt x="1238401" y="4378557"/>
                  </a:lnTo>
                  <a:lnTo>
                    <a:pt x="1238401" y="4397603"/>
                  </a:lnTo>
                  <a:lnTo>
                    <a:pt x="1244740" y="4406080"/>
                  </a:lnTo>
                  <a:lnTo>
                    <a:pt x="1255353" y="4406080"/>
                  </a:lnTo>
                  <a:lnTo>
                    <a:pt x="1263844" y="4403962"/>
                  </a:lnTo>
                  <a:lnTo>
                    <a:pt x="1272306" y="4397603"/>
                  </a:lnTo>
                  <a:lnTo>
                    <a:pt x="1272306" y="4380677"/>
                  </a:lnTo>
                  <a:lnTo>
                    <a:pt x="1265966" y="4372199"/>
                  </a:lnTo>
                  <a:close/>
                </a:path>
                <a:path w="9542780" h="6570345">
                  <a:moveTo>
                    <a:pt x="1265966" y="4416649"/>
                  </a:moveTo>
                  <a:lnTo>
                    <a:pt x="1246863" y="4416649"/>
                  </a:lnTo>
                  <a:lnTo>
                    <a:pt x="1238401" y="4423008"/>
                  </a:lnTo>
                  <a:lnTo>
                    <a:pt x="1238401" y="4442053"/>
                  </a:lnTo>
                  <a:lnTo>
                    <a:pt x="1244740" y="4450532"/>
                  </a:lnTo>
                  <a:lnTo>
                    <a:pt x="1255353" y="4450532"/>
                  </a:lnTo>
                  <a:lnTo>
                    <a:pt x="1263844" y="4448412"/>
                  </a:lnTo>
                  <a:lnTo>
                    <a:pt x="1272306" y="4442053"/>
                  </a:lnTo>
                  <a:lnTo>
                    <a:pt x="1272306" y="4425127"/>
                  </a:lnTo>
                  <a:lnTo>
                    <a:pt x="1265966" y="4416649"/>
                  </a:lnTo>
                  <a:close/>
                </a:path>
                <a:path w="9542780" h="6570345">
                  <a:moveTo>
                    <a:pt x="1265966" y="4459009"/>
                  </a:moveTo>
                  <a:lnTo>
                    <a:pt x="1246863" y="4459009"/>
                  </a:lnTo>
                  <a:lnTo>
                    <a:pt x="1238401" y="4465366"/>
                  </a:lnTo>
                  <a:lnTo>
                    <a:pt x="1238401" y="4484413"/>
                  </a:lnTo>
                  <a:lnTo>
                    <a:pt x="1244740" y="4492890"/>
                  </a:lnTo>
                  <a:lnTo>
                    <a:pt x="1263844" y="4492890"/>
                  </a:lnTo>
                  <a:lnTo>
                    <a:pt x="1272306" y="4486532"/>
                  </a:lnTo>
                  <a:lnTo>
                    <a:pt x="1272306" y="4467486"/>
                  </a:lnTo>
                  <a:lnTo>
                    <a:pt x="1265966" y="4459009"/>
                  </a:lnTo>
                  <a:close/>
                </a:path>
                <a:path w="9542780" h="6570345">
                  <a:moveTo>
                    <a:pt x="1265966" y="4503459"/>
                  </a:moveTo>
                  <a:lnTo>
                    <a:pt x="1246863" y="4503459"/>
                  </a:lnTo>
                  <a:lnTo>
                    <a:pt x="1238401" y="4509816"/>
                  </a:lnTo>
                  <a:lnTo>
                    <a:pt x="1238401" y="4528863"/>
                  </a:lnTo>
                  <a:lnTo>
                    <a:pt x="1244740" y="4537340"/>
                  </a:lnTo>
                  <a:lnTo>
                    <a:pt x="1263844" y="4537340"/>
                  </a:lnTo>
                  <a:lnTo>
                    <a:pt x="1272306" y="4530982"/>
                  </a:lnTo>
                  <a:lnTo>
                    <a:pt x="1272306" y="4511936"/>
                  </a:lnTo>
                  <a:lnTo>
                    <a:pt x="1265966" y="4503459"/>
                  </a:lnTo>
                  <a:close/>
                </a:path>
                <a:path w="9542780" h="6570345">
                  <a:moveTo>
                    <a:pt x="1265966" y="4547937"/>
                  </a:moveTo>
                  <a:lnTo>
                    <a:pt x="1246863" y="4547937"/>
                  </a:lnTo>
                  <a:lnTo>
                    <a:pt x="1238401" y="4554296"/>
                  </a:lnTo>
                  <a:lnTo>
                    <a:pt x="1238401" y="4573342"/>
                  </a:lnTo>
                  <a:lnTo>
                    <a:pt x="1244740" y="4581819"/>
                  </a:lnTo>
                  <a:lnTo>
                    <a:pt x="1263844" y="4581819"/>
                  </a:lnTo>
                  <a:lnTo>
                    <a:pt x="1272306" y="4573342"/>
                  </a:lnTo>
                  <a:lnTo>
                    <a:pt x="1272306" y="4556415"/>
                  </a:lnTo>
                  <a:lnTo>
                    <a:pt x="1265966" y="4547937"/>
                  </a:lnTo>
                  <a:close/>
                </a:path>
                <a:path w="9542780" h="6570345">
                  <a:moveTo>
                    <a:pt x="1265966" y="4592388"/>
                  </a:moveTo>
                  <a:lnTo>
                    <a:pt x="1246863" y="4592388"/>
                  </a:lnTo>
                  <a:lnTo>
                    <a:pt x="1238401" y="4598746"/>
                  </a:lnTo>
                  <a:lnTo>
                    <a:pt x="1238401" y="4617792"/>
                  </a:lnTo>
                  <a:lnTo>
                    <a:pt x="1244740" y="4626269"/>
                  </a:lnTo>
                  <a:lnTo>
                    <a:pt x="1263844" y="4626269"/>
                  </a:lnTo>
                  <a:lnTo>
                    <a:pt x="1272306" y="4617792"/>
                  </a:lnTo>
                  <a:lnTo>
                    <a:pt x="1272306" y="4600865"/>
                  </a:lnTo>
                  <a:lnTo>
                    <a:pt x="1265966" y="4592388"/>
                  </a:lnTo>
                  <a:close/>
                </a:path>
                <a:path w="9542780" h="6570345">
                  <a:moveTo>
                    <a:pt x="1265966" y="4636866"/>
                  </a:moveTo>
                  <a:lnTo>
                    <a:pt x="1246863" y="4636866"/>
                  </a:lnTo>
                  <a:lnTo>
                    <a:pt x="1238401" y="4643224"/>
                  </a:lnTo>
                  <a:lnTo>
                    <a:pt x="1238401" y="4662270"/>
                  </a:lnTo>
                  <a:lnTo>
                    <a:pt x="1244740" y="4670747"/>
                  </a:lnTo>
                  <a:lnTo>
                    <a:pt x="1263844" y="4670747"/>
                  </a:lnTo>
                  <a:lnTo>
                    <a:pt x="1272306" y="4662270"/>
                  </a:lnTo>
                  <a:lnTo>
                    <a:pt x="1272306" y="4645343"/>
                  </a:lnTo>
                  <a:lnTo>
                    <a:pt x="1265966" y="4636866"/>
                  </a:lnTo>
                  <a:close/>
                </a:path>
                <a:path w="9542780" h="6570345">
                  <a:moveTo>
                    <a:pt x="1265966" y="4681316"/>
                  </a:moveTo>
                  <a:lnTo>
                    <a:pt x="1246863" y="4681316"/>
                  </a:lnTo>
                  <a:lnTo>
                    <a:pt x="1238401" y="4687674"/>
                  </a:lnTo>
                  <a:lnTo>
                    <a:pt x="1238401" y="4706720"/>
                  </a:lnTo>
                  <a:lnTo>
                    <a:pt x="1244740" y="4715198"/>
                  </a:lnTo>
                  <a:lnTo>
                    <a:pt x="1255353" y="4715198"/>
                  </a:lnTo>
                  <a:lnTo>
                    <a:pt x="1263844" y="4713079"/>
                  </a:lnTo>
                  <a:lnTo>
                    <a:pt x="1272306" y="4706720"/>
                  </a:lnTo>
                  <a:lnTo>
                    <a:pt x="1272306" y="4689793"/>
                  </a:lnTo>
                  <a:lnTo>
                    <a:pt x="1265966" y="4681316"/>
                  </a:lnTo>
                  <a:close/>
                </a:path>
                <a:path w="9542780" h="6570345">
                  <a:moveTo>
                    <a:pt x="1265966" y="4725794"/>
                  </a:moveTo>
                  <a:lnTo>
                    <a:pt x="1246863" y="4725794"/>
                  </a:lnTo>
                  <a:lnTo>
                    <a:pt x="1238401" y="4732153"/>
                  </a:lnTo>
                  <a:lnTo>
                    <a:pt x="1238401" y="4753319"/>
                  </a:lnTo>
                  <a:lnTo>
                    <a:pt x="1244740" y="4759676"/>
                  </a:lnTo>
                  <a:lnTo>
                    <a:pt x="1255353" y="4759676"/>
                  </a:lnTo>
                  <a:lnTo>
                    <a:pt x="1263844" y="4757557"/>
                  </a:lnTo>
                  <a:lnTo>
                    <a:pt x="1272306" y="4751199"/>
                  </a:lnTo>
                  <a:lnTo>
                    <a:pt x="1272306" y="4734243"/>
                  </a:lnTo>
                  <a:lnTo>
                    <a:pt x="1265966" y="4725794"/>
                  </a:lnTo>
                  <a:close/>
                </a:path>
                <a:path w="9542780" h="6570345">
                  <a:moveTo>
                    <a:pt x="1265966" y="4768126"/>
                  </a:moveTo>
                  <a:lnTo>
                    <a:pt x="1246863" y="4768126"/>
                  </a:lnTo>
                  <a:lnTo>
                    <a:pt x="1238401" y="4774483"/>
                  </a:lnTo>
                  <a:lnTo>
                    <a:pt x="1238401" y="4795649"/>
                  </a:lnTo>
                  <a:lnTo>
                    <a:pt x="1244740" y="4802007"/>
                  </a:lnTo>
                  <a:lnTo>
                    <a:pt x="1263844" y="4802007"/>
                  </a:lnTo>
                  <a:lnTo>
                    <a:pt x="1272306" y="4795649"/>
                  </a:lnTo>
                  <a:lnTo>
                    <a:pt x="1272306" y="4776603"/>
                  </a:lnTo>
                  <a:lnTo>
                    <a:pt x="1265966" y="4768126"/>
                  </a:lnTo>
                  <a:close/>
                </a:path>
                <a:path w="9542780" h="6570345">
                  <a:moveTo>
                    <a:pt x="1265966" y="4812604"/>
                  </a:moveTo>
                  <a:lnTo>
                    <a:pt x="1246863" y="4812604"/>
                  </a:lnTo>
                  <a:lnTo>
                    <a:pt x="1238401" y="4818962"/>
                  </a:lnTo>
                  <a:lnTo>
                    <a:pt x="1238401" y="4838009"/>
                  </a:lnTo>
                  <a:lnTo>
                    <a:pt x="1244740" y="4846486"/>
                  </a:lnTo>
                  <a:lnTo>
                    <a:pt x="1263844" y="4846486"/>
                  </a:lnTo>
                  <a:lnTo>
                    <a:pt x="1272306" y="4840127"/>
                  </a:lnTo>
                  <a:lnTo>
                    <a:pt x="1272306" y="4821053"/>
                  </a:lnTo>
                  <a:lnTo>
                    <a:pt x="1265966" y="4812604"/>
                  </a:lnTo>
                  <a:close/>
                </a:path>
                <a:path w="9542780" h="6570345">
                  <a:moveTo>
                    <a:pt x="1265966" y="4857054"/>
                  </a:moveTo>
                  <a:lnTo>
                    <a:pt x="1246863" y="4857054"/>
                  </a:lnTo>
                  <a:lnTo>
                    <a:pt x="1238401" y="4863412"/>
                  </a:lnTo>
                  <a:lnTo>
                    <a:pt x="1238401" y="4882459"/>
                  </a:lnTo>
                  <a:lnTo>
                    <a:pt x="1244740" y="4890936"/>
                  </a:lnTo>
                  <a:lnTo>
                    <a:pt x="1263844" y="4890936"/>
                  </a:lnTo>
                  <a:lnTo>
                    <a:pt x="1272306" y="4882459"/>
                  </a:lnTo>
                  <a:lnTo>
                    <a:pt x="1272306" y="4865532"/>
                  </a:lnTo>
                  <a:lnTo>
                    <a:pt x="1265966" y="4857054"/>
                  </a:lnTo>
                  <a:close/>
                </a:path>
                <a:path w="9542780" h="6570345">
                  <a:moveTo>
                    <a:pt x="1221419" y="927435"/>
                  </a:moveTo>
                  <a:lnTo>
                    <a:pt x="1202345" y="927435"/>
                  </a:lnTo>
                  <a:lnTo>
                    <a:pt x="1193854" y="933653"/>
                  </a:lnTo>
                  <a:lnTo>
                    <a:pt x="1193854" y="954846"/>
                  </a:lnTo>
                  <a:lnTo>
                    <a:pt x="1200222" y="961063"/>
                  </a:lnTo>
                  <a:lnTo>
                    <a:pt x="1219297" y="961063"/>
                  </a:lnTo>
                  <a:lnTo>
                    <a:pt x="1227787" y="952585"/>
                  </a:lnTo>
                  <a:lnTo>
                    <a:pt x="1227787" y="935913"/>
                  </a:lnTo>
                  <a:lnTo>
                    <a:pt x="1221419" y="927435"/>
                  </a:lnTo>
                  <a:close/>
                </a:path>
                <a:path w="9542780" h="6570345">
                  <a:moveTo>
                    <a:pt x="1221419" y="971801"/>
                  </a:moveTo>
                  <a:lnTo>
                    <a:pt x="1202345" y="971801"/>
                  </a:lnTo>
                  <a:lnTo>
                    <a:pt x="1193854" y="978018"/>
                  </a:lnTo>
                  <a:lnTo>
                    <a:pt x="1193854" y="997233"/>
                  </a:lnTo>
                  <a:lnTo>
                    <a:pt x="1200222" y="1005711"/>
                  </a:lnTo>
                  <a:lnTo>
                    <a:pt x="1210807" y="1005711"/>
                  </a:lnTo>
                  <a:lnTo>
                    <a:pt x="1219297" y="1003451"/>
                  </a:lnTo>
                  <a:lnTo>
                    <a:pt x="1227787" y="997233"/>
                  </a:lnTo>
                  <a:lnTo>
                    <a:pt x="1227787" y="980278"/>
                  </a:lnTo>
                  <a:lnTo>
                    <a:pt x="1221419" y="971801"/>
                  </a:lnTo>
                  <a:close/>
                </a:path>
                <a:path w="9542780" h="6570345">
                  <a:moveTo>
                    <a:pt x="1221419" y="1102920"/>
                  </a:moveTo>
                  <a:lnTo>
                    <a:pt x="1202345" y="1102920"/>
                  </a:lnTo>
                  <a:lnTo>
                    <a:pt x="1193854" y="1109418"/>
                  </a:lnTo>
                  <a:lnTo>
                    <a:pt x="1193854" y="1128351"/>
                  </a:lnTo>
                  <a:lnTo>
                    <a:pt x="1200222" y="1136829"/>
                  </a:lnTo>
                  <a:lnTo>
                    <a:pt x="1219297" y="1136829"/>
                  </a:lnTo>
                  <a:lnTo>
                    <a:pt x="1227787" y="1130612"/>
                  </a:lnTo>
                  <a:lnTo>
                    <a:pt x="1227787" y="1111397"/>
                  </a:lnTo>
                  <a:lnTo>
                    <a:pt x="1221419" y="1102920"/>
                  </a:lnTo>
                  <a:close/>
                </a:path>
                <a:path w="9542780" h="6570345">
                  <a:moveTo>
                    <a:pt x="1221419" y="1147566"/>
                  </a:moveTo>
                  <a:lnTo>
                    <a:pt x="1202345" y="1147566"/>
                  </a:lnTo>
                  <a:lnTo>
                    <a:pt x="1193854" y="1153784"/>
                  </a:lnTo>
                  <a:lnTo>
                    <a:pt x="1193854" y="1172999"/>
                  </a:lnTo>
                  <a:lnTo>
                    <a:pt x="1200222" y="1181477"/>
                  </a:lnTo>
                  <a:lnTo>
                    <a:pt x="1219297" y="1181477"/>
                  </a:lnTo>
                  <a:lnTo>
                    <a:pt x="1227787" y="1172999"/>
                  </a:lnTo>
                  <a:lnTo>
                    <a:pt x="1227787" y="1156045"/>
                  </a:lnTo>
                  <a:lnTo>
                    <a:pt x="1221419" y="1147566"/>
                  </a:lnTo>
                  <a:close/>
                </a:path>
                <a:path w="9542780" h="6570345">
                  <a:moveTo>
                    <a:pt x="1221419" y="1191933"/>
                  </a:moveTo>
                  <a:lnTo>
                    <a:pt x="1202345" y="1191933"/>
                  </a:lnTo>
                  <a:lnTo>
                    <a:pt x="1193854" y="1198432"/>
                  </a:lnTo>
                  <a:lnTo>
                    <a:pt x="1193854" y="1217364"/>
                  </a:lnTo>
                  <a:lnTo>
                    <a:pt x="1200222" y="1225843"/>
                  </a:lnTo>
                  <a:lnTo>
                    <a:pt x="1219297" y="1225843"/>
                  </a:lnTo>
                  <a:lnTo>
                    <a:pt x="1227787" y="1217364"/>
                  </a:lnTo>
                  <a:lnTo>
                    <a:pt x="1227787" y="1200410"/>
                  </a:lnTo>
                  <a:lnTo>
                    <a:pt x="1221419" y="1191933"/>
                  </a:lnTo>
                  <a:close/>
                </a:path>
                <a:path w="9542780" h="6570345">
                  <a:moveTo>
                    <a:pt x="1221419" y="1236581"/>
                  </a:moveTo>
                  <a:lnTo>
                    <a:pt x="1202345" y="1236581"/>
                  </a:lnTo>
                  <a:lnTo>
                    <a:pt x="1193854" y="1242797"/>
                  </a:lnTo>
                  <a:lnTo>
                    <a:pt x="1193854" y="1261731"/>
                  </a:lnTo>
                  <a:lnTo>
                    <a:pt x="1200222" y="1270208"/>
                  </a:lnTo>
                  <a:lnTo>
                    <a:pt x="1219297" y="1270208"/>
                  </a:lnTo>
                  <a:lnTo>
                    <a:pt x="1227787" y="1261731"/>
                  </a:lnTo>
                  <a:lnTo>
                    <a:pt x="1227787" y="1244775"/>
                  </a:lnTo>
                  <a:lnTo>
                    <a:pt x="1221419" y="1236581"/>
                  </a:lnTo>
                  <a:close/>
                </a:path>
                <a:path w="9542780" h="6570345">
                  <a:moveTo>
                    <a:pt x="1221419" y="1280946"/>
                  </a:moveTo>
                  <a:lnTo>
                    <a:pt x="1202345" y="1280946"/>
                  </a:lnTo>
                  <a:lnTo>
                    <a:pt x="1193854" y="1287162"/>
                  </a:lnTo>
                  <a:lnTo>
                    <a:pt x="1193854" y="1306379"/>
                  </a:lnTo>
                  <a:lnTo>
                    <a:pt x="1200222" y="1314856"/>
                  </a:lnTo>
                  <a:lnTo>
                    <a:pt x="1210807" y="1314856"/>
                  </a:lnTo>
                  <a:lnTo>
                    <a:pt x="1219297" y="1312595"/>
                  </a:lnTo>
                  <a:lnTo>
                    <a:pt x="1227787" y="1306379"/>
                  </a:lnTo>
                  <a:lnTo>
                    <a:pt x="1227787" y="1289423"/>
                  </a:lnTo>
                  <a:lnTo>
                    <a:pt x="1221419" y="1280946"/>
                  </a:lnTo>
                  <a:close/>
                </a:path>
                <a:path w="9542780" h="6570345">
                  <a:moveTo>
                    <a:pt x="1221419" y="1325312"/>
                  </a:moveTo>
                  <a:lnTo>
                    <a:pt x="1202345" y="1325312"/>
                  </a:lnTo>
                  <a:lnTo>
                    <a:pt x="1193854" y="1331810"/>
                  </a:lnTo>
                  <a:lnTo>
                    <a:pt x="1193854" y="1350744"/>
                  </a:lnTo>
                  <a:lnTo>
                    <a:pt x="1200222" y="1359221"/>
                  </a:lnTo>
                  <a:lnTo>
                    <a:pt x="1210807" y="1359221"/>
                  </a:lnTo>
                  <a:lnTo>
                    <a:pt x="1219297" y="1357243"/>
                  </a:lnTo>
                  <a:lnTo>
                    <a:pt x="1227787" y="1350744"/>
                  </a:lnTo>
                  <a:lnTo>
                    <a:pt x="1227787" y="1333789"/>
                  </a:lnTo>
                  <a:lnTo>
                    <a:pt x="1221419" y="1325312"/>
                  </a:lnTo>
                  <a:close/>
                </a:path>
                <a:path w="9542780" h="6570345">
                  <a:moveTo>
                    <a:pt x="1221419" y="1367699"/>
                  </a:moveTo>
                  <a:lnTo>
                    <a:pt x="1202345" y="1367699"/>
                  </a:lnTo>
                  <a:lnTo>
                    <a:pt x="1193854" y="1374198"/>
                  </a:lnTo>
                  <a:lnTo>
                    <a:pt x="1193854" y="1393131"/>
                  </a:lnTo>
                  <a:lnTo>
                    <a:pt x="1200222" y="1401608"/>
                  </a:lnTo>
                  <a:lnTo>
                    <a:pt x="1219297" y="1401608"/>
                  </a:lnTo>
                  <a:lnTo>
                    <a:pt x="1227787" y="1395110"/>
                  </a:lnTo>
                  <a:lnTo>
                    <a:pt x="1227787" y="1376177"/>
                  </a:lnTo>
                  <a:lnTo>
                    <a:pt x="1221419" y="1367699"/>
                  </a:lnTo>
                  <a:close/>
                </a:path>
                <a:path w="9542780" h="6570345">
                  <a:moveTo>
                    <a:pt x="1221419" y="1412064"/>
                  </a:moveTo>
                  <a:lnTo>
                    <a:pt x="1202345" y="1412064"/>
                  </a:lnTo>
                  <a:lnTo>
                    <a:pt x="1193854" y="1418564"/>
                  </a:lnTo>
                  <a:lnTo>
                    <a:pt x="1193854" y="1439757"/>
                  </a:lnTo>
                  <a:lnTo>
                    <a:pt x="1200222" y="1445975"/>
                  </a:lnTo>
                  <a:lnTo>
                    <a:pt x="1219297" y="1445975"/>
                  </a:lnTo>
                  <a:lnTo>
                    <a:pt x="1227787" y="1439757"/>
                  </a:lnTo>
                  <a:lnTo>
                    <a:pt x="1227787" y="1420541"/>
                  </a:lnTo>
                  <a:lnTo>
                    <a:pt x="1221419" y="1412064"/>
                  </a:lnTo>
                  <a:close/>
                </a:path>
                <a:path w="9542780" h="6570345">
                  <a:moveTo>
                    <a:pt x="1221419" y="1456712"/>
                  </a:moveTo>
                  <a:lnTo>
                    <a:pt x="1202345" y="1456712"/>
                  </a:lnTo>
                  <a:lnTo>
                    <a:pt x="1193854" y="1462929"/>
                  </a:lnTo>
                  <a:lnTo>
                    <a:pt x="1193854" y="1484123"/>
                  </a:lnTo>
                  <a:lnTo>
                    <a:pt x="1200222" y="1490623"/>
                  </a:lnTo>
                  <a:lnTo>
                    <a:pt x="1219297" y="1490623"/>
                  </a:lnTo>
                  <a:lnTo>
                    <a:pt x="1227787" y="1482144"/>
                  </a:lnTo>
                  <a:lnTo>
                    <a:pt x="1227787" y="1465190"/>
                  </a:lnTo>
                  <a:lnTo>
                    <a:pt x="1221419" y="1456712"/>
                  </a:lnTo>
                  <a:close/>
                </a:path>
                <a:path w="9542780" h="6570345">
                  <a:moveTo>
                    <a:pt x="1221419" y="1501077"/>
                  </a:moveTo>
                  <a:lnTo>
                    <a:pt x="1202345" y="1501077"/>
                  </a:lnTo>
                  <a:lnTo>
                    <a:pt x="1193854" y="1507577"/>
                  </a:lnTo>
                  <a:lnTo>
                    <a:pt x="1193854" y="1528771"/>
                  </a:lnTo>
                  <a:lnTo>
                    <a:pt x="1200222" y="1534988"/>
                  </a:lnTo>
                  <a:lnTo>
                    <a:pt x="1219297" y="1534988"/>
                  </a:lnTo>
                  <a:lnTo>
                    <a:pt x="1227787" y="1526510"/>
                  </a:lnTo>
                  <a:lnTo>
                    <a:pt x="1227787" y="1509555"/>
                  </a:lnTo>
                  <a:lnTo>
                    <a:pt x="1221419" y="1501077"/>
                  </a:lnTo>
                  <a:close/>
                </a:path>
                <a:path w="9542780" h="6570345">
                  <a:moveTo>
                    <a:pt x="1221419" y="1545443"/>
                  </a:moveTo>
                  <a:lnTo>
                    <a:pt x="1202345" y="1545443"/>
                  </a:lnTo>
                  <a:lnTo>
                    <a:pt x="1193854" y="1551942"/>
                  </a:lnTo>
                  <a:lnTo>
                    <a:pt x="1193854" y="1573136"/>
                  </a:lnTo>
                  <a:lnTo>
                    <a:pt x="1200222" y="1579352"/>
                  </a:lnTo>
                  <a:lnTo>
                    <a:pt x="1219297" y="1579352"/>
                  </a:lnTo>
                  <a:lnTo>
                    <a:pt x="1227787" y="1570875"/>
                  </a:lnTo>
                  <a:lnTo>
                    <a:pt x="1227787" y="1553921"/>
                  </a:lnTo>
                  <a:lnTo>
                    <a:pt x="1221419" y="1545443"/>
                  </a:lnTo>
                  <a:close/>
                </a:path>
                <a:path w="9542780" h="6570345">
                  <a:moveTo>
                    <a:pt x="1221419" y="1590092"/>
                  </a:moveTo>
                  <a:lnTo>
                    <a:pt x="1202345" y="1590092"/>
                  </a:lnTo>
                  <a:lnTo>
                    <a:pt x="1193854" y="1596308"/>
                  </a:lnTo>
                  <a:lnTo>
                    <a:pt x="1193854" y="1615523"/>
                  </a:lnTo>
                  <a:lnTo>
                    <a:pt x="1200222" y="1624001"/>
                  </a:lnTo>
                  <a:lnTo>
                    <a:pt x="1210807" y="1624001"/>
                  </a:lnTo>
                  <a:lnTo>
                    <a:pt x="1219297" y="1621740"/>
                  </a:lnTo>
                  <a:lnTo>
                    <a:pt x="1227787" y="1615523"/>
                  </a:lnTo>
                  <a:lnTo>
                    <a:pt x="1227787" y="1598569"/>
                  </a:lnTo>
                  <a:lnTo>
                    <a:pt x="1221419" y="1590092"/>
                  </a:lnTo>
                  <a:close/>
                </a:path>
                <a:path w="9542780" h="6570345">
                  <a:moveTo>
                    <a:pt x="1221419" y="1634456"/>
                  </a:moveTo>
                  <a:lnTo>
                    <a:pt x="1202345" y="1634456"/>
                  </a:lnTo>
                  <a:lnTo>
                    <a:pt x="1193854" y="1640956"/>
                  </a:lnTo>
                  <a:lnTo>
                    <a:pt x="1193854" y="1659889"/>
                  </a:lnTo>
                  <a:lnTo>
                    <a:pt x="1200222" y="1668367"/>
                  </a:lnTo>
                  <a:lnTo>
                    <a:pt x="1210807" y="1668367"/>
                  </a:lnTo>
                  <a:lnTo>
                    <a:pt x="1219297" y="1666388"/>
                  </a:lnTo>
                  <a:lnTo>
                    <a:pt x="1227787" y="1659889"/>
                  </a:lnTo>
                  <a:lnTo>
                    <a:pt x="1227787" y="1642934"/>
                  </a:lnTo>
                  <a:lnTo>
                    <a:pt x="1221419" y="1634456"/>
                  </a:lnTo>
                  <a:close/>
                </a:path>
                <a:path w="9542780" h="6570345">
                  <a:moveTo>
                    <a:pt x="1221419" y="1676844"/>
                  </a:moveTo>
                  <a:lnTo>
                    <a:pt x="1202345" y="1676844"/>
                  </a:lnTo>
                  <a:lnTo>
                    <a:pt x="1193854" y="1683061"/>
                  </a:lnTo>
                  <a:lnTo>
                    <a:pt x="1193854" y="1704254"/>
                  </a:lnTo>
                  <a:lnTo>
                    <a:pt x="1200222" y="1710754"/>
                  </a:lnTo>
                  <a:lnTo>
                    <a:pt x="1219297" y="1710754"/>
                  </a:lnTo>
                  <a:lnTo>
                    <a:pt x="1227787" y="1704254"/>
                  </a:lnTo>
                  <a:lnTo>
                    <a:pt x="1227787" y="1685321"/>
                  </a:lnTo>
                  <a:lnTo>
                    <a:pt x="1221419" y="1676844"/>
                  </a:lnTo>
                  <a:close/>
                </a:path>
                <a:path w="9542780" h="6570345">
                  <a:moveTo>
                    <a:pt x="1221419" y="1721209"/>
                  </a:moveTo>
                  <a:lnTo>
                    <a:pt x="1202345" y="1721209"/>
                  </a:lnTo>
                  <a:lnTo>
                    <a:pt x="1193854" y="1727709"/>
                  </a:lnTo>
                  <a:lnTo>
                    <a:pt x="1193854" y="1748903"/>
                  </a:lnTo>
                  <a:lnTo>
                    <a:pt x="1200222" y="1755119"/>
                  </a:lnTo>
                  <a:lnTo>
                    <a:pt x="1219297" y="1755119"/>
                  </a:lnTo>
                  <a:lnTo>
                    <a:pt x="1227787" y="1748903"/>
                  </a:lnTo>
                  <a:lnTo>
                    <a:pt x="1227787" y="1729686"/>
                  </a:lnTo>
                  <a:lnTo>
                    <a:pt x="1221419" y="1721209"/>
                  </a:lnTo>
                  <a:close/>
                </a:path>
                <a:path w="9542780" h="6570345">
                  <a:moveTo>
                    <a:pt x="1221419" y="1765857"/>
                  </a:moveTo>
                  <a:lnTo>
                    <a:pt x="1202345" y="1765857"/>
                  </a:lnTo>
                  <a:lnTo>
                    <a:pt x="1193854" y="1772074"/>
                  </a:lnTo>
                  <a:lnTo>
                    <a:pt x="1193854" y="1793267"/>
                  </a:lnTo>
                  <a:lnTo>
                    <a:pt x="1200222" y="1799767"/>
                  </a:lnTo>
                  <a:lnTo>
                    <a:pt x="1219297" y="1799767"/>
                  </a:lnTo>
                  <a:lnTo>
                    <a:pt x="1227787" y="1791290"/>
                  </a:lnTo>
                  <a:lnTo>
                    <a:pt x="1227787" y="1774334"/>
                  </a:lnTo>
                  <a:lnTo>
                    <a:pt x="1221419" y="1765857"/>
                  </a:lnTo>
                  <a:close/>
                </a:path>
                <a:path w="9542780" h="6570345">
                  <a:moveTo>
                    <a:pt x="1221419" y="1810223"/>
                  </a:moveTo>
                  <a:lnTo>
                    <a:pt x="1202345" y="1810223"/>
                  </a:lnTo>
                  <a:lnTo>
                    <a:pt x="1193854" y="1816722"/>
                  </a:lnTo>
                  <a:lnTo>
                    <a:pt x="1193854" y="1837634"/>
                  </a:lnTo>
                  <a:lnTo>
                    <a:pt x="1200222" y="1844132"/>
                  </a:lnTo>
                  <a:lnTo>
                    <a:pt x="1219297" y="1844132"/>
                  </a:lnTo>
                  <a:lnTo>
                    <a:pt x="1227787" y="1835655"/>
                  </a:lnTo>
                  <a:lnTo>
                    <a:pt x="1227787" y="1818700"/>
                  </a:lnTo>
                  <a:lnTo>
                    <a:pt x="1221419" y="1810223"/>
                  </a:lnTo>
                  <a:close/>
                </a:path>
                <a:path w="9542780" h="6570345">
                  <a:moveTo>
                    <a:pt x="1221419" y="1854588"/>
                  </a:moveTo>
                  <a:lnTo>
                    <a:pt x="1202345" y="1854588"/>
                  </a:lnTo>
                  <a:lnTo>
                    <a:pt x="1193854" y="1861088"/>
                  </a:lnTo>
                  <a:lnTo>
                    <a:pt x="1193854" y="1880021"/>
                  </a:lnTo>
                  <a:lnTo>
                    <a:pt x="1200222" y="1888498"/>
                  </a:lnTo>
                  <a:lnTo>
                    <a:pt x="1219297" y="1888498"/>
                  </a:lnTo>
                  <a:lnTo>
                    <a:pt x="1227787" y="1880021"/>
                  </a:lnTo>
                  <a:lnTo>
                    <a:pt x="1227787" y="1863065"/>
                  </a:lnTo>
                  <a:lnTo>
                    <a:pt x="1221419" y="1854588"/>
                  </a:lnTo>
                  <a:close/>
                </a:path>
                <a:path w="9542780" h="6570345">
                  <a:moveTo>
                    <a:pt x="1221419" y="1899236"/>
                  </a:moveTo>
                  <a:lnTo>
                    <a:pt x="1202345" y="1899236"/>
                  </a:lnTo>
                  <a:lnTo>
                    <a:pt x="1193854" y="1905453"/>
                  </a:lnTo>
                  <a:lnTo>
                    <a:pt x="1193855" y="1924668"/>
                  </a:lnTo>
                  <a:lnTo>
                    <a:pt x="1200222" y="1933147"/>
                  </a:lnTo>
                  <a:lnTo>
                    <a:pt x="1210807" y="1933147"/>
                  </a:lnTo>
                  <a:lnTo>
                    <a:pt x="1219297" y="1930886"/>
                  </a:lnTo>
                  <a:lnTo>
                    <a:pt x="1227787" y="1924668"/>
                  </a:lnTo>
                  <a:lnTo>
                    <a:pt x="1227787" y="1907713"/>
                  </a:lnTo>
                  <a:lnTo>
                    <a:pt x="1221419" y="1899236"/>
                  </a:lnTo>
                  <a:close/>
                </a:path>
                <a:path w="9542780" h="6570345">
                  <a:moveTo>
                    <a:pt x="1221419" y="1943601"/>
                  </a:moveTo>
                  <a:lnTo>
                    <a:pt x="1202345" y="1943601"/>
                  </a:lnTo>
                  <a:lnTo>
                    <a:pt x="1193855" y="1950101"/>
                  </a:lnTo>
                  <a:lnTo>
                    <a:pt x="1193855" y="1971295"/>
                  </a:lnTo>
                  <a:lnTo>
                    <a:pt x="1200222" y="1977511"/>
                  </a:lnTo>
                  <a:lnTo>
                    <a:pt x="1210807" y="1977511"/>
                  </a:lnTo>
                  <a:lnTo>
                    <a:pt x="1219297" y="1975251"/>
                  </a:lnTo>
                  <a:lnTo>
                    <a:pt x="1227787" y="1969034"/>
                  </a:lnTo>
                  <a:lnTo>
                    <a:pt x="1227787" y="1952080"/>
                  </a:lnTo>
                  <a:lnTo>
                    <a:pt x="1221419" y="1943601"/>
                  </a:lnTo>
                  <a:close/>
                </a:path>
                <a:path w="9542780" h="6570345">
                  <a:moveTo>
                    <a:pt x="1221419" y="1985989"/>
                  </a:moveTo>
                  <a:lnTo>
                    <a:pt x="1202345" y="1985989"/>
                  </a:lnTo>
                  <a:lnTo>
                    <a:pt x="1193855" y="1992205"/>
                  </a:lnTo>
                  <a:lnTo>
                    <a:pt x="1193855" y="2013399"/>
                  </a:lnTo>
                  <a:lnTo>
                    <a:pt x="1200222" y="2019899"/>
                  </a:lnTo>
                  <a:lnTo>
                    <a:pt x="1219297" y="2019899"/>
                  </a:lnTo>
                  <a:lnTo>
                    <a:pt x="1227787" y="2013399"/>
                  </a:lnTo>
                  <a:lnTo>
                    <a:pt x="1227787" y="1994466"/>
                  </a:lnTo>
                  <a:lnTo>
                    <a:pt x="1221419" y="1985989"/>
                  </a:lnTo>
                  <a:close/>
                </a:path>
                <a:path w="9542780" h="6570345">
                  <a:moveTo>
                    <a:pt x="1221419" y="2030355"/>
                  </a:moveTo>
                  <a:lnTo>
                    <a:pt x="1202345" y="2030355"/>
                  </a:lnTo>
                  <a:lnTo>
                    <a:pt x="1193855" y="2036853"/>
                  </a:lnTo>
                  <a:lnTo>
                    <a:pt x="1193855" y="2058047"/>
                  </a:lnTo>
                  <a:lnTo>
                    <a:pt x="1200222" y="2064264"/>
                  </a:lnTo>
                  <a:lnTo>
                    <a:pt x="1219297" y="2064264"/>
                  </a:lnTo>
                  <a:lnTo>
                    <a:pt x="1227787" y="2058047"/>
                  </a:lnTo>
                  <a:lnTo>
                    <a:pt x="1227787" y="2038832"/>
                  </a:lnTo>
                  <a:lnTo>
                    <a:pt x="1221419" y="2030355"/>
                  </a:lnTo>
                  <a:close/>
                </a:path>
                <a:path w="9542780" h="6570345">
                  <a:moveTo>
                    <a:pt x="1221419" y="2075003"/>
                  </a:moveTo>
                  <a:lnTo>
                    <a:pt x="1202345" y="2075003"/>
                  </a:lnTo>
                  <a:lnTo>
                    <a:pt x="1193855" y="2081220"/>
                  </a:lnTo>
                  <a:lnTo>
                    <a:pt x="1193855" y="2102413"/>
                  </a:lnTo>
                  <a:lnTo>
                    <a:pt x="1200222" y="2108912"/>
                  </a:lnTo>
                  <a:lnTo>
                    <a:pt x="1219297" y="2108912"/>
                  </a:lnTo>
                  <a:lnTo>
                    <a:pt x="1227787" y="2100435"/>
                  </a:lnTo>
                  <a:lnTo>
                    <a:pt x="1227787" y="2083480"/>
                  </a:lnTo>
                  <a:lnTo>
                    <a:pt x="1221419" y="2075003"/>
                  </a:lnTo>
                  <a:close/>
                </a:path>
                <a:path w="9542780" h="6570345">
                  <a:moveTo>
                    <a:pt x="1221419" y="2119368"/>
                  </a:moveTo>
                  <a:lnTo>
                    <a:pt x="1202345" y="2119368"/>
                  </a:lnTo>
                  <a:lnTo>
                    <a:pt x="1193855" y="2125585"/>
                  </a:lnTo>
                  <a:lnTo>
                    <a:pt x="1193855" y="2144800"/>
                  </a:lnTo>
                  <a:lnTo>
                    <a:pt x="1200222" y="2153278"/>
                  </a:lnTo>
                  <a:lnTo>
                    <a:pt x="1219297" y="2153278"/>
                  </a:lnTo>
                  <a:lnTo>
                    <a:pt x="1227787" y="2144800"/>
                  </a:lnTo>
                  <a:lnTo>
                    <a:pt x="1227787" y="2127845"/>
                  </a:lnTo>
                  <a:lnTo>
                    <a:pt x="1221419" y="2119368"/>
                  </a:lnTo>
                  <a:close/>
                </a:path>
                <a:path w="9542780" h="6570345">
                  <a:moveTo>
                    <a:pt x="1221419" y="2163733"/>
                  </a:moveTo>
                  <a:lnTo>
                    <a:pt x="1202345" y="2163733"/>
                  </a:lnTo>
                  <a:lnTo>
                    <a:pt x="1193855" y="2170233"/>
                  </a:lnTo>
                  <a:lnTo>
                    <a:pt x="1193855" y="2189166"/>
                  </a:lnTo>
                  <a:lnTo>
                    <a:pt x="1200222" y="2197643"/>
                  </a:lnTo>
                  <a:lnTo>
                    <a:pt x="1219297" y="2197643"/>
                  </a:lnTo>
                  <a:lnTo>
                    <a:pt x="1227787" y="2189166"/>
                  </a:lnTo>
                  <a:lnTo>
                    <a:pt x="1227787" y="2172211"/>
                  </a:lnTo>
                  <a:lnTo>
                    <a:pt x="1221419" y="2163733"/>
                  </a:lnTo>
                  <a:close/>
                </a:path>
                <a:path w="9542780" h="6570345">
                  <a:moveTo>
                    <a:pt x="1221419" y="2208381"/>
                  </a:moveTo>
                  <a:lnTo>
                    <a:pt x="1202345" y="2208381"/>
                  </a:lnTo>
                  <a:lnTo>
                    <a:pt x="1193855" y="2214598"/>
                  </a:lnTo>
                  <a:lnTo>
                    <a:pt x="1193855" y="2233814"/>
                  </a:lnTo>
                  <a:lnTo>
                    <a:pt x="1200222" y="2242291"/>
                  </a:lnTo>
                  <a:lnTo>
                    <a:pt x="1210807" y="2242291"/>
                  </a:lnTo>
                  <a:lnTo>
                    <a:pt x="1219297" y="2240031"/>
                  </a:lnTo>
                  <a:lnTo>
                    <a:pt x="1227787" y="2233814"/>
                  </a:lnTo>
                  <a:lnTo>
                    <a:pt x="1227787" y="2216858"/>
                  </a:lnTo>
                  <a:lnTo>
                    <a:pt x="1221419" y="2208381"/>
                  </a:lnTo>
                  <a:close/>
                </a:path>
                <a:path w="9542780" h="6570345">
                  <a:moveTo>
                    <a:pt x="1221419" y="2252747"/>
                  </a:moveTo>
                  <a:lnTo>
                    <a:pt x="1202345" y="2252747"/>
                  </a:lnTo>
                  <a:lnTo>
                    <a:pt x="1193855" y="2259246"/>
                  </a:lnTo>
                  <a:lnTo>
                    <a:pt x="1193855" y="2280157"/>
                  </a:lnTo>
                  <a:lnTo>
                    <a:pt x="1200222" y="2286656"/>
                  </a:lnTo>
                  <a:lnTo>
                    <a:pt x="1210807" y="2286656"/>
                  </a:lnTo>
                  <a:lnTo>
                    <a:pt x="1219297" y="2284395"/>
                  </a:lnTo>
                  <a:lnTo>
                    <a:pt x="1227787" y="2278179"/>
                  </a:lnTo>
                  <a:lnTo>
                    <a:pt x="1227787" y="2261224"/>
                  </a:lnTo>
                  <a:lnTo>
                    <a:pt x="1221419" y="2252747"/>
                  </a:lnTo>
                  <a:close/>
                </a:path>
                <a:path w="9542780" h="6570345">
                  <a:moveTo>
                    <a:pt x="1221419" y="2295135"/>
                  </a:moveTo>
                  <a:lnTo>
                    <a:pt x="1202345" y="2295135"/>
                  </a:lnTo>
                  <a:lnTo>
                    <a:pt x="1193855" y="2301351"/>
                  </a:lnTo>
                  <a:lnTo>
                    <a:pt x="1193855" y="2322545"/>
                  </a:lnTo>
                  <a:lnTo>
                    <a:pt x="1200222" y="2329044"/>
                  </a:lnTo>
                  <a:lnTo>
                    <a:pt x="1219297" y="2329044"/>
                  </a:lnTo>
                  <a:lnTo>
                    <a:pt x="1227787" y="2322545"/>
                  </a:lnTo>
                  <a:lnTo>
                    <a:pt x="1227787" y="2303612"/>
                  </a:lnTo>
                  <a:lnTo>
                    <a:pt x="1221419" y="2295135"/>
                  </a:lnTo>
                  <a:close/>
                </a:path>
                <a:path w="9542780" h="6570345">
                  <a:moveTo>
                    <a:pt x="1221419" y="2339500"/>
                  </a:moveTo>
                  <a:lnTo>
                    <a:pt x="1202345" y="2339500"/>
                  </a:lnTo>
                  <a:lnTo>
                    <a:pt x="1193855" y="2345999"/>
                  </a:lnTo>
                  <a:lnTo>
                    <a:pt x="1193855" y="2367193"/>
                  </a:lnTo>
                  <a:lnTo>
                    <a:pt x="1200222" y="2373410"/>
                  </a:lnTo>
                  <a:lnTo>
                    <a:pt x="1219297" y="2373410"/>
                  </a:lnTo>
                  <a:lnTo>
                    <a:pt x="1227787" y="2367193"/>
                  </a:lnTo>
                  <a:lnTo>
                    <a:pt x="1227787" y="2347977"/>
                  </a:lnTo>
                  <a:lnTo>
                    <a:pt x="1221419" y="2339500"/>
                  </a:lnTo>
                  <a:close/>
                </a:path>
                <a:path w="9542780" h="6570345">
                  <a:moveTo>
                    <a:pt x="1221419" y="2384148"/>
                  </a:moveTo>
                  <a:lnTo>
                    <a:pt x="1202345" y="2384148"/>
                  </a:lnTo>
                  <a:lnTo>
                    <a:pt x="1193855" y="2390364"/>
                  </a:lnTo>
                  <a:lnTo>
                    <a:pt x="1193855" y="2411558"/>
                  </a:lnTo>
                  <a:lnTo>
                    <a:pt x="1200222" y="2417775"/>
                  </a:lnTo>
                  <a:lnTo>
                    <a:pt x="1219297" y="2417775"/>
                  </a:lnTo>
                  <a:lnTo>
                    <a:pt x="1227787" y="2409579"/>
                  </a:lnTo>
                  <a:lnTo>
                    <a:pt x="1227787" y="2392625"/>
                  </a:lnTo>
                  <a:lnTo>
                    <a:pt x="1221419" y="2384148"/>
                  </a:lnTo>
                  <a:close/>
                </a:path>
                <a:path w="9542780" h="6570345">
                  <a:moveTo>
                    <a:pt x="1221419" y="2428513"/>
                  </a:moveTo>
                  <a:lnTo>
                    <a:pt x="1202345" y="2428513"/>
                  </a:lnTo>
                  <a:lnTo>
                    <a:pt x="1193855" y="2434729"/>
                  </a:lnTo>
                  <a:lnTo>
                    <a:pt x="1193855" y="2453946"/>
                  </a:lnTo>
                  <a:lnTo>
                    <a:pt x="1200222" y="2462423"/>
                  </a:lnTo>
                  <a:lnTo>
                    <a:pt x="1219297" y="2462423"/>
                  </a:lnTo>
                  <a:lnTo>
                    <a:pt x="1227787" y="2453946"/>
                  </a:lnTo>
                  <a:lnTo>
                    <a:pt x="1227787" y="2436990"/>
                  </a:lnTo>
                  <a:lnTo>
                    <a:pt x="1221419" y="2428513"/>
                  </a:lnTo>
                  <a:close/>
                </a:path>
                <a:path w="9542780" h="6570345">
                  <a:moveTo>
                    <a:pt x="1221419" y="2472879"/>
                  </a:moveTo>
                  <a:lnTo>
                    <a:pt x="1202345" y="2472879"/>
                  </a:lnTo>
                  <a:lnTo>
                    <a:pt x="1193855" y="2479377"/>
                  </a:lnTo>
                  <a:lnTo>
                    <a:pt x="1193855" y="2498310"/>
                  </a:lnTo>
                  <a:lnTo>
                    <a:pt x="1200222" y="2506788"/>
                  </a:lnTo>
                  <a:lnTo>
                    <a:pt x="1219297" y="2506788"/>
                  </a:lnTo>
                  <a:lnTo>
                    <a:pt x="1227787" y="2498310"/>
                  </a:lnTo>
                  <a:lnTo>
                    <a:pt x="1227787" y="2481356"/>
                  </a:lnTo>
                  <a:lnTo>
                    <a:pt x="1221419" y="2472879"/>
                  </a:lnTo>
                  <a:close/>
                </a:path>
                <a:path w="9542780" h="6570345">
                  <a:moveTo>
                    <a:pt x="1221419" y="2517527"/>
                  </a:moveTo>
                  <a:lnTo>
                    <a:pt x="1202345" y="2517527"/>
                  </a:lnTo>
                  <a:lnTo>
                    <a:pt x="1193855" y="2523743"/>
                  </a:lnTo>
                  <a:lnTo>
                    <a:pt x="1193855" y="2544937"/>
                  </a:lnTo>
                  <a:lnTo>
                    <a:pt x="1200222" y="2551436"/>
                  </a:lnTo>
                  <a:lnTo>
                    <a:pt x="1210807" y="2551436"/>
                  </a:lnTo>
                  <a:lnTo>
                    <a:pt x="1219297" y="2549175"/>
                  </a:lnTo>
                  <a:lnTo>
                    <a:pt x="1227787" y="2542959"/>
                  </a:lnTo>
                  <a:lnTo>
                    <a:pt x="1227787" y="2526004"/>
                  </a:lnTo>
                  <a:lnTo>
                    <a:pt x="1221419" y="2517527"/>
                  </a:lnTo>
                  <a:close/>
                </a:path>
                <a:path w="9542780" h="6570345">
                  <a:moveTo>
                    <a:pt x="1221419" y="2561892"/>
                  </a:moveTo>
                  <a:lnTo>
                    <a:pt x="1202345" y="2561892"/>
                  </a:lnTo>
                  <a:lnTo>
                    <a:pt x="1193855" y="2568108"/>
                  </a:lnTo>
                  <a:lnTo>
                    <a:pt x="1193855" y="2589302"/>
                  </a:lnTo>
                  <a:lnTo>
                    <a:pt x="1200222" y="2595802"/>
                  </a:lnTo>
                  <a:lnTo>
                    <a:pt x="1210807" y="2595802"/>
                  </a:lnTo>
                  <a:lnTo>
                    <a:pt x="1219297" y="2593541"/>
                  </a:lnTo>
                  <a:lnTo>
                    <a:pt x="1227787" y="2587325"/>
                  </a:lnTo>
                  <a:lnTo>
                    <a:pt x="1227787" y="2570369"/>
                  </a:lnTo>
                  <a:lnTo>
                    <a:pt x="1221419" y="2561892"/>
                  </a:lnTo>
                  <a:close/>
                </a:path>
                <a:path w="9542780" h="6570345">
                  <a:moveTo>
                    <a:pt x="1221419" y="2604279"/>
                  </a:moveTo>
                  <a:lnTo>
                    <a:pt x="1202345" y="2604279"/>
                  </a:lnTo>
                  <a:lnTo>
                    <a:pt x="1193855" y="2610496"/>
                  </a:lnTo>
                  <a:lnTo>
                    <a:pt x="1193855" y="2631690"/>
                  </a:lnTo>
                  <a:lnTo>
                    <a:pt x="1200223" y="2638190"/>
                  </a:lnTo>
                  <a:lnTo>
                    <a:pt x="1219297" y="2638190"/>
                  </a:lnTo>
                  <a:lnTo>
                    <a:pt x="1227787" y="2631690"/>
                  </a:lnTo>
                  <a:lnTo>
                    <a:pt x="1227787" y="2612757"/>
                  </a:lnTo>
                  <a:lnTo>
                    <a:pt x="1221419" y="2604279"/>
                  </a:lnTo>
                  <a:close/>
                </a:path>
                <a:path w="9542780" h="6570345">
                  <a:moveTo>
                    <a:pt x="1221419" y="2648644"/>
                  </a:moveTo>
                  <a:lnTo>
                    <a:pt x="1202345" y="2648644"/>
                  </a:lnTo>
                  <a:lnTo>
                    <a:pt x="1193855" y="2655144"/>
                  </a:lnTo>
                  <a:lnTo>
                    <a:pt x="1193855" y="2676338"/>
                  </a:lnTo>
                  <a:lnTo>
                    <a:pt x="1200223" y="2682554"/>
                  </a:lnTo>
                  <a:lnTo>
                    <a:pt x="1219297" y="2682554"/>
                  </a:lnTo>
                  <a:lnTo>
                    <a:pt x="1227787" y="2676338"/>
                  </a:lnTo>
                  <a:lnTo>
                    <a:pt x="1227787" y="2657123"/>
                  </a:lnTo>
                  <a:lnTo>
                    <a:pt x="1221419" y="2648644"/>
                  </a:lnTo>
                  <a:close/>
                </a:path>
                <a:path w="9542780" h="6570345">
                  <a:moveTo>
                    <a:pt x="1221419" y="2693292"/>
                  </a:moveTo>
                  <a:lnTo>
                    <a:pt x="1202345" y="2693292"/>
                  </a:lnTo>
                  <a:lnTo>
                    <a:pt x="1193855" y="2699509"/>
                  </a:lnTo>
                  <a:lnTo>
                    <a:pt x="1193855" y="2718442"/>
                  </a:lnTo>
                  <a:lnTo>
                    <a:pt x="1200223" y="2726919"/>
                  </a:lnTo>
                  <a:lnTo>
                    <a:pt x="1219297" y="2726919"/>
                  </a:lnTo>
                  <a:lnTo>
                    <a:pt x="1227787" y="2718442"/>
                  </a:lnTo>
                  <a:lnTo>
                    <a:pt x="1227787" y="2701770"/>
                  </a:lnTo>
                  <a:lnTo>
                    <a:pt x="1221419" y="2693292"/>
                  </a:lnTo>
                  <a:close/>
                </a:path>
                <a:path w="9542780" h="6570345">
                  <a:moveTo>
                    <a:pt x="1221419" y="2737658"/>
                  </a:moveTo>
                  <a:lnTo>
                    <a:pt x="1202345" y="2737658"/>
                  </a:lnTo>
                  <a:lnTo>
                    <a:pt x="1193855" y="2743875"/>
                  </a:lnTo>
                  <a:lnTo>
                    <a:pt x="1193855" y="2763090"/>
                  </a:lnTo>
                  <a:lnTo>
                    <a:pt x="1200223" y="2771567"/>
                  </a:lnTo>
                  <a:lnTo>
                    <a:pt x="1219297" y="2771567"/>
                  </a:lnTo>
                  <a:lnTo>
                    <a:pt x="1227787" y="2763090"/>
                  </a:lnTo>
                  <a:lnTo>
                    <a:pt x="1227787" y="2746136"/>
                  </a:lnTo>
                  <a:lnTo>
                    <a:pt x="1221419" y="2737658"/>
                  </a:lnTo>
                  <a:close/>
                </a:path>
                <a:path w="9542780" h="6570345">
                  <a:moveTo>
                    <a:pt x="1221419" y="2782023"/>
                  </a:moveTo>
                  <a:lnTo>
                    <a:pt x="1202345" y="2782023"/>
                  </a:lnTo>
                  <a:lnTo>
                    <a:pt x="1193855" y="2788523"/>
                  </a:lnTo>
                  <a:lnTo>
                    <a:pt x="1193855" y="2807456"/>
                  </a:lnTo>
                  <a:lnTo>
                    <a:pt x="1200223" y="2815934"/>
                  </a:lnTo>
                  <a:lnTo>
                    <a:pt x="1219297" y="2815934"/>
                  </a:lnTo>
                  <a:lnTo>
                    <a:pt x="1227787" y="2807456"/>
                  </a:lnTo>
                  <a:lnTo>
                    <a:pt x="1227787" y="2790501"/>
                  </a:lnTo>
                  <a:lnTo>
                    <a:pt x="1221419" y="2782023"/>
                  </a:lnTo>
                  <a:close/>
                </a:path>
                <a:path w="9542780" h="6570345">
                  <a:moveTo>
                    <a:pt x="1221419" y="2826672"/>
                  </a:moveTo>
                  <a:lnTo>
                    <a:pt x="1202345" y="2826672"/>
                  </a:lnTo>
                  <a:lnTo>
                    <a:pt x="1193855" y="2832888"/>
                  </a:lnTo>
                  <a:lnTo>
                    <a:pt x="1193855" y="2851821"/>
                  </a:lnTo>
                  <a:lnTo>
                    <a:pt x="1200223" y="2860299"/>
                  </a:lnTo>
                  <a:lnTo>
                    <a:pt x="1210807" y="2860299"/>
                  </a:lnTo>
                  <a:lnTo>
                    <a:pt x="1219297" y="2858321"/>
                  </a:lnTo>
                  <a:lnTo>
                    <a:pt x="1227787" y="2851821"/>
                  </a:lnTo>
                  <a:lnTo>
                    <a:pt x="1227787" y="2835149"/>
                  </a:lnTo>
                  <a:lnTo>
                    <a:pt x="1221419" y="2826672"/>
                  </a:lnTo>
                  <a:close/>
                </a:path>
                <a:path w="9542780" h="6570345">
                  <a:moveTo>
                    <a:pt x="1221419" y="2871036"/>
                  </a:moveTo>
                  <a:lnTo>
                    <a:pt x="1202345" y="2871036"/>
                  </a:lnTo>
                  <a:lnTo>
                    <a:pt x="1193855" y="2877254"/>
                  </a:lnTo>
                  <a:lnTo>
                    <a:pt x="1193855" y="2896469"/>
                  </a:lnTo>
                  <a:lnTo>
                    <a:pt x="1200223" y="2904947"/>
                  </a:lnTo>
                  <a:lnTo>
                    <a:pt x="1210807" y="2904947"/>
                  </a:lnTo>
                  <a:lnTo>
                    <a:pt x="1219297" y="2902686"/>
                  </a:lnTo>
                  <a:lnTo>
                    <a:pt x="1227787" y="2896469"/>
                  </a:lnTo>
                  <a:lnTo>
                    <a:pt x="1227787" y="2879515"/>
                  </a:lnTo>
                  <a:lnTo>
                    <a:pt x="1221419" y="2871036"/>
                  </a:lnTo>
                  <a:close/>
                </a:path>
                <a:path w="9542780" h="6570345">
                  <a:moveTo>
                    <a:pt x="1221419" y="2913424"/>
                  </a:moveTo>
                  <a:lnTo>
                    <a:pt x="1202345" y="2913424"/>
                  </a:lnTo>
                  <a:lnTo>
                    <a:pt x="1193855" y="2919641"/>
                  </a:lnTo>
                  <a:lnTo>
                    <a:pt x="1193855" y="2938857"/>
                  </a:lnTo>
                  <a:lnTo>
                    <a:pt x="1200223" y="2947334"/>
                  </a:lnTo>
                  <a:lnTo>
                    <a:pt x="1219297" y="2947334"/>
                  </a:lnTo>
                  <a:lnTo>
                    <a:pt x="1227787" y="2940834"/>
                  </a:lnTo>
                  <a:lnTo>
                    <a:pt x="1227787" y="2921901"/>
                  </a:lnTo>
                  <a:lnTo>
                    <a:pt x="1221419" y="2913424"/>
                  </a:lnTo>
                  <a:close/>
                </a:path>
                <a:path w="9542780" h="6570345">
                  <a:moveTo>
                    <a:pt x="1221419" y="3266935"/>
                  </a:moveTo>
                  <a:lnTo>
                    <a:pt x="1202345" y="3266935"/>
                  </a:lnTo>
                  <a:lnTo>
                    <a:pt x="1193855" y="3273435"/>
                  </a:lnTo>
                  <a:lnTo>
                    <a:pt x="1193855" y="3292368"/>
                  </a:lnTo>
                  <a:lnTo>
                    <a:pt x="1200223" y="3300845"/>
                  </a:lnTo>
                  <a:lnTo>
                    <a:pt x="1219297" y="3300845"/>
                  </a:lnTo>
                  <a:lnTo>
                    <a:pt x="1227787" y="3294345"/>
                  </a:lnTo>
                  <a:lnTo>
                    <a:pt x="1227787" y="3275412"/>
                  </a:lnTo>
                  <a:lnTo>
                    <a:pt x="1221419" y="3266935"/>
                  </a:lnTo>
                  <a:close/>
                </a:path>
                <a:path w="9542780" h="6570345">
                  <a:moveTo>
                    <a:pt x="1221419" y="3311300"/>
                  </a:moveTo>
                  <a:lnTo>
                    <a:pt x="1202345" y="3311300"/>
                  </a:lnTo>
                  <a:lnTo>
                    <a:pt x="1193855" y="3317800"/>
                  </a:lnTo>
                  <a:lnTo>
                    <a:pt x="1193855" y="3336733"/>
                  </a:lnTo>
                  <a:lnTo>
                    <a:pt x="1200223" y="3345210"/>
                  </a:lnTo>
                  <a:lnTo>
                    <a:pt x="1219297" y="3345210"/>
                  </a:lnTo>
                  <a:lnTo>
                    <a:pt x="1227787" y="3336733"/>
                  </a:lnTo>
                  <a:lnTo>
                    <a:pt x="1227787" y="3319778"/>
                  </a:lnTo>
                  <a:lnTo>
                    <a:pt x="1221419" y="3311300"/>
                  </a:lnTo>
                  <a:close/>
                </a:path>
                <a:path w="9542780" h="6570345">
                  <a:moveTo>
                    <a:pt x="1221419" y="3355948"/>
                  </a:moveTo>
                  <a:lnTo>
                    <a:pt x="1202345" y="3355948"/>
                  </a:lnTo>
                  <a:lnTo>
                    <a:pt x="1193855" y="3362164"/>
                  </a:lnTo>
                  <a:lnTo>
                    <a:pt x="1193855" y="3381381"/>
                  </a:lnTo>
                  <a:lnTo>
                    <a:pt x="1200223" y="3389858"/>
                  </a:lnTo>
                  <a:lnTo>
                    <a:pt x="1219297" y="3389858"/>
                  </a:lnTo>
                  <a:lnTo>
                    <a:pt x="1227787" y="3381381"/>
                  </a:lnTo>
                  <a:lnTo>
                    <a:pt x="1227787" y="3364426"/>
                  </a:lnTo>
                  <a:lnTo>
                    <a:pt x="1221419" y="3355948"/>
                  </a:lnTo>
                  <a:close/>
                </a:path>
                <a:path w="9542780" h="6570345">
                  <a:moveTo>
                    <a:pt x="1221419" y="3400314"/>
                  </a:moveTo>
                  <a:lnTo>
                    <a:pt x="1202345" y="3400314"/>
                  </a:lnTo>
                  <a:lnTo>
                    <a:pt x="1193855" y="3406813"/>
                  </a:lnTo>
                  <a:lnTo>
                    <a:pt x="1193855" y="3425746"/>
                  </a:lnTo>
                  <a:lnTo>
                    <a:pt x="1200223" y="3434223"/>
                  </a:lnTo>
                  <a:lnTo>
                    <a:pt x="1219297" y="3434223"/>
                  </a:lnTo>
                  <a:lnTo>
                    <a:pt x="1227787" y="3425746"/>
                  </a:lnTo>
                  <a:lnTo>
                    <a:pt x="1227787" y="3408791"/>
                  </a:lnTo>
                  <a:lnTo>
                    <a:pt x="1221419" y="3400314"/>
                  </a:lnTo>
                  <a:close/>
                </a:path>
                <a:path w="9542780" h="6570345">
                  <a:moveTo>
                    <a:pt x="1221419" y="3444679"/>
                  </a:moveTo>
                  <a:lnTo>
                    <a:pt x="1202345" y="3444679"/>
                  </a:lnTo>
                  <a:lnTo>
                    <a:pt x="1193855" y="3451179"/>
                  </a:lnTo>
                  <a:lnTo>
                    <a:pt x="1193855" y="3470112"/>
                  </a:lnTo>
                  <a:lnTo>
                    <a:pt x="1200223" y="3478589"/>
                  </a:lnTo>
                  <a:lnTo>
                    <a:pt x="1210807" y="3478589"/>
                  </a:lnTo>
                  <a:lnTo>
                    <a:pt x="1219297" y="3476611"/>
                  </a:lnTo>
                  <a:lnTo>
                    <a:pt x="1227787" y="3470112"/>
                  </a:lnTo>
                  <a:lnTo>
                    <a:pt x="1227787" y="3453156"/>
                  </a:lnTo>
                  <a:lnTo>
                    <a:pt x="1221419" y="3444679"/>
                  </a:lnTo>
                  <a:close/>
                </a:path>
                <a:path w="9542780" h="6570345">
                  <a:moveTo>
                    <a:pt x="1221419" y="3489327"/>
                  </a:moveTo>
                  <a:lnTo>
                    <a:pt x="1202345" y="3489327"/>
                  </a:lnTo>
                  <a:lnTo>
                    <a:pt x="1193855" y="3495544"/>
                  </a:lnTo>
                  <a:lnTo>
                    <a:pt x="1193855" y="3514760"/>
                  </a:lnTo>
                  <a:lnTo>
                    <a:pt x="1200223" y="3523237"/>
                  </a:lnTo>
                  <a:lnTo>
                    <a:pt x="1210807" y="3523237"/>
                  </a:lnTo>
                  <a:lnTo>
                    <a:pt x="1219297" y="3520977"/>
                  </a:lnTo>
                  <a:lnTo>
                    <a:pt x="1227787" y="3514760"/>
                  </a:lnTo>
                  <a:lnTo>
                    <a:pt x="1227787" y="3497804"/>
                  </a:lnTo>
                  <a:lnTo>
                    <a:pt x="1221419" y="3489327"/>
                  </a:lnTo>
                  <a:close/>
                </a:path>
                <a:path w="9542780" h="6570345">
                  <a:moveTo>
                    <a:pt x="1221419" y="3531715"/>
                  </a:moveTo>
                  <a:lnTo>
                    <a:pt x="1202345" y="3531715"/>
                  </a:lnTo>
                  <a:lnTo>
                    <a:pt x="1193855" y="3537931"/>
                  </a:lnTo>
                  <a:lnTo>
                    <a:pt x="1193855" y="3557146"/>
                  </a:lnTo>
                  <a:lnTo>
                    <a:pt x="1200223" y="3565625"/>
                  </a:lnTo>
                  <a:lnTo>
                    <a:pt x="1219297" y="3565625"/>
                  </a:lnTo>
                  <a:lnTo>
                    <a:pt x="1227787" y="3559125"/>
                  </a:lnTo>
                  <a:lnTo>
                    <a:pt x="1227787" y="3540192"/>
                  </a:lnTo>
                  <a:lnTo>
                    <a:pt x="1221419" y="3531715"/>
                  </a:lnTo>
                  <a:close/>
                </a:path>
                <a:path w="9542780" h="6570345">
                  <a:moveTo>
                    <a:pt x="1221419" y="3576079"/>
                  </a:moveTo>
                  <a:lnTo>
                    <a:pt x="1202345" y="3576079"/>
                  </a:lnTo>
                  <a:lnTo>
                    <a:pt x="1193855" y="3582297"/>
                  </a:lnTo>
                  <a:lnTo>
                    <a:pt x="1193855" y="3601512"/>
                  </a:lnTo>
                  <a:lnTo>
                    <a:pt x="1200223" y="3609990"/>
                  </a:lnTo>
                  <a:lnTo>
                    <a:pt x="1219297" y="3609990"/>
                  </a:lnTo>
                  <a:lnTo>
                    <a:pt x="1227787" y="3603490"/>
                  </a:lnTo>
                  <a:lnTo>
                    <a:pt x="1227787" y="3584558"/>
                  </a:lnTo>
                  <a:lnTo>
                    <a:pt x="1221419" y="3576079"/>
                  </a:lnTo>
                  <a:close/>
                </a:path>
                <a:path w="9542780" h="6570345">
                  <a:moveTo>
                    <a:pt x="1221419" y="3620446"/>
                  </a:moveTo>
                  <a:lnTo>
                    <a:pt x="1202345" y="3620446"/>
                  </a:lnTo>
                  <a:lnTo>
                    <a:pt x="1193855" y="3626944"/>
                  </a:lnTo>
                  <a:lnTo>
                    <a:pt x="1193855" y="3648138"/>
                  </a:lnTo>
                  <a:lnTo>
                    <a:pt x="1200223" y="3654355"/>
                  </a:lnTo>
                  <a:lnTo>
                    <a:pt x="1219297" y="3654355"/>
                  </a:lnTo>
                  <a:lnTo>
                    <a:pt x="1227787" y="3645877"/>
                  </a:lnTo>
                  <a:lnTo>
                    <a:pt x="1227787" y="3628923"/>
                  </a:lnTo>
                  <a:lnTo>
                    <a:pt x="1221419" y="3620446"/>
                  </a:lnTo>
                  <a:close/>
                </a:path>
                <a:path w="9542780" h="6570345">
                  <a:moveTo>
                    <a:pt x="1221421" y="4238792"/>
                  </a:moveTo>
                  <a:lnTo>
                    <a:pt x="1202345" y="4238792"/>
                  </a:lnTo>
                  <a:lnTo>
                    <a:pt x="1193855" y="4245150"/>
                  </a:lnTo>
                  <a:lnTo>
                    <a:pt x="1193855" y="4266316"/>
                  </a:lnTo>
                  <a:lnTo>
                    <a:pt x="1200223" y="4272673"/>
                  </a:lnTo>
                  <a:lnTo>
                    <a:pt x="1219297" y="4272673"/>
                  </a:lnTo>
                  <a:lnTo>
                    <a:pt x="1227787" y="4264225"/>
                  </a:lnTo>
                  <a:lnTo>
                    <a:pt x="1227787" y="4247269"/>
                  </a:lnTo>
                  <a:lnTo>
                    <a:pt x="1221421" y="4238792"/>
                  </a:lnTo>
                  <a:close/>
                </a:path>
                <a:path w="9542780" h="6570345">
                  <a:moveTo>
                    <a:pt x="1221421" y="4283270"/>
                  </a:moveTo>
                  <a:lnTo>
                    <a:pt x="1202345" y="4283270"/>
                  </a:lnTo>
                  <a:lnTo>
                    <a:pt x="1193855" y="4289629"/>
                  </a:lnTo>
                  <a:lnTo>
                    <a:pt x="1193855" y="4308675"/>
                  </a:lnTo>
                  <a:lnTo>
                    <a:pt x="1200223" y="4317152"/>
                  </a:lnTo>
                  <a:lnTo>
                    <a:pt x="1219297" y="4317152"/>
                  </a:lnTo>
                  <a:lnTo>
                    <a:pt x="1227787" y="4308675"/>
                  </a:lnTo>
                  <a:lnTo>
                    <a:pt x="1227787" y="4291749"/>
                  </a:lnTo>
                  <a:lnTo>
                    <a:pt x="1221421" y="4283270"/>
                  </a:lnTo>
                  <a:close/>
                </a:path>
                <a:path w="9542780" h="6570345">
                  <a:moveTo>
                    <a:pt x="1221421" y="4327721"/>
                  </a:moveTo>
                  <a:lnTo>
                    <a:pt x="1202345" y="4327721"/>
                  </a:lnTo>
                  <a:lnTo>
                    <a:pt x="1193855" y="4334079"/>
                  </a:lnTo>
                  <a:lnTo>
                    <a:pt x="1193855" y="4353153"/>
                  </a:lnTo>
                  <a:lnTo>
                    <a:pt x="1200223" y="4361602"/>
                  </a:lnTo>
                  <a:lnTo>
                    <a:pt x="1219297" y="4361602"/>
                  </a:lnTo>
                  <a:lnTo>
                    <a:pt x="1227787" y="4353153"/>
                  </a:lnTo>
                  <a:lnTo>
                    <a:pt x="1227787" y="4336199"/>
                  </a:lnTo>
                  <a:lnTo>
                    <a:pt x="1221421" y="4327721"/>
                  </a:lnTo>
                  <a:close/>
                </a:path>
                <a:path w="9542780" h="6570345">
                  <a:moveTo>
                    <a:pt x="1221421" y="4372199"/>
                  </a:moveTo>
                  <a:lnTo>
                    <a:pt x="1202345" y="4372199"/>
                  </a:lnTo>
                  <a:lnTo>
                    <a:pt x="1193855" y="4378557"/>
                  </a:lnTo>
                  <a:lnTo>
                    <a:pt x="1193855" y="4397603"/>
                  </a:lnTo>
                  <a:lnTo>
                    <a:pt x="1200223" y="4406080"/>
                  </a:lnTo>
                  <a:lnTo>
                    <a:pt x="1210807" y="4406080"/>
                  </a:lnTo>
                  <a:lnTo>
                    <a:pt x="1219297" y="4403962"/>
                  </a:lnTo>
                  <a:lnTo>
                    <a:pt x="1227787" y="4397603"/>
                  </a:lnTo>
                  <a:lnTo>
                    <a:pt x="1227787" y="4380677"/>
                  </a:lnTo>
                  <a:lnTo>
                    <a:pt x="1221421" y="4372199"/>
                  </a:lnTo>
                  <a:close/>
                </a:path>
                <a:path w="9542780" h="6570345">
                  <a:moveTo>
                    <a:pt x="1221421" y="4416649"/>
                  </a:moveTo>
                  <a:lnTo>
                    <a:pt x="1202345" y="4416649"/>
                  </a:lnTo>
                  <a:lnTo>
                    <a:pt x="1193855" y="4423008"/>
                  </a:lnTo>
                  <a:lnTo>
                    <a:pt x="1193855" y="4442053"/>
                  </a:lnTo>
                  <a:lnTo>
                    <a:pt x="1200223" y="4450532"/>
                  </a:lnTo>
                  <a:lnTo>
                    <a:pt x="1210807" y="4450532"/>
                  </a:lnTo>
                  <a:lnTo>
                    <a:pt x="1219297" y="4448412"/>
                  </a:lnTo>
                  <a:lnTo>
                    <a:pt x="1227787" y="4442053"/>
                  </a:lnTo>
                  <a:lnTo>
                    <a:pt x="1227787" y="4425127"/>
                  </a:lnTo>
                  <a:lnTo>
                    <a:pt x="1221421" y="4416649"/>
                  </a:lnTo>
                  <a:close/>
                </a:path>
                <a:path w="9542780" h="6570345">
                  <a:moveTo>
                    <a:pt x="1221421" y="4459009"/>
                  </a:moveTo>
                  <a:lnTo>
                    <a:pt x="1202345" y="4459009"/>
                  </a:lnTo>
                  <a:lnTo>
                    <a:pt x="1193855" y="4465366"/>
                  </a:lnTo>
                  <a:lnTo>
                    <a:pt x="1193855" y="4484413"/>
                  </a:lnTo>
                  <a:lnTo>
                    <a:pt x="1200223" y="4492890"/>
                  </a:lnTo>
                  <a:lnTo>
                    <a:pt x="1219297" y="4492890"/>
                  </a:lnTo>
                  <a:lnTo>
                    <a:pt x="1227787" y="4486532"/>
                  </a:lnTo>
                  <a:lnTo>
                    <a:pt x="1227787" y="4467486"/>
                  </a:lnTo>
                  <a:lnTo>
                    <a:pt x="1221421" y="4459009"/>
                  </a:lnTo>
                  <a:close/>
                </a:path>
                <a:path w="9542780" h="6570345">
                  <a:moveTo>
                    <a:pt x="1221421" y="4503459"/>
                  </a:moveTo>
                  <a:lnTo>
                    <a:pt x="1202345" y="4503459"/>
                  </a:lnTo>
                  <a:lnTo>
                    <a:pt x="1193855" y="4509816"/>
                  </a:lnTo>
                  <a:lnTo>
                    <a:pt x="1193855" y="4528863"/>
                  </a:lnTo>
                  <a:lnTo>
                    <a:pt x="1200223" y="4537340"/>
                  </a:lnTo>
                  <a:lnTo>
                    <a:pt x="1219297" y="4537340"/>
                  </a:lnTo>
                  <a:lnTo>
                    <a:pt x="1227787" y="4530982"/>
                  </a:lnTo>
                  <a:lnTo>
                    <a:pt x="1227787" y="4511936"/>
                  </a:lnTo>
                  <a:lnTo>
                    <a:pt x="1221421" y="4503459"/>
                  </a:lnTo>
                  <a:close/>
                </a:path>
                <a:path w="9542780" h="6570345">
                  <a:moveTo>
                    <a:pt x="1221421" y="4547937"/>
                  </a:moveTo>
                  <a:lnTo>
                    <a:pt x="1202345" y="4547937"/>
                  </a:lnTo>
                  <a:lnTo>
                    <a:pt x="1193855" y="4554296"/>
                  </a:lnTo>
                  <a:lnTo>
                    <a:pt x="1193855" y="4573342"/>
                  </a:lnTo>
                  <a:lnTo>
                    <a:pt x="1200223" y="4581819"/>
                  </a:lnTo>
                  <a:lnTo>
                    <a:pt x="1219297" y="4581819"/>
                  </a:lnTo>
                  <a:lnTo>
                    <a:pt x="1227789" y="4573342"/>
                  </a:lnTo>
                  <a:lnTo>
                    <a:pt x="1227789" y="4556415"/>
                  </a:lnTo>
                  <a:lnTo>
                    <a:pt x="1221421" y="4547937"/>
                  </a:lnTo>
                  <a:close/>
                </a:path>
                <a:path w="9542780" h="6570345">
                  <a:moveTo>
                    <a:pt x="1221421" y="4592388"/>
                  </a:moveTo>
                  <a:lnTo>
                    <a:pt x="1202345" y="4592388"/>
                  </a:lnTo>
                  <a:lnTo>
                    <a:pt x="1193855" y="4598746"/>
                  </a:lnTo>
                  <a:lnTo>
                    <a:pt x="1193855" y="4617792"/>
                  </a:lnTo>
                  <a:lnTo>
                    <a:pt x="1200223" y="4626269"/>
                  </a:lnTo>
                  <a:lnTo>
                    <a:pt x="1219297" y="4626269"/>
                  </a:lnTo>
                  <a:lnTo>
                    <a:pt x="1227789" y="4617792"/>
                  </a:lnTo>
                  <a:lnTo>
                    <a:pt x="1227789" y="4600865"/>
                  </a:lnTo>
                  <a:lnTo>
                    <a:pt x="1221421" y="4592388"/>
                  </a:lnTo>
                  <a:close/>
                </a:path>
                <a:path w="9542780" h="6570345">
                  <a:moveTo>
                    <a:pt x="1221421" y="4636866"/>
                  </a:moveTo>
                  <a:lnTo>
                    <a:pt x="1202345" y="4636866"/>
                  </a:lnTo>
                  <a:lnTo>
                    <a:pt x="1193855" y="4643224"/>
                  </a:lnTo>
                  <a:lnTo>
                    <a:pt x="1193855" y="4662270"/>
                  </a:lnTo>
                  <a:lnTo>
                    <a:pt x="1200223" y="4670747"/>
                  </a:lnTo>
                  <a:lnTo>
                    <a:pt x="1219297" y="4670747"/>
                  </a:lnTo>
                  <a:lnTo>
                    <a:pt x="1227789" y="4662270"/>
                  </a:lnTo>
                  <a:lnTo>
                    <a:pt x="1227789" y="4645343"/>
                  </a:lnTo>
                  <a:lnTo>
                    <a:pt x="1221421" y="4636866"/>
                  </a:lnTo>
                  <a:close/>
                </a:path>
                <a:path w="9542780" h="6570345">
                  <a:moveTo>
                    <a:pt x="1221421" y="4681316"/>
                  </a:moveTo>
                  <a:lnTo>
                    <a:pt x="1202345" y="4681316"/>
                  </a:lnTo>
                  <a:lnTo>
                    <a:pt x="1193855" y="4687674"/>
                  </a:lnTo>
                  <a:lnTo>
                    <a:pt x="1193855" y="4706720"/>
                  </a:lnTo>
                  <a:lnTo>
                    <a:pt x="1200223" y="4715198"/>
                  </a:lnTo>
                  <a:lnTo>
                    <a:pt x="1210807" y="4715198"/>
                  </a:lnTo>
                  <a:lnTo>
                    <a:pt x="1219297" y="4713079"/>
                  </a:lnTo>
                  <a:lnTo>
                    <a:pt x="1227789" y="4706720"/>
                  </a:lnTo>
                  <a:lnTo>
                    <a:pt x="1227789" y="4689793"/>
                  </a:lnTo>
                  <a:lnTo>
                    <a:pt x="1221421" y="4681316"/>
                  </a:lnTo>
                  <a:close/>
                </a:path>
                <a:path w="9542780" h="6570345">
                  <a:moveTo>
                    <a:pt x="1221421" y="4725794"/>
                  </a:moveTo>
                  <a:lnTo>
                    <a:pt x="1202345" y="4725794"/>
                  </a:lnTo>
                  <a:lnTo>
                    <a:pt x="1193855" y="4732153"/>
                  </a:lnTo>
                  <a:lnTo>
                    <a:pt x="1193855" y="4753319"/>
                  </a:lnTo>
                  <a:lnTo>
                    <a:pt x="1200223" y="4759676"/>
                  </a:lnTo>
                  <a:lnTo>
                    <a:pt x="1210807" y="4759676"/>
                  </a:lnTo>
                  <a:lnTo>
                    <a:pt x="1219297" y="4757557"/>
                  </a:lnTo>
                  <a:lnTo>
                    <a:pt x="1227789" y="4751199"/>
                  </a:lnTo>
                  <a:lnTo>
                    <a:pt x="1227789" y="4734243"/>
                  </a:lnTo>
                  <a:lnTo>
                    <a:pt x="1221421" y="4725794"/>
                  </a:lnTo>
                  <a:close/>
                </a:path>
                <a:path w="9542780" h="6570345">
                  <a:moveTo>
                    <a:pt x="1221421" y="4768126"/>
                  </a:moveTo>
                  <a:lnTo>
                    <a:pt x="1202345" y="4768126"/>
                  </a:lnTo>
                  <a:lnTo>
                    <a:pt x="1193855" y="4774483"/>
                  </a:lnTo>
                  <a:lnTo>
                    <a:pt x="1193855" y="4795649"/>
                  </a:lnTo>
                  <a:lnTo>
                    <a:pt x="1200223" y="4802007"/>
                  </a:lnTo>
                  <a:lnTo>
                    <a:pt x="1219297" y="4802007"/>
                  </a:lnTo>
                  <a:lnTo>
                    <a:pt x="1227789" y="4795649"/>
                  </a:lnTo>
                  <a:lnTo>
                    <a:pt x="1227789" y="4776603"/>
                  </a:lnTo>
                  <a:lnTo>
                    <a:pt x="1221421" y="4768126"/>
                  </a:lnTo>
                  <a:close/>
                </a:path>
                <a:path w="9542780" h="6570345">
                  <a:moveTo>
                    <a:pt x="1221421" y="4812604"/>
                  </a:moveTo>
                  <a:lnTo>
                    <a:pt x="1202345" y="4812604"/>
                  </a:lnTo>
                  <a:lnTo>
                    <a:pt x="1193855" y="4818962"/>
                  </a:lnTo>
                  <a:lnTo>
                    <a:pt x="1193855" y="4838009"/>
                  </a:lnTo>
                  <a:lnTo>
                    <a:pt x="1200223" y="4846486"/>
                  </a:lnTo>
                  <a:lnTo>
                    <a:pt x="1219297" y="4846486"/>
                  </a:lnTo>
                  <a:lnTo>
                    <a:pt x="1227789" y="4840127"/>
                  </a:lnTo>
                  <a:lnTo>
                    <a:pt x="1227789" y="4821053"/>
                  </a:lnTo>
                  <a:lnTo>
                    <a:pt x="1221421" y="4812604"/>
                  </a:lnTo>
                  <a:close/>
                </a:path>
                <a:path w="9542780" h="6570345">
                  <a:moveTo>
                    <a:pt x="1176902" y="927435"/>
                  </a:moveTo>
                  <a:lnTo>
                    <a:pt x="1157799" y="927435"/>
                  </a:lnTo>
                  <a:lnTo>
                    <a:pt x="1149337" y="933653"/>
                  </a:lnTo>
                  <a:lnTo>
                    <a:pt x="1149337" y="954846"/>
                  </a:lnTo>
                  <a:lnTo>
                    <a:pt x="1155677" y="961063"/>
                  </a:lnTo>
                  <a:lnTo>
                    <a:pt x="1174780" y="961063"/>
                  </a:lnTo>
                  <a:lnTo>
                    <a:pt x="1183242" y="952585"/>
                  </a:lnTo>
                  <a:lnTo>
                    <a:pt x="1183242" y="935913"/>
                  </a:lnTo>
                  <a:lnTo>
                    <a:pt x="1176902" y="927435"/>
                  </a:lnTo>
                  <a:close/>
                </a:path>
                <a:path w="9542780" h="6570345">
                  <a:moveTo>
                    <a:pt x="1176902" y="971801"/>
                  </a:moveTo>
                  <a:lnTo>
                    <a:pt x="1157799" y="971801"/>
                  </a:lnTo>
                  <a:lnTo>
                    <a:pt x="1149337" y="978018"/>
                  </a:lnTo>
                  <a:lnTo>
                    <a:pt x="1149337" y="997233"/>
                  </a:lnTo>
                  <a:lnTo>
                    <a:pt x="1155677" y="1005711"/>
                  </a:lnTo>
                  <a:lnTo>
                    <a:pt x="1166290" y="1005711"/>
                  </a:lnTo>
                  <a:lnTo>
                    <a:pt x="1174780" y="1003451"/>
                  </a:lnTo>
                  <a:lnTo>
                    <a:pt x="1183242" y="997233"/>
                  </a:lnTo>
                  <a:lnTo>
                    <a:pt x="1183242" y="980278"/>
                  </a:lnTo>
                  <a:lnTo>
                    <a:pt x="1176902" y="971801"/>
                  </a:lnTo>
                  <a:close/>
                </a:path>
                <a:path w="9542780" h="6570345">
                  <a:moveTo>
                    <a:pt x="1176902" y="1016166"/>
                  </a:moveTo>
                  <a:lnTo>
                    <a:pt x="1157799" y="1016166"/>
                  </a:lnTo>
                  <a:lnTo>
                    <a:pt x="1149337" y="1022666"/>
                  </a:lnTo>
                  <a:lnTo>
                    <a:pt x="1149337" y="1041599"/>
                  </a:lnTo>
                  <a:lnTo>
                    <a:pt x="1155677" y="1050076"/>
                  </a:lnTo>
                  <a:lnTo>
                    <a:pt x="1166290" y="1050076"/>
                  </a:lnTo>
                  <a:lnTo>
                    <a:pt x="1174780" y="1048097"/>
                  </a:lnTo>
                  <a:lnTo>
                    <a:pt x="1183242" y="1041599"/>
                  </a:lnTo>
                  <a:lnTo>
                    <a:pt x="1183242" y="1024643"/>
                  </a:lnTo>
                  <a:lnTo>
                    <a:pt x="1176902" y="1016166"/>
                  </a:lnTo>
                  <a:close/>
                </a:path>
                <a:path w="9542780" h="6570345">
                  <a:moveTo>
                    <a:pt x="1176902" y="1058553"/>
                  </a:moveTo>
                  <a:lnTo>
                    <a:pt x="1157799" y="1058553"/>
                  </a:lnTo>
                  <a:lnTo>
                    <a:pt x="1149337" y="1065053"/>
                  </a:lnTo>
                  <a:lnTo>
                    <a:pt x="1149337" y="1086247"/>
                  </a:lnTo>
                  <a:lnTo>
                    <a:pt x="1155677" y="1092464"/>
                  </a:lnTo>
                  <a:lnTo>
                    <a:pt x="1174780" y="1092464"/>
                  </a:lnTo>
                  <a:lnTo>
                    <a:pt x="1183242" y="1086247"/>
                  </a:lnTo>
                  <a:lnTo>
                    <a:pt x="1183242" y="1067031"/>
                  </a:lnTo>
                  <a:lnTo>
                    <a:pt x="1176902" y="1058553"/>
                  </a:lnTo>
                  <a:close/>
                </a:path>
                <a:path w="9542780" h="6570345">
                  <a:moveTo>
                    <a:pt x="1176902" y="1102920"/>
                  </a:moveTo>
                  <a:lnTo>
                    <a:pt x="1157799" y="1102920"/>
                  </a:lnTo>
                  <a:lnTo>
                    <a:pt x="1149337" y="1109418"/>
                  </a:lnTo>
                  <a:lnTo>
                    <a:pt x="1149337" y="1128351"/>
                  </a:lnTo>
                  <a:lnTo>
                    <a:pt x="1155677" y="1136829"/>
                  </a:lnTo>
                  <a:lnTo>
                    <a:pt x="1174780" y="1136829"/>
                  </a:lnTo>
                  <a:lnTo>
                    <a:pt x="1183242" y="1130612"/>
                  </a:lnTo>
                  <a:lnTo>
                    <a:pt x="1183242" y="1111397"/>
                  </a:lnTo>
                  <a:lnTo>
                    <a:pt x="1176902" y="1102920"/>
                  </a:lnTo>
                  <a:close/>
                </a:path>
                <a:path w="9542780" h="6570345">
                  <a:moveTo>
                    <a:pt x="1176902" y="1147566"/>
                  </a:moveTo>
                  <a:lnTo>
                    <a:pt x="1157799" y="1147566"/>
                  </a:lnTo>
                  <a:lnTo>
                    <a:pt x="1149337" y="1153784"/>
                  </a:lnTo>
                  <a:lnTo>
                    <a:pt x="1149337" y="1172999"/>
                  </a:lnTo>
                  <a:lnTo>
                    <a:pt x="1155677" y="1181477"/>
                  </a:lnTo>
                  <a:lnTo>
                    <a:pt x="1174780" y="1181477"/>
                  </a:lnTo>
                  <a:lnTo>
                    <a:pt x="1183242" y="1172999"/>
                  </a:lnTo>
                  <a:lnTo>
                    <a:pt x="1183242" y="1156045"/>
                  </a:lnTo>
                  <a:lnTo>
                    <a:pt x="1176902" y="1147566"/>
                  </a:lnTo>
                  <a:close/>
                </a:path>
                <a:path w="9542780" h="6570345">
                  <a:moveTo>
                    <a:pt x="1176902" y="1191933"/>
                  </a:moveTo>
                  <a:lnTo>
                    <a:pt x="1157799" y="1191933"/>
                  </a:lnTo>
                  <a:lnTo>
                    <a:pt x="1149337" y="1198432"/>
                  </a:lnTo>
                  <a:lnTo>
                    <a:pt x="1149337" y="1217364"/>
                  </a:lnTo>
                  <a:lnTo>
                    <a:pt x="1155677" y="1225843"/>
                  </a:lnTo>
                  <a:lnTo>
                    <a:pt x="1174780" y="1225843"/>
                  </a:lnTo>
                  <a:lnTo>
                    <a:pt x="1183242" y="1217364"/>
                  </a:lnTo>
                  <a:lnTo>
                    <a:pt x="1183242" y="1200410"/>
                  </a:lnTo>
                  <a:lnTo>
                    <a:pt x="1176902" y="1191933"/>
                  </a:lnTo>
                  <a:close/>
                </a:path>
                <a:path w="9542780" h="6570345">
                  <a:moveTo>
                    <a:pt x="1176902" y="1236581"/>
                  </a:moveTo>
                  <a:lnTo>
                    <a:pt x="1157799" y="1236581"/>
                  </a:lnTo>
                  <a:lnTo>
                    <a:pt x="1149337" y="1242797"/>
                  </a:lnTo>
                  <a:lnTo>
                    <a:pt x="1149337" y="1261731"/>
                  </a:lnTo>
                  <a:lnTo>
                    <a:pt x="1155677" y="1270208"/>
                  </a:lnTo>
                  <a:lnTo>
                    <a:pt x="1174780" y="1270208"/>
                  </a:lnTo>
                  <a:lnTo>
                    <a:pt x="1183242" y="1261731"/>
                  </a:lnTo>
                  <a:lnTo>
                    <a:pt x="1183242" y="1244775"/>
                  </a:lnTo>
                  <a:lnTo>
                    <a:pt x="1176902" y="1236581"/>
                  </a:lnTo>
                  <a:close/>
                </a:path>
                <a:path w="9542780" h="6570345">
                  <a:moveTo>
                    <a:pt x="1176902" y="1280946"/>
                  </a:moveTo>
                  <a:lnTo>
                    <a:pt x="1157799" y="1280946"/>
                  </a:lnTo>
                  <a:lnTo>
                    <a:pt x="1149337" y="1287162"/>
                  </a:lnTo>
                  <a:lnTo>
                    <a:pt x="1149337" y="1306379"/>
                  </a:lnTo>
                  <a:lnTo>
                    <a:pt x="1155677" y="1314856"/>
                  </a:lnTo>
                  <a:lnTo>
                    <a:pt x="1166290" y="1314856"/>
                  </a:lnTo>
                  <a:lnTo>
                    <a:pt x="1174780" y="1312595"/>
                  </a:lnTo>
                  <a:lnTo>
                    <a:pt x="1183242" y="1306379"/>
                  </a:lnTo>
                  <a:lnTo>
                    <a:pt x="1183242" y="1289423"/>
                  </a:lnTo>
                  <a:lnTo>
                    <a:pt x="1176902" y="1280946"/>
                  </a:lnTo>
                  <a:close/>
                </a:path>
                <a:path w="9542780" h="6570345">
                  <a:moveTo>
                    <a:pt x="1176902" y="1325312"/>
                  </a:moveTo>
                  <a:lnTo>
                    <a:pt x="1157799" y="1325312"/>
                  </a:lnTo>
                  <a:lnTo>
                    <a:pt x="1149337" y="1331810"/>
                  </a:lnTo>
                  <a:lnTo>
                    <a:pt x="1149337" y="1350744"/>
                  </a:lnTo>
                  <a:lnTo>
                    <a:pt x="1155677" y="1359221"/>
                  </a:lnTo>
                  <a:lnTo>
                    <a:pt x="1166290" y="1359221"/>
                  </a:lnTo>
                  <a:lnTo>
                    <a:pt x="1174780" y="1357243"/>
                  </a:lnTo>
                  <a:lnTo>
                    <a:pt x="1183242" y="1350744"/>
                  </a:lnTo>
                  <a:lnTo>
                    <a:pt x="1183242" y="1333789"/>
                  </a:lnTo>
                  <a:lnTo>
                    <a:pt x="1176902" y="1325312"/>
                  </a:lnTo>
                  <a:close/>
                </a:path>
                <a:path w="9542780" h="6570345">
                  <a:moveTo>
                    <a:pt x="1176902" y="1367699"/>
                  </a:moveTo>
                  <a:lnTo>
                    <a:pt x="1157799" y="1367699"/>
                  </a:lnTo>
                  <a:lnTo>
                    <a:pt x="1149337" y="1374198"/>
                  </a:lnTo>
                  <a:lnTo>
                    <a:pt x="1149337" y="1393131"/>
                  </a:lnTo>
                  <a:lnTo>
                    <a:pt x="1155677" y="1401608"/>
                  </a:lnTo>
                  <a:lnTo>
                    <a:pt x="1174780" y="1401608"/>
                  </a:lnTo>
                  <a:lnTo>
                    <a:pt x="1183242" y="1395110"/>
                  </a:lnTo>
                  <a:lnTo>
                    <a:pt x="1183242" y="1376177"/>
                  </a:lnTo>
                  <a:lnTo>
                    <a:pt x="1176902" y="1367699"/>
                  </a:lnTo>
                  <a:close/>
                </a:path>
                <a:path w="9542780" h="6570345">
                  <a:moveTo>
                    <a:pt x="1176902" y="1412064"/>
                  </a:moveTo>
                  <a:lnTo>
                    <a:pt x="1157799" y="1412064"/>
                  </a:lnTo>
                  <a:lnTo>
                    <a:pt x="1149337" y="1418564"/>
                  </a:lnTo>
                  <a:lnTo>
                    <a:pt x="1149337" y="1439757"/>
                  </a:lnTo>
                  <a:lnTo>
                    <a:pt x="1155677" y="1445975"/>
                  </a:lnTo>
                  <a:lnTo>
                    <a:pt x="1174780" y="1445975"/>
                  </a:lnTo>
                  <a:lnTo>
                    <a:pt x="1183242" y="1439757"/>
                  </a:lnTo>
                  <a:lnTo>
                    <a:pt x="1183242" y="1420541"/>
                  </a:lnTo>
                  <a:lnTo>
                    <a:pt x="1176902" y="1412064"/>
                  </a:lnTo>
                  <a:close/>
                </a:path>
                <a:path w="9542780" h="6570345">
                  <a:moveTo>
                    <a:pt x="1176902" y="1456712"/>
                  </a:moveTo>
                  <a:lnTo>
                    <a:pt x="1157799" y="1456712"/>
                  </a:lnTo>
                  <a:lnTo>
                    <a:pt x="1149337" y="1462929"/>
                  </a:lnTo>
                  <a:lnTo>
                    <a:pt x="1149337" y="1484123"/>
                  </a:lnTo>
                  <a:lnTo>
                    <a:pt x="1155677" y="1490623"/>
                  </a:lnTo>
                  <a:lnTo>
                    <a:pt x="1174780" y="1490623"/>
                  </a:lnTo>
                  <a:lnTo>
                    <a:pt x="1183242" y="1482144"/>
                  </a:lnTo>
                  <a:lnTo>
                    <a:pt x="1183242" y="1465190"/>
                  </a:lnTo>
                  <a:lnTo>
                    <a:pt x="1176902" y="1456712"/>
                  </a:lnTo>
                  <a:close/>
                </a:path>
                <a:path w="9542780" h="6570345">
                  <a:moveTo>
                    <a:pt x="1176902" y="1501077"/>
                  </a:moveTo>
                  <a:lnTo>
                    <a:pt x="1157799" y="1501077"/>
                  </a:lnTo>
                  <a:lnTo>
                    <a:pt x="1149337" y="1507577"/>
                  </a:lnTo>
                  <a:lnTo>
                    <a:pt x="1149337" y="1528771"/>
                  </a:lnTo>
                  <a:lnTo>
                    <a:pt x="1155677" y="1534988"/>
                  </a:lnTo>
                  <a:lnTo>
                    <a:pt x="1174780" y="1534988"/>
                  </a:lnTo>
                  <a:lnTo>
                    <a:pt x="1183242" y="1526510"/>
                  </a:lnTo>
                  <a:lnTo>
                    <a:pt x="1183242" y="1509555"/>
                  </a:lnTo>
                  <a:lnTo>
                    <a:pt x="1176902" y="1501077"/>
                  </a:lnTo>
                  <a:close/>
                </a:path>
                <a:path w="9542780" h="6570345">
                  <a:moveTo>
                    <a:pt x="1176902" y="1545443"/>
                  </a:moveTo>
                  <a:lnTo>
                    <a:pt x="1157799" y="1545443"/>
                  </a:lnTo>
                  <a:lnTo>
                    <a:pt x="1149337" y="1551942"/>
                  </a:lnTo>
                  <a:lnTo>
                    <a:pt x="1149337" y="1573136"/>
                  </a:lnTo>
                  <a:lnTo>
                    <a:pt x="1155677" y="1579352"/>
                  </a:lnTo>
                  <a:lnTo>
                    <a:pt x="1174780" y="1579352"/>
                  </a:lnTo>
                  <a:lnTo>
                    <a:pt x="1183242" y="1570875"/>
                  </a:lnTo>
                  <a:lnTo>
                    <a:pt x="1183242" y="1553921"/>
                  </a:lnTo>
                  <a:lnTo>
                    <a:pt x="1176902" y="1545443"/>
                  </a:lnTo>
                  <a:close/>
                </a:path>
                <a:path w="9542780" h="6570345">
                  <a:moveTo>
                    <a:pt x="1176902" y="1590092"/>
                  </a:moveTo>
                  <a:lnTo>
                    <a:pt x="1157799" y="1590092"/>
                  </a:lnTo>
                  <a:lnTo>
                    <a:pt x="1149337" y="1596308"/>
                  </a:lnTo>
                  <a:lnTo>
                    <a:pt x="1149337" y="1615523"/>
                  </a:lnTo>
                  <a:lnTo>
                    <a:pt x="1155677" y="1624001"/>
                  </a:lnTo>
                  <a:lnTo>
                    <a:pt x="1166290" y="1624001"/>
                  </a:lnTo>
                  <a:lnTo>
                    <a:pt x="1174780" y="1621740"/>
                  </a:lnTo>
                  <a:lnTo>
                    <a:pt x="1183242" y="1615523"/>
                  </a:lnTo>
                  <a:lnTo>
                    <a:pt x="1183242" y="1598569"/>
                  </a:lnTo>
                  <a:lnTo>
                    <a:pt x="1176902" y="1590092"/>
                  </a:lnTo>
                  <a:close/>
                </a:path>
                <a:path w="9542780" h="6570345">
                  <a:moveTo>
                    <a:pt x="1176902" y="1634456"/>
                  </a:moveTo>
                  <a:lnTo>
                    <a:pt x="1157799" y="1634456"/>
                  </a:lnTo>
                  <a:lnTo>
                    <a:pt x="1149337" y="1640956"/>
                  </a:lnTo>
                  <a:lnTo>
                    <a:pt x="1149337" y="1659889"/>
                  </a:lnTo>
                  <a:lnTo>
                    <a:pt x="1155677" y="1668367"/>
                  </a:lnTo>
                  <a:lnTo>
                    <a:pt x="1166290" y="1668367"/>
                  </a:lnTo>
                  <a:lnTo>
                    <a:pt x="1174780" y="1666388"/>
                  </a:lnTo>
                  <a:lnTo>
                    <a:pt x="1183242" y="1659889"/>
                  </a:lnTo>
                  <a:lnTo>
                    <a:pt x="1183242" y="1642934"/>
                  </a:lnTo>
                  <a:lnTo>
                    <a:pt x="1176902" y="1634456"/>
                  </a:lnTo>
                  <a:close/>
                </a:path>
                <a:path w="9542780" h="6570345">
                  <a:moveTo>
                    <a:pt x="1176902" y="1676844"/>
                  </a:moveTo>
                  <a:lnTo>
                    <a:pt x="1157799" y="1676844"/>
                  </a:lnTo>
                  <a:lnTo>
                    <a:pt x="1149337" y="1683061"/>
                  </a:lnTo>
                  <a:lnTo>
                    <a:pt x="1149337" y="1704254"/>
                  </a:lnTo>
                  <a:lnTo>
                    <a:pt x="1155677" y="1710754"/>
                  </a:lnTo>
                  <a:lnTo>
                    <a:pt x="1174780" y="1710754"/>
                  </a:lnTo>
                  <a:lnTo>
                    <a:pt x="1183242" y="1704254"/>
                  </a:lnTo>
                  <a:lnTo>
                    <a:pt x="1183242" y="1685321"/>
                  </a:lnTo>
                  <a:lnTo>
                    <a:pt x="1176902" y="1676844"/>
                  </a:lnTo>
                  <a:close/>
                </a:path>
                <a:path w="9542780" h="6570345">
                  <a:moveTo>
                    <a:pt x="1176902" y="1721209"/>
                  </a:moveTo>
                  <a:lnTo>
                    <a:pt x="1157799" y="1721209"/>
                  </a:lnTo>
                  <a:lnTo>
                    <a:pt x="1149337" y="1727709"/>
                  </a:lnTo>
                  <a:lnTo>
                    <a:pt x="1149337" y="1748903"/>
                  </a:lnTo>
                  <a:lnTo>
                    <a:pt x="1155677" y="1755119"/>
                  </a:lnTo>
                  <a:lnTo>
                    <a:pt x="1174780" y="1755119"/>
                  </a:lnTo>
                  <a:lnTo>
                    <a:pt x="1183242" y="1748903"/>
                  </a:lnTo>
                  <a:lnTo>
                    <a:pt x="1183242" y="1729686"/>
                  </a:lnTo>
                  <a:lnTo>
                    <a:pt x="1176902" y="1721209"/>
                  </a:lnTo>
                  <a:close/>
                </a:path>
                <a:path w="9542780" h="6570345">
                  <a:moveTo>
                    <a:pt x="1176902" y="1765857"/>
                  </a:moveTo>
                  <a:lnTo>
                    <a:pt x="1157799" y="1765857"/>
                  </a:lnTo>
                  <a:lnTo>
                    <a:pt x="1149337" y="1772074"/>
                  </a:lnTo>
                  <a:lnTo>
                    <a:pt x="1149337" y="1793267"/>
                  </a:lnTo>
                  <a:lnTo>
                    <a:pt x="1157799" y="1799767"/>
                  </a:lnTo>
                  <a:lnTo>
                    <a:pt x="1174780" y="1799767"/>
                  </a:lnTo>
                  <a:lnTo>
                    <a:pt x="1183242" y="1791290"/>
                  </a:lnTo>
                  <a:lnTo>
                    <a:pt x="1183242" y="1774334"/>
                  </a:lnTo>
                  <a:lnTo>
                    <a:pt x="1176902" y="1765857"/>
                  </a:lnTo>
                  <a:close/>
                </a:path>
                <a:path w="9542780" h="6570345">
                  <a:moveTo>
                    <a:pt x="1176902" y="1810223"/>
                  </a:moveTo>
                  <a:lnTo>
                    <a:pt x="1157799" y="1810223"/>
                  </a:lnTo>
                  <a:lnTo>
                    <a:pt x="1149337" y="1816722"/>
                  </a:lnTo>
                  <a:lnTo>
                    <a:pt x="1149337" y="1837634"/>
                  </a:lnTo>
                  <a:lnTo>
                    <a:pt x="1155677" y="1844132"/>
                  </a:lnTo>
                  <a:lnTo>
                    <a:pt x="1174780" y="1844132"/>
                  </a:lnTo>
                  <a:lnTo>
                    <a:pt x="1183242" y="1835655"/>
                  </a:lnTo>
                  <a:lnTo>
                    <a:pt x="1183242" y="1818700"/>
                  </a:lnTo>
                  <a:lnTo>
                    <a:pt x="1176902" y="1810223"/>
                  </a:lnTo>
                  <a:close/>
                </a:path>
                <a:path w="9542780" h="6570345">
                  <a:moveTo>
                    <a:pt x="1176902" y="1854588"/>
                  </a:moveTo>
                  <a:lnTo>
                    <a:pt x="1157799" y="1854588"/>
                  </a:lnTo>
                  <a:lnTo>
                    <a:pt x="1149337" y="1861088"/>
                  </a:lnTo>
                  <a:lnTo>
                    <a:pt x="1149337" y="1880021"/>
                  </a:lnTo>
                  <a:lnTo>
                    <a:pt x="1155677" y="1888498"/>
                  </a:lnTo>
                  <a:lnTo>
                    <a:pt x="1174780" y="1888498"/>
                  </a:lnTo>
                  <a:lnTo>
                    <a:pt x="1183242" y="1880021"/>
                  </a:lnTo>
                  <a:lnTo>
                    <a:pt x="1183242" y="1863065"/>
                  </a:lnTo>
                  <a:lnTo>
                    <a:pt x="1176902" y="1854588"/>
                  </a:lnTo>
                  <a:close/>
                </a:path>
                <a:path w="9542780" h="6570345">
                  <a:moveTo>
                    <a:pt x="1176902" y="1899236"/>
                  </a:moveTo>
                  <a:lnTo>
                    <a:pt x="1157799" y="1899236"/>
                  </a:lnTo>
                  <a:lnTo>
                    <a:pt x="1149337" y="1905453"/>
                  </a:lnTo>
                  <a:lnTo>
                    <a:pt x="1149337" y="1924668"/>
                  </a:lnTo>
                  <a:lnTo>
                    <a:pt x="1155677" y="1933147"/>
                  </a:lnTo>
                  <a:lnTo>
                    <a:pt x="1166290" y="1933147"/>
                  </a:lnTo>
                  <a:lnTo>
                    <a:pt x="1174780" y="1930886"/>
                  </a:lnTo>
                  <a:lnTo>
                    <a:pt x="1183242" y="1924668"/>
                  </a:lnTo>
                  <a:lnTo>
                    <a:pt x="1183242" y="1907713"/>
                  </a:lnTo>
                  <a:lnTo>
                    <a:pt x="1176902" y="1899236"/>
                  </a:lnTo>
                  <a:close/>
                </a:path>
                <a:path w="9542780" h="6570345">
                  <a:moveTo>
                    <a:pt x="1176902" y="1943601"/>
                  </a:moveTo>
                  <a:lnTo>
                    <a:pt x="1157799" y="1943601"/>
                  </a:lnTo>
                  <a:lnTo>
                    <a:pt x="1149337" y="1950101"/>
                  </a:lnTo>
                  <a:lnTo>
                    <a:pt x="1149337" y="1971295"/>
                  </a:lnTo>
                  <a:lnTo>
                    <a:pt x="1155677" y="1977511"/>
                  </a:lnTo>
                  <a:lnTo>
                    <a:pt x="1166290" y="1977511"/>
                  </a:lnTo>
                  <a:lnTo>
                    <a:pt x="1174780" y="1975251"/>
                  </a:lnTo>
                  <a:lnTo>
                    <a:pt x="1183242" y="1969034"/>
                  </a:lnTo>
                  <a:lnTo>
                    <a:pt x="1183242" y="1952080"/>
                  </a:lnTo>
                  <a:lnTo>
                    <a:pt x="1176902" y="1943601"/>
                  </a:lnTo>
                  <a:close/>
                </a:path>
                <a:path w="9542780" h="6570345">
                  <a:moveTo>
                    <a:pt x="1176902" y="1985989"/>
                  </a:moveTo>
                  <a:lnTo>
                    <a:pt x="1157799" y="1985989"/>
                  </a:lnTo>
                  <a:lnTo>
                    <a:pt x="1149337" y="1992205"/>
                  </a:lnTo>
                  <a:lnTo>
                    <a:pt x="1149337" y="2013399"/>
                  </a:lnTo>
                  <a:lnTo>
                    <a:pt x="1155677" y="2019899"/>
                  </a:lnTo>
                  <a:lnTo>
                    <a:pt x="1174780" y="2019899"/>
                  </a:lnTo>
                  <a:lnTo>
                    <a:pt x="1183242" y="2013399"/>
                  </a:lnTo>
                  <a:lnTo>
                    <a:pt x="1183242" y="1994466"/>
                  </a:lnTo>
                  <a:lnTo>
                    <a:pt x="1176902" y="1985989"/>
                  </a:lnTo>
                  <a:close/>
                </a:path>
                <a:path w="9542780" h="6570345">
                  <a:moveTo>
                    <a:pt x="1176902" y="2030355"/>
                  </a:moveTo>
                  <a:lnTo>
                    <a:pt x="1157799" y="2030355"/>
                  </a:lnTo>
                  <a:lnTo>
                    <a:pt x="1149337" y="2036853"/>
                  </a:lnTo>
                  <a:lnTo>
                    <a:pt x="1149337" y="2058047"/>
                  </a:lnTo>
                  <a:lnTo>
                    <a:pt x="1155677" y="2064264"/>
                  </a:lnTo>
                  <a:lnTo>
                    <a:pt x="1174780" y="2064264"/>
                  </a:lnTo>
                  <a:lnTo>
                    <a:pt x="1183242" y="2058047"/>
                  </a:lnTo>
                  <a:lnTo>
                    <a:pt x="1183242" y="2038832"/>
                  </a:lnTo>
                  <a:lnTo>
                    <a:pt x="1176902" y="2030355"/>
                  </a:lnTo>
                  <a:close/>
                </a:path>
                <a:path w="9542780" h="6570345">
                  <a:moveTo>
                    <a:pt x="1176902" y="2075003"/>
                  </a:moveTo>
                  <a:lnTo>
                    <a:pt x="1157799" y="2075003"/>
                  </a:lnTo>
                  <a:lnTo>
                    <a:pt x="1149337" y="2081220"/>
                  </a:lnTo>
                  <a:lnTo>
                    <a:pt x="1149337" y="2102413"/>
                  </a:lnTo>
                  <a:lnTo>
                    <a:pt x="1155677" y="2108912"/>
                  </a:lnTo>
                  <a:lnTo>
                    <a:pt x="1174780" y="2108912"/>
                  </a:lnTo>
                  <a:lnTo>
                    <a:pt x="1183242" y="2100435"/>
                  </a:lnTo>
                  <a:lnTo>
                    <a:pt x="1183242" y="2083480"/>
                  </a:lnTo>
                  <a:lnTo>
                    <a:pt x="1176902" y="2075003"/>
                  </a:lnTo>
                  <a:close/>
                </a:path>
                <a:path w="9542780" h="6570345">
                  <a:moveTo>
                    <a:pt x="1176902" y="2119368"/>
                  </a:moveTo>
                  <a:lnTo>
                    <a:pt x="1157799" y="2119368"/>
                  </a:lnTo>
                  <a:lnTo>
                    <a:pt x="1149337" y="2125585"/>
                  </a:lnTo>
                  <a:lnTo>
                    <a:pt x="1149337" y="2144800"/>
                  </a:lnTo>
                  <a:lnTo>
                    <a:pt x="1155677" y="2153278"/>
                  </a:lnTo>
                  <a:lnTo>
                    <a:pt x="1174780" y="2153278"/>
                  </a:lnTo>
                  <a:lnTo>
                    <a:pt x="1183242" y="2144800"/>
                  </a:lnTo>
                  <a:lnTo>
                    <a:pt x="1183242" y="2127845"/>
                  </a:lnTo>
                  <a:lnTo>
                    <a:pt x="1176902" y="2119368"/>
                  </a:lnTo>
                  <a:close/>
                </a:path>
                <a:path w="9542780" h="6570345">
                  <a:moveTo>
                    <a:pt x="1176902" y="2163733"/>
                  </a:moveTo>
                  <a:lnTo>
                    <a:pt x="1157799" y="2163733"/>
                  </a:lnTo>
                  <a:lnTo>
                    <a:pt x="1149337" y="2170233"/>
                  </a:lnTo>
                  <a:lnTo>
                    <a:pt x="1149337" y="2189166"/>
                  </a:lnTo>
                  <a:lnTo>
                    <a:pt x="1155677" y="2197643"/>
                  </a:lnTo>
                  <a:lnTo>
                    <a:pt x="1174780" y="2197643"/>
                  </a:lnTo>
                  <a:lnTo>
                    <a:pt x="1183242" y="2189166"/>
                  </a:lnTo>
                  <a:lnTo>
                    <a:pt x="1183242" y="2172211"/>
                  </a:lnTo>
                  <a:lnTo>
                    <a:pt x="1176902" y="2163733"/>
                  </a:lnTo>
                  <a:close/>
                </a:path>
                <a:path w="9542780" h="6570345">
                  <a:moveTo>
                    <a:pt x="1176902" y="2208381"/>
                  </a:moveTo>
                  <a:lnTo>
                    <a:pt x="1157799" y="2208381"/>
                  </a:lnTo>
                  <a:lnTo>
                    <a:pt x="1149337" y="2214598"/>
                  </a:lnTo>
                  <a:lnTo>
                    <a:pt x="1149337" y="2233814"/>
                  </a:lnTo>
                  <a:lnTo>
                    <a:pt x="1155677" y="2242291"/>
                  </a:lnTo>
                  <a:lnTo>
                    <a:pt x="1166290" y="2242291"/>
                  </a:lnTo>
                  <a:lnTo>
                    <a:pt x="1174780" y="2240031"/>
                  </a:lnTo>
                  <a:lnTo>
                    <a:pt x="1183242" y="2233814"/>
                  </a:lnTo>
                  <a:lnTo>
                    <a:pt x="1183242" y="2216858"/>
                  </a:lnTo>
                  <a:lnTo>
                    <a:pt x="1176902" y="2208381"/>
                  </a:lnTo>
                  <a:close/>
                </a:path>
                <a:path w="9542780" h="6570345">
                  <a:moveTo>
                    <a:pt x="1176902" y="2252747"/>
                  </a:moveTo>
                  <a:lnTo>
                    <a:pt x="1157799" y="2252747"/>
                  </a:lnTo>
                  <a:lnTo>
                    <a:pt x="1149337" y="2259246"/>
                  </a:lnTo>
                  <a:lnTo>
                    <a:pt x="1149337" y="2280157"/>
                  </a:lnTo>
                  <a:lnTo>
                    <a:pt x="1155677" y="2286656"/>
                  </a:lnTo>
                  <a:lnTo>
                    <a:pt x="1166290" y="2286656"/>
                  </a:lnTo>
                  <a:lnTo>
                    <a:pt x="1174780" y="2284395"/>
                  </a:lnTo>
                  <a:lnTo>
                    <a:pt x="1183242" y="2278179"/>
                  </a:lnTo>
                  <a:lnTo>
                    <a:pt x="1183242" y="2261224"/>
                  </a:lnTo>
                  <a:lnTo>
                    <a:pt x="1176902" y="2252747"/>
                  </a:lnTo>
                  <a:close/>
                </a:path>
                <a:path w="9542780" h="6570345">
                  <a:moveTo>
                    <a:pt x="1176902" y="2295135"/>
                  </a:moveTo>
                  <a:lnTo>
                    <a:pt x="1157799" y="2295135"/>
                  </a:lnTo>
                  <a:lnTo>
                    <a:pt x="1149337" y="2301351"/>
                  </a:lnTo>
                  <a:lnTo>
                    <a:pt x="1149337" y="2322545"/>
                  </a:lnTo>
                  <a:lnTo>
                    <a:pt x="1155677" y="2329044"/>
                  </a:lnTo>
                  <a:lnTo>
                    <a:pt x="1174780" y="2329044"/>
                  </a:lnTo>
                  <a:lnTo>
                    <a:pt x="1183242" y="2322545"/>
                  </a:lnTo>
                  <a:lnTo>
                    <a:pt x="1183242" y="2303612"/>
                  </a:lnTo>
                  <a:lnTo>
                    <a:pt x="1176902" y="2295135"/>
                  </a:lnTo>
                  <a:close/>
                </a:path>
                <a:path w="9542780" h="6570345">
                  <a:moveTo>
                    <a:pt x="1176902" y="2339500"/>
                  </a:moveTo>
                  <a:lnTo>
                    <a:pt x="1157799" y="2339500"/>
                  </a:lnTo>
                  <a:lnTo>
                    <a:pt x="1149337" y="2345999"/>
                  </a:lnTo>
                  <a:lnTo>
                    <a:pt x="1149337" y="2367193"/>
                  </a:lnTo>
                  <a:lnTo>
                    <a:pt x="1155677" y="2373410"/>
                  </a:lnTo>
                  <a:lnTo>
                    <a:pt x="1174780" y="2373410"/>
                  </a:lnTo>
                  <a:lnTo>
                    <a:pt x="1183242" y="2367193"/>
                  </a:lnTo>
                  <a:lnTo>
                    <a:pt x="1183242" y="2347977"/>
                  </a:lnTo>
                  <a:lnTo>
                    <a:pt x="1176902" y="2339500"/>
                  </a:lnTo>
                  <a:close/>
                </a:path>
                <a:path w="9542780" h="6570345">
                  <a:moveTo>
                    <a:pt x="1176902" y="2384148"/>
                  </a:moveTo>
                  <a:lnTo>
                    <a:pt x="1157799" y="2384148"/>
                  </a:lnTo>
                  <a:lnTo>
                    <a:pt x="1149337" y="2390364"/>
                  </a:lnTo>
                  <a:lnTo>
                    <a:pt x="1149337" y="2411558"/>
                  </a:lnTo>
                  <a:lnTo>
                    <a:pt x="1155677" y="2417775"/>
                  </a:lnTo>
                  <a:lnTo>
                    <a:pt x="1174780" y="2417775"/>
                  </a:lnTo>
                  <a:lnTo>
                    <a:pt x="1183242" y="2409579"/>
                  </a:lnTo>
                  <a:lnTo>
                    <a:pt x="1183242" y="2392625"/>
                  </a:lnTo>
                  <a:lnTo>
                    <a:pt x="1176902" y="2384148"/>
                  </a:lnTo>
                  <a:close/>
                </a:path>
                <a:path w="9542780" h="6570345">
                  <a:moveTo>
                    <a:pt x="1176902" y="2428513"/>
                  </a:moveTo>
                  <a:lnTo>
                    <a:pt x="1157799" y="2428513"/>
                  </a:lnTo>
                  <a:lnTo>
                    <a:pt x="1149337" y="2434729"/>
                  </a:lnTo>
                  <a:lnTo>
                    <a:pt x="1149337" y="2453946"/>
                  </a:lnTo>
                  <a:lnTo>
                    <a:pt x="1155677" y="2462423"/>
                  </a:lnTo>
                  <a:lnTo>
                    <a:pt x="1174780" y="2462423"/>
                  </a:lnTo>
                  <a:lnTo>
                    <a:pt x="1183242" y="2453946"/>
                  </a:lnTo>
                  <a:lnTo>
                    <a:pt x="1183242" y="2436990"/>
                  </a:lnTo>
                  <a:lnTo>
                    <a:pt x="1176902" y="2428513"/>
                  </a:lnTo>
                  <a:close/>
                </a:path>
                <a:path w="9542780" h="6570345">
                  <a:moveTo>
                    <a:pt x="1176902" y="2472879"/>
                  </a:moveTo>
                  <a:lnTo>
                    <a:pt x="1157799" y="2472879"/>
                  </a:lnTo>
                  <a:lnTo>
                    <a:pt x="1149337" y="2479377"/>
                  </a:lnTo>
                  <a:lnTo>
                    <a:pt x="1149337" y="2498310"/>
                  </a:lnTo>
                  <a:lnTo>
                    <a:pt x="1155677" y="2506788"/>
                  </a:lnTo>
                  <a:lnTo>
                    <a:pt x="1174780" y="2506788"/>
                  </a:lnTo>
                  <a:lnTo>
                    <a:pt x="1183242" y="2498310"/>
                  </a:lnTo>
                  <a:lnTo>
                    <a:pt x="1183242" y="2481356"/>
                  </a:lnTo>
                  <a:lnTo>
                    <a:pt x="1176902" y="2472879"/>
                  </a:lnTo>
                  <a:close/>
                </a:path>
                <a:path w="9542780" h="6570345">
                  <a:moveTo>
                    <a:pt x="1176902" y="2517527"/>
                  </a:moveTo>
                  <a:lnTo>
                    <a:pt x="1157799" y="2517527"/>
                  </a:lnTo>
                  <a:lnTo>
                    <a:pt x="1149337" y="2523743"/>
                  </a:lnTo>
                  <a:lnTo>
                    <a:pt x="1149337" y="2544937"/>
                  </a:lnTo>
                  <a:lnTo>
                    <a:pt x="1155677" y="2551436"/>
                  </a:lnTo>
                  <a:lnTo>
                    <a:pt x="1166290" y="2551436"/>
                  </a:lnTo>
                  <a:lnTo>
                    <a:pt x="1174780" y="2549175"/>
                  </a:lnTo>
                  <a:lnTo>
                    <a:pt x="1183242" y="2542959"/>
                  </a:lnTo>
                  <a:lnTo>
                    <a:pt x="1183242" y="2526004"/>
                  </a:lnTo>
                  <a:lnTo>
                    <a:pt x="1176902" y="2517527"/>
                  </a:lnTo>
                  <a:close/>
                </a:path>
                <a:path w="9542780" h="6570345">
                  <a:moveTo>
                    <a:pt x="1176902" y="2561892"/>
                  </a:moveTo>
                  <a:lnTo>
                    <a:pt x="1157799" y="2561892"/>
                  </a:lnTo>
                  <a:lnTo>
                    <a:pt x="1149337" y="2568108"/>
                  </a:lnTo>
                  <a:lnTo>
                    <a:pt x="1149337" y="2589302"/>
                  </a:lnTo>
                  <a:lnTo>
                    <a:pt x="1155677" y="2595802"/>
                  </a:lnTo>
                  <a:lnTo>
                    <a:pt x="1166290" y="2595802"/>
                  </a:lnTo>
                  <a:lnTo>
                    <a:pt x="1174780" y="2593541"/>
                  </a:lnTo>
                  <a:lnTo>
                    <a:pt x="1183242" y="2587325"/>
                  </a:lnTo>
                  <a:lnTo>
                    <a:pt x="1183242" y="2570369"/>
                  </a:lnTo>
                  <a:lnTo>
                    <a:pt x="1176902" y="2561892"/>
                  </a:lnTo>
                  <a:close/>
                </a:path>
                <a:path w="9542780" h="6570345">
                  <a:moveTo>
                    <a:pt x="1176902" y="2604279"/>
                  </a:moveTo>
                  <a:lnTo>
                    <a:pt x="1157799" y="2604279"/>
                  </a:lnTo>
                  <a:lnTo>
                    <a:pt x="1149337" y="2610496"/>
                  </a:lnTo>
                  <a:lnTo>
                    <a:pt x="1149337" y="2631690"/>
                  </a:lnTo>
                  <a:lnTo>
                    <a:pt x="1155677" y="2638190"/>
                  </a:lnTo>
                  <a:lnTo>
                    <a:pt x="1174780" y="2638190"/>
                  </a:lnTo>
                  <a:lnTo>
                    <a:pt x="1183242" y="2631690"/>
                  </a:lnTo>
                  <a:lnTo>
                    <a:pt x="1183242" y="2612757"/>
                  </a:lnTo>
                  <a:lnTo>
                    <a:pt x="1176902" y="2604279"/>
                  </a:lnTo>
                  <a:close/>
                </a:path>
                <a:path w="9542780" h="6570345">
                  <a:moveTo>
                    <a:pt x="1176902" y="2648644"/>
                  </a:moveTo>
                  <a:lnTo>
                    <a:pt x="1157799" y="2648644"/>
                  </a:lnTo>
                  <a:lnTo>
                    <a:pt x="1149337" y="2655144"/>
                  </a:lnTo>
                  <a:lnTo>
                    <a:pt x="1149337" y="2676338"/>
                  </a:lnTo>
                  <a:lnTo>
                    <a:pt x="1155677" y="2682554"/>
                  </a:lnTo>
                  <a:lnTo>
                    <a:pt x="1174780" y="2682554"/>
                  </a:lnTo>
                  <a:lnTo>
                    <a:pt x="1183242" y="2676338"/>
                  </a:lnTo>
                  <a:lnTo>
                    <a:pt x="1183242" y="2657121"/>
                  </a:lnTo>
                  <a:lnTo>
                    <a:pt x="1176902" y="2648644"/>
                  </a:lnTo>
                  <a:close/>
                </a:path>
                <a:path w="9542780" h="6570345">
                  <a:moveTo>
                    <a:pt x="1176902" y="2693292"/>
                  </a:moveTo>
                  <a:lnTo>
                    <a:pt x="1157799" y="2693292"/>
                  </a:lnTo>
                  <a:lnTo>
                    <a:pt x="1149337" y="2699509"/>
                  </a:lnTo>
                  <a:lnTo>
                    <a:pt x="1149337" y="2718442"/>
                  </a:lnTo>
                  <a:lnTo>
                    <a:pt x="1155677" y="2726919"/>
                  </a:lnTo>
                  <a:lnTo>
                    <a:pt x="1174780" y="2726919"/>
                  </a:lnTo>
                  <a:lnTo>
                    <a:pt x="1183242" y="2718442"/>
                  </a:lnTo>
                  <a:lnTo>
                    <a:pt x="1183242" y="2701770"/>
                  </a:lnTo>
                  <a:lnTo>
                    <a:pt x="1176902" y="2693292"/>
                  </a:lnTo>
                  <a:close/>
                </a:path>
                <a:path w="9542780" h="6570345">
                  <a:moveTo>
                    <a:pt x="1176902" y="2737658"/>
                  </a:moveTo>
                  <a:lnTo>
                    <a:pt x="1157799" y="2737658"/>
                  </a:lnTo>
                  <a:lnTo>
                    <a:pt x="1149337" y="2743875"/>
                  </a:lnTo>
                  <a:lnTo>
                    <a:pt x="1149337" y="2763090"/>
                  </a:lnTo>
                  <a:lnTo>
                    <a:pt x="1155677" y="2771567"/>
                  </a:lnTo>
                  <a:lnTo>
                    <a:pt x="1174780" y="2771567"/>
                  </a:lnTo>
                  <a:lnTo>
                    <a:pt x="1183242" y="2763090"/>
                  </a:lnTo>
                  <a:lnTo>
                    <a:pt x="1183242" y="2746136"/>
                  </a:lnTo>
                  <a:lnTo>
                    <a:pt x="1176902" y="2737658"/>
                  </a:lnTo>
                  <a:close/>
                </a:path>
                <a:path w="9542780" h="6570345">
                  <a:moveTo>
                    <a:pt x="1176902" y="2782023"/>
                  </a:moveTo>
                  <a:lnTo>
                    <a:pt x="1157799" y="2782023"/>
                  </a:lnTo>
                  <a:lnTo>
                    <a:pt x="1149337" y="2788523"/>
                  </a:lnTo>
                  <a:lnTo>
                    <a:pt x="1149337" y="2807456"/>
                  </a:lnTo>
                  <a:lnTo>
                    <a:pt x="1155677" y="2815934"/>
                  </a:lnTo>
                  <a:lnTo>
                    <a:pt x="1174780" y="2815934"/>
                  </a:lnTo>
                  <a:lnTo>
                    <a:pt x="1183242" y="2807456"/>
                  </a:lnTo>
                  <a:lnTo>
                    <a:pt x="1183242" y="2790501"/>
                  </a:lnTo>
                  <a:lnTo>
                    <a:pt x="1176902" y="2782023"/>
                  </a:lnTo>
                  <a:close/>
                </a:path>
                <a:path w="9542780" h="6570345">
                  <a:moveTo>
                    <a:pt x="1176902" y="2826672"/>
                  </a:moveTo>
                  <a:lnTo>
                    <a:pt x="1157799" y="2826672"/>
                  </a:lnTo>
                  <a:lnTo>
                    <a:pt x="1149337" y="2832888"/>
                  </a:lnTo>
                  <a:lnTo>
                    <a:pt x="1149337" y="2851821"/>
                  </a:lnTo>
                  <a:lnTo>
                    <a:pt x="1155677" y="2860299"/>
                  </a:lnTo>
                  <a:lnTo>
                    <a:pt x="1166290" y="2860299"/>
                  </a:lnTo>
                  <a:lnTo>
                    <a:pt x="1174780" y="2858321"/>
                  </a:lnTo>
                  <a:lnTo>
                    <a:pt x="1183242" y="2851821"/>
                  </a:lnTo>
                  <a:lnTo>
                    <a:pt x="1183242" y="2835149"/>
                  </a:lnTo>
                  <a:lnTo>
                    <a:pt x="1176902" y="2826672"/>
                  </a:lnTo>
                  <a:close/>
                </a:path>
                <a:path w="9542780" h="6570345">
                  <a:moveTo>
                    <a:pt x="1176902" y="2871036"/>
                  </a:moveTo>
                  <a:lnTo>
                    <a:pt x="1157799" y="2871036"/>
                  </a:lnTo>
                  <a:lnTo>
                    <a:pt x="1149337" y="2877254"/>
                  </a:lnTo>
                  <a:lnTo>
                    <a:pt x="1149337" y="2896469"/>
                  </a:lnTo>
                  <a:lnTo>
                    <a:pt x="1155677" y="2904947"/>
                  </a:lnTo>
                  <a:lnTo>
                    <a:pt x="1166290" y="2904947"/>
                  </a:lnTo>
                  <a:lnTo>
                    <a:pt x="1174780" y="2902686"/>
                  </a:lnTo>
                  <a:lnTo>
                    <a:pt x="1183242" y="2896469"/>
                  </a:lnTo>
                  <a:lnTo>
                    <a:pt x="1183242" y="2879515"/>
                  </a:lnTo>
                  <a:lnTo>
                    <a:pt x="1176902" y="2871036"/>
                  </a:lnTo>
                  <a:close/>
                </a:path>
                <a:path w="9542780" h="6570345">
                  <a:moveTo>
                    <a:pt x="1176902" y="2913424"/>
                  </a:moveTo>
                  <a:lnTo>
                    <a:pt x="1157799" y="2913424"/>
                  </a:lnTo>
                  <a:lnTo>
                    <a:pt x="1149337" y="2919641"/>
                  </a:lnTo>
                  <a:lnTo>
                    <a:pt x="1149337" y="2938857"/>
                  </a:lnTo>
                  <a:lnTo>
                    <a:pt x="1155677" y="2947334"/>
                  </a:lnTo>
                  <a:lnTo>
                    <a:pt x="1174780" y="2947334"/>
                  </a:lnTo>
                  <a:lnTo>
                    <a:pt x="1183242" y="2940834"/>
                  </a:lnTo>
                  <a:lnTo>
                    <a:pt x="1183242" y="2921901"/>
                  </a:lnTo>
                  <a:lnTo>
                    <a:pt x="1176902" y="2913424"/>
                  </a:lnTo>
                  <a:close/>
                </a:path>
                <a:path w="9542780" h="6570345">
                  <a:moveTo>
                    <a:pt x="1176902" y="2957790"/>
                  </a:moveTo>
                  <a:lnTo>
                    <a:pt x="1157799" y="2957790"/>
                  </a:lnTo>
                  <a:lnTo>
                    <a:pt x="1149337" y="2964289"/>
                  </a:lnTo>
                  <a:lnTo>
                    <a:pt x="1149337" y="2983222"/>
                  </a:lnTo>
                  <a:lnTo>
                    <a:pt x="1155677" y="2991699"/>
                  </a:lnTo>
                  <a:lnTo>
                    <a:pt x="1174780" y="2991699"/>
                  </a:lnTo>
                  <a:lnTo>
                    <a:pt x="1183242" y="2985482"/>
                  </a:lnTo>
                  <a:lnTo>
                    <a:pt x="1183242" y="2966267"/>
                  </a:lnTo>
                  <a:lnTo>
                    <a:pt x="1176902" y="2957790"/>
                  </a:lnTo>
                  <a:close/>
                </a:path>
                <a:path w="9542780" h="6570345">
                  <a:moveTo>
                    <a:pt x="1176902" y="3002155"/>
                  </a:moveTo>
                  <a:lnTo>
                    <a:pt x="1157799" y="3002155"/>
                  </a:lnTo>
                  <a:lnTo>
                    <a:pt x="1149337" y="3008655"/>
                  </a:lnTo>
                  <a:lnTo>
                    <a:pt x="1149337" y="3027588"/>
                  </a:lnTo>
                  <a:lnTo>
                    <a:pt x="1155677" y="3036065"/>
                  </a:lnTo>
                  <a:lnTo>
                    <a:pt x="1174780" y="3036065"/>
                  </a:lnTo>
                  <a:lnTo>
                    <a:pt x="1183242" y="3027588"/>
                  </a:lnTo>
                  <a:lnTo>
                    <a:pt x="1183242" y="3010632"/>
                  </a:lnTo>
                  <a:lnTo>
                    <a:pt x="1176902" y="3002155"/>
                  </a:lnTo>
                  <a:close/>
                </a:path>
                <a:path w="9542780" h="6570345">
                  <a:moveTo>
                    <a:pt x="1176902" y="3180182"/>
                  </a:moveTo>
                  <a:lnTo>
                    <a:pt x="1157799" y="3180182"/>
                  </a:lnTo>
                  <a:lnTo>
                    <a:pt x="1149337" y="3186399"/>
                  </a:lnTo>
                  <a:lnTo>
                    <a:pt x="1149337" y="3205614"/>
                  </a:lnTo>
                  <a:lnTo>
                    <a:pt x="1155677" y="3214091"/>
                  </a:lnTo>
                  <a:lnTo>
                    <a:pt x="1166290" y="3214091"/>
                  </a:lnTo>
                  <a:lnTo>
                    <a:pt x="1174780" y="3211831"/>
                  </a:lnTo>
                  <a:lnTo>
                    <a:pt x="1183242" y="3205614"/>
                  </a:lnTo>
                  <a:lnTo>
                    <a:pt x="1183242" y="3188660"/>
                  </a:lnTo>
                  <a:lnTo>
                    <a:pt x="1176902" y="3180182"/>
                  </a:lnTo>
                  <a:close/>
                </a:path>
                <a:path w="9542780" h="6570345">
                  <a:moveTo>
                    <a:pt x="1176902" y="3222570"/>
                  </a:moveTo>
                  <a:lnTo>
                    <a:pt x="1157799" y="3222570"/>
                  </a:lnTo>
                  <a:lnTo>
                    <a:pt x="1149337" y="3228787"/>
                  </a:lnTo>
                  <a:lnTo>
                    <a:pt x="1149337" y="3248002"/>
                  </a:lnTo>
                  <a:lnTo>
                    <a:pt x="1155677" y="3256479"/>
                  </a:lnTo>
                  <a:lnTo>
                    <a:pt x="1174780" y="3256479"/>
                  </a:lnTo>
                  <a:lnTo>
                    <a:pt x="1183242" y="3249980"/>
                  </a:lnTo>
                  <a:lnTo>
                    <a:pt x="1183242" y="3231047"/>
                  </a:lnTo>
                  <a:lnTo>
                    <a:pt x="1176902" y="3222570"/>
                  </a:lnTo>
                  <a:close/>
                </a:path>
                <a:path w="9542780" h="6570345">
                  <a:moveTo>
                    <a:pt x="1176902" y="3266935"/>
                  </a:moveTo>
                  <a:lnTo>
                    <a:pt x="1157799" y="3266935"/>
                  </a:lnTo>
                  <a:lnTo>
                    <a:pt x="1149337" y="3273435"/>
                  </a:lnTo>
                  <a:lnTo>
                    <a:pt x="1149337" y="3292368"/>
                  </a:lnTo>
                  <a:lnTo>
                    <a:pt x="1155677" y="3300845"/>
                  </a:lnTo>
                  <a:lnTo>
                    <a:pt x="1174780" y="3300845"/>
                  </a:lnTo>
                  <a:lnTo>
                    <a:pt x="1183242" y="3294345"/>
                  </a:lnTo>
                  <a:lnTo>
                    <a:pt x="1183242" y="3275412"/>
                  </a:lnTo>
                  <a:lnTo>
                    <a:pt x="1176902" y="3266935"/>
                  </a:lnTo>
                  <a:close/>
                </a:path>
                <a:path w="9542780" h="6570345">
                  <a:moveTo>
                    <a:pt x="1176902" y="3311300"/>
                  </a:moveTo>
                  <a:lnTo>
                    <a:pt x="1157799" y="3311300"/>
                  </a:lnTo>
                  <a:lnTo>
                    <a:pt x="1149337" y="3317800"/>
                  </a:lnTo>
                  <a:lnTo>
                    <a:pt x="1149337" y="3336733"/>
                  </a:lnTo>
                  <a:lnTo>
                    <a:pt x="1155677" y="3345210"/>
                  </a:lnTo>
                  <a:lnTo>
                    <a:pt x="1174780" y="3345210"/>
                  </a:lnTo>
                  <a:lnTo>
                    <a:pt x="1183242" y="3336733"/>
                  </a:lnTo>
                  <a:lnTo>
                    <a:pt x="1183242" y="3319778"/>
                  </a:lnTo>
                  <a:lnTo>
                    <a:pt x="1176902" y="3311300"/>
                  </a:lnTo>
                  <a:close/>
                </a:path>
                <a:path w="9542780" h="6570345">
                  <a:moveTo>
                    <a:pt x="1176902" y="3355948"/>
                  </a:moveTo>
                  <a:lnTo>
                    <a:pt x="1157799" y="3355948"/>
                  </a:lnTo>
                  <a:lnTo>
                    <a:pt x="1149337" y="3362164"/>
                  </a:lnTo>
                  <a:lnTo>
                    <a:pt x="1149337" y="3381381"/>
                  </a:lnTo>
                  <a:lnTo>
                    <a:pt x="1155677" y="3389858"/>
                  </a:lnTo>
                  <a:lnTo>
                    <a:pt x="1174780" y="3389858"/>
                  </a:lnTo>
                  <a:lnTo>
                    <a:pt x="1183242" y="3381381"/>
                  </a:lnTo>
                  <a:lnTo>
                    <a:pt x="1183242" y="3364426"/>
                  </a:lnTo>
                  <a:lnTo>
                    <a:pt x="1176902" y="3355948"/>
                  </a:lnTo>
                  <a:close/>
                </a:path>
                <a:path w="9542780" h="6570345">
                  <a:moveTo>
                    <a:pt x="1176902" y="3400314"/>
                  </a:moveTo>
                  <a:lnTo>
                    <a:pt x="1157799" y="3400314"/>
                  </a:lnTo>
                  <a:lnTo>
                    <a:pt x="1149337" y="3406813"/>
                  </a:lnTo>
                  <a:lnTo>
                    <a:pt x="1149337" y="3425746"/>
                  </a:lnTo>
                  <a:lnTo>
                    <a:pt x="1155677" y="3434223"/>
                  </a:lnTo>
                  <a:lnTo>
                    <a:pt x="1174780" y="3434223"/>
                  </a:lnTo>
                  <a:lnTo>
                    <a:pt x="1183242" y="3425746"/>
                  </a:lnTo>
                  <a:lnTo>
                    <a:pt x="1183242" y="3408791"/>
                  </a:lnTo>
                  <a:lnTo>
                    <a:pt x="1176902" y="3400314"/>
                  </a:lnTo>
                  <a:close/>
                </a:path>
                <a:path w="9542780" h="6570345">
                  <a:moveTo>
                    <a:pt x="1176902" y="3444679"/>
                  </a:moveTo>
                  <a:lnTo>
                    <a:pt x="1157799" y="3444679"/>
                  </a:lnTo>
                  <a:lnTo>
                    <a:pt x="1149337" y="3451179"/>
                  </a:lnTo>
                  <a:lnTo>
                    <a:pt x="1149337" y="3470112"/>
                  </a:lnTo>
                  <a:lnTo>
                    <a:pt x="1155677" y="3478589"/>
                  </a:lnTo>
                  <a:lnTo>
                    <a:pt x="1166290" y="3478589"/>
                  </a:lnTo>
                  <a:lnTo>
                    <a:pt x="1174780" y="3476611"/>
                  </a:lnTo>
                  <a:lnTo>
                    <a:pt x="1183242" y="3470112"/>
                  </a:lnTo>
                  <a:lnTo>
                    <a:pt x="1183242" y="3453156"/>
                  </a:lnTo>
                  <a:lnTo>
                    <a:pt x="1176902" y="3444679"/>
                  </a:lnTo>
                  <a:close/>
                </a:path>
                <a:path w="9542780" h="6570345">
                  <a:moveTo>
                    <a:pt x="1176902" y="3489327"/>
                  </a:moveTo>
                  <a:lnTo>
                    <a:pt x="1157799" y="3489327"/>
                  </a:lnTo>
                  <a:lnTo>
                    <a:pt x="1149337" y="3495544"/>
                  </a:lnTo>
                  <a:lnTo>
                    <a:pt x="1149337" y="3514760"/>
                  </a:lnTo>
                  <a:lnTo>
                    <a:pt x="1155677" y="3523237"/>
                  </a:lnTo>
                  <a:lnTo>
                    <a:pt x="1166290" y="3523237"/>
                  </a:lnTo>
                  <a:lnTo>
                    <a:pt x="1174780" y="3520977"/>
                  </a:lnTo>
                  <a:lnTo>
                    <a:pt x="1183242" y="3514760"/>
                  </a:lnTo>
                  <a:lnTo>
                    <a:pt x="1183242" y="3497804"/>
                  </a:lnTo>
                  <a:lnTo>
                    <a:pt x="1176902" y="3489327"/>
                  </a:lnTo>
                  <a:close/>
                </a:path>
                <a:path w="9542780" h="6570345">
                  <a:moveTo>
                    <a:pt x="1176902" y="3531715"/>
                  </a:moveTo>
                  <a:lnTo>
                    <a:pt x="1157799" y="3531715"/>
                  </a:lnTo>
                  <a:lnTo>
                    <a:pt x="1149337" y="3537931"/>
                  </a:lnTo>
                  <a:lnTo>
                    <a:pt x="1149337" y="3557146"/>
                  </a:lnTo>
                  <a:lnTo>
                    <a:pt x="1155677" y="3565625"/>
                  </a:lnTo>
                  <a:lnTo>
                    <a:pt x="1174780" y="3565625"/>
                  </a:lnTo>
                  <a:lnTo>
                    <a:pt x="1183242" y="3559125"/>
                  </a:lnTo>
                  <a:lnTo>
                    <a:pt x="1183242" y="3540192"/>
                  </a:lnTo>
                  <a:lnTo>
                    <a:pt x="1176902" y="3531715"/>
                  </a:lnTo>
                  <a:close/>
                </a:path>
                <a:path w="9542780" h="6570345">
                  <a:moveTo>
                    <a:pt x="1176902" y="3576079"/>
                  </a:moveTo>
                  <a:lnTo>
                    <a:pt x="1157799" y="3576079"/>
                  </a:lnTo>
                  <a:lnTo>
                    <a:pt x="1149337" y="3582297"/>
                  </a:lnTo>
                  <a:lnTo>
                    <a:pt x="1149337" y="3601512"/>
                  </a:lnTo>
                  <a:lnTo>
                    <a:pt x="1155677" y="3609990"/>
                  </a:lnTo>
                  <a:lnTo>
                    <a:pt x="1174780" y="3609990"/>
                  </a:lnTo>
                  <a:lnTo>
                    <a:pt x="1183242" y="3603490"/>
                  </a:lnTo>
                  <a:lnTo>
                    <a:pt x="1183242" y="3584558"/>
                  </a:lnTo>
                  <a:lnTo>
                    <a:pt x="1176902" y="3576079"/>
                  </a:lnTo>
                  <a:close/>
                </a:path>
                <a:path w="9542780" h="6570345">
                  <a:moveTo>
                    <a:pt x="1176902" y="4238792"/>
                  </a:moveTo>
                  <a:lnTo>
                    <a:pt x="1157799" y="4238792"/>
                  </a:lnTo>
                  <a:lnTo>
                    <a:pt x="1149337" y="4245150"/>
                  </a:lnTo>
                  <a:lnTo>
                    <a:pt x="1149337" y="4266316"/>
                  </a:lnTo>
                  <a:lnTo>
                    <a:pt x="1155677" y="4272673"/>
                  </a:lnTo>
                  <a:lnTo>
                    <a:pt x="1174780" y="4272673"/>
                  </a:lnTo>
                  <a:lnTo>
                    <a:pt x="1183242" y="4264225"/>
                  </a:lnTo>
                  <a:lnTo>
                    <a:pt x="1183242" y="4247269"/>
                  </a:lnTo>
                  <a:lnTo>
                    <a:pt x="1176902" y="4238792"/>
                  </a:lnTo>
                  <a:close/>
                </a:path>
                <a:path w="9542780" h="6570345">
                  <a:moveTo>
                    <a:pt x="1176902" y="4283270"/>
                  </a:moveTo>
                  <a:lnTo>
                    <a:pt x="1157799" y="4283270"/>
                  </a:lnTo>
                  <a:lnTo>
                    <a:pt x="1149337" y="4289629"/>
                  </a:lnTo>
                  <a:lnTo>
                    <a:pt x="1149337" y="4308675"/>
                  </a:lnTo>
                  <a:lnTo>
                    <a:pt x="1155677" y="4317152"/>
                  </a:lnTo>
                  <a:lnTo>
                    <a:pt x="1174780" y="4317152"/>
                  </a:lnTo>
                  <a:lnTo>
                    <a:pt x="1183242" y="4308675"/>
                  </a:lnTo>
                  <a:lnTo>
                    <a:pt x="1183242" y="4291749"/>
                  </a:lnTo>
                  <a:lnTo>
                    <a:pt x="1176902" y="4283270"/>
                  </a:lnTo>
                  <a:close/>
                </a:path>
                <a:path w="9542780" h="6570345">
                  <a:moveTo>
                    <a:pt x="1176902" y="4327721"/>
                  </a:moveTo>
                  <a:lnTo>
                    <a:pt x="1157799" y="4327721"/>
                  </a:lnTo>
                  <a:lnTo>
                    <a:pt x="1149337" y="4334079"/>
                  </a:lnTo>
                  <a:lnTo>
                    <a:pt x="1149337" y="4353153"/>
                  </a:lnTo>
                  <a:lnTo>
                    <a:pt x="1155677" y="4361602"/>
                  </a:lnTo>
                  <a:lnTo>
                    <a:pt x="1174780" y="4361602"/>
                  </a:lnTo>
                  <a:lnTo>
                    <a:pt x="1183242" y="4353153"/>
                  </a:lnTo>
                  <a:lnTo>
                    <a:pt x="1183242" y="4336199"/>
                  </a:lnTo>
                  <a:lnTo>
                    <a:pt x="1176902" y="4327721"/>
                  </a:lnTo>
                  <a:close/>
                </a:path>
                <a:path w="9542780" h="6570345">
                  <a:moveTo>
                    <a:pt x="1176902" y="4372199"/>
                  </a:moveTo>
                  <a:lnTo>
                    <a:pt x="1157799" y="4372199"/>
                  </a:lnTo>
                  <a:lnTo>
                    <a:pt x="1149337" y="4378557"/>
                  </a:lnTo>
                  <a:lnTo>
                    <a:pt x="1149337" y="4397603"/>
                  </a:lnTo>
                  <a:lnTo>
                    <a:pt x="1155677" y="4406080"/>
                  </a:lnTo>
                  <a:lnTo>
                    <a:pt x="1166290" y="4406080"/>
                  </a:lnTo>
                  <a:lnTo>
                    <a:pt x="1174780" y="4403962"/>
                  </a:lnTo>
                  <a:lnTo>
                    <a:pt x="1183242" y="4397603"/>
                  </a:lnTo>
                  <a:lnTo>
                    <a:pt x="1183242" y="4380677"/>
                  </a:lnTo>
                  <a:lnTo>
                    <a:pt x="1176902" y="4372199"/>
                  </a:lnTo>
                  <a:close/>
                </a:path>
                <a:path w="9542780" h="6570345">
                  <a:moveTo>
                    <a:pt x="1176902" y="4416649"/>
                  </a:moveTo>
                  <a:lnTo>
                    <a:pt x="1157799" y="4416649"/>
                  </a:lnTo>
                  <a:lnTo>
                    <a:pt x="1149337" y="4423008"/>
                  </a:lnTo>
                  <a:lnTo>
                    <a:pt x="1149337" y="4442053"/>
                  </a:lnTo>
                  <a:lnTo>
                    <a:pt x="1155677" y="4450532"/>
                  </a:lnTo>
                  <a:lnTo>
                    <a:pt x="1166290" y="4450532"/>
                  </a:lnTo>
                  <a:lnTo>
                    <a:pt x="1174780" y="4448412"/>
                  </a:lnTo>
                  <a:lnTo>
                    <a:pt x="1183242" y="4442053"/>
                  </a:lnTo>
                  <a:lnTo>
                    <a:pt x="1183242" y="4425127"/>
                  </a:lnTo>
                  <a:lnTo>
                    <a:pt x="1176902" y="4416649"/>
                  </a:lnTo>
                  <a:close/>
                </a:path>
                <a:path w="9542780" h="6570345">
                  <a:moveTo>
                    <a:pt x="1176902" y="4459009"/>
                  </a:moveTo>
                  <a:lnTo>
                    <a:pt x="1157799" y="4459009"/>
                  </a:lnTo>
                  <a:lnTo>
                    <a:pt x="1149337" y="4465366"/>
                  </a:lnTo>
                  <a:lnTo>
                    <a:pt x="1149337" y="4484413"/>
                  </a:lnTo>
                  <a:lnTo>
                    <a:pt x="1155677" y="4492890"/>
                  </a:lnTo>
                  <a:lnTo>
                    <a:pt x="1174780" y="4492890"/>
                  </a:lnTo>
                  <a:lnTo>
                    <a:pt x="1183242" y="4486532"/>
                  </a:lnTo>
                  <a:lnTo>
                    <a:pt x="1183242" y="4467486"/>
                  </a:lnTo>
                  <a:lnTo>
                    <a:pt x="1176902" y="4459009"/>
                  </a:lnTo>
                  <a:close/>
                </a:path>
                <a:path w="9542780" h="6570345">
                  <a:moveTo>
                    <a:pt x="1176902" y="4503459"/>
                  </a:moveTo>
                  <a:lnTo>
                    <a:pt x="1157799" y="4503459"/>
                  </a:lnTo>
                  <a:lnTo>
                    <a:pt x="1149337" y="4509816"/>
                  </a:lnTo>
                  <a:lnTo>
                    <a:pt x="1149337" y="4528863"/>
                  </a:lnTo>
                  <a:lnTo>
                    <a:pt x="1155677" y="4537340"/>
                  </a:lnTo>
                  <a:lnTo>
                    <a:pt x="1174780" y="4537340"/>
                  </a:lnTo>
                  <a:lnTo>
                    <a:pt x="1183242" y="4530982"/>
                  </a:lnTo>
                  <a:lnTo>
                    <a:pt x="1183242" y="4511936"/>
                  </a:lnTo>
                  <a:lnTo>
                    <a:pt x="1176902" y="4503459"/>
                  </a:lnTo>
                  <a:close/>
                </a:path>
                <a:path w="9542780" h="6570345">
                  <a:moveTo>
                    <a:pt x="1176902" y="4547937"/>
                  </a:moveTo>
                  <a:lnTo>
                    <a:pt x="1157799" y="4547937"/>
                  </a:lnTo>
                  <a:lnTo>
                    <a:pt x="1149337" y="4554296"/>
                  </a:lnTo>
                  <a:lnTo>
                    <a:pt x="1149337" y="4573342"/>
                  </a:lnTo>
                  <a:lnTo>
                    <a:pt x="1155677" y="4581819"/>
                  </a:lnTo>
                  <a:lnTo>
                    <a:pt x="1174780" y="4581819"/>
                  </a:lnTo>
                  <a:lnTo>
                    <a:pt x="1183242" y="4573342"/>
                  </a:lnTo>
                  <a:lnTo>
                    <a:pt x="1183242" y="4556415"/>
                  </a:lnTo>
                  <a:lnTo>
                    <a:pt x="1176902" y="4547937"/>
                  </a:lnTo>
                  <a:close/>
                </a:path>
                <a:path w="9542780" h="6570345">
                  <a:moveTo>
                    <a:pt x="1176902" y="4592388"/>
                  </a:moveTo>
                  <a:lnTo>
                    <a:pt x="1157797" y="4592388"/>
                  </a:lnTo>
                  <a:lnTo>
                    <a:pt x="1149337" y="4598746"/>
                  </a:lnTo>
                  <a:lnTo>
                    <a:pt x="1149337" y="4617792"/>
                  </a:lnTo>
                  <a:lnTo>
                    <a:pt x="1155677" y="4626269"/>
                  </a:lnTo>
                  <a:lnTo>
                    <a:pt x="1174780" y="4626269"/>
                  </a:lnTo>
                  <a:lnTo>
                    <a:pt x="1183242" y="4617792"/>
                  </a:lnTo>
                  <a:lnTo>
                    <a:pt x="1183242" y="4600865"/>
                  </a:lnTo>
                  <a:lnTo>
                    <a:pt x="1176902" y="4592388"/>
                  </a:lnTo>
                  <a:close/>
                </a:path>
                <a:path w="9542780" h="6570345">
                  <a:moveTo>
                    <a:pt x="1176902" y="4636866"/>
                  </a:moveTo>
                  <a:lnTo>
                    <a:pt x="1157799" y="4636866"/>
                  </a:lnTo>
                  <a:lnTo>
                    <a:pt x="1149337" y="4643224"/>
                  </a:lnTo>
                  <a:lnTo>
                    <a:pt x="1149337" y="4662270"/>
                  </a:lnTo>
                  <a:lnTo>
                    <a:pt x="1155677" y="4670747"/>
                  </a:lnTo>
                  <a:lnTo>
                    <a:pt x="1174780" y="4670747"/>
                  </a:lnTo>
                  <a:lnTo>
                    <a:pt x="1183242" y="4662270"/>
                  </a:lnTo>
                  <a:lnTo>
                    <a:pt x="1183242" y="4645343"/>
                  </a:lnTo>
                  <a:lnTo>
                    <a:pt x="1176902" y="4636866"/>
                  </a:lnTo>
                  <a:close/>
                </a:path>
                <a:path w="9542780" h="6570345">
                  <a:moveTo>
                    <a:pt x="1176902" y="4681316"/>
                  </a:moveTo>
                  <a:lnTo>
                    <a:pt x="1157799" y="4681316"/>
                  </a:lnTo>
                  <a:lnTo>
                    <a:pt x="1149337" y="4687674"/>
                  </a:lnTo>
                  <a:lnTo>
                    <a:pt x="1149337" y="4706720"/>
                  </a:lnTo>
                  <a:lnTo>
                    <a:pt x="1155677" y="4715198"/>
                  </a:lnTo>
                  <a:lnTo>
                    <a:pt x="1166290" y="4715198"/>
                  </a:lnTo>
                  <a:lnTo>
                    <a:pt x="1174780" y="4713079"/>
                  </a:lnTo>
                  <a:lnTo>
                    <a:pt x="1183242" y="4706720"/>
                  </a:lnTo>
                  <a:lnTo>
                    <a:pt x="1183242" y="4689793"/>
                  </a:lnTo>
                  <a:lnTo>
                    <a:pt x="1176902" y="4681316"/>
                  </a:lnTo>
                  <a:close/>
                </a:path>
                <a:path w="9542780" h="6570345">
                  <a:moveTo>
                    <a:pt x="1176902" y="4725794"/>
                  </a:moveTo>
                  <a:lnTo>
                    <a:pt x="1157799" y="4725794"/>
                  </a:lnTo>
                  <a:lnTo>
                    <a:pt x="1149337" y="4732153"/>
                  </a:lnTo>
                  <a:lnTo>
                    <a:pt x="1149337" y="4753319"/>
                  </a:lnTo>
                  <a:lnTo>
                    <a:pt x="1155677" y="4759676"/>
                  </a:lnTo>
                  <a:lnTo>
                    <a:pt x="1166290" y="4759676"/>
                  </a:lnTo>
                  <a:lnTo>
                    <a:pt x="1174780" y="4757557"/>
                  </a:lnTo>
                  <a:lnTo>
                    <a:pt x="1183242" y="4751199"/>
                  </a:lnTo>
                  <a:lnTo>
                    <a:pt x="1183242" y="4734243"/>
                  </a:lnTo>
                  <a:lnTo>
                    <a:pt x="1176902" y="4725794"/>
                  </a:lnTo>
                  <a:close/>
                </a:path>
                <a:path w="9542780" h="6570345">
                  <a:moveTo>
                    <a:pt x="1132357" y="838422"/>
                  </a:moveTo>
                  <a:lnTo>
                    <a:pt x="1113281" y="838422"/>
                  </a:lnTo>
                  <a:lnTo>
                    <a:pt x="1104792" y="844638"/>
                  </a:lnTo>
                  <a:lnTo>
                    <a:pt x="1104792" y="863855"/>
                  </a:lnTo>
                  <a:lnTo>
                    <a:pt x="1111159" y="872332"/>
                  </a:lnTo>
                  <a:lnTo>
                    <a:pt x="1132357" y="872332"/>
                  </a:lnTo>
                  <a:lnTo>
                    <a:pt x="1138725" y="863855"/>
                  </a:lnTo>
                  <a:lnTo>
                    <a:pt x="1138725" y="846899"/>
                  </a:lnTo>
                  <a:lnTo>
                    <a:pt x="1132357" y="838422"/>
                  </a:lnTo>
                  <a:close/>
                </a:path>
                <a:path w="9542780" h="6570345">
                  <a:moveTo>
                    <a:pt x="1132357" y="882788"/>
                  </a:moveTo>
                  <a:lnTo>
                    <a:pt x="1113281" y="882788"/>
                  </a:lnTo>
                  <a:lnTo>
                    <a:pt x="1104792" y="889287"/>
                  </a:lnTo>
                  <a:lnTo>
                    <a:pt x="1104792" y="908220"/>
                  </a:lnTo>
                  <a:lnTo>
                    <a:pt x="1111159" y="916697"/>
                  </a:lnTo>
                  <a:lnTo>
                    <a:pt x="1132357" y="916697"/>
                  </a:lnTo>
                  <a:lnTo>
                    <a:pt x="1138725" y="908220"/>
                  </a:lnTo>
                  <a:lnTo>
                    <a:pt x="1138725" y="891265"/>
                  </a:lnTo>
                  <a:lnTo>
                    <a:pt x="1132357" y="882788"/>
                  </a:lnTo>
                  <a:close/>
                </a:path>
                <a:path w="9542780" h="6570345">
                  <a:moveTo>
                    <a:pt x="1132357" y="927435"/>
                  </a:moveTo>
                  <a:lnTo>
                    <a:pt x="1113281" y="927435"/>
                  </a:lnTo>
                  <a:lnTo>
                    <a:pt x="1104792" y="933653"/>
                  </a:lnTo>
                  <a:lnTo>
                    <a:pt x="1104792" y="954846"/>
                  </a:lnTo>
                  <a:lnTo>
                    <a:pt x="1111159" y="961063"/>
                  </a:lnTo>
                  <a:lnTo>
                    <a:pt x="1132357" y="961063"/>
                  </a:lnTo>
                  <a:lnTo>
                    <a:pt x="1138725" y="952585"/>
                  </a:lnTo>
                  <a:lnTo>
                    <a:pt x="1138725" y="935913"/>
                  </a:lnTo>
                  <a:lnTo>
                    <a:pt x="1132357" y="927435"/>
                  </a:lnTo>
                  <a:close/>
                </a:path>
                <a:path w="9542780" h="6570345">
                  <a:moveTo>
                    <a:pt x="1132357" y="971801"/>
                  </a:moveTo>
                  <a:lnTo>
                    <a:pt x="1113281" y="971801"/>
                  </a:lnTo>
                  <a:lnTo>
                    <a:pt x="1104792" y="978018"/>
                  </a:lnTo>
                  <a:lnTo>
                    <a:pt x="1104792" y="997233"/>
                  </a:lnTo>
                  <a:lnTo>
                    <a:pt x="1111159" y="1005711"/>
                  </a:lnTo>
                  <a:lnTo>
                    <a:pt x="1121771" y="1005711"/>
                  </a:lnTo>
                  <a:lnTo>
                    <a:pt x="1132357" y="1003451"/>
                  </a:lnTo>
                  <a:lnTo>
                    <a:pt x="1138725" y="997233"/>
                  </a:lnTo>
                  <a:lnTo>
                    <a:pt x="1138725" y="980278"/>
                  </a:lnTo>
                  <a:lnTo>
                    <a:pt x="1132357" y="971801"/>
                  </a:lnTo>
                  <a:close/>
                </a:path>
                <a:path w="9542780" h="6570345">
                  <a:moveTo>
                    <a:pt x="1132357" y="1016166"/>
                  </a:moveTo>
                  <a:lnTo>
                    <a:pt x="1113281" y="1016166"/>
                  </a:lnTo>
                  <a:lnTo>
                    <a:pt x="1104792" y="1022666"/>
                  </a:lnTo>
                  <a:lnTo>
                    <a:pt x="1104792" y="1041599"/>
                  </a:lnTo>
                  <a:lnTo>
                    <a:pt x="1111159" y="1050076"/>
                  </a:lnTo>
                  <a:lnTo>
                    <a:pt x="1121771" y="1050076"/>
                  </a:lnTo>
                  <a:lnTo>
                    <a:pt x="1132357" y="1048097"/>
                  </a:lnTo>
                  <a:lnTo>
                    <a:pt x="1138725" y="1041599"/>
                  </a:lnTo>
                  <a:lnTo>
                    <a:pt x="1138725" y="1024643"/>
                  </a:lnTo>
                  <a:lnTo>
                    <a:pt x="1132357" y="1016166"/>
                  </a:lnTo>
                  <a:close/>
                </a:path>
                <a:path w="9542780" h="6570345">
                  <a:moveTo>
                    <a:pt x="1132357" y="1058553"/>
                  </a:moveTo>
                  <a:lnTo>
                    <a:pt x="1113281" y="1058553"/>
                  </a:lnTo>
                  <a:lnTo>
                    <a:pt x="1104792" y="1065053"/>
                  </a:lnTo>
                  <a:lnTo>
                    <a:pt x="1104792" y="1086247"/>
                  </a:lnTo>
                  <a:lnTo>
                    <a:pt x="1111159" y="1092464"/>
                  </a:lnTo>
                  <a:lnTo>
                    <a:pt x="1132357" y="1092464"/>
                  </a:lnTo>
                  <a:lnTo>
                    <a:pt x="1138725" y="1086247"/>
                  </a:lnTo>
                  <a:lnTo>
                    <a:pt x="1138725" y="1067031"/>
                  </a:lnTo>
                  <a:lnTo>
                    <a:pt x="1132357" y="1058553"/>
                  </a:lnTo>
                  <a:close/>
                </a:path>
                <a:path w="9542780" h="6570345">
                  <a:moveTo>
                    <a:pt x="1132357" y="1102920"/>
                  </a:moveTo>
                  <a:lnTo>
                    <a:pt x="1113281" y="1102920"/>
                  </a:lnTo>
                  <a:lnTo>
                    <a:pt x="1104792" y="1109418"/>
                  </a:lnTo>
                  <a:lnTo>
                    <a:pt x="1104792" y="1128351"/>
                  </a:lnTo>
                  <a:lnTo>
                    <a:pt x="1111159" y="1136829"/>
                  </a:lnTo>
                  <a:lnTo>
                    <a:pt x="1132357" y="1136829"/>
                  </a:lnTo>
                  <a:lnTo>
                    <a:pt x="1138725" y="1130612"/>
                  </a:lnTo>
                  <a:lnTo>
                    <a:pt x="1138725" y="1111397"/>
                  </a:lnTo>
                  <a:lnTo>
                    <a:pt x="1132357" y="1102920"/>
                  </a:lnTo>
                  <a:close/>
                </a:path>
                <a:path w="9542780" h="6570345">
                  <a:moveTo>
                    <a:pt x="1132357" y="1147566"/>
                  </a:moveTo>
                  <a:lnTo>
                    <a:pt x="1113281" y="1147566"/>
                  </a:lnTo>
                  <a:lnTo>
                    <a:pt x="1104792" y="1153784"/>
                  </a:lnTo>
                  <a:lnTo>
                    <a:pt x="1104792" y="1172999"/>
                  </a:lnTo>
                  <a:lnTo>
                    <a:pt x="1111159" y="1181477"/>
                  </a:lnTo>
                  <a:lnTo>
                    <a:pt x="1132357" y="1181477"/>
                  </a:lnTo>
                  <a:lnTo>
                    <a:pt x="1138725" y="1172999"/>
                  </a:lnTo>
                  <a:lnTo>
                    <a:pt x="1138725" y="1156045"/>
                  </a:lnTo>
                  <a:lnTo>
                    <a:pt x="1132357" y="1147566"/>
                  </a:lnTo>
                  <a:close/>
                </a:path>
                <a:path w="9542780" h="6570345">
                  <a:moveTo>
                    <a:pt x="1132357" y="1191933"/>
                  </a:moveTo>
                  <a:lnTo>
                    <a:pt x="1113281" y="1191933"/>
                  </a:lnTo>
                  <a:lnTo>
                    <a:pt x="1104792" y="1198432"/>
                  </a:lnTo>
                  <a:lnTo>
                    <a:pt x="1104792" y="1217364"/>
                  </a:lnTo>
                  <a:lnTo>
                    <a:pt x="1111159" y="1225843"/>
                  </a:lnTo>
                  <a:lnTo>
                    <a:pt x="1132357" y="1225843"/>
                  </a:lnTo>
                  <a:lnTo>
                    <a:pt x="1138725" y="1217364"/>
                  </a:lnTo>
                  <a:lnTo>
                    <a:pt x="1138725" y="1200410"/>
                  </a:lnTo>
                  <a:lnTo>
                    <a:pt x="1132357" y="1191933"/>
                  </a:lnTo>
                  <a:close/>
                </a:path>
                <a:path w="9542780" h="6570345">
                  <a:moveTo>
                    <a:pt x="1132357" y="1236581"/>
                  </a:moveTo>
                  <a:lnTo>
                    <a:pt x="1113281" y="1236581"/>
                  </a:lnTo>
                  <a:lnTo>
                    <a:pt x="1104792" y="1242797"/>
                  </a:lnTo>
                  <a:lnTo>
                    <a:pt x="1104792" y="1261731"/>
                  </a:lnTo>
                  <a:lnTo>
                    <a:pt x="1111159" y="1270208"/>
                  </a:lnTo>
                  <a:lnTo>
                    <a:pt x="1132357" y="1270208"/>
                  </a:lnTo>
                  <a:lnTo>
                    <a:pt x="1138725" y="1261731"/>
                  </a:lnTo>
                  <a:lnTo>
                    <a:pt x="1138725" y="1244775"/>
                  </a:lnTo>
                  <a:lnTo>
                    <a:pt x="1132357" y="1236581"/>
                  </a:lnTo>
                  <a:close/>
                </a:path>
                <a:path w="9542780" h="6570345">
                  <a:moveTo>
                    <a:pt x="1132357" y="1280946"/>
                  </a:moveTo>
                  <a:lnTo>
                    <a:pt x="1113281" y="1280946"/>
                  </a:lnTo>
                  <a:lnTo>
                    <a:pt x="1104792" y="1287162"/>
                  </a:lnTo>
                  <a:lnTo>
                    <a:pt x="1104792" y="1306379"/>
                  </a:lnTo>
                  <a:lnTo>
                    <a:pt x="1111159" y="1314856"/>
                  </a:lnTo>
                  <a:lnTo>
                    <a:pt x="1121771" y="1314856"/>
                  </a:lnTo>
                  <a:lnTo>
                    <a:pt x="1132357" y="1312595"/>
                  </a:lnTo>
                  <a:lnTo>
                    <a:pt x="1138725" y="1306379"/>
                  </a:lnTo>
                  <a:lnTo>
                    <a:pt x="1138725" y="1289423"/>
                  </a:lnTo>
                  <a:lnTo>
                    <a:pt x="1132357" y="1280946"/>
                  </a:lnTo>
                  <a:close/>
                </a:path>
                <a:path w="9542780" h="6570345">
                  <a:moveTo>
                    <a:pt x="1132357" y="1325312"/>
                  </a:moveTo>
                  <a:lnTo>
                    <a:pt x="1113281" y="1325312"/>
                  </a:lnTo>
                  <a:lnTo>
                    <a:pt x="1104792" y="1331810"/>
                  </a:lnTo>
                  <a:lnTo>
                    <a:pt x="1104792" y="1350744"/>
                  </a:lnTo>
                  <a:lnTo>
                    <a:pt x="1111159" y="1359221"/>
                  </a:lnTo>
                  <a:lnTo>
                    <a:pt x="1121771" y="1359221"/>
                  </a:lnTo>
                  <a:lnTo>
                    <a:pt x="1132357" y="1357243"/>
                  </a:lnTo>
                  <a:lnTo>
                    <a:pt x="1138725" y="1350744"/>
                  </a:lnTo>
                  <a:lnTo>
                    <a:pt x="1138725" y="1333789"/>
                  </a:lnTo>
                  <a:lnTo>
                    <a:pt x="1132357" y="1325312"/>
                  </a:lnTo>
                  <a:close/>
                </a:path>
                <a:path w="9542780" h="6570345">
                  <a:moveTo>
                    <a:pt x="1132357" y="1367699"/>
                  </a:moveTo>
                  <a:lnTo>
                    <a:pt x="1113281" y="1367699"/>
                  </a:lnTo>
                  <a:lnTo>
                    <a:pt x="1104792" y="1374198"/>
                  </a:lnTo>
                  <a:lnTo>
                    <a:pt x="1104792" y="1393131"/>
                  </a:lnTo>
                  <a:lnTo>
                    <a:pt x="1111159" y="1401608"/>
                  </a:lnTo>
                  <a:lnTo>
                    <a:pt x="1132357" y="1401608"/>
                  </a:lnTo>
                  <a:lnTo>
                    <a:pt x="1138725" y="1395110"/>
                  </a:lnTo>
                  <a:lnTo>
                    <a:pt x="1138725" y="1376177"/>
                  </a:lnTo>
                  <a:lnTo>
                    <a:pt x="1132357" y="1367699"/>
                  </a:lnTo>
                  <a:close/>
                </a:path>
                <a:path w="9542780" h="6570345">
                  <a:moveTo>
                    <a:pt x="1132357" y="1412064"/>
                  </a:moveTo>
                  <a:lnTo>
                    <a:pt x="1113281" y="1412064"/>
                  </a:lnTo>
                  <a:lnTo>
                    <a:pt x="1104792" y="1418564"/>
                  </a:lnTo>
                  <a:lnTo>
                    <a:pt x="1104792" y="1439757"/>
                  </a:lnTo>
                  <a:lnTo>
                    <a:pt x="1111159" y="1445975"/>
                  </a:lnTo>
                  <a:lnTo>
                    <a:pt x="1132357" y="1445975"/>
                  </a:lnTo>
                  <a:lnTo>
                    <a:pt x="1138725" y="1439757"/>
                  </a:lnTo>
                  <a:lnTo>
                    <a:pt x="1138725" y="1420541"/>
                  </a:lnTo>
                  <a:lnTo>
                    <a:pt x="1132357" y="1412064"/>
                  </a:lnTo>
                  <a:close/>
                </a:path>
                <a:path w="9542780" h="6570345">
                  <a:moveTo>
                    <a:pt x="1132357" y="1456712"/>
                  </a:moveTo>
                  <a:lnTo>
                    <a:pt x="1113281" y="1456712"/>
                  </a:lnTo>
                  <a:lnTo>
                    <a:pt x="1104792" y="1462929"/>
                  </a:lnTo>
                  <a:lnTo>
                    <a:pt x="1104792" y="1484123"/>
                  </a:lnTo>
                  <a:lnTo>
                    <a:pt x="1111159" y="1490623"/>
                  </a:lnTo>
                  <a:lnTo>
                    <a:pt x="1132357" y="1490623"/>
                  </a:lnTo>
                  <a:lnTo>
                    <a:pt x="1138725" y="1482144"/>
                  </a:lnTo>
                  <a:lnTo>
                    <a:pt x="1138725" y="1465190"/>
                  </a:lnTo>
                  <a:lnTo>
                    <a:pt x="1132357" y="1456712"/>
                  </a:lnTo>
                  <a:close/>
                </a:path>
                <a:path w="9542780" h="6570345">
                  <a:moveTo>
                    <a:pt x="1132357" y="1501077"/>
                  </a:moveTo>
                  <a:lnTo>
                    <a:pt x="1113281" y="1501077"/>
                  </a:lnTo>
                  <a:lnTo>
                    <a:pt x="1104792" y="1507577"/>
                  </a:lnTo>
                  <a:lnTo>
                    <a:pt x="1104792" y="1528771"/>
                  </a:lnTo>
                  <a:lnTo>
                    <a:pt x="1111159" y="1534988"/>
                  </a:lnTo>
                  <a:lnTo>
                    <a:pt x="1132357" y="1534988"/>
                  </a:lnTo>
                  <a:lnTo>
                    <a:pt x="1138725" y="1526510"/>
                  </a:lnTo>
                  <a:lnTo>
                    <a:pt x="1138725" y="1509555"/>
                  </a:lnTo>
                  <a:lnTo>
                    <a:pt x="1132357" y="1501077"/>
                  </a:lnTo>
                  <a:close/>
                </a:path>
                <a:path w="9542780" h="6570345">
                  <a:moveTo>
                    <a:pt x="1132357" y="1545443"/>
                  </a:moveTo>
                  <a:lnTo>
                    <a:pt x="1113281" y="1545443"/>
                  </a:lnTo>
                  <a:lnTo>
                    <a:pt x="1104792" y="1551942"/>
                  </a:lnTo>
                  <a:lnTo>
                    <a:pt x="1104792" y="1573136"/>
                  </a:lnTo>
                  <a:lnTo>
                    <a:pt x="1111159" y="1579352"/>
                  </a:lnTo>
                  <a:lnTo>
                    <a:pt x="1132357" y="1579352"/>
                  </a:lnTo>
                  <a:lnTo>
                    <a:pt x="1138725" y="1570875"/>
                  </a:lnTo>
                  <a:lnTo>
                    <a:pt x="1138725" y="1553921"/>
                  </a:lnTo>
                  <a:lnTo>
                    <a:pt x="1132357" y="1545443"/>
                  </a:lnTo>
                  <a:close/>
                </a:path>
                <a:path w="9542780" h="6570345">
                  <a:moveTo>
                    <a:pt x="1132357" y="1590092"/>
                  </a:moveTo>
                  <a:lnTo>
                    <a:pt x="1113281" y="1590092"/>
                  </a:lnTo>
                  <a:lnTo>
                    <a:pt x="1104792" y="1596308"/>
                  </a:lnTo>
                  <a:lnTo>
                    <a:pt x="1104792" y="1615523"/>
                  </a:lnTo>
                  <a:lnTo>
                    <a:pt x="1111159" y="1624001"/>
                  </a:lnTo>
                  <a:lnTo>
                    <a:pt x="1121771" y="1624001"/>
                  </a:lnTo>
                  <a:lnTo>
                    <a:pt x="1132357" y="1621740"/>
                  </a:lnTo>
                  <a:lnTo>
                    <a:pt x="1138725" y="1615523"/>
                  </a:lnTo>
                  <a:lnTo>
                    <a:pt x="1138725" y="1598569"/>
                  </a:lnTo>
                  <a:lnTo>
                    <a:pt x="1132357" y="1590092"/>
                  </a:lnTo>
                  <a:close/>
                </a:path>
                <a:path w="9542780" h="6570345">
                  <a:moveTo>
                    <a:pt x="1132357" y="1634456"/>
                  </a:moveTo>
                  <a:lnTo>
                    <a:pt x="1113281" y="1634456"/>
                  </a:lnTo>
                  <a:lnTo>
                    <a:pt x="1104792" y="1640956"/>
                  </a:lnTo>
                  <a:lnTo>
                    <a:pt x="1104792" y="1659889"/>
                  </a:lnTo>
                  <a:lnTo>
                    <a:pt x="1111159" y="1668367"/>
                  </a:lnTo>
                  <a:lnTo>
                    <a:pt x="1121771" y="1668367"/>
                  </a:lnTo>
                  <a:lnTo>
                    <a:pt x="1132357" y="1666388"/>
                  </a:lnTo>
                  <a:lnTo>
                    <a:pt x="1138725" y="1659889"/>
                  </a:lnTo>
                  <a:lnTo>
                    <a:pt x="1138725" y="1642934"/>
                  </a:lnTo>
                  <a:lnTo>
                    <a:pt x="1132357" y="1634456"/>
                  </a:lnTo>
                  <a:close/>
                </a:path>
                <a:path w="9542780" h="6570345">
                  <a:moveTo>
                    <a:pt x="1132357" y="1676844"/>
                  </a:moveTo>
                  <a:lnTo>
                    <a:pt x="1113281" y="1676844"/>
                  </a:lnTo>
                  <a:lnTo>
                    <a:pt x="1104792" y="1683061"/>
                  </a:lnTo>
                  <a:lnTo>
                    <a:pt x="1104792" y="1704254"/>
                  </a:lnTo>
                  <a:lnTo>
                    <a:pt x="1111159" y="1710754"/>
                  </a:lnTo>
                  <a:lnTo>
                    <a:pt x="1132357" y="1710754"/>
                  </a:lnTo>
                  <a:lnTo>
                    <a:pt x="1138725" y="1704254"/>
                  </a:lnTo>
                  <a:lnTo>
                    <a:pt x="1138725" y="1685321"/>
                  </a:lnTo>
                  <a:lnTo>
                    <a:pt x="1132357" y="1676844"/>
                  </a:lnTo>
                  <a:close/>
                </a:path>
                <a:path w="9542780" h="6570345">
                  <a:moveTo>
                    <a:pt x="1132357" y="1721209"/>
                  </a:moveTo>
                  <a:lnTo>
                    <a:pt x="1113281" y="1721209"/>
                  </a:lnTo>
                  <a:lnTo>
                    <a:pt x="1104792" y="1727709"/>
                  </a:lnTo>
                  <a:lnTo>
                    <a:pt x="1104792" y="1748903"/>
                  </a:lnTo>
                  <a:lnTo>
                    <a:pt x="1111159" y="1755119"/>
                  </a:lnTo>
                  <a:lnTo>
                    <a:pt x="1132357" y="1755119"/>
                  </a:lnTo>
                  <a:lnTo>
                    <a:pt x="1138725" y="1748903"/>
                  </a:lnTo>
                  <a:lnTo>
                    <a:pt x="1138725" y="1729686"/>
                  </a:lnTo>
                  <a:lnTo>
                    <a:pt x="1132357" y="1721209"/>
                  </a:lnTo>
                  <a:close/>
                </a:path>
                <a:path w="9542780" h="6570345">
                  <a:moveTo>
                    <a:pt x="1132357" y="1765857"/>
                  </a:moveTo>
                  <a:lnTo>
                    <a:pt x="1113281" y="1765857"/>
                  </a:lnTo>
                  <a:lnTo>
                    <a:pt x="1104792" y="1772074"/>
                  </a:lnTo>
                  <a:lnTo>
                    <a:pt x="1104792" y="1793267"/>
                  </a:lnTo>
                  <a:lnTo>
                    <a:pt x="1111159" y="1799767"/>
                  </a:lnTo>
                  <a:lnTo>
                    <a:pt x="1132357" y="1799767"/>
                  </a:lnTo>
                  <a:lnTo>
                    <a:pt x="1138725" y="1791290"/>
                  </a:lnTo>
                  <a:lnTo>
                    <a:pt x="1138725" y="1774334"/>
                  </a:lnTo>
                  <a:lnTo>
                    <a:pt x="1132357" y="1765857"/>
                  </a:lnTo>
                  <a:close/>
                </a:path>
                <a:path w="9542780" h="6570345">
                  <a:moveTo>
                    <a:pt x="1132357" y="1810223"/>
                  </a:moveTo>
                  <a:lnTo>
                    <a:pt x="1113281" y="1810223"/>
                  </a:lnTo>
                  <a:lnTo>
                    <a:pt x="1104792" y="1816722"/>
                  </a:lnTo>
                  <a:lnTo>
                    <a:pt x="1104792" y="1837634"/>
                  </a:lnTo>
                  <a:lnTo>
                    <a:pt x="1111159" y="1844132"/>
                  </a:lnTo>
                  <a:lnTo>
                    <a:pt x="1132357" y="1844132"/>
                  </a:lnTo>
                  <a:lnTo>
                    <a:pt x="1138725" y="1835655"/>
                  </a:lnTo>
                  <a:lnTo>
                    <a:pt x="1138725" y="1818700"/>
                  </a:lnTo>
                  <a:lnTo>
                    <a:pt x="1132357" y="1810223"/>
                  </a:lnTo>
                  <a:close/>
                </a:path>
                <a:path w="9542780" h="6570345">
                  <a:moveTo>
                    <a:pt x="1132357" y="1854588"/>
                  </a:moveTo>
                  <a:lnTo>
                    <a:pt x="1113281" y="1854588"/>
                  </a:lnTo>
                  <a:lnTo>
                    <a:pt x="1104792" y="1861088"/>
                  </a:lnTo>
                  <a:lnTo>
                    <a:pt x="1104792" y="1880021"/>
                  </a:lnTo>
                  <a:lnTo>
                    <a:pt x="1111159" y="1888498"/>
                  </a:lnTo>
                  <a:lnTo>
                    <a:pt x="1132357" y="1888498"/>
                  </a:lnTo>
                  <a:lnTo>
                    <a:pt x="1138725" y="1880021"/>
                  </a:lnTo>
                  <a:lnTo>
                    <a:pt x="1138725" y="1863065"/>
                  </a:lnTo>
                  <a:lnTo>
                    <a:pt x="1132357" y="1854588"/>
                  </a:lnTo>
                  <a:close/>
                </a:path>
                <a:path w="9542780" h="6570345">
                  <a:moveTo>
                    <a:pt x="1132357" y="1899236"/>
                  </a:moveTo>
                  <a:lnTo>
                    <a:pt x="1113281" y="1899236"/>
                  </a:lnTo>
                  <a:lnTo>
                    <a:pt x="1104792" y="1905453"/>
                  </a:lnTo>
                  <a:lnTo>
                    <a:pt x="1104792" y="1924668"/>
                  </a:lnTo>
                  <a:lnTo>
                    <a:pt x="1111159" y="1933147"/>
                  </a:lnTo>
                  <a:lnTo>
                    <a:pt x="1121771" y="1933147"/>
                  </a:lnTo>
                  <a:lnTo>
                    <a:pt x="1132357" y="1930886"/>
                  </a:lnTo>
                  <a:lnTo>
                    <a:pt x="1138725" y="1924668"/>
                  </a:lnTo>
                  <a:lnTo>
                    <a:pt x="1138725" y="1907713"/>
                  </a:lnTo>
                  <a:lnTo>
                    <a:pt x="1132357" y="1899236"/>
                  </a:lnTo>
                  <a:close/>
                </a:path>
                <a:path w="9542780" h="6570345">
                  <a:moveTo>
                    <a:pt x="1132357" y="1943601"/>
                  </a:moveTo>
                  <a:lnTo>
                    <a:pt x="1113281" y="1943601"/>
                  </a:lnTo>
                  <a:lnTo>
                    <a:pt x="1104792" y="1950101"/>
                  </a:lnTo>
                  <a:lnTo>
                    <a:pt x="1104792" y="1971295"/>
                  </a:lnTo>
                  <a:lnTo>
                    <a:pt x="1111159" y="1977511"/>
                  </a:lnTo>
                  <a:lnTo>
                    <a:pt x="1121771" y="1977511"/>
                  </a:lnTo>
                  <a:lnTo>
                    <a:pt x="1132357" y="1975251"/>
                  </a:lnTo>
                  <a:lnTo>
                    <a:pt x="1138725" y="1969034"/>
                  </a:lnTo>
                  <a:lnTo>
                    <a:pt x="1138725" y="1952080"/>
                  </a:lnTo>
                  <a:lnTo>
                    <a:pt x="1132357" y="1943601"/>
                  </a:lnTo>
                  <a:close/>
                </a:path>
                <a:path w="9542780" h="6570345">
                  <a:moveTo>
                    <a:pt x="1132357" y="1985989"/>
                  </a:moveTo>
                  <a:lnTo>
                    <a:pt x="1113281" y="1985989"/>
                  </a:lnTo>
                  <a:lnTo>
                    <a:pt x="1104792" y="1992205"/>
                  </a:lnTo>
                  <a:lnTo>
                    <a:pt x="1104792" y="2013399"/>
                  </a:lnTo>
                  <a:lnTo>
                    <a:pt x="1111159" y="2019899"/>
                  </a:lnTo>
                  <a:lnTo>
                    <a:pt x="1132357" y="2019899"/>
                  </a:lnTo>
                  <a:lnTo>
                    <a:pt x="1138725" y="2013399"/>
                  </a:lnTo>
                  <a:lnTo>
                    <a:pt x="1138725" y="1994466"/>
                  </a:lnTo>
                  <a:lnTo>
                    <a:pt x="1132357" y="1985989"/>
                  </a:lnTo>
                  <a:close/>
                </a:path>
                <a:path w="9542780" h="6570345">
                  <a:moveTo>
                    <a:pt x="1132357" y="2030355"/>
                  </a:moveTo>
                  <a:lnTo>
                    <a:pt x="1113281" y="2030355"/>
                  </a:lnTo>
                  <a:lnTo>
                    <a:pt x="1104792" y="2036853"/>
                  </a:lnTo>
                  <a:lnTo>
                    <a:pt x="1104792" y="2058047"/>
                  </a:lnTo>
                  <a:lnTo>
                    <a:pt x="1111159" y="2064264"/>
                  </a:lnTo>
                  <a:lnTo>
                    <a:pt x="1132357" y="2064264"/>
                  </a:lnTo>
                  <a:lnTo>
                    <a:pt x="1138725" y="2058047"/>
                  </a:lnTo>
                  <a:lnTo>
                    <a:pt x="1138725" y="2038832"/>
                  </a:lnTo>
                  <a:lnTo>
                    <a:pt x="1132357" y="2030355"/>
                  </a:lnTo>
                  <a:close/>
                </a:path>
                <a:path w="9542780" h="6570345">
                  <a:moveTo>
                    <a:pt x="1132357" y="2075003"/>
                  </a:moveTo>
                  <a:lnTo>
                    <a:pt x="1113281" y="2075003"/>
                  </a:lnTo>
                  <a:lnTo>
                    <a:pt x="1104792" y="2081220"/>
                  </a:lnTo>
                  <a:lnTo>
                    <a:pt x="1104792" y="2102413"/>
                  </a:lnTo>
                  <a:lnTo>
                    <a:pt x="1111159" y="2108912"/>
                  </a:lnTo>
                  <a:lnTo>
                    <a:pt x="1132357" y="2108912"/>
                  </a:lnTo>
                  <a:lnTo>
                    <a:pt x="1138725" y="2100435"/>
                  </a:lnTo>
                  <a:lnTo>
                    <a:pt x="1138725" y="2083480"/>
                  </a:lnTo>
                  <a:lnTo>
                    <a:pt x="1132357" y="2075003"/>
                  </a:lnTo>
                  <a:close/>
                </a:path>
                <a:path w="9542780" h="6570345">
                  <a:moveTo>
                    <a:pt x="1132357" y="2119368"/>
                  </a:moveTo>
                  <a:lnTo>
                    <a:pt x="1113281" y="2119368"/>
                  </a:lnTo>
                  <a:lnTo>
                    <a:pt x="1104792" y="2125585"/>
                  </a:lnTo>
                  <a:lnTo>
                    <a:pt x="1104792" y="2144800"/>
                  </a:lnTo>
                  <a:lnTo>
                    <a:pt x="1111159" y="2153278"/>
                  </a:lnTo>
                  <a:lnTo>
                    <a:pt x="1132357" y="2153278"/>
                  </a:lnTo>
                  <a:lnTo>
                    <a:pt x="1138725" y="2144800"/>
                  </a:lnTo>
                  <a:lnTo>
                    <a:pt x="1138725" y="2127845"/>
                  </a:lnTo>
                  <a:lnTo>
                    <a:pt x="1132357" y="2119368"/>
                  </a:lnTo>
                  <a:close/>
                </a:path>
                <a:path w="9542780" h="6570345">
                  <a:moveTo>
                    <a:pt x="1132357" y="2163733"/>
                  </a:moveTo>
                  <a:lnTo>
                    <a:pt x="1113281" y="2163733"/>
                  </a:lnTo>
                  <a:lnTo>
                    <a:pt x="1104792" y="2170233"/>
                  </a:lnTo>
                  <a:lnTo>
                    <a:pt x="1104792" y="2189166"/>
                  </a:lnTo>
                  <a:lnTo>
                    <a:pt x="1111159" y="2197643"/>
                  </a:lnTo>
                  <a:lnTo>
                    <a:pt x="1132357" y="2197643"/>
                  </a:lnTo>
                  <a:lnTo>
                    <a:pt x="1138725" y="2189166"/>
                  </a:lnTo>
                  <a:lnTo>
                    <a:pt x="1138725" y="2172211"/>
                  </a:lnTo>
                  <a:lnTo>
                    <a:pt x="1132357" y="2163733"/>
                  </a:lnTo>
                  <a:close/>
                </a:path>
                <a:path w="9542780" h="6570345">
                  <a:moveTo>
                    <a:pt x="1132357" y="2208381"/>
                  </a:moveTo>
                  <a:lnTo>
                    <a:pt x="1113281" y="2208381"/>
                  </a:lnTo>
                  <a:lnTo>
                    <a:pt x="1104792" y="2214598"/>
                  </a:lnTo>
                  <a:lnTo>
                    <a:pt x="1104792" y="2233814"/>
                  </a:lnTo>
                  <a:lnTo>
                    <a:pt x="1111159" y="2242291"/>
                  </a:lnTo>
                  <a:lnTo>
                    <a:pt x="1121771" y="2242291"/>
                  </a:lnTo>
                  <a:lnTo>
                    <a:pt x="1132357" y="2240031"/>
                  </a:lnTo>
                  <a:lnTo>
                    <a:pt x="1138725" y="2233814"/>
                  </a:lnTo>
                  <a:lnTo>
                    <a:pt x="1138725" y="2216858"/>
                  </a:lnTo>
                  <a:lnTo>
                    <a:pt x="1132357" y="2208381"/>
                  </a:lnTo>
                  <a:close/>
                </a:path>
                <a:path w="9542780" h="6570345">
                  <a:moveTo>
                    <a:pt x="1132357" y="2252747"/>
                  </a:moveTo>
                  <a:lnTo>
                    <a:pt x="1113281" y="2252747"/>
                  </a:lnTo>
                  <a:lnTo>
                    <a:pt x="1104792" y="2259246"/>
                  </a:lnTo>
                  <a:lnTo>
                    <a:pt x="1104792" y="2280157"/>
                  </a:lnTo>
                  <a:lnTo>
                    <a:pt x="1111159" y="2286656"/>
                  </a:lnTo>
                  <a:lnTo>
                    <a:pt x="1121771" y="2286656"/>
                  </a:lnTo>
                  <a:lnTo>
                    <a:pt x="1132357" y="2284395"/>
                  </a:lnTo>
                  <a:lnTo>
                    <a:pt x="1138725" y="2278179"/>
                  </a:lnTo>
                  <a:lnTo>
                    <a:pt x="1138725" y="2261224"/>
                  </a:lnTo>
                  <a:lnTo>
                    <a:pt x="1132357" y="2252747"/>
                  </a:lnTo>
                  <a:close/>
                </a:path>
                <a:path w="9542780" h="6570345">
                  <a:moveTo>
                    <a:pt x="1132357" y="2295135"/>
                  </a:moveTo>
                  <a:lnTo>
                    <a:pt x="1113281" y="2295135"/>
                  </a:lnTo>
                  <a:lnTo>
                    <a:pt x="1104792" y="2301351"/>
                  </a:lnTo>
                  <a:lnTo>
                    <a:pt x="1104792" y="2322545"/>
                  </a:lnTo>
                  <a:lnTo>
                    <a:pt x="1111159" y="2329044"/>
                  </a:lnTo>
                  <a:lnTo>
                    <a:pt x="1132357" y="2329044"/>
                  </a:lnTo>
                  <a:lnTo>
                    <a:pt x="1138725" y="2322545"/>
                  </a:lnTo>
                  <a:lnTo>
                    <a:pt x="1138725" y="2303612"/>
                  </a:lnTo>
                  <a:lnTo>
                    <a:pt x="1132357" y="2295135"/>
                  </a:lnTo>
                  <a:close/>
                </a:path>
                <a:path w="9542780" h="6570345">
                  <a:moveTo>
                    <a:pt x="1132357" y="2339500"/>
                  </a:moveTo>
                  <a:lnTo>
                    <a:pt x="1113281" y="2339500"/>
                  </a:lnTo>
                  <a:lnTo>
                    <a:pt x="1104792" y="2345999"/>
                  </a:lnTo>
                  <a:lnTo>
                    <a:pt x="1104792" y="2367193"/>
                  </a:lnTo>
                  <a:lnTo>
                    <a:pt x="1111159" y="2373410"/>
                  </a:lnTo>
                  <a:lnTo>
                    <a:pt x="1132357" y="2373410"/>
                  </a:lnTo>
                  <a:lnTo>
                    <a:pt x="1138725" y="2367193"/>
                  </a:lnTo>
                  <a:lnTo>
                    <a:pt x="1138725" y="2347977"/>
                  </a:lnTo>
                  <a:lnTo>
                    <a:pt x="1132357" y="2339500"/>
                  </a:lnTo>
                  <a:close/>
                </a:path>
                <a:path w="9542780" h="6570345">
                  <a:moveTo>
                    <a:pt x="1132357" y="2384148"/>
                  </a:moveTo>
                  <a:lnTo>
                    <a:pt x="1113281" y="2384148"/>
                  </a:lnTo>
                  <a:lnTo>
                    <a:pt x="1104792" y="2390364"/>
                  </a:lnTo>
                  <a:lnTo>
                    <a:pt x="1104792" y="2411558"/>
                  </a:lnTo>
                  <a:lnTo>
                    <a:pt x="1111159" y="2417775"/>
                  </a:lnTo>
                  <a:lnTo>
                    <a:pt x="1132357" y="2417775"/>
                  </a:lnTo>
                  <a:lnTo>
                    <a:pt x="1138725" y="2409579"/>
                  </a:lnTo>
                  <a:lnTo>
                    <a:pt x="1138725" y="2392625"/>
                  </a:lnTo>
                  <a:lnTo>
                    <a:pt x="1132357" y="2384148"/>
                  </a:lnTo>
                  <a:close/>
                </a:path>
                <a:path w="9542780" h="6570345">
                  <a:moveTo>
                    <a:pt x="1132357" y="2428513"/>
                  </a:moveTo>
                  <a:lnTo>
                    <a:pt x="1113281" y="2428513"/>
                  </a:lnTo>
                  <a:lnTo>
                    <a:pt x="1104792" y="2434729"/>
                  </a:lnTo>
                  <a:lnTo>
                    <a:pt x="1104792" y="2453946"/>
                  </a:lnTo>
                  <a:lnTo>
                    <a:pt x="1111159" y="2462423"/>
                  </a:lnTo>
                  <a:lnTo>
                    <a:pt x="1132357" y="2462423"/>
                  </a:lnTo>
                  <a:lnTo>
                    <a:pt x="1138725" y="2453946"/>
                  </a:lnTo>
                  <a:lnTo>
                    <a:pt x="1138725" y="2436990"/>
                  </a:lnTo>
                  <a:lnTo>
                    <a:pt x="1132357" y="2428513"/>
                  </a:lnTo>
                  <a:close/>
                </a:path>
                <a:path w="9542780" h="6570345">
                  <a:moveTo>
                    <a:pt x="1132357" y="2472879"/>
                  </a:moveTo>
                  <a:lnTo>
                    <a:pt x="1113281" y="2472879"/>
                  </a:lnTo>
                  <a:lnTo>
                    <a:pt x="1104792" y="2479377"/>
                  </a:lnTo>
                  <a:lnTo>
                    <a:pt x="1104792" y="2498310"/>
                  </a:lnTo>
                  <a:lnTo>
                    <a:pt x="1111159" y="2506788"/>
                  </a:lnTo>
                  <a:lnTo>
                    <a:pt x="1132357" y="2506788"/>
                  </a:lnTo>
                  <a:lnTo>
                    <a:pt x="1138725" y="2498310"/>
                  </a:lnTo>
                  <a:lnTo>
                    <a:pt x="1138725" y="2481356"/>
                  </a:lnTo>
                  <a:lnTo>
                    <a:pt x="1132357" y="2472879"/>
                  </a:lnTo>
                  <a:close/>
                </a:path>
                <a:path w="9542780" h="6570345">
                  <a:moveTo>
                    <a:pt x="1132357" y="2517527"/>
                  </a:moveTo>
                  <a:lnTo>
                    <a:pt x="1113281" y="2517527"/>
                  </a:lnTo>
                  <a:lnTo>
                    <a:pt x="1104792" y="2523743"/>
                  </a:lnTo>
                  <a:lnTo>
                    <a:pt x="1104792" y="2544937"/>
                  </a:lnTo>
                  <a:lnTo>
                    <a:pt x="1111159" y="2551436"/>
                  </a:lnTo>
                  <a:lnTo>
                    <a:pt x="1121771" y="2551436"/>
                  </a:lnTo>
                  <a:lnTo>
                    <a:pt x="1132357" y="2549175"/>
                  </a:lnTo>
                  <a:lnTo>
                    <a:pt x="1138725" y="2542959"/>
                  </a:lnTo>
                  <a:lnTo>
                    <a:pt x="1138725" y="2526004"/>
                  </a:lnTo>
                  <a:lnTo>
                    <a:pt x="1132357" y="2517527"/>
                  </a:lnTo>
                  <a:close/>
                </a:path>
                <a:path w="9542780" h="6570345">
                  <a:moveTo>
                    <a:pt x="1132357" y="2561892"/>
                  </a:moveTo>
                  <a:lnTo>
                    <a:pt x="1113281" y="2561892"/>
                  </a:lnTo>
                  <a:lnTo>
                    <a:pt x="1104792" y="2568108"/>
                  </a:lnTo>
                  <a:lnTo>
                    <a:pt x="1104792" y="2589302"/>
                  </a:lnTo>
                  <a:lnTo>
                    <a:pt x="1111159" y="2595802"/>
                  </a:lnTo>
                  <a:lnTo>
                    <a:pt x="1121771" y="2595802"/>
                  </a:lnTo>
                  <a:lnTo>
                    <a:pt x="1132357" y="2593541"/>
                  </a:lnTo>
                  <a:lnTo>
                    <a:pt x="1138725" y="2587325"/>
                  </a:lnTo>
                  <a:lnTo>
                    <a:pt x="1138725" y="2570369"/>
                  </a:lnTo>
                  <a:lnTo>
                    <a:pt x="1132357" y="2561892"/>
                  </a:lnTo>
                  <a:close/>
                </a:path>
                <a:path w="9542780" h="6570345">
                  <a:moveTo>
                    <a:pt x="1132357" y="2604279"/>
                  </a:moveTo>
                  <a:lnTo>
                    <a:pt x="1113281" y="2604279"/>
                  </a:lnTo>
                  <a:lnTo>
                    <a:pt x="1104792" y="2610496"/>
                  </a:lnTo>
                  <a:lnTo>
                    <a:pt x="1104792" y="2631690"/>
                  </a:lnTo>
                  <a:lnTo>
                    <a:pt x="1111159" y="2638190"/>
                  </a:lnTo>
                  <a:lnTo>
                    <a:pt x="1132357" y="2638190"/>
                  </a:lnTo>
                  <a:lnTo>
                    <a:pt x="1138725" y="2631690"/>
                  </a:lnTo>
                  <a:lnTo>
                    <a:pt x="1138725" y="2612757"/>
                  </a:lnTo>
                  <a:lnTo>
                    <a:pt x="1132357" y="2604279"/>
                  </a:lnTo>
                  <a:close/>
                </a:path>
                <a:path w="9542780" h="6570345">
                  <a:moveTo>
                    <a:pt x="1132357" y="2648644"/>
                  </a:moveTo>
                  <a:lnTo>
                    <a:pt x="1113281" y="2648644"/>
                  </a:lnTo>
                  <a:lnTo>
                    <a:pt x="1104792" y="2655144"/>
                  </a:lnTo>
                  <a:lnTo>
                    <a:pt x="1104792" y="2676338"/>
                  </a:lnTo>
                  <a:lnTo>
                    <a:pt x="1111159" y="2682554"/>
                  </a:lnTo>
                  <a:lnTo>
                    <a:pt x="1132357" y="2682554"/>
                  </a:lnTo>
                  <a:lnTo>
                    <a:pt x="1138725" y="2676338"/>
                  </a:lnTo>
                  <a:lnTo>
                    <a:pt x="1138725" y="2657121"/>
                  </a:lnTo>
                  <a:lnTo>
                    <a:pt x="1132357" y="2648644"/>
                  </a:lnTo>
                  <a:close/>
                </a:path>
                <a:path w="9542780" h="6570345">
                  <a:moveTo>
                    <a:pt x="1132357" y="2693292"/>
                  </a:moveTo>
                  <a:lnTo>
                    <a:pt x="1113281" y="2693292"/>
                  </a:lnTo>
                  <a:lnTo>
                    <a:pt x="1104792" y="2699509"/>
                  </a:lnTo>
                  <a:lnTo>
                    <a:pt x="1104792" y="2718442"/>
                  </a:lnTo>
                  <a:lnTo>
                    <a:pt x="1111159" y="2726919"/>
                  </a:lnTo>
                  <a:lnTo>
                    <a:pt x="1132357" y="2726919"/>
                  </a:lnTo>
                  <a:lnTo>
                    <a:pt x="1138725" y="2718442"/>
                  </a:lnTo>
                  <a:lnTo>
                    <a:pt x="1138725" y="2701770"/>
                  </a:lnTo>
                  <a:lnTo>
                    <a:pt x="1132357" y="2693292"/>
                  </a:lnTo>
                  <a:close/>
                </a:path>
                <a:path w="9542780" h="6570345">
                  <a:moveTo>
                    <a:pt x="1132357" y="2737658"/>
                  </a:moveTo>
                  <a:lnTo>
                    <a:pt x="1113281" y="2737658"/>
                  </a:lnTo>
                  <a:lnTo>
                    <a:pt x="1104792" y="2743875"/>
                  </a:lnTo>
                  <a:lnTo>
                    <a:pt x="1104792" y="2763090"/>
                  </a:lnTo>
                  <a:lnTo>
                    <a:pt x="1111159" y="2771567"/>
                  </a:lnTo>
                  <a:lnTo>
                    <a:pt x="1132357" y="2771567"/>
                  </a:lnTo>
                  <a:lnTo>
                    <a:pt x="1138725" y="2763090"/>
                  </a:lnTo>
                  <a:lnTo>
                    <a:pt x="1138725" y="2746136"/>
                  </a:lnTo>
                  <a:lnTo>
                    <a:pt x="1132357" y="2737658"/>
                  </a:lnTo>
                  <a:close/>
                </a:path>
                <a:path w="9542780" h="6570345">
                  <a:moveTo>
                    <a:pt x="1132357" y="2782023"/>
                  </a:moveTo>
                  <a:lnTo>
                    <a:pt x="1113281" y="2782023"/>
                  </a:lnTo>
                  <a:lnTo>
                    <a:pt x="1104792" y="2788523"/>
                  </a:lnTo>
                  <a:lnTo>
                    <a:pt x="1104792" y="2807456"/>
                  </a:lnTo>
                  <a:lnTo>
                    <a:pt x="1111159" y="2815934"/>
                  </a:lnTo>
                  <a:lnTo>
                    <a:pt x="1132357" y="2815934"/>
                  </a:lnTo>
                  <a:lnTo>
                    <a:pt x="1138725" y="2807456"/>
                  </a:lnTo>
                  <a:lnTo>
                    <a:pt x="1138725" y="2790501"/>
                  </a:lnTo>
                  <a:lnTo>
                    <a:pt x="1132357" y="2782023"/>
                  </a:lnTo>
                  <a:close/>
                </a:path>
                <a:path w="9542780" h="6570345">
                  <a:moveTo>
                    <a:pt x="1132357" y="2826672"/>
                  </a:moveTo>
                  <a:lnTo>
                    <a:pt x="1113281" y="2826672"/>
                  </a:lnTo>
                  <a:lnTo>
                    <a:pt x="1104792" y="2832888"/>
                  </a:lnTo>
                  <a:lnTo>
                    <a:pt x="1104792" y="2851821"/>
                  </a:lnTo>
                  <a:lnTo>
                    <a:pt x="1111159" y="2860299"/>
                  </a:lnTo>
                  <a:lnTo>
                    <a:pt x="1121771" y="2860299"/>
                  </a:lnTo>
                  <a:lnTo>
                    <a:pt x="1132357" y="2858321"/>
                  </a:lnTo>
                  <a:lnTo>
                    <a:pt x="1138725" y="2851821"/>
                  </a:lnTo>
                  <a:lnTo>
                    <a:pt x="1138725" y="2835149"/>
                  </a:lnTo>
                  <a:lnTo>
                    <a:pt x="1132357" y="2826672"/>
                  </a:lnTo>
                  <a:close/>
                </a:path>
                <a:path w="9542780" h="6570345">
                  <a:moveTo>
                    <a:pt x="1132357" y="2871036"/>
                  </a:moveTo>
                  <a:lnTo>
                    <a:pt x="1113281" y="2871036"/>
                  </a:lnTo>
                  <a:lnTo>
                    <a:pt x="1104792" y="2877254"/>
                  </a:lnTo>
                  <a:lnTo>
                    <a:pt x="1104792" y="2896469"/>
                  </a:lnTo>
                  <a:lnTo>
                    <a:pt x="1111159" y="2904947"/>
                  </a:lnTo>
                  <a:lnTo>
                    <a:pt x="1121771" y="2904947"/>
                  </a:lnTo>
                  <a:lnTo>
                    <a:pt x="1132357" y="2902686"/>
                  </a:lnTo>
                  <a:lnTo>
                    <a:pt x="1138725" y="2896469"/>
                  </a:lnTo>
                  <a:lnTo>
                    <a:pt x="1138725" y="2879515"/>
                  </a:lnTo>
                  <a:lnTo>
                    <a:pt x="1132357" y="2871036"/>
                  </a:lnTo>
                  <a:close/>
                </a:path>
                <a:path w="9542780" h="6570345">
                  <a:moveTo>
                    <a:pt x="1132357" y="2913424"/>
                  </a:moveTo>
                  <a:lnTo>
                    <a:pt x="1113281" y="2913424"/>
                  </a:lnTo>
                  <a:lnTo>
                    <a:pt x="1104792" y="2919641"/>
                  </a:lnTo>
                  <a:lnTo>
                    <a:pt x="1104792" y="2938857"/>
                  </a:lnTo>
                  <a:lnTo>
                    <a:pt x="1111159" y="2947334"/>
                  </a:lnTo>
                  <a:lnTo>
                    <a:pt x="1132357" y="2947334"/>
                  </a:lnTo>
                  <a:lnTo>
                    <a:pt x="1138725" y="2940834"/>
                  </a:lnTo>
                  <a:lnTo>
                    <a:pt x="1138725" y="2921901"/>
                  </a:lnTo>
                  <a:lnTo>
                    <a:pt x="1132357" y="2913424"/>
                  </a:lnTo>
                  <a:close/>
                </a:path>
                <a:path w="9542780" h="6570345">
                  <a:moveTo>
                    <a:pt x="1132357" y="2957790"/>
                  </a:moveTo>
                  <a:lnTo>
                    <a:pt x="1113281" y="2957790"/>
                  </a:lnTo>
                  <a:lnTo>
                    <a:pt x="1104792" y="2964289"/>
                  </a:lnTo>
                  <a:lnTo>
                    <a:pt x="1104792" y="2983222"/>
                  </a:lnTo>
                  <a:lnTo>
                    <a:pt x="1111159" y="2991699"/>
                  </a:lnTo>
                  <a:lnTo>
                    <a:pt x="1132357" y="2991699"/>
                  </a:lnTo>
                  <a:lnTo>
                    <a:pt x="1138725" y="2985482"/>
                  </a:lnTo>
                  <a:lnTo>
                    <a:pt x="1138725" y="2966267"/>
                  </a:lnTo>
                  <a:lnTo>
                    <a:pt x="1132357" y="2957790"/>
                  </a:lnTo>
                  <a:close/>
                </a:path>
                <a:path w="9542780" h="6570345">
                  <a:moveTo>
                    <a:pt x="1132357" y="3002155"/>
                  </a:moveTo>
                  <a:lnTo>
                    <a:pt x="1113281" y="3002155"/>
                  </a:lnTo>
                  <a:lnTo>
                    <a:pt x="1104792" y="3008655"/>
                  </a:lnTo>
                  <a:lnTo>
                    <a:pt x="1104792" y="3027588"/>
                  </a:lnTo>
                  <a:lnTo>
                    <a:pt x="1111159" y="3036065"/>
                  </a:lnTo>
                  <a:lnTo>
                    <a:pt x="1132357" y="3036065"/>
                  </a:lnTo>
                  <a:lnTo>
                    <a:pt x="1138725" y="3027588"/>
                  </a:lnTo>
                  <a:lnTo>
                    <a:pt x="1138725" y="3010632"/>
                  </a:lnTo>
                  <a:lnTo>
                    <a:pt x="1132357" y="3002155"/>
                  </a:lnTo>
                  <a:close/>
                </a:path>
                <a:path w="9542780" h="6570345">
                  <a:moveTo>
                    <a:pt x="1132357" y="3046803"/>
                  </a:moveTo>
                  <a:lnTo>
                    <a:pt x="1113281" y="3046803"/>
                  </a:lnTo>
                  <a:lnTo>
                    <a:pt x="1104792" y="3053020"/>
                  </a:lnTo>
                  <a:lnTo>
                    <a:pt x="1104792" y="3072236"/>
                  </a:lnTo>
                  <a:lnTo>
                    <a:pt x="1111159" y="3080713"/>
                  </a:lnTo>
                  <a:lnTo>
                    <a:pt x="1132357" y="3080713"/>
                  </a:lnTo>
                  <a:lnTo>
                    <a:pt x="1138725" y="3072236"/>
                  </a:lnTo>
                  <a:lnTo>
                    <a:pt x="1138725" y="3055280"/>
                  </a:lnTo>
                  <a:lnTo>
                    <a:pt x="1132357" y="3046803"/>
                  </a:lnTo>
                  <a:close/>
                </a:path>
                <a:path w="9542780" h="6570345">
                  <a:moveTo>
                    <a:pt x="1132357" y="3091168"/>
                  </a:moveTo>
                  <a:lnTo>
                    <a:pt x="1113281" y="3091168"/>
                  </a:lnTo>
                  <a:lnTo>
                    <a:pt x="1104792" y="3097668"/>
                  </a:lnTo>
                  <a:lnTo>
                    <a:pt x="1104792" y="3118862"/>
                  </a:lnTo>
                  <a:lnTo>
                    <a:pt x="1111159" y="3125078"/>
                  </a:lnTo>
                  <a:lnTo>
                    <a:pt x="1132357" y="3125078"/>
                  </a:lnTo>
                  <a:lnTo>
                    <a:pt x="1138725" y="3116601"/>
                  </a:lnTo>
                  <a:lnTo>
                    <a:pt x="1138725" y="3099647"/>
                  </a:lnTo>
                  <a:lnTo>
                    <a:pt x="1132357" y="3091168"/>
                  </a:lnTo>
                  <a:close/>
                </a:path>
                <a:path w="9542780" h="6570345">
                  <a:moveTo>
                    <a:pt x="1132357" y="3135816"/>
                  </a:moveTo>
                  <a:lnTo>
                    <a:pt x="1113281" y="3135816"/>
                  </a:lnTo>
                  <a:lnTo>
                    <a:pt x="1104792" y="3142033"/>
                  </a:lnTo>
                  <a:lnTo>
                    <a:pt x="1104792" y="3163227"/>
                  </a:lnTo>
                  <a:lnTo>
                    <a:pt x="1111159" y="3169445"/>
                  </a:lnTo>
                  <a:lnTo>
                    <a:pt x="1121771" y="3169445"/>
                  </a:lnTo>
                  <a:lnTo>
                    <a:pt x="1132357" y="3167466"/>
                  </a:lnTo>
                  <a:lnTo>
                    <a:pt x="1138725" y="3160966"/>
                  </a:lnTo>
                  <a:lnTo>
                    <a:pt x="1138725" y="3144011"/>
                  </a:lnTo>
                  <a:lnTo>
                    <a:pt x="1132357" y="3135816"/>
                  </a:lnTo>
                  <a:close/>
                </a:path>
                <a:path w="9542780" h="6570345">
                  <a:moveTo>
                    <a:pt x="1132357" y="3180182"/>
                  </a:moveTo>
                  <a:lnTo>
                    <a:pt x="1113281" y="3180182"/>
                  </a:lnTo>
                  <a:lnTo>
                    <a:pt x="1104792" y="3186399"/>
                  </a:lnTo>
                  <a:lnTo>
                    <a:pt x="1104792" y="3205614"/>
                  </a:lnTo>
                  <a:lnTo>
                    <a:pt x="1111159" y="3214091"/>
                  </a:lnTo>
                  <a:lnTo>
                    <a:pt x="1121771" y="3214091"/>
                  </a:lnTo>
                  <a:lnTo>
                    <a:pt x="1132357" y="3211831"/>
                  </a:lnTo>
                  <a:lnTo>
                    <a:pt x="1138725" y="3205614"/>
                  </a:lnTo>
                  <a:lnTo>
                    <a:pt x="1138725" y="3188660"/>
                  </a:lnTo>
                  <a:lnTo>
                    <a:pt x="1132357" y="3180182"/>
                  </a:lnTo>
                  <a:close/>
                </a:path>
                <a:path w="9542780" h="6570345">
                  <a:moveTo>
                    <a:pt x="1132357" y="3222570"/>
                  </a:moveTo>
                  <a:lnTo>
                    <a:pt x="1113281" y="3222570"/>
                  </a:lnTo>
                  <a:lnTo>
                    <a:pt x="1104792" y="3228787"/>
                  </a:lnTo>
                  <a:lnTo>
                    <a:pt x="1104792" y="3248002"/>
                  </a:lnTo>
                  <a:lnTo>
                    <a:pt x="1111159" y="3256479"/>
                  </a:lnTo>
                  <a:lnTo>
                    <a:pt x="1132357" y="3256479"/>
                  </a:lnTo>
                  <a:lnTo>
                    <a:pt x="1138725" y="3249980"/>
                  </a:lnTo>
                  <a:lnTo>
                    <a:pt x="1138725" y="3231047"/>
                  </a:lnTo>
                  <a:lnTo>
                    <a:pt x="1132357" y="3222570"/>
                  </a:lnTo>
                  <a:close/>
                </a:path>
                <a:path w="9542780" h="6570345">
                  <a:moveTo>
                    <a:pt x="1132357" y="3266935"/>
                  </a:moveTo>
                  <a:lnTo>
                    <a:pt x="1113281" y="3266935"/>
                  </a:lnTo>
                  <a:lnTo>
                    <a:pt x="1104792" y="3273435"/>
                  </a:lnTo>
                  <a:lnTo>
                    <a:pt x="1104792" y="3292368"/>
                  </a:lnTo>
                  <a:lnTo>
                    <a:pt x="1111159" y="3300845"/>
                  </a:lnTo>
                  <a:lnTo>
                    <a:pt x="1132357" y="3300845"/>
                  </a:lnTo>
                  <a:lnTo>
                    <a:pt x="1138725" y="3294345"/>
                  </a:lnTo>
                  <a:lnTo>
                    <a:pt x="1138725" y="3275412"/>
                  </a:lnTo>
                  <a:lnTo>
                    <a:pt x="1132357" y="3266935"/>
                  </a:lnTo>
                  <a:close/>
                </a:path>
                <a:path w="9542780" h="6570345">
                  <a:moveTo>
                    <a:pt x="1132357" y="3311300"/>
                  </a:moveTo>
                  <a:lnTo>
                    <a:pt x="1113281" y="3311300"/>
                  </a:lnTo>
                  <a:lnTo>
                    <a:pt x="1104792" y="3317800"/>
                  </a:lnTo>
                  <a:lnTo>
                    <a:pt x="1104792" y="3336733"/>
                  </a:lnTo>
                  <a:lnTo>
                    <a:pt x="1111159" y="3345210"/>
                  </a:lnTo>
                  <a:lnTo>
                    <a:pt x="1132357" y="3345210"/>
                  </a:lnTo>
                  <a:lnTo>
                    <a:pt x="1138725" y="3336733"/>
                  </a:lnTo>
                  <a:lnTo>
                    <a:pt x="1138725" y="3319778"/>
                  </a:lnTo>
                  <a:lnTo>
                    <a:pt x="1132357" y="3311300"/>
                  </a:lnTo>
                  <a:close/>
                </a:path>
                <a:path w="9542780" h="6570345">
                  <a:moveTo>
                    <a:pt x="1132357" y="3355948"/>
                  </a:moveTo>
                  <a:lnTo>
                    <a:pt x="1113281" y="3355948"/>
                  </a:lnTo>
                  <a:lnTo>
                    <a:pt x="1104792" y="3362164"/>
                  </a:lnTo>
                  <a:lnTo>
                    <a:pt x="1104792" y="3381381"/>
                  </a:lnTo>
                  <a:lnTo>
                    <a:pt x="1111159" y="3389858"/>
                  </a:lnTo>
                  <a:lnTo>
                    <a:pt x="1132357" y="3389858"/>
                  </a:lnTo>
                  <a:lnTo>
                    <a:pt x="1138725" y="3381381"/>
                  </a:lnTo>
                  <a:lnTo>
                    <a:pt x="1138725" y="3364426"/>
                  </a:lnTo>
                  <a:lnTo>
                    <a:pt x="1132357" y="3355948"/>
                  </a:lnTo>
                  <a:close/>
                </a:path>
                <a:path w="9542780" h="6570345">
                  <a:moveTo>
                    <a:pt x="1132357" y="3400314"/>
                  </a:moveTo>
                  <a:lnTo>
                    <a:pt x="1113281" y="3400314"/>
                  </a:lnTo>
                  <a:lnTo>
                    <a:pt x="1104792" y="3406813"/>
                  </a:lnTo>
                  <a:lnTo>
                    <a:pt x="1104792" y="3425746"/>
                  </a:lnTo>
                  <a:lnTo>
                    <a:pt x="1111159" y="3434223"/>
                  </a:lnTo>
                  <a:lnTo>
                    <a:pt x="1132357" y="3434223"/>
                  </a:lnTo>
                  <a:lnTo>
                    <a:pt x="1138725" y="3425746"/>
                  </a:lnTo>
                  <a:lnTo>
                    <a:pt x="1138725" y="3408791"/>
                  </a:lnTo>
                  <a:lnTo>
                    <a:pt x="1132357" y="3400314"/>
                  </a:lnTo>
                  <a:close/>
                </a:path>
                <a:path w="9542780" h="6570345">
                  <a:moveTo>
                    <a:pt x="1132357" y="3444679"/>
                  </a:moveTo>
                  <a:lnTo>
                    <a:pt x="1113281" y="3444679"/>
                  </a:lnTo>
                  <a:lnTo>
                    <a:pt x="1104792" y="3451179"/>
                  </a:lnTo>
                  <a:lnTo>
                    <a:pt x="1104792" y="3470112"/>
                  </a:lnTo>
                  <a:lnTo>
                    <a:pt x="1111159" y="3478589"/>
                  </a:lnTo>
                  <a:lnTo>
                    <a:pt x="1121771" y="3478589"/>
                  </a:lnTo>
                  <a:lnTo>
                    <a:pt x="1132357" y="3476611"/>
                  </a:lnTo>
                  <a:lnTo>
                    <a:pt x="1138725" y="3470112"/>
                  </a:lnTo>
                  <a:lnTo>
                    <a:pt x="1138725" y="3453156"/>
                  </a:lnTo>
                  <a:lnTo>
                    <a:pt x="1132357" y="3444679"/>
                  </a:lnTo>
                  <a:close/>
                </a:path>
                <a:path w="9542780" h="6570345">
                  <a:moveTo>
                    <a:pt x="1132357" y="3489327"/>
                  </a:moveTo>
                  <a:lnTo>
                    <a:pt x="1113281" y="3489327"/>
                  </a:lnTo>
                  <a:lnTo>
                    <a:pt x="1104792" y="3495544"/>
                  </a:lnTo>
                  <a:lnTo>
                    <a:pt x="1104792" y="3514760"/>
                  </a:lnTo>
                  <a:lnTo>
                    <a:pt x="1111159" y="3523237"/>
                  </a:lnTo>
                  <a:lnTo>
                    <a:pt x="1121771" y="3523237"/>
                  </a:lnTo>
                  <a:lnTo>
                    <a:pt x="1132357" y="3520977"/>
                  </a:lnTo>
                  <a:lnTo>
                    <a:pt x="1138725" y="3514760"/>
                  </a:lnTo>
                  <a:lnTo>
                    <a:pt x="1138725" y="3497804"/>
                  </a:lnTo>
                  <a:lnTo>
                    <a:pt x="1132357" y="3489327"/>
                  </a:lnTo>
                  <a:close/>
                </a:path>
                <a:path w="9542780" h="6570345">
                  <a:moveTo>
                    <a:pt x="1132357" y="3531715"/>
                  </a:moveTo>
                  <a:lnTo>
                    <a:pt x="1113281" y="3531715"/>
                  </a:lnTo>
                  <a:lnTo>
                    <a:pt x="1104792" y="3537931"/>
                  </a:lnTo>
                  <a:lnTo>
                    <a:pt x="1104792" y="3557146"/>
                  </a:lnTo>
                  <a:lnTo>
                    <a:pt x="1111159" y="3565625"/>
                  </a:lnTo>
                  <a:lnTo>
                    <a:pt x="1132357" y="3565625"/>
                  </a:lnTo>
                  <a:lnTo>
                    <a:pt x="1138725" y="3559125"/>
                  </a:lnTo>
                  <a:lnTo>
                    <a:pt x="1138725" y="3540192"/>
                  </a:lnTo>
                  <a:lnTo>
                    <a:pt x="1132357" y="3531715"/>
                  </a:lnTo>
                  <a:close/>
                </a:path>
                <a:path w="9542780" h="6570345">
                  <a:moveTo>
                    <a:pt x="1132357" y="4238792"/>
                  </a:moveTo>
                  <a:lnTo>
                    <a:pt x="1113281" y="4238792"/>
                  </a:lnTo>
                  <a:lnTo>
                    <a:pt x="1104792" y="4245150"/>
                  </a:lnTo>
                  <a:lnTo>
                    <a:pt x="1104792" y="4266316"/>
                  </a:lnTo>
                  <a:lnTo>
                    <a:pt x="1111159" y="4272673"/>
                  </a:lnTo>
                  <a:lnTo>
                    <a:pt x="1132357" y="4272673"/>
                  </a:lnTo>
                  <a:lnTo>
                    <a:pt x="1138725" y="4264225"/>
                  </a:lnTo>
                  <a:lnTo>
                    <a:pt x="1138725" y="4247269"/>
                  </a:lnTo>
                  <a:lnTo>
                    <a:pt x="1132357" y="4238792"/>
                  </a:lnTo>
                  <a:close/>
                </a:path>
                <a:path w="9542780" h="6570345">
                  <a:moveTo>
                    <a:pt x="1132357" y="4283270"/>
                  </a:moveTo>
                  <a:lnTo>
                    <a:pt x="1113281" y="4283270"/>
                  </a:lnTo>
                  <a:lnTo>
                    <a:pt x="1104792" y="4289629"/>
                  </a:lnTo>
                  <a:lnTo>
                    <a:pt x="1104792" y="4308675"/>
                  </a:lnTo>
                  <a:lnTo>
                    <a:pt x="1111159" y="4317152"/>
                  </a:lnTo>
                  <a:lnTo>
                    <a:pt x="1132357" y="4317152"/>
                  </a:lnTo>
                  <a:lnTo>
                    <a:pt x="1138725" y="4308675"/>
                  </a:lnTo>
                  <a:lnTo>
                    <a:pt x="1138725" y="4291749"/>
                  </a:lnTo>
                  <a:lnTo>
                    <a:pt x="1132357" y="4283270"/>
                  </a:lnTo>
                  <a:close/>
                </a:path>
                <a:path w="9542780" h="6570345">
                  <a:moveTo>
                    <a:pt x="1132357" y="4327721"/>
                  </a:moveTo>
                  <a:lnTo>
                    <a:pt x="1113281" y="4327721"/>
                  </a:lnTo>
                  <a:lnTo>
                    <a:pt x="1104792" y="4334079"/>
                  </a:lnTo>
                  <a:lnTo>
                    <a:pt x="1104792" y="4353153"/>
                  </a:lnTo>
                  <a:lnTo>
                    <a:pt x="1111159" y="4361602"/>
                  </a:lnTo>
                  <a:lnTo>
                    <a:pt x="1132357" y="4361602"/>
                  </a:lnTo>
                  <a:lnTo>
                    <a:pt x="1138725" y="4353153"/>
                  </a:lnTo>
                  <a:lnTo>
                    <a:pt x="1138725" y="4336199"/>
                  </a:lnTo>
                  <a:lnTo>
                    <a:pt x="1132357" y="4327721"/>
                  </a:lnTo>
                  <a:close/>
                </a:path>
                <a:path w="9542780" h="6570345">
                  <a:moveTo>
                    <a:pt x="1132357" y="4372199"/>
                  </a:moveTo>
                  <a:lnTo>
                    <a:pt x="1113281" y="4372199"/>
                  </a:lnTo>
                  <a:lnTo>
                    <a:pt x="1104792" y="4378557"/>
                  </a:lnTo>
                  <a:lnTo>
                    <a:pt x="1104792" y="4397603"/>
                  </a:lnTo>
                  <a:lnTo>
                    <a:pt x="1111159" y="4406080"/>
                  </a:lnTo>
                  <a:lnTo>
                    <a:pt x="1121771" y="4406080"/>
                  </a:lnTo>
                  <a:lnTo>
                    <a:pt x="1132357" y="4403962"/>
                  </a:lnTo>
                  <a:lnTo>
                    <a:pt x="1138725" y="4397603"/>
                  </a:lnTo>
                  <a:lnTo>
                    <a:pt x="1138725" y="4380677"/>
                  </a:lnTo>
                  <a:lnTo>
                    <a:pt x="1132357" y="4372199"/>
                  </a:lnTo>
                  <a:close/>
                </a:path>
                <a:path w="9542780" h="6570345">
                  <a:moveTo>
                    <a:pt x="1132357" y="4416649"/>
                  </a:moveTo>
                  <a:lnTo>
                    <a:pt x="1113281" y="4416649"/>
                  </a:lnTo>
                  <a:lnTo>
                    <a:pt x="1104792" y="4423008"/>
                  </a:lnTo>
                  <a:lnTo>
                    <a:pt x="1104792" y="4442053"/>
                  </a:lnTo>
                  <a:lnTo>
                    <a:pt x="1111159" y="4450532"/>
                  </a:lnTo>
                  <a:lnTo>
                    <a:pt x="1121771" y="4450532"/>
                  </a:lnTo>
                  <a:lnTo>
                    <a:pt x="1132357" y="4448412"/>
                  </a:lnTo>
                  <a:lnTo>
                    <a:pt x="1138725" y="4442053"/>
                  </a:lnTo>
                  <a:lnTo>
                    <a:pt x="1138725" y="4425127"/>
                  </a:lnTo>
                  <a:lnTo>
                    <a:pt x="1132357" y="4416649"/>
                  </a:lnTo>
                  <a:close/>
                </a:path>
                <a:path w="9542780" h="6570345">
                  <a:moveTo>
                    <a:pt x="1132357" y="4459009"/>
                  </a:moveTo>
                  <a:lnTo>
                    <a:pt x="1113281" y="4459009"/>
                  </a:lnTo>
                  <a:lnTo>
                    <a:pt x="1104792" y="4465366"/>
                  </a:lnTo>
                  <a:lnTo>
                    <a:pt x="1104792" y="4484413"/>
                  </a:lnTo>
                  <a:lnTo>
                    <a:pt x="1111159" y="4492890"/>
                  </a:lnTo>
                  <a:lnTo>
                    <a:pt x="1132357" y="4492890"/>
                  </a:lnTo>
                  <a:lnTo>
                    <a:pt x="1138725" y="4486532"/>
                  </a:lnTo>
                  <a:lnTo>
                    <a:pt x="1138725" y="4467486"/>
                  </a:lnTo>
                  <a:lnTo>
                    <a:pt x="1132357" y="4459009"/>
                  </a:lnTo>
                  <a:close/>
                </a:path>
                <a:path w="9542780" h="6570345">
                  <a:moveTo>
                    <a:pt x="1132357" y="4503459"/>
                  </a:moveTo>
                  <a:lnTo>
                    <a:pt x="1113281" y="4503459"/>
                  </a:lnTo>
                  <a:lnTo>
                    <a:pt x="1104792" y="4509816"/>
                  </a:lnTo>
                  <a:lnTo>
                    <a:pt x="1104792" y="4528863"/>
                  </a:lnTo>
                  <a:lnTo>
                    <a:pt x="1111159" y="4537340"/>
                  </a:lnTo>
                  <a:lnTo>
                    <a:pt x="1132357" y="4537340"/>
                  </a:lnTo>
                  <a:lnTo>
                    <a:pt x="1138725" y="4530982"/>
                  </a:lnTo>
                  <a:lnTo>
                    <a:pt x="1138725" y="4511936"/>
                  </a:lnTo>
                  <a:lnTo>
                    <a:pt x="1132357" y="4503459"/>
                  </a:lnTo>
                  <a:close/>
                </a:path>
                <a:path w="9542780" h="6570345">
                  <a:moveTo>
                    <a:pt x="1132357" y="4547937"/>
                  </a:moveTo>
                  <a:lnTo>
                    <a:pt x="1113281" y="4547937"/>
                  </a:lnTo>
                  <a:lnTo>
                    <a:pt x="1104792" y="4554296"/>
                  </a:lnTo>
                  <a:lnTo>
                    <a:pt x="1104792" y="4573342"/>
                  </a:lnTo>
                  <a:lnTo>
                    <a:pt x="1111159" y="4581819"/>
                  </a:lnTo>
                  <a:lnTo>
                    <a:pt x="1132357" y="4581819"/>
                  </a:lnTo>
                  <a:lnTo>
                    <a:pt x="1138725" y="4573342"/>
                  </a:lnTo>
                  <a:lnTo>
                    <a:pt x="1138725" y="4556415"/>
                  </a:lnTo>
                  <a:lnTo>
                    <a:pt x="1132357" y="4547937"/>
                  </a:lnTo>
                  <a:close/>
                </a:path>
                <a:path w="9542780" h="6570345">
                  <a:moveTo>
                    <a:pt x="1132357" y="4592387"/>
                  </a:moveTo>
                  <a:lnTo>
                    <a:pt x="1113281" y="4592387"/>
                  </a:lnTo>
                  <a:lnTo>
                    <a:pt x="1104792" y="4598746"/>
                  </a:lnTo>
                  <a:lnTo>
                    <a:pt x="1104792" y="4617792"/>
                  </a:lnTo>
                  <a:lnTo>
                    <a:pt x="1111159" y="4626269"/>
                  </a:lnTo>
                  <a:lnTo>
                    <a:pt x="1132357" y="4626269"/>
                  </a:lnTo>
                  <a:lnTo>
                    <a:pt x="1138725" y="4617792"/>
                  </a:lnTo>
                  <a:lnTo>
                    <a:pt x="1138725" y="4600865"/>
                  </a:lnTo>
                  <a:lnTo>
                    <a:pt x="1132357" y="4592387"/>
                  </a:lnTo>
                  <a:close/>
                </a:path>
                <a:path w="9542780" h="6570345">
                  <a:moveTo>
                    <a:pt x="1132357" y="4636866"/>
                  </a:moveTo>
                  <a:lnTo>
                    <a:pt x="1113281" y="4636866"/>
                  </a:lnTo>
                  <a:lnTo>
                    <a:pt x="1104792" y="4643224"/>
                  </a:lnTo>
                  <a:lnTo>
                    <a:pt x="1104792" y="4662270"/>
                  </a:lnTo>
                  <a:lnTo>
                    <a:pt x="1111159" y="4670747"/>
                  </a:lnTo>
                  <a:lnTo>
                    <a:pt x="1132357" y="4670747"/>
                  </a:lnTo>
                  <a:lnTo>
                    <a:pt x="1138725" y="4662270"/>
                  </a:lnTo>
                  <a:lnTo>
                    <a:pt x="1138725" y="4645343"/>
                  </a:lnTo>
                  <a:lnTo>
                    <a:pt x="1132357" y="4636866"/>
                  </a:lnTo>
                  <a:close/>
                </a:path>
                <a:path w="9542780" h="6570345">
                  <a:moveTo>
                    <a:pt x="1132357" y="4681316"/>
                  </a:moveTo>
                  <a:lnTo>
                    <a:pt x="1113281" y="4681316"/>
                  </a:lnTo>
                  <a:lnTo>
                    <a:pt x="1104792" y="4687674"/>
                  </a:lnTo>
                  <a:lnTo>
                    <a:pt x="1104792" y="4706720"/>
                  </a:lnTo>
                  <a:lnTo>
                    <a:pt x="1111159" y="4715198"/>
                  </a:lnTo>
                  <a:lnTo>
                    <a:pt x="1121771" y="4715198"/>
                  </a:lnTo>
                  <a:lnTo>
                    <a:pt x="1132357" y="4713079"/>
                  </a:lnTo>
                  <a:lnTo>
                    <a:pt x="1138725" y="4706720"/>
                  </a:lnTo>
                  <a:lnTo>
                    <a:pt x="1138725" y="4689793"/>
                  </a:lnTo>
                  <a:lnTo>
                    <a:pt x="1132357" y="4681316"/>
                  </a:lnTo>
                  <a:close/>
                </a:path>
                <a:path w="9542780" h="6570345">
                  <a:moveTo>
                    <a:pt x="1132357" y="4990461"/>
                  </a:moveTo>
                  <a:lnTo>
                    <a:pt x="1113281" y="4990461"/>
                  </a:lnTo>
                  <a:lnTo>
                    <a:pt x="1104792" y="4996792"/>
                  </a:lnTo>
                  <a:lnTo>
                    <a:pt x="1104792" y="5015866"/>
                  </a:lnTo>
                  <a:lnTo>
                    <a:pt x="1111159" y="5024343"/>
                  </a:lnTo>
                  <a:lnTo>
                    <a:pt x="1132357" y="5024343"/>
                  </a:lnTo>
                  <a:lnTo>
                    <a:pt x="1138725" y="5015866"/>
                  </a:lnTo>
                  <a:lnTo>
                    <a:pt x="1138725" y="4998910"/>
                  </a:lnTo>
                  <a:lnTo>
                    <a:pt x="1132357" y="4990461"/>
                  </a:lnTo>
                  <a:close/>
                </a:path>
                <a:path w="9542780" h="6570345">
                  <a:moveTo>
                    <a:pt x="1132357" y="5034912"/>
                  </a:moveTo>
                  <a:lnTo>
                    <a:pt x="1113281" y="5034912"/>
                  </a:lnTo>
                  <a:lnTo>
                    <a:pt x="1104792" y="5041270"/>
                  </a:lnTo>
                  <a:lnTo>
                    <a:pt x="1104792" y="5060316"/>
                  </a:lnTo>
                  <a:lnTo>
                    <a:pt x="1111159" y="5068793"/>
                  </a:lnTo>
                  <a:lnTo>
                    <a:pt x="1121771" y="5068793"/>
                  </a:lnTo>
                  <a:lnTo>
                    <a:pt x="1132357" y="5066673"/>
                  </a:lnTo>
                  <a:lnTo>
                    <a:pt x="1138725" y="5060316"/>
                  </a:lnTo>
                  <a:lnTo>
                    <a:pt x="1138725" y="5043389"/>
                  </a:lnTo>
                  <a:lnTo>
                    <a:pt x="1132357" y="5034912"/>
                  </a:lnTo>
                  <a:close/>
                </a:path>
                <a:path w="9542780" h="6570345">
                  <a:moveTo>
                    <a:pt x="1087838" y="131118"/>
                  </a:moveTo>
                  <a:lnTo>
                    <a:pt x="1066613" y="131118"/>
                  </a:lnTo>
                  <a:lnTo>
                    <a:pt x="1062396" y="139595"/>
                  </a:lnTo>
                  <a:lnTo>
                    <a:pt x="1062396" y="156551"/>
                  </a:lnTo>
                  <a:lnTo>
                    <a:pt x="1068735" y="165028"/>
                  </a:lnTo>
                  <a:lnTo>
                    <a:pt x="1089962" y="165028"/>
                  </a:lnTo>
                  <a:lnTo>
                    <a:pt x="1094178" y="158812"/>
                  </a:lnTo>
                  <a:lnTo>
                    <a:pt x="1094178" y="139595"/>
                  </a:lnTo>
                  <a:lnTo>
                    <a:pt x="1087838" y="131118"/>
                  </a:lnTo>
                  <a:close/>
                </a:path>
                <a:path w="9542780" h="6570345">
                  <a:moveTo>
                    <a:pt x="1087838" y="175766"/>
                  </a:moveTo>
                  <a:lnTo>
                    <a:pt x="1066613" y="175766"/>
                  </a:lnTo>
                  <a:lnTo>
                    <a:pt x="1060273" y="181983"/>
                  </a:lnTo>
                  <a:lnTo>
                    <a:pt x="1060273" y="201199"/>
                  </a:lnTo>
                  <a:lnTo>
                    <a:pt x="1066613" y="209676"/>
                  </a:lnTo>
                  <a:lnTo>
                    <a:pt x="1087838" y="209676"/>
                  </a:lnTo>
                  <a:lnTo>
                    <a:pt x="1094178" y="203177"/>
                  </a:lnTo>
                  <a:lnTo>
                    <a:pt x="1094178" y="184243"/>
                  </a:lnTo>
                  <a:lnTo>
                    <a:pt x="1087838" y="175766"/>
                  </a:lnTo>
                  <a:close/>
                </a:path>
                <a:path w="9542780" h="6570345">
                  <a:moveTo>
                    <a:pt x="1087838" y="220131"/>
                  </a:moveTo>
                  <a:lnTo>
                    <a:pt x="1066613" y="220131"/>
                  </a:lnTo>
                  <a:lnTo>
                    <a:pt x="1060273" y="226349"/>
                  </a:lnTo>
                  <a:lnTo>
                    <a:pt x="1060273" y="245564"/>
                  </a:lnTo>
                  <a:lnTo>
                    <a:pt x="1066613" y="254041"/>
                  </a:lnTo>
                  <a:lnTo>
                    <a:pt x="1087838" y="254041"/>
                  </a:lnTo>
                  <a:lnTo>
                    <a:pt x="1094178" y="245564"/>
                  </a:lnTo>
                  <a:lnTo>
                    <a:pt x="1094178" y="228610"/>
                  </a:lnTo>
                  <a:lnTo>
                    <a:pt x="1087838" y="220131"/>
                  </a:lnTo>
                  <a:close/>
                </a:path>
                <a:path w="9542780" h="6570345">
                  <a:moveTo>
                    <a:pt x="1087838" y="264497"/>
                  </a:moveTo>
                  <a:lnTo>
                    <a:pt x="1066613" y="264497"/>
                  </a:lnTo>
                  <a:lnTo>
                    <a:pt x="1060273" y="270996"/>
                  </a:lnTo>
                  <a:lnTo>
                    <a:pt x="1060273" y="292190"/>
                  </a:lnTo>
                  <a:lnTo>
                    <a:pt x="1066613" y="298408"/>
                  </a:lnTo>
                  <a:lnTo>
                    <a:pt x="1087838" y="298408"/>
                  </a:lnTo>
                  <a:lnTo>
                    <a:pt x="1094178" y="289929"/>
                  </a:lnTo>
                  <a:lnTo>
                    <a:pt x="1094178" y="272975"/>
                  </a:lnTo>
                  <a:lnTo>
                    <a:pt x="1087838" y="264497"/>
                  </a:lnTo>
                  <a:close/>
                </a:path>
                <a:path w="9542780" h="6570345">
                  <a:moveTo>
                    <a:pt x="1087838" y="309145"/>
                  </a:moveTo>
                  <a:lnTo>
                    <a:pt x="1066613" y="309145"/>
                  </a:lnTo>
                  <a:lnTo>
                    <a:pt x="1060273" y="315362"/>
                  </a:lnTo>
                  <a:lnTo>
                    <a:pt x="1060273" y="334577"/>
                  </a:lnTo>
                  <a:lnTo>
                    <a:pt x="1066613" y="343054"/>
                  </a:lnTo>
                  <a:lnTo>
                    <a:pt x="1087838" y="343054"/>
                  </a:lnTo>
                  <a:lnTo>
                    <a:pt x="1094178" y="334577"/>
                  </a:lnTo>
                  <a:lnTo>
                    <a:pt x="1094178" y="317623"/>
                  </a:lnTo>
                  <a:lnTo>
                    <a:pt x="1087838" y="309145"/>
                  </a:lnTo>
                  <a:close/>
                </a:path>
                <a:path w="9542780" h="6570345">
                  <a:moveTo>
                    <a:pt x="1087838" y="353510"/>
                  </a:moveTo>
                  <a:lnTo>
                    <a:pt x="1066613" y="353510"/>
                  </a:lnTo>
                  <a:lnTo>
                    <a:pt x="1060273" y="360010"/>
                  </a:lnTo>
                  <a:lnTo>
                    <a:pt x="1060273" y="378943"/>
                  </a:lnTo>
                  <a:lnTo>
                    <a:pt x="1066613" y="387421"/>
                  </a:lnTo>
                  <a:lnTo>
                    <a:pt x="1087838" y="387421"/>
                  </a:lnTo>
                  <a:lnTo>
                    <a:pt x="1094178" y="378943"/>
                  </a:lnTo>
                  <a:lnTo>
                    <a:pt x="1094178" y="361988"/>
                  </a:lnTo>
                  <a:lnTo>
                    <a:pt x="1087838" y="353510"/>
                  </a:lnTo>
                  <a:close/>
                </a:path>
                <a:path w="9542780" h="6570345">
                  <a:moveTo>
                    <a:pt x="1087838" y="397877"/>
                  </a:moveTo>
                  <a:lnTo>
                    <a:pt x="1066613" y="397877"/>
                  </a:lnTo>
                  <a:lnTo>
                    <a:pt x="1060273" y="404375"/>
                  </a:lnTo>
                  <a:lnTo>
                    <a:pt x="1060273" y="425569"/>
                  </a:lnTo>
                  <a:lnTo>
                    <a:pt x="1066613" y="431786"/>
                  </a:lnTo>
                  <a:lnTo>
                    <a:pt x="1087838" y="431786"/>
                  </a:lnTo>
                  <a:lnTo>
                    <a:pt x="1094178" y="423308"/>
                  </a:lnTo>
                  <a:lnTo>
                    <a:pt x="1094178" y="406354"/>
                  </a:lnTo>
                  <a:lnTo>
                    <a:pt x="1087838" y="397877"/>
                  </a:lnTo>
                  <a:close/>
                </a:path>
                <a:path w="9542780" h="6570345">
                  <a:moveTo>
                    <a:pt x="1087838" y="707021"/>
                  </a:moveTo>
                  <a:lnTo>
                    <a:pt x="1066613" y="707021"/>
                  </a:lnTo>
                  <a:lnTo>
                    <a:pt x="1060273" y="713521"/>
                  </a:lnTo>
                  <a:lnTo>
                    <a:pt x="1060273" y="732453"/>
                  </a:lnTo>
                  <a:lnTo>
                    <a:pt x="1066613" y="740931"/>
                  </a:lnTo>
                  <a:lnTo>
                    <a:pt x="1087838" y="740931"/>
                  </a:lnTo>
                  <a:lnTo>
                    <a:pt x="1094178" y="732453"/>
                  </a:lnTo>
                  <a:lnTo>
                    <a:pt x="1094178" y="715498"/>
                  </a:lnTo>
                  <a:lnTo>
                    <a:pt x="1087838" y="707021"/>
                  </a:lnTo>
                  <a:close/>
                </a:path>
                <a:path w="9542780" h="6570345">
                  <a:moveTo>
                    <a:pt x="1087838" y="749409"/>
                  </a:moveTo>
                  <a:lnTo>
                    <a:pt x="1066613" y="749409"/>
                  </a:lnTo>
                  <a:lnTo>
                    <a:pt x="1060273" y="755907"/>
                  </a:lnTo>
                  <a:lnTo>
                    <a:pt x="1060273" y="774840"/>
                  </a:lnTo>
                  <a:lnTo>
                    <a:pt x="1066613" y="783319"/>
                  </a:lnTo>
                  <a:lnTo>
                    <a:pt x="1087838" y="783319"/>
                  </a:lnTo>
                  <a:lnTo>
                    <a:pt x="1094178" y="777101"/>
                  </a:lnTo>
                  <a:lnTo>
                    <a:pt x="1094178" y="757886"/>
                  </a:lnTo>
                  <a:lnTo>
                    <a:pt x="1087838" y="749409"/>
                  </a:lnTo>
                  <a:close/>
                </a:path>
                <a:path w="9542780" h="6570345">
                  <a:moveTo>
                    <a:pt x="1087838" y="794057"/>
                  </a:moveTo>
                  <a:lnTo>
                    <a:pt x="1066613" y="794057"/>
                  </a:lnTo>
                  <a:lnTo>
                    <a:pt x="1060273" y="800273"/>
                  </a:lnTo>
                  <a:lnTo>
                    <a:pt x="1060273" y="821467"/>
                  </a:lnTo>
                  <a:lnTo>
                    <a:pt x="1066613" y="827684"/>
                  </a:lnTo>
                  <a:lnTo>
                    <a:pt x="1087838" y="827684"/>
                  </a:lnTo>
                  <a:lnTo>
                    <a:pt x="1094178" y="821467"/>
                  </a:lnTo>
                  <a:lnTo>
                    <a:pt x="1094178" y="802534"/>
                  </a:lnTo>
                  <a:lnTo>
                    <a:pt x="1087838" y="794057"/>
                  </a:lnTo>
                  <a:close/>
                </a:path>
                <a:path w="9542780" h="6570345">
                  <a:moveTo>
                    <a:pt x="1087838" y="838422"/>
                  </a:moveTo>
                  <a:lnTo>
                    <a:pt x="1066613" y="838422"/>
                  </a:lnTo>
                  <a:lnTo>
                    <a:pt x="1060273" y="844638"/>
                  </a:lnTo>
                  <a:lnTo>
                    <a:pt x="1060273" y="863855"/>
                  </a:lnTo>
                  <a:lnTo>
                    <a:pt x="1066613" y="872332"/>
                  </a:lnTo>
                  <a:lnTo>
                    <a:pt x="1087838" y="872332"/>
                  </a:lnTo>
                  <a:lnTo>
                    <a:pt x="1094178" y="863855"/>
                  </a:lnTo>
                  <a:lnTo>
                    <a:pt x="1094178" y="846899"/>
                  </a:lnTo>
                  <a:lnTo>
                    <a:pt x="1087838" y="838422"/>
                  </a:lnTo>
                  <a:close/>
                </a:path>
                <a:path w="9542780" h="6570345">
                  <a:moveTo>
                    <a:pt x="1087838" y="882788"/>
                  </a:moveTo>
                  <a:lnTo>
                    <a:pt x="1066613" y="882788"/>
                  </a:lnTo>
                  <a:lnTo>
                    <a:pt x="1060273" y="889287"/>
                  </a:lnTo>
                  <a:lnTo>
                    <a:pt x="1060273" y="908220"/>
                  </a:lnTo>
                  <a:lnTo>
                    <a:pt x="1066613" y="916697"/>
                  </a:lnTo>
                  <a:lnTo>
                    <a:pt x="1087838" y="916697"/>
                  </a:lnTo>
                  <a:lnTo>
                    <a:pt x="1094178" y="908220"/>
                  </a:lnTo>
                  <a:lnTo>
                    <a:pt x="1094178" y="891265"/>
                  </a:lnTo>
                  <a:lnTo>
                    <a:pt x="1087838" y="882788"/>
                  </a:lnTo>
                  <a:close/>
                </a:path>
                <a:path w="9542780" h="6570345">
                  <a:moveTo>
                    <a:pt x="1087838" y="927435"/>
                  </a:moveTo>
                  <a:lnTo>
                    <a:pt x="1066613" y="927435"/>
                  </a:lnTo>
                  <a:lnTo>
                    <a:pt x="1060274" y="933653"/>
                  </a:lnTo>
                  <a:lnTo>
                    <a:pt x="1060274" y="954846"/>
                  </a:lnTo>
                  <a:lnTo>
                    <a:pt x="1066613" y="961063"/>
                  </a:lnTo>
                  <a:lnTo>
                    <a:pt x="1087838" y="961063"/>
                  </a:lnTo>
                  <a:lnTo>
                    <a:pt x="1094178" y="952585"/>
                  </a:lnTo>
                  <a:lnTo>
                    <a:pt x="1094178" y="935913"/>
                  </a:lnTo>
                  <a:lnTo>
                    <a:pt x="1087838" y="927435"/>
                  </a:lnTo>
                  <a:close/>
                </a:path>
                <a:path w="9542780" h="6570345">
                  <a:moveTo>
                    <a:pt x="1087838" y="971801"/>
                  </a:moveTo>
                  <a:lnTo>
                    <a:pt x="1066613" y="971801"/>
                  </a:lnTo>
                  <a:lnTo>
                    <a:pt x="1060274" y="978018"/>
                  </a:lnTo>
                  <a:lnTo>
                    <a:pt x="1060274" y="997233"/>
                  </a:lnTo>
                  <a:lnTo>
                    <a:pt x="1066613" y="1005711"/>
                  </a:lnTo>
                  <a:lnTo>
                    <a:pt x="1087838" y="1005711"/>
                  </a:lnTo>
                  <a:lnTo>
                    <a:pt x="1094178" y="997233"/>
                  </a:lnTo>
                  <a:lnTo>
                    <a:pt x="1094178" y="980278"/>
                  </a:lnTo>
                  <a:lnTo>
                    <a:pt x="1087838" y="971801"/>
                  </a:lnTo>
                  <a:close/>
                </a:path>
                <a:path w="9542780" h="6570345">
                  <a:moveTo>
                    <a:pt x="1087838" y="1016166"/>
                  </a:moveTo>
                  <a:lnTo>
                    <a:pt x="1066613" y="1016166"/>
                  </a:lnTo>
                  <a:lnTo>
                    <a:pt x="1060274" y="1022666"/>
                  </a:lnTo>
                  <a:lnTo>
                    <a:pt x="1060274" y="1041599"/>
                  </a:lnTo>
                  <a:lnTo>
                    <a:pt x="1066613" y="1050076"/>
                  </a:lnTo>
                  <a:lnTo>
                    <a:pt x="1087838" y="1050076"/>
                  </a:lnTo>
                  <a:lnTo>
                    <a:pt x="1094178" y="1041599"/>
                  </a:lnTo>
                  <a:lnTo>
                    <a:pt x="1094178" y="1024643"/>
                  </a:lnTo>
                  <a:lnTo>
                    <a:pt x="1087838" y="1016166"/>
                  </a:lnTo>
                  <a:close/>
                </a:path>
                <a:path w="9542780" h="6570345">
                  <a:moveTo>
                    <a:pt x="1087838" y="1058553"/>
                  </a:moveTo>
                  <a:lnTo>
                    <a:pt x="1066613" y="1058553"/>
                  </a:lnTo>
                  <a:lnTo>
                    <a:pt x="1060274" y="1065053"/>
                  </a:lnTo>
                  <a:lnTo>
                    <a:pt x="1060274" y="1086247"/>
                  </a:lnTo>
                  <a:lnTo>
                    <a:pt x="1066613" y="1092464"/>
                  </a:lnTo>
                  <a:lnTo>
                    <a:pt x="1087838" y="1092464"/>
                  </a:lnTo>
                  <a:lnTo>
                    <a:pt x="1094178" y="1086247"/>
                  </a:lnTo>
                  <a:lnTo>
                    <a:pt x="1094178" y="1067031"/>
                  </a:lnTo>
                  <a:lnTo>
                    <a:pt x="1087838" y="1058553"/>
                  </a:lnTo>
                  <a:close/>
                </a:path>
                <a:path w="9542780" h="6570345">
                  <a:moveTo>
                    <a:pt x="1087838" y="1102920"/>
                  </a:moveTo>
                  <a:lnTo>
                    <a:pt x="1066613" y="1102920"/>
                  </a:lnTo>
                  <a:lnTo>
                    <a:pt x="1060274" y="1109418"/>
                  </a:lnTo>
                  <a:lnTo>
                    <a:pt x="1060274" y="1128351"/>
                  </a:lnTo>
                  <a:lnTo>
                    <a:pt x="1066613" y="1136829"/>
                  </a:lnTo>
                  <a:lnTo>
                    <a:pt x="1087838" y="1136829"/>
                  </a:lnTo>
                  <a:lnTo>
                    <a:pt x="1094178" y="1130612"/>
                  </a:lnTo>
                  <a:lnTo>
                    <a:pt x="1094178" y="1111397"/>
                  </a:lnTo>
                  <a:lnTo>
                    <a:pt x="1087838" y="1102920"/>
                  </a:lnTo>
                  <a:close/>
                </a:path>
                <a:path w="9542780" h="6570345">
                  <a:moveTo>
                    <a:pt x="1087838" y="1147566"/>
                  </a:moveTo>
                  <a:lnTo>
                    <a:pt x="1066613" y="1147566"/>
                  </a:lnTo>
                  <a:lnTo>
                    <a:pt x="1060274" y="1153784"/>
                  </a:lnTo>
                  <a:lnTo>
                    <a:pt x="1060274" y="1172999"/>
                  </a:lnTo>
                  <a:lnTo>
                    <a:pt x="1066613" y="1181477"/>
                  </a:lnTo>
                  <a:lnTo>
                    <a:pt x="1087838" y="1181477"/>
                  </a:lnTo>
                  <a:lnTo>
                    <a:pt x="1094178" y="1172999"/>
                  </a:lnTo>
                  <a:lnTo>
                    <a:pt x="1094178" y="1156045"/>
                  </a:lnTo>
                  <a:lnTo>
                    <a:pt x="1087838" y="1147566"/>
                  </a:lnTo>
                  <a:close/>
                </a:path>
                <a:path w="9542780" h="6570345">
                  <a:moveTo>
                    <a:pt x="1087838" y="1191933"/>
                  </a:moveTo>
                  <a:lnTo>
                    <a:pt x="1066613" y="1191933"/>
                  </a:lnTo>
                  <a:lnTo>
                    <a:pt x="1060274" y="1198432"/>
                  </a:lnTo>
                  <a:lnTo>
                    <a:pt x="1060274" y="1217364"/>
                  </a:lnTo>
                  <a:lnTo>
                    <a:pt x="1066613" y="1225843"/>
                  </a:lnTo>
                  <a:lnTo>
                    <a:pt x="1087838" y="1225843"/>
                  </a:lnTo>
                  <a:lnTo>
                    <a:pt x="1094178" y="1217364"/>
                  </a:lnTo>
                  <a:lnTo>
                    <a:pt x="1094178" y="1200410"/>
                  </a:lnTo>
                  <a:lnTo>
                    <a:pt x="1087838" y="1191933"/>
                  </a:lnTo>
                  <a:close/>
                </a:path>
                <a:path w="9542780" h="6570345">
                  <a:moveTo>
                    <a:pt x="1087838" y="1236581"/>
                  </a:moveTo>
                  <a:lnTo>
                    <a:pt x="1066613" y="1236581"/>
                  </a:lnTo>
                  <a:lnTo>
                    <a:pt x="1060274" y="1242797"/>
                  </a:lnTo>
                  <a:lnTo>
                    <a:pt x="1060274" y="1261731"/>
                  </a:lnTo>
                  <a:lnTo>
                    <a:pt x="1066613" y="1270208"/>
                  </a:lnTo>
                  <a:lnTo>
                    <a:pt x="1087838" y="1270208"/>
                  </a:lnTo>
                  <a:lnTo>
                    <a:pt x="1094178" y="1261731"/>
                  </a:lnTo>
                  <a:lnTo>
                    <a:pt x="1094178" y="1244775"/>
                  </a:lnTo>
                  <a:lnTo>
                    <a:pt x="1087838" y="1236581"/>
                  </a:lnTo>
                  <a:close/>
                </a:path>
                <a:path w="9542780" h="6570345">
                  <a:moveTo>
                    <a:pt x="1087838" y="1280946"/>
                  </a:moveTo>
                  <a:lnTo>
                    <a:pt x="1066613" y="1280946"/>
                  </a:lnTo>
                  <a:lnTo>
                    <a:pt x="1060274" y="1287162"/>
                  </a:lnTo>
                  <a:lnTo>
                    <a:pt x="1060274" y="1306379"/>
                  </a:lnTo>
                  <a:lnTo>
                    <a:pt x="1066613" y="1314856"/>
                  </a:lnTo>
                  <a:lnTo>
                    <a:pt x="1087838" y="1314856"/>
                  </a:lnTo>
                  <a:lnTo>
                    <a:pt x="1094178" y="1306379"/>
                  </a:lnTo>
                  <a:lnTo>
                    <a:pt x="1094178" y="1289423"/>
                  </a:lnTo>
                  <a:lnTo>
                    <a:pt x="1087838" y="1280946"/>
                  </a:lnTo>
                  <a:close/>
                </a:path>
                <a:path w="9542780" h="6570345">
                  <a:moveTo>
                    <a:pt x="1087838" y="1325312"/>
                  </a:moveTo>
                  <a:lnTo>
                    <a:pt x="1066613" y="1325312"/>
                  </a:lnTo>
                  <a:lnTo>
                    <a:pt x="1060274" y="1331810"/>
                  </a:lnTo>
                  <a:lnTo>
                    <a:pt x="1060274" y="1350744"/>
                  </a:lnTo>
                  <a:lnTo>
                    <a:pt x="1066613" y="1359221"/>
                  </a:lnTo>
                  <a:lnTo>
                    <a:pt x="1087838" y="1359221"/>
                  </a:lnTo>
                  <a:lnTo>
                    <a:pt x="1094178" y="1350744"/>
                  </a:lnTo>
                  <a:lnTo>
                    <a:pt x="1094178" y="1333789"/>
                  </a:lnTo>
                  <a:lnTo>
                    <a:pt x="1087838" y="1325312"/>
                  </a:lnTo>
                  <a:close/>
                </a:path>
                <a:path w="9542780" h="6570345">
                  <a:moveTo>
                    <a:pt x="1087838" y="1367699"/>
                  </a:moveTo>
                  <a:lnTo>
                    <a:pt x="1066613" y="1367699"/>
                  </a:lnTo>
                  <a:lnTo>
                    <a:pt x="1060274" y="1374198"/>
                  </a:lnTo>
                  <a:lnTo>
                    <a:pt x="1060274" y="1393131"/>
                  </a:lnTo>
                  <a:lnTo>
                    <a:pt x="1066613" y="1401608"/>
                  </a:lnTo>
                  <a:lnTo>
                    <a:pt x="1087838" y="1401608"/>
                  </a:lnTo>
                  <a:lnTo>
                    <a:pt x="1094178" y="1395110"/>
                  </a:lnTo>
                  <a:lnTo>
                    <a:pt x="1094178" y="1376177"/>
                  </a:lnTo>
                  <a:lnTo>
                    <a:pt x="1087838" y="1367699"/>
                  </a:lnTo>
                  <a:close/>
                </a:path>
                <a:path w="9542780" h="6570345">
                  <a:moveTo>
                    <a:pt x="1087838" y="1412064"/>
                  </a:moveTo>
                  <a:lnTo>
                    <a:pt x="1066613" y="1412064"/>
                  </a:lnTo>
                  <a:lnTo>
                    <a:pt x="1060274" y="1418564"/>
                  </a:lnTo>
                  <a:lnTo>
                    <a:pt x="1060274" y="1439757"/>
                  </a:lnTo>
                  <a:lnTo>
                    <a:pt x="1066613" y="1445975"/>
                  </a:lnTo>
                  <a:lnTo>
                    <a:pt x="1087838" y="1445975"/>
                  </a:lnTo>
                  <a:lnTo>
                    <a:pt x="1094178" y="1439757"/>
                  </a:lnTo>
                  <a:lnTo>
                    <a:pt x="1094178" y="1420541"/>
                  </a:lnTo>
                  <a:lnTo>
                    <a:pt x="1087838" y="1412064"/>
                  </a:lnTo>
                  <a:close/>
                </a:path>
                <a:path w="9542780" h="6570345">
                  <a:moveTo>
                    <a:pt x="1087838" y="1456712"/>
                  </a:moveTo>
                  <a:lnTo>
                    <a:pt x="1066613" y="1456712"/>
                  </a:lnTo>
                  <a:lnTo>
                    <a:pt x="1060274" y="1462929"/>
                  </a:lnTo>
                  <a:lnTo>
                    <a:pt x="1060274" y="1484123"/>
                  </a:lnTo>
                  <a:lnTo>
                    <a:pt x="1066613" y="1490623"/>
                  </a:lnTo>
                  <a:lnTo>
                    <a:pt x="1087838" y="1490623"/>
                  </a:lnTo>
                  <a:lnTo>
                    <a:pt x="1094178" y="1482144"/>
                  </a:lnTo>
                  <a:lnTo>
                    <a:pt x="1094178" y="1465190"/>
                  </a:lnTo>
                  <a:lnTo>
                    <a:pt x="1087838" y="1456712"/>
                  </a:lnTo>
                  <a:close/>
                </a:path>
                <a:path w="9542780" h="6570345">
                  <a:moveTo>
                    <a:pt x="1087838" y="1501077"/>
                  </a:moveTo>
                  <a:lnTo>
                    <a:pt x="1066613" y="1501077"/>
                  </a:lnTo>
                  <a:lnTo>
                    <a:pt x="1060274" y="1507577"/>
                  </a:lnTo>
                  <a:lnTo>
                    <a:pt x="1060274" y="1528771"/>
                  </a:lnTo>
                  <a:lnTo>
                    <a:pt x="1066613" y="1534988"/>
                  </a:lnTo>
                  <a:lnTo>
                    <a:pt x="1087838" y="1534988"/>
                  </a:lnTo>
                  <a:lnTo>
                    <a:pt x="1094178" y="1526510"/>
                  </a:lnTo>
                  <a:lnTo>
                    <a:pt x="1094178" y="1509555"/>
                  </a:lnTo>
                  <a:lnTo>
                    <a:pt x="1087838" y="1501077"/>
                  </a:lnTo>
                  <a:close/>
                </a:path>
                <a:path w="9542780" h="6570345">
                  <a:moveTo>
                    <a:pt x="1087838" y="1545443"/>
                  </a:moveTo>
                  <a:lnTo>
                    <a:pt x="1066613" y="1545443"/>
                  </a:lnTo>
                  <a:lnTo>
                    <a:pt x="1060274" y="1551942"/>
                  </a:lnTo>
                  <a:lnTo>
                    <a:pt x="1060274" y="1573136"/>
                  </a:lnTo>
                  <a:lnTo>
                    <a:pt x="1066613" y="1579352"/>
                  </a:lnTo>
                  <a:lnTo>
                    <a:pt x="1087838" y="1579352"/>
                  </a:lnTo>
                  <a:lnTo>
                    <a:pt x="1094178" y="1570875"/>
                  </a:lnTo>
                  <a:lnTo>
                    <a:pt x="1094178" y="1553921"/>
                  </a:lnTo>
                  <a:lnTo>
                    <a:pt x="1087838" y="1545443"/>
                  </a:lnTo>
                  <a:close/>
                </a:path>
                <a:path w="9542780" h="6570345">
                  <a:moveTo>
                    <a:pt x="1087838" y="1590092"/>
                  </a:moveTo>
                  <a:lnTo>
                    <a:pt x="1066613" y="1590092"/>
                  </a:lnTo>
                  <a:lnTo>
                    <a:pt x="1060274" y="1596308"/>
                  </a:lnTo>
                  <a:lnTo>
                    <a:pt x="1060274" y="1615523"/>
                  </a:lnTo>
                  <a:lnTo>
                    <a:pt x="1066613" y="1624001"/>
                  </a:lnTo>
                  <a:lnTo>
                    <a:pt x="1087838" y="1624001"/>
                  </a:lnTo>
                  <a:lnTo>
                    <a:pt x="1094178" y="1615523"/>
                  </a:lnTo>
                  <a:lnTo>
                    <a:pt x="1094178" y="1598569"/>
                  </a:lnTo>
                  <a:lnTo>
                    <a:pt x="1087838" y="1590092"/>
                  </a:lnTo>
                  <a:close/>
                </a:path>
                <a:path w="9542780" h="6570345">
                  <a:moveTo>
                    <a:pt x="1087838" y="1634456"/>
                  </a:moveTo>
                  <a:lnTo>
                    <a:pt x="1066613" y="1634456"/>
                  </a:lnTo>
                  <a:lnTo>
                    <a:pt x="1060274" y="1640956"/>
                  </a:lnTo>
                  <a:lnTo>
                    <a:pt x="1060274" y="1659889"/>
                  </a:lnTo>
                  <a:lnTo>
                    <a:pt x="1066613" y="1668367"/>
                  </a:lnTo>
                  <a:lnTo>
                    <a:pt x="1087838" y="1668367"/>
                  </a:lnTo>
                  <a:lnTo>
                    <a:pt x="1094178" y="1659889"/>
                  </a:lnTo>
                  <a:lnTo>
                    <a:pt x="1094178" y="1642934"/>
                  </a:lnTo>
                  <a:lnTo>
                    <a:pt x="1087838" y="1634456"/>
                  </a:lnTo>
                  <a:close/>
                </a:path>
                <a:path w="9542780" h="6570345">
                  <a:moveTo>
                    <a:pt x="1087838" y="1676844"/>
                  </a:moveTo>
                  <a:lnTo>
                    <a:pt x="1066613" y="1676844"/>
                  </a:lnTo>
                  <a:lnTo>
                    <a:pt x="1060274" y="1683061"/>
                  </a:lnTo>
                  <a:lnTo>
                    <a:pt x="1060274" y="1704254"/>
                  </a:lnTo>
                  <a:lnTo>
                    <a:pt x="1066613" y="1710754"/>
                  </a:lnTo>
                  <a:lnTo>
                    <a:pt x="1087838" y="1710754"/>
                  </a:lnTo>
                  <a:lnTo>
                    <a:pt x="1094178" y="1704254"/>
                  </a:lnTo>
                  <a:lnTo>
                    <a:pt x="1094178" y="1685321"/>
                  </a:lnTo>
                  <a:lnTo>
                    <a:pt x="1087838" y="1676844"/>
                  </a:lnTo>
                  <a:close/>
                </a:path>
                <a:path w="9542780" h="6570345">
                  <a:moveTo>
                    <a:pt x="1087838" y="1721209"/>
                  </a:moveTo>
                  <a:lnTo>
                    <a:pt x="1066613" y="1721209"/>
                  </a:lnTo>
                  <a:lnTo>
                    <a:pt x="1060274" y="1727709"/>
                  </a:lnTo>
                  <a:lnTo>
                    <a:pt x="1060274" y="1748903"/>
                  </a:lnTo>
                  <a:lnTo>
                    <a:pt x="1066613" y="1755119"/>
                  </a:lnTo>
                  <a:lnTo>
                    <a:pt x="1087838" y="1755119"/>
                  </a:lnTo>
                  <a:lnTo>
                    <a:pt x="1094178" y="1748903"/>
                  </a:lnTo>
                  <a:lnTo>
                    <a:pt x="1094178" y="1729686"/>
                  </a:lnTo>
                  <a:lnTo>
                    <a:pt x="1087838" y="1721209"/>
                  </a:lnTo>
                  <a:close/>
                </a:path>
                <a:path w="9542780" h="6570345">
                  <a:moveTo>
                    <a:pt x="1087838" y="1765857"/>
                  </a:moveTo>
                  <a:lnTo>
                    <a:pt x="1066613" y="1765857"/>
                  </a:lnTo>
                  <a:lnTo>
                    <a:pt x="1060274" y="1772074"/>
                  </a:lnTo>
                  <a:lnTo>
                    <a:pt x="1060274" y="1793267"/>
                  </a:lnTo>
                  <a:lnTo>
                    <a:pt x="1066613" y="1799767"/>
                  </a:lnTo>
                  <a:lnTo>
                    <a:pt x="1087838" y="1799767"/>
                  </a:lnTo>
                  <a:lnTo>
                    <a:pt x="1094178" y="1791290"/>
                  </a:lnTo>
                  <a:lnTo>
                    <a:pt x="1094178" y="1774334"/>
                  </a:lnTo>
                  <a:lnTo>
                    <a:pt x="1087838" y="1765857"/>
                  </a:lnTo>
                  <a:close/>
                </a:path>
                <a:path w="9542780" h="6570345">
                  <a:moveTo>
                    <a:pt x="1087838" y="1810223"/>
                  </a:moveTo>
                  <a:lnTo>
                    <a:pt x="1066613" y="1810223"/>
                  </a:lnTo>
                  <a:lnTo>
                    <a:pt x="1060274" y="1816722"/>
                  </a:lnTo>
                  <a:lnTo>
                    <a:pt x="1060274" y="1837634"/>
                  </a:lnTo>
                  <a:lnTo>
                    <a:pt x="1066613" y="1844132"/>
                  </a:lnTo>
                  <a:lnTo>
                    <a:pt x="1087838" y="1844132"/>
                  </a:lnTo>
                  <a:lnTo>
                    <a:pt x="1094178" y="1835655"/>
                  </a:lnTo>
                  <a:lnTo>
                    <a:pt x="1094178" y="1818700"/>
                  </a:lnTo>
                  <a:lnTo>
                    <a:pt x="1087838" y="1810223"/>
                  </a:lnTo>
                  <a:close/>
                </a:path>
                <a:path w="9542780" h="6570345">
                  <a:moveTo>
                    <a:pt x="1087838" y="1854588"/>
                  </a:moveTo>
                  <a:lnTo>
                    <a:pt x="1066613" y="1854588"/>
                  </a:lnTo>
                  <a:lnTo>
                    <a:pt x="1060274" y="1861088"/>
                  </a:lnTo>
                  <a:lnTo>
                    <a:pt x="1060274" y="1880021"/>
                  </a:lnTo>
                  <a:lnTo>
                    <a:pt x="1066613" y="1888498"/>
                  </a:lnTo>
                  <a:lnTo>
                    <a:pt x="1087838" y="1888498"/>
                  </a:lnTo>
                  <a:lnTo>
                    <a:pt x="1094178" y="1880021"/>
                  </a:lnTo>
                  <a:lnTo>
                    <a:pt x="1094178" y="1863065"/>
                  </a:lnTo>
                  <a:lnTo>
                    <a:pt x="1087838" y="1854588"/>
                  </a:lnTo>
                  <a:close/>
                </a:path>
                <a:path w="9542780" h="6570345">
                  <a:moveTo>
                    <a:pt x="1087838" y="1899236"/>
                  </a:moveTo>
                  <a:lnTo>
                    <a:pt x="1066613" y="1899236"/>
                  </a:lnTo>
                  <a:lnTo>
                    <a:pt x="1060274" y="1905453"/>
                  </a:lnTo>
                  <a:lnTo>
                    <a:pt x="1060274" y="1924668"/>
                  </a:lnTo>
                  <a:lnTo>
                    <a:pt x="1066613" y="1933147"/>
                  </a:lnTo>
                  <a:lnTo>
                    <a:pt x="1087838" y="1933147"/>
                  </a:lnTo>
                  <a:lnTo>
                    <a:pt x="1094178" y="1924668"/>
                  </a:lnTo>
                  <a:lnTo>
                    <a:pt x="1094178" y="1907713"/>
                  </a:lnTo>
                  <a:lnTo>
                    <a:pt x="1087838" y="1899236"/>
                  </a:lnTo>
                  <a:close/>
                </a:path>
                <a:path w="9542780" h="6570345">
                  <a:moveTo>
                    <a:pt x="1087838" y="1943601"/>
                  </a:moveTo>
                  <a:lnTo>
                    <a:pt x="1066613" y="1943601"/>
                  </a:lnTo>
                  <a:lnTo>
                    <a:pt x="1060274" y="1950101"/>
                  </a:lnTo>
                  <a:lnTo>
                    <a:pt x="1060274" y="1971295"/>
                  </a:lnTo>
                  <a:lnTo>
                    <a:pt x="1066613" y="1977511"/>
                  </a:lnTo>
                  <a:lnTo>
                    <a:pt x="1087838" y="1977511"/>
                  </a:lnTo>
                  <a:lnTo>
                    <a:pt x="1094178" y="1969034"/>
                  </a:lnTo>
                  <a:lnTo>
                    <a:pt x="1094178" y="1952080"/>
                  </a:lnTo>
                  <a:lnTo>
                    <a:pt x="1087838" y="1943601"/>
                  </a:lnTo>
                  <a:close/>
                </a:path>
                <a:path w="9542780" h="6570345">
                  <a:moveTo>
                    <a:pt x="1087838" y="1985989"/>
                  </a:moveTo>
                  <a:lnTo>
                    <a:pt x="1066613" y="1985989"/>
                  </a:lnTo>
                  <a:lnTo>
                    <a:pt x="1060274" y="1992205"/>
                  </a:lnTo>
                  <a:lnTo>
                    <a:pt x="1060274" y="2013399"/>
                  </a:lnTo>
                  <a:lnTo>
                    <a:pt x="1066613" y="2019899"/>
                  </a:lnTo>
                  <a:lnTo>
                    <a:pt x="1087838" y="2019899"/>
                  </a:lnTo>
                  <a:lnTo>
                    <a:pt x="1094178" y="2013399"/>
                  </a:lnTo>
                  <a:lnTo>
                    <a:pt x="1094178" y="1994466"/>
                  </a:lnTo>
                  <a:lnTo>
                    <a:pt x="1087838" y="1985989"/>
                  </a:lnTo>
                  <a:close/>
                </a:path>
                <a:path w="9542780" h="6570345">
                  <a:moveTo>
                    <a:pt x="1087838" y="2030355"/>
                  </a:moveTo>
                  <a:lnTo>
                    <a:pt x="1066613" y="2030355"/>
                  </a:lnTo>
                  <a:lnTo>
                    <a:pt x="1060274" y="2036853"/>
                  </a:lnTo>
                  <a:lnTo>
                    <a:pt x="1060274" y="2058047"/>
                  </a:lnTo>
                  <a:lnTo>
                    <a:pt x="1066613" y="2064264"/>
                  </a:lnTo>
                  <a:lnTo>
                    <a:pt x="1087838" y="2064264"/>
                  </a:lnTo>
                  <a:lnTo>
                    <a:pt x="1094178" y="2058047"/>
                  </a:lnTo>
                  <a:lnTo>
                    <a:pt x="1094178" y="2038832"/>
                  </a:lnTo>
                  <a:lnTo>
                    <a:pt x="1087838" y="2030355"/>
                  </a:lnTo>
                  <a:close/>
                </a:path>
                <a:path w="9542780" h="6570345">
                  <a:moveTo>
                    <a:pt x="1087838" y="2075003"/>
                  </a:moveTo>
                  <a:lnTo>
                    <a:pt x="1066613" y="2075003"/>
                  </a:lnTo>
                  <a:lnTo>
                    <a:pt x="1060274" y="2081220"/>
                  </a:lnTo>
                  <a:lnTo>
                    <a:pt x="1060274" y="2102413"/>
                  </a:lnTo>
                  <a:lnTo>
                    <a:pt x="1066613" y="2108912"/>
                  </a:lnTo>
                  <a:lnTo>
                    <a:pt x="1087838" y="2108912"/>
                  </a:lnTo>
                  <a:lnTo>
                    <a:pt x="1094178" y="2100435"/>
                  </a:lnTo>
                  <a:lnTo>
                    <a:pt x="1094178" y="2083480"/>
                  </a:lnTo>
                  <a:lnTo>
                    <a:pt x="1087838" y="2075003"/>
                  </a:lnTo>
                  <a:close/>
                </a:path>
                <a:path w="9542780" h="6570345">
                  <a:moveTo>
                    <a:pt x="1087838" y="2119368"/>
                  </a:moveTo>
                  <a:lnTo>
                    <a:pt x="1066613" y="2119368"/>
                  </a:lnTo>
                  <a:lnTo>
                    <a:pt x="1060274" y="2125585"/>
                  </a:lnTo>
                  <a:lnTo>
                    <a:pt x="1060274" y="2144800"/>
                  </a:lnTo>
                  <a:lnTo>
                    <a:pt x="1066613" y="2153278"/>
                  </a:lnTo>
                  <a:lnTo>
                    <a:pt x="1087838" y="2153278"/>
                  </a:lnTo>
                  <a:lnTo>
                    <a:pt x="1094178" y="2144800"/>
                  </a:lnTo>
                  <a:lnTo>
                    <a:pt x="1094178" y="2127845"/>
                  </a:lnTo>
                  <a:lnTo>
                    <a:pt x="1087838" y="2119368"/>
                  </a:lnTo>
                  <a:close/>
                </a:path>
                <a:path w="9542780" h="6570345">
                  <a:moveTo>
                    <a:pt x="1087838" y="2163733"/>
                  </a:moveTo>
                  <a:lnTo>
                    <a:pt x="1066613" y="2163733"/>
                  </a:lnTo>
                  <a:lnTo>
                    <a:pt x="1060274" y="2170233"/>
                  </a:lnTo>
                  <a:lnTo>
                    <a:pt x="1060274" y="2189166"/>
                  </a:lnTo>
                  <a:lnTo>
                    <a:pt x="1066613" y="2197643"/>
                  </a:lnTo>
                  <a:lnTo>
                    <a:pt x="1087838" y="2197643"/>
                  </a:lnTo>
                  <a:lnTo>
                    <a:pt x="1094178" y="2189166"/>
                  </a:lnTo>
                  <a:lnTo>
                    <a:pt x="1094178" y="2172211"/>
                  </a:lnTo>
                  <a:lnTo>
                    <a:pt x="1087838" y="2163733"/>
                  </a:lnTo>
                  <a:close/>
                </a:path>
                <a:path w="9542780" h="6570345">
                  <a:moveTo>
                    <a:pt x="1087838" y="2208381"/>
                  </a:moveTo>
                  <a:lnTo>
                    <a:pt x="1066613" y="2208381"/>
                  </a:lnTo>
                  <a:lnTo>
                    <a:pt x="1060274" y="2214598"/>
                  </a:lnTo>
                  <a:lnTo>
                    <a:pt x="1060274" y="2233814"/>
                  </a:lnTo>
                  <a:lnTo>
                    <a:pt x="1066613" y="2242291"/>
                  </a:lnTo>
                  <a:lnTo>
                    <a:pt x="1087838" y="2242291"/>
                  </a:lnTo>
                  <a:lnTo>
                    <a:pt x="1094178" y="2233814"/>
                  </a:lnTo>
                  <a:lnTo>
                    <a:pt x="1094178" y="2216858"/>
                  </a:lnTo>
                  <a:lnTo>
                    <a:pt x="1087838" y="2208381"/>
                  </a:lnTo>
                  <a:close/>
                </a:path>
                <a:path w="9542780" h="6570345">
                  <a:moveTo>
                    <a:pt x="1087838" y="2252747"/>
                  </a:moveTo>
                  <a:lnTo>
                    <a:pt x="1066613" y="2252747"/>
                  </a:lnTo>
                  <a:lnTo>
                    <a:pt x="1060274" y="2259246"/>
                  </a:lnTo>
                  <a:lnTo>
                    <a:pt x="1060274" y="2280157"/>
                  </a:lnTo>
                  <a:lnTo>
                    <a:pt x="1066613" y="2286656"/>
                  </a:lnTo>
                  <a:lnTo>
                    <a:pt x="1087838" y="2286656"/>
                  </a:lnTo>
                  <a:lnTo>
                    <a:pt x="1094178" y="2278179"/>
                  </a:lnTo>
                  <a:lnTo>
                    <a:pt x="1094178" y="2261224"/>
                  </a:lnTo>
                  <a:lnTo>
                    <a:pt x="1087838" y="2252747"/>
                  </a:lnTo>
                  <a:close/>
                </a:path>
                <a:path w="9542780" h="6570345">
                  <a:moveTo>
                    <a:pt x="1087838" y="2295135"/>
                  </a:moveTo>
                  <a:lnTo>
                    <a:pt x="1066613" y="2295135"/>
                  </a:lnTo>
                  <a:lnTo>
                    <a:pt x="1060274" y="2301351"/>
                  </a:lnTo>
                  <a:lnTo>
                    <a:pt x="1060274" y="2322545"/>
                  </a:lnTo>
                  <a:lnTo>
                    <a:pt x="1066613" y="2329044"/>
                  </a:lnTo>
                  <a:lnTo>
                    <a:pt x="1087838" y="2329044"/>
                  </a:lnTo>
                  <a:lnTo>
                    <a:pt x="1094178" y="2322545"/>
                  </a:lnTo>
                  <a:lnTo>
                    <a:pt x="1094178" y="2303612"/>
                  </a:lnTo>
                  <a:lnTo>
                    <a:pt x="1087838" y="2295135"/>
                  </a:lnTo>
                  <a:close/>
                </a:path>
                <a:path w="9542780" h="6570345">
                  <a:moveTo>
                    <a:pt x="1087838" y="2339500"/>
                  </a:moveTo>
                  <a:lnTo>
                    <a:pt x="1066613" y="2339500"/>
                  </a:lnTo>
                  <a:lnTo>
                    <a:pt x="1060274" y="2345999"/>
                  </a:lnTo>
                  <a:lnTo>
                    <a:pt x="1060274" y="2367193"/>
                  </a:lnTo>
                  <a:lnTo>
                    <a:pt x="1066613" y="2373410"/>
                  </a:lnTo>
                  <a:lnTo>
                    <a:pt x="1087838" y="2373410"/>
                  </a:lnTo>
                  <a:lnTo>
                    <a:pt x="1094178" y="2367193"/>
                  </a:lnTo>
                  <a:lnTo>
                    <a:pt x="1094178" y="2347977"/>
                  </a:lnTo>
                  <a:lnTo>
                    <a:pt x="1087838" y="2339500"/>
                  </a:lnTo>
                  <a:close/>
                </a:path>
                <a:path w="9542780" h="6570345">
                  <a:moveTo>
                    <a:pt x="1087838" y="2384148"/>
                  </a:moveTo>
                  <a:lnTo>
                    <a:pt x="1066613" y="2384148"/>
                  </a:lnTo>
                  <a:lnTo>
                    <a:pt x="1060274" y="2390364"/>
                  </a:lnTo>
                  <a:lnTo>
                    <a:pt x="1060274" y="2411558"/>
                  </a:lnTo>
                  <a:lnTo>
                    <a:pt x="1066613" y="2417775"/>
                  </a:lnTo>
                  <a:lnTo>
                    <a:pt x="1087838" y="2417775"/>
                  </a:lnTo>
                  <a:lnTo>
                    <a:pt x="1094178" y="2409579"/>
                  </a:lnTo>
                  <a:lnTo>
                    <a:pt x="1094178" y="2392625"/>
                  </a:lnTo>
                  <a:lnTo>
                    <a:pt x="1087838" y="2384148"/>
                  </a:lnTo>
                  <a:close/>
                </a:path>
                <a:path w="9542780" h="6570345">
                  <a:moveTo>
                    <a:pt x="1087838" y="2428513"/>
                  </a:moveTo>
                  <a:lnTo>
                    <a:pt x="1066613" y="2428513"/>
                  </a:lnTo>
                  <a:lnTo>
                    <a:pt x="1060274" y="2434729"/>
                  </a:lnTo>
                  <a:lnTo>
                    <a:pt x="1060274" y="2453946"/>
                  </a:lnTo>
                  <a:lnTo>
                    <a:pt x="1066613" y="2462423"/>
                  </a:lnTo>
                  <a:lnTo>
                    <a:pt x="1087838" y="2462423"/>
                  </a:lnTo>
                  <a:lnTo>
                    <a:pt x="1094178" y="2453946"/>
                  </a:lnTo>
                  <a:lnTo>
                    <a:pt x="1094178" y="2436990"/>
                  </a:lnTo>
                  <a:lnTo>
                    <a:pt x="1087838" y="2428513"/>
                  </a:lnTo>
                  <a:close/>
                </a:path>
                <a:path w="9542780" h="6570345">
                  <a:moveTo>
                    <a:pt x="1087838" y="2472879"/>
                  </a:moveTo>
                  <a:lnTo>
                    <a:pt x="1066613" y="2472879"/>
                  </a:lnTo>
                  <a:lnTo>
                    <a:pt x="1060274" y="2479377"/>
                  </a:lnTo>
                  <a:lnTo>
                    <a:pt x="1060274" y="2498310"/>
                  </a:lnTo>
                  <a:lnTo>
                    <a:pt x="1066613" y="2506788"/>
                  </a:lnTo>
                  <a:lnTo>
                    <a:pt x="1087838" y="2506788"/>
                  </a:lnTo>
                  <a:lnTo>
                    <a:pt x="1094178" y="2498310"/>
                  </a:lnTo>
                  <a:lnTo>
                    <a:pt x="1094178" y="2481356"/>
                  </a:lnTo>
                  <a:lnTo>
                    <a:pt x="1087838" y="2472879"/>
                  </a:lnTo>
                  <a:close/>
                </a:path>
                <a:path w="9542780" h="6570345">
                  <a:moveTo>
                    <a:pt x="1087838" y="2517527"/>
                  </a:moveTo>
                  <a:lnTo>
                    <a:pt x="1066613" y="2517527"/>
                  </a:lnTo>
                  <a:lnTo>
                    <a:pt x="1060274" y="2523743"/>
                  </a:lnTo>
                  <a:lnTo>
                    <a:pt x="1060274" y="2544937"/>
                  </a:lnTo>
                  <a:lnTo>
                    <a:pt x="1066613" y="2551436"/>
                  </a:lnTo>
                  <a:lnTo>
                    <a:pt x="1087838" y="2551436"/>
                  </a:lnTo>
                  <a:lnTo>
                    <a:pt x="1094178" y="2542959"/>
                  </a:lnTo>
                  <a:lnTo>
                    <a:pt x="1094178" y="2526004"/>
                  </a:lnTo>
                  <a:lnTo>
                    <a:pt x="1087838" y="2517527"/>
                  </a:lnTo>
                  <a:close/>
                </a:path>
                <a:path w="9542780" h="6570345">
                  <a:moveTo>
                    <a:pt x="1087838" y="2561892"/>
                  </a:moveTo>
                  <a:lnTo>
                    <a:pt x="1066613" y="2561892"/>
                  </a:lnTo>
                  <a:lnTo>
                    <a:pt x="1060274" y="2568108"/>
                  </a:lnTo>
                  <a:lnTo>
                    <a:pt x="1060274" y="2589302"/>
                  </a:lnTo>
                  <a:lnTo>
                    <a:pt x="1066613" y="2595802"/>
                  </a:lnTo>
                  <a:lnTo>
                    <a:pt x="1087838" y="2595802"/>
                  </a:lnTo>
                  <a:lnTo>
                    <a:pt x="1094178" y="2587325"/>
                  </a:lnTo>
                  <a:lnTo>
                    <a:pt x="1094178" y="2570369"/>
                  </a:lnTo>
                  <a:lnTo>
                    <a:pt x="1087838" y="2561892"/>
                  </a:lnTo>
                  <a:close/>
                </a:path>
                <a:path w="9542780" h="6570345">
                  <a:moveTo>
                    <a:pt x="1087838" y="2604279"/>
                  </a:moveTo>
                  <a:lnTo>
                    <a:pt x="1066613" y="2604279"/>
                  </a:lnTo>
                  <a:lnTo>
                    <a:pt x="1060274" y="2610496"/>
                  </a:lnTo>
                  <a:lnTo>
                    <a:pt x="1060274" y="2631690"/>
                  </a:lnTo>
                  <a:lnTo>
                    <a:pt x="1066613" y="2638190"/>
                  </a:lnTo>
                  <a:lnTo>
                    <a:pt x="1087838" y="2638190"/>
                  </a:lnTo>
                  <a:lnTo>
                    <a:pt x="1094178" y="2631690"/>
                  </a:lnTo>
                  <a:lnTo>
                    <a:pt x="1094178" y="2612757"/>
                  </a:lnTo>
                  <a:lnTo>
                    <a:pt x="1087838" y="2604279"/>
                  </a:lnTo>
                  <a:close/>
                </a:path>
                <a:path w="9542780" h="6570345">
                  <a:moveTo>
                    <a:pt x="1087838" y="2648644"/>
                  </a:moveTo>
                  <a:lnTo>
                    <a:pt x="1066613" y="2648644"/>
                  </a:lnTo>
                  <a:lnTo>
                    <a:pt x="1060274" y="2655144"/>
                  </a:lnTo>
                  <a:lnTo>
                    <a:pt x="1060274" y="2676338"/>
                  </a:lnTo>
                  <a:lnTo>
                    <a:pt x="1066613" y="2682554"/>
                  </a:lnTo>
                  <a:lnTo>
                    <a:pt x="1087838" y="2682554"/>
                  </a:lnTo>
                  <a:lnTo>
                    <a:pt x="1094178" y="2676338"/>
                  </a:lnTo>
                  <a:lnTo>
                    <a:pt x="1094178" y="2657121"/>
                  </a:lnTo>
                  <a:lnTo>
                    <a:pt x="1087838" y="2648644"/>
                  </a:lnTo>
                  <a:close/>
                </a:path>
                <a:path w="9542780" h="6570345">
                  <a:moveTo>
                    <a:pt x="1087838" y="2693292"/>
                  </a:moveTo>
                  <a:lnTo>
                    <a:pt x="1066613" y="2693292"/>
                  </a:lnTo>
                  <a:lnTo>
                    <a:pt x="1060274" y="2699509"/>
                  </a:lnTo>
                  <a:lnTo>
                    <a:pt x="1060274" y="2718442"/>
                  </a:lnTo>
                  <a:lnTo>
                    <a:pt x="1066613" y="2726919"/>
                  </a:lnTo>
                  <a:lnTo>
                    <a:pt x="1087838" y="2726919"/>
                  </a:lnTo>
                  <a:lnTo>
                    <a:pt x="1094178" y="2718442"/>
                  </a:lnTo>
                  <a:lnTo>
                    <a:pt x="1094178" y="2701770"/>
                  </a:lnTo>
                  <a:lnTo>
                    <a:pt x="1087838" y="2693292"/>
                  </a:lnTo>
                  <a:close/>
                </a:path>
                <a:path w="9542780" h="6570345">
                  <a:moveTo>
                    <a:pt x="1087838" y="2737658"/>
                  </a:moveTo>
                  <a:lnTo>
                    <a:pt x="1066613" y="2737658"/>
                  </a:lnTo>
                  <a:lnTo>
                    <a:pt x="1060274" y="2743875"/>
                  </a:lnTo>
                  <a:lnTo>
                    <a:pt x="1060274" y="2763090"/>
                  </a:lnTo>
                  <a:lnTo>
                    <a:pt x="1066613" y="2771567"/>
                  </a:lnTo>
                  <a:lnTo>
                    <a:pt x="1087838" y="2771567"/>
                  </a:lnTo>
                  <a:lnTo>
                    <a:pt x="1094178" y="2763090"/>
                  </a:lnTo>
                  <a:lnTo>
                    <a:pt x="1094178" y="2746136"/>
                  </a:lnTo>
                  <a:lnTo>
                    <a:pt x="1087838" y="2737658"/>
                  </a:lnTo>
                  <a:close/>
                </a:path>
                <a:path w="9542780" h="6570345">
                  <a:moveTo>
                    <a:pt x="1087840" y="2913424"/>
                  </a:moveTo>
                  <a:lnTo>
                    <a:pt x="1066613" y="2913424"/>
                  </a:lnTo>
                  <a:lnTo>
                    <a:pt x="1060274" y="2919641"/>
                  </a:lnTo>
                  <a:lnTo>
                    <a:pt x="1060274" y="2938857"/>
                  </a:lnTo>
                  <a:lnTo>
                    <a:pt x="1066613" y="2947334"/>
                  </a:lnTo>
                  <a:lnTo>
                    <a:pt x="1087840" y="2947334"/>
                  </a:lnTo>
                  <a:lnTo>
                    <a:pt x="1094178" y="2940834"/>
                  </a:lnTo>
                  <a:lnTo>
                    <a:pt x="1094178" y="2921901"/>
                  </a:lnTo>
                  <a:lnTo>
                    <a:pt x="1087840" y="2913424"/>
                  </a:lnTo>
                  <a:close/>
                </a:path>
                <a:path w="9542780" h="6570345">
                  <a:moveTo>
                    <a:pt x="1087840" y="2957790"/>
                  </a:moveTo>
                  <a:lnTo>
                    <a:pt x="1066613" y="2957790"/>
                  </a:lnTo>
                  <a:lnTo>
                    <a:pt x="1060274" y="2964289"/>
                  </a:lnTo>
                  <a:lnTo>
                    <a:pt x="1060274" y="2983222"/>
                  </a:lnTo>
                  <a:lnTo>
                    <a:pt x="1066613" y="2991699"/>
                  </a:lnTo>
                  <a:lnTo>
                    <a:pt x="1087840" y="2991699"/>
                  </a:lnTo>
                  <a:lnTo>
                    <a:pt x="1094178" y="2985482"/>
                  </a:lnTo>
                  <a:lnTo>
                    <a:pt x="1094178" y="2966267"/>
                  </a:lnTo>
                  <a:lnTo>
                    <a:pt x="1087840" y="2957790"/>
                  </a:lnTo>
                  <a:close/>
                </a:path>
                <a:path w="9542780" h="6570345">
                  <a:moveTo>
                    <a:pt x="1087840" y="3002155"/>
                  </a:moveTo>
                  <a:lnTo>
                    <a:pt x="1066613" y="3002155"/>
                  </a:lnTo>
                  <a:lnTo>
                    <a:pt x="1060274" y="3008655"/>
                  </a:lnTo>
                  <a:lnTo>
                    <a:pt x="1060274" y="3027588"/>
                  </a:lnTo>
                  <a:lnTo>
                    <a:pt x="1066613" y="3036065"/>
                  </a:lnTo>
                  <a:lnTo>
                    <a:pt x="1087840" y="3036065"/>
                  </a:lnTo>
                  <a:lnTo>
                    <a:pt x="1094178" y="3027588"/>
                  </a:lnTo>
                  <a:lnTo>
                    <a:pt x="1094178" y="3010632"/>
                  </a:lnTo>
                  <a:lnTo>
                    <a:pt x="1087840" y="3002155"/>
                  </a:lnTo>
                  <a:close/>
                </a:path>
                <a:path w="9542780" h="6570345">
                  <a:moveTo>
                    <a:pt x="1087840" y="3046803"/>
                  </a:moveTo>
                  <a:lnTo>
                    <a:pt x="1066613" y="3046803"/>
                  </a:lnTo>
                  <a:lnTo>
                    <a:pt x="1060274" y="3053020"/>
                  </a:lnTo>
                  <a:lnTo>
                    <a:pt x="1060274" y="3072236"/>
                  </a:lnTo>
                  <a:lnTo>
                    <a:pt x="1066613" y="3080713"/>
                  </a:lnTo>
                  <a:lnTo>
                    <a:pt x="1087840" y="3080713"/>
                  </a:lnTo>
                  <a:lnTo>
                    <a:pt x="1094178" y="3072236"/>
                  </a:lnTo>
                  <a:lnTo>
                    <a:pt x="1094178" y="3055280"/>
                  </a:lnTo>
                  <a:lnTo>
                    <a:pt x="1087840" y="3046803"/>
                  </a:lnTo>
                  <a:close/>
                </a:path>
                <a:path w="9542780" h="6570345">
                  <a:moveTo>
                    <a:pt x="1087840" y="3091168"/>
                  </a:moveTo>
                  <a:lnTo>
                    <a:pt x="1066613" y="3091168"/>
                  </a:lnTo>
                  <a:lnTo>
                    <a:pt x="1060274" y="3097668"/>
                  </a:lnTo>
                  <a:lnTo>
                    <a:pt x="1060274" y="3118862"/>
                  </a:lnTo>
                  <a:lnTo>
                    <a:pt x="1066613" y="3125078"/>
                  </a:lnTo>
                  <a:lnTo>
                    <a:pt x="1087840" y="3125078"/>
                  </a:lnTo>
                  <a:lnTo>
                    <a:pt x="1094178" y="3116601"/>
                  </a:lnTo>
                  <a:lnTo>
                    <a:pt x="1094178" y="3099647"/>
                  </a:lnTo>
                  <a:lnTo>
                    <a:pt x="1087840" y="3091168"/>
                  </a:lnTo>
                  <a:close/>
                </a:path>
                <a:path w="9542780" h="6570345">
                  <a:moveTo>
                    <a:pt x="1087840" y="3135816"/>
                  </a:moveTo>
                  <a:lnTo>
                    <a:pt x="1066613" y="3135816"/>
                  </a:lnTo>
                  <a:lnTo>
                    <a:pt x="1060274" y="3142033"/>
                  </a:lnTo>
                  <a:lnTo>
                    <a:pt x="1060274" y="3163227"/>
                  </a:lnTo>
                  <a:lnTo>
                    <a:pt x="1066613" y="3169445"/>
                  </a:lnTo>
                  <a:lnTo>
                    <a:pt x="1087840" y="3169445"/>
                  </a:lnTo>
                  <a:lnTo>
                    <a:pt x="1094178" y="3160966"/>
                  </a:lnTo>
                  <a:lnTo>
                    <a:pt x="1094178" y="3144011"/>
                  </a:lnTo>
                  <a:lnTo>
                    <a:pt x="1087840" y="3135816"/>
                  </a:lnTo>
                  <a:close/>
                </a:path>
                <a:path w="9542780" h="6570345">
                  <a:moveTo>
                    <a:pt x="1087840" y="3180182"/>
                  </a:moveTo>
                  <a:lnTo>
                    <a:pt x="1066613" y="3180182"/>
                  </a:lnTo>
                  <a:lnTo>
                    <a:pt x="1060274" y="3186399"/>
                  </a:lnTo>
                  <a:lnTo>
                    <a:pt x="1060274" y="3205614"/>
                  </a:lnTo>
                  <a:lnTo>
                    <a:pt x="1066613" y="3214091"/>
                  </a:lnTo>
                  <a:lnTo>
                    <a:pt x="1087840" y="3214091"/>
                  </a:lnTo>
                  <a:lnTo>
                    <a:pt x="1094178" y="3205614"/>
                  </a:lnTo>
                  <a:lnTo>
                    <a:pt x="1094178" y="3188660"/>
                  </a:lnTo>
                  <a:lnTo>
                    <a:pt x="1087840" y="3180182"/>
                  </a:lnTo>
                  <a:close/>
                </a:path>
                <a:path w="9542780" h="6570345">
                  <a:moveTo>
                    <a:pt x="1087840" y="3222570"/>
                  </a:moveTo>
                  <a:lnTo>
                    <a:pt x="1066613" y="3222570"/>
                  </a:lnTo>
                  <a:lnTo>
                    <a:pt x="1060274" y="3228787"/>
                  </a:lnTo>
                  <a:lnTo>
                    <a:pt x="1060274" y="3248002"/>
                  </a:lnTo>
                  <a:lnTo>
                    <a:pt x="1066613" y="3256479"/>
                  </a:lnTo>
                  <a:lnTo>
                    <a:pt x="1087840" y="3256479"/>
                  </a:lnTo>
                  <a:lnTo>
                    <a:pt x="1094178" y="3249980"/>
                  </a:lnTo>
                  <a:lnTo>
                    <a:pt x="1094178" y="3231047"/>
                  </a:lnTo>
                  <a:lnTo>
                    <a:pt x="1087840" y="3222570"/>
                  </a:lnTo>
                  <a:close/>
                </a:path>
                <a:path w="9542780" h="6570345">
                  <a:moveTo>
                    <a:pt x="1087840" y="3266935"/>
                  </a:moveTo>
                  <a:lnTo>
                    <a:pt x="1066613" y="3266935"/>
                  </a:lnTo>
                  <a:lnTo>
                    <a:pt x="1060274" y="3273435"/>
                  </a:lnTo>
                  <a:lnTo>
                    <a:pt x="1060274" y="3292368"/>
                  </a:lnTo>
                  <a:lnTo>
                    <a:pt x="1066613" y="3300845"/>
                  </a:lnTo>
                  <a:lnTo>
                    <a:pt x="1087840" y="3300845"/>
                  </a:lnTo>
                  <a:lnTo>
                    <a:pt x="1094178" y="3294345"/>
                  </a:lnTo>
                  <a:lnTo>
                    <a:pt x="1094178" y="3275412"/>
                  </a:lnTo>
                  <a:lnTo>
                    <a:pt x="1087840" y="3266935"/>
                  </a:lnTo>
                  <a:close/>
                </a:path>
                <a:path w="9542780" h="6570345">
                  <a:moveTo>
                    <a:pt x="1087840" y="3311300"/>
                  </a:moveTo>
                  <a:lnTo>
                    <a:pt x="1066613" y="3311300"/>
                  </a:lnTo>
                  <a:lnTo>
                    <a:pt x="1060274" y="3317800"/>
                  </a:lnTo>
                  <a:lnTo>
                    <a:pt x="1060274" y="3336733"/>
                  </a:lnTo>
                  <a:lnTo>
                    <a:pt x="1066613" y="3345210"/>
                  </a:lnTo>
                  <a:lnTo>
                    <a:pt x="1087840" y="3345210"/>
                  </a:lnTo>
                  <a:lnTo>
                    <a:pt x="1094178" y="3336733"/>
                  </a:lnTo>
                  <a:lnTo>
                    <a:pt x="1094178" y="3319778"/>
                  </a:lnTo>
                  <a:lnTo>
                    <a:pt x="1087840" y="3311300"/>
                  </a:lnTo>
                  <a:close/>
                </a:path>
                <a:path w="9542780" h="6570345">
                  <a:moveTo>
                    <a:pt x="1087840" y="3355948"/>
                  </a:moveTo>
                  <a:lnTo>
                    <a:pt x="1066613" y="3355948"/>
                  </a:lnTo>
                  <a:lnTo>
                    <a:pt x="1060274" y="3362164"/>
                  </a:lnTo>
                  <a:lnTo>
                    <a:pt x="1060274" y="3381381"/>
                  </a:lnTo>
                  <a:lnTo>
                    <a:pt x="1066613" y="3389858"/>
                  </a:lnTo>
                  <a:lnTo>
                    <a:pt x="1087840" y="3389858"/>
                  </a:lnTo>
                  <a:lnTo>
                    <a:pt x="1094178" y="3381381"/>
                  </a:lnTo>
                  <a:lnTo>
                    <a:pt x="1094178" y="3364426"/>
                  </a:lnTo>
                  <a:lnTo>
                    <a:pt x="1087840" y="3355948"/>
                  </a:lnTo>
                  <a:close/>
                </a:path>
                <a:path w="9542780" h="6570345">
                  <a:moveTo>
                    <a:pt x="1087840" y="3400314"/>
                  </a:moveTo>
                  <a:lnTo>
                    <a:pt x="1066613" y="3400314"/>
                  </a:lnTo>
                  <a:lnTo>
                    <a:pt x="1060274" y="3406813"/>
                  </a:lnTo>
                  <a:lnTo>
                    <a:pt x="1060274" y="3425746"/>
                  </a:lnTo>
                  <a:lnTo>
                    <a:pt x="1066613" y="3434223"/>
                  </a:lnTo>
                  <a:lnTo>
                    <a:pt x="1087840" y="3434223"/>
                  </a:lnTo>
                  <a:lnTo>
                    <a:pt x="1094178" y="3425746"/>
                  </a:lnTo>
                  <a:lnTo>
                    <a:pt x="1094178" y="3408791"/>
                  </a:lnTo>
                  <a:lnTo>
                    <a:pt x="1087840" y="3400314"/>
                  </a:lnTo>
                  <a:close/>
                </a:path>
                <a:path w="9542780" h="6570345">
                  <a:moveTo>
                    <a:pt x="1087840" y="3444679"/>
                  </a:moveTo>
                  <a:lnTo>
                    <a:pt x="1066613" y="3444679"/>
                  </a:lnTo>
                  <a:lnTo>
                    <a:pt x="1060274" y="3451179"/>
                  </a:lnTo>
                  <a:lnTo>
                    <a:pt x="1060274" y="3470112"/>
                  </a:lnTo>
                  <a:lnTo>
                    <a:pt x="1066613" y="3478589"/>
                  </a:lnTo>
                  <a:lnTo>
                    <a:pt x="1087840" y="3478589"/>
                  </a:lnTo>
                  <a:lnTo>
                    <a:pt x="1094178" y="3470112"/>
                  </a:lnTo>
                  <a:lnTo>
                    <a:pt x="1094178" y="3453156"/>
                  </a:lnTo>
                  <a:lnTo>
                    <a:pt x="1087840" y="3444679"/>
                  </a:lnTo>
                  <a:close/>
                </a:path>
                <a:path w="9542780" h="6570345">
                  <a:moveTo>
                    <a:pt x="1087840" y="4149863"/>
                  </a:moveTo>
                  <a:lnTo>
                    <a:pt x="1066613" y="4149863"/>
                  </a:lnTo>
                  <a:lnTo>
                    <a:pt x="1060274" y="4156222"/>
                  </a:lnTo>
                  <a:lnTo>
                    <a:pt x="1060274" y="4175296"/>
                  </a:lnTo>
                  <a:lnTo>
                    <a:pt x="1066613" y="4183745"/>
                  </a:lnTo>
                  <a:lnTo>
                    <a:pt x="1087840" y="4183745"/>
                  </a:lnTo>
                  <a:lnTo>
                    <a:pt x="1094178" y="4177416"/>
                  </a:lnTo>
                  <a:lnTo>
                    <a:pt x="1094178" y="4158341"/>
                  </a:lnTo>
                  <a:lnTo>
                    <a:pt x="1087840" y="4149863"/>
                  </a:lnTo>
                  <a:close/>
                </a:path>
                <a:path w="9542780" h="6570345">
                  <a:moveTo>
                    <a:pt x="1087840" y="4194342"/>
                  </a:moveTo>
                  <a:lnTo>
                    <a:pt x="1066613" y="4194342"/>
                  </a:lnTo>
                  <a:lnTo>
                    <a:pt x="1060274" y="4200700"/>
                  </a:lnTo>
                  <a:lnTo>
                    <a:pt x="1060274" y="4221866"/>
                  </a:lnTo>
                  <a:lnTo>
                    <a:pt x="1066613" y="4228223"/>
                  </a:lnTo>
                  <a:lnTo>
                    <a:pt x="1087840" y="4228223"/>
                  </a:lnTo>
                  <a:lnTo>
                    <a:pt x="1094178" y="4221866"/>
                  </a:lnTo>
                  <a:lnTo>
                    <a:pt x="1094178" y="4202819"/>
                  </a:lnTo>
                  <a:lnTo>
                    <a:pt x="1087840" y="4194342"/>
                  </a:lnTo>
                  <a:close/>
                </a:path>
                <a:path w="9542780" h="6570345">
                  <a:moveTo>
                    <a:pt x="1087840" y="4238792"/>
                  </a:moveTo>
                  <a:lnTo>
                    <a:pt x="1066613" y="4238792"/>
                  </a:lnTo>
                  <a:lnTo>
                    <a:pt x="1060274" y="4245150"/>
                  </a:lnTo>
                  <a:lnTo>
                    <a:pt x="1060274" y="4266316"/>
                  </a:lnTo>
                  <a:lnTo>
                    <a:pt x="1066613" y="4272673"/>
                  </a:lnTo>
                  <a:lnTo>
                    <a:pt x="1087840" y="4272673"/>
                  </a:lnTo>
                  <a:lnTo>
                    <a:pt x="1094178" y="4264225"/>
                  </a:lnTo>
                  <a:lnTo>
                    <a:pt x="1094178" y="4247269"/>
                  </a:lnTo>
                  <a:lnTo>
                    <a:pt x="1087840" y="4238792"/>
                  </a:lnTo>
                  <a:close/>
                </a:path>
                <a:path w="9542780" h="6570345">
                  <a:moveTo>
                    <a:pt x="1087840" y="4283270"/>
                  </a:moveTo>
                  <a:lnTo>
                    <a:pt x="1066613" y="4283270"/>
                  </a:lnTo>
                  <a:lnTo>
                    <a:pt x="1060274" y="4289629"/>
                  </a:lnTo>
                  <a:lnTo>
                    <a:pt x="1060274" y="4308675"/>
                  </a:lnTo>
                  <a:lnTo>
                    <a:pt x="1066613" y="4317152"/>
                  </a:lnTo>
                  <a:lnTo>
                    <a:pt x="1087840" y="4317152"/>
                  </a:lnTo>
                  <a:lnTo>
                    <a:pt x="1094178" y="4308675"/>
                  </a:lnTo>
                  <a:lnTo>
                    <a:pt x="1094178" y="4291749"/>
                  </a:lnTo>
                  <a:lnTo>
                    <a:pt x="1087840" y="4283270"/>
                  </a:lnTo>
                  <a:close/>
                </a:path>
                <a:path w="9542780" h="6570345">
                  <a:moveTo>
                    <a:pt x="1087840" y="4327721"/>
                  </a:moveTo>
                  <a:lnTo>
                    <a:pt x="1066613" y="4327721"/>
                  </a:lnTo>
                  <a:lnTo>
                    <a:pt x="1060274" y="4334079"/>
                  </a:lnTo>
                  <a:lnTo>
                    <a:pt x="1060274" y="4353153"/>
                  </a:lnTo>
                  <a:lnTo>
                    <a:pt x="1066613" y="4361602"/>
                  </a:lnTo>
                  <a:lnTo>
                    <a:pt x="1087840" y="4361602"/>
                  </a:lnTo>
                  <a:lnTo>
                    <a:pt x="1094178" y="4353153"/>
                  </a:lnTo>
                  <a:lnTo>
                    <a:pt x="1094178" y="4336199"/>
                  </a:lnTo>
                  <a:lnTo>
                    <a:pt x="1087840" y="4327721"/>
                  </a:lnTo>
                  <a:close/>
                </a:path>
                <a:path w="9542780" h="6570345">
                  <a:moveTo>
                    <a:pt x="1087840" y="4372199"/>
                  </a:moveTo>
                  <a:lnTo>
                    <a:pt x="1066613" y="4372199"/>
                  </a:lnTo>
                  <a:lnTo>
                    <a:pt x="1060274" y="4378557"/>
                  </a:lnTo>
                  <a:lnTo>
                    <a:pt x="1060274" y="4397603"/>
                  </a:lnTo>
                  <a:lnTo>
                    <a:pt x="1066613" y="4406080"/>
                  </a:lnTo>
                  <a:lnTo>
                    <a:pt x="1087840" y="4406080"/>
                  </a:lnTo>
                  <a:lnTo>
                    <a:pt x="1094178" y="4397603"/>
                  </a:lnTo>
                  <a:lnTo>
                    <a:pt x="1094178" y="4380677"/>
                  </a:lnTo>
                  <a:lnTo>
                    <a:pt x="1087840" y="4372199"/>
                  </a:lnTo>
                  <a:close/>
                </a:path>
                <a:path w="9542780" h="6570345">
                  <a:moveTo>
                    <a:pt x="1087840" y="4416649"/>
                  </a:moveTo>
                  <a:lnTo>
                    <a:pt x="1066613" y="4416649"/>
                  </a:lnTo>
                  <a:lnTo>
                    <a:pt x="1060274" y="4423008"/>
                  </a:lnTo>
                  <a:lnTo>
                    <a:pt x="1060274" y="4442053"/>
                  </a:lnTo>
                  <a:lnTo>
                    <a:pt x="1066613" y="4450532"/>
                  </a:lnTo>
                  <a:lnTo>
                    <a:pt x="1087840" y="4450532"/>
                  </a:lnTo>
                  <a:lnTo>
                    <a:pt x="1094178" y="4442053"/>
                  </a:lnTo>
                  <a:lnTo>
                    <a:pt x="1094178" y="4425127"/>
                  </a:lnTo>
                  <a:lnTo>
                    <a:pt x="1087840" y="4416649"/>
                  </a:lnTo>
                  <a:close/>
                </a:path>
                <a:path w="9542780" h="6570345">
                  <a:moveTo>
                    <a:pt x="1087840" y="4459009"/>
                  </a:moveTo>
                  <a:lnTo>
                    <a:pt x="1066613" y="4459009"/>
                  </a:lnTo>
                  <a:lnTo>
                    <a:pt x="1060274" y="4465366"/>
                  </a:lnTo>
                  <a:lnTo>
                    <a:pt x="1060274" y="4484413"/>
                  </a:lnTo>
                  <a:lnTo>
                    <a:pt x="1066613" y="4492890"/>
                  </a:lnTo>
                  <a:lnTo>
                    <a:pt x="1087840" y="4492890"/>
                  </a:lnTo>
                  <a:lnTo>
                    <a:pt x="1094178" y="4486532"/>
                  </a:lnTo>
                  <a:lnTo>
                    <a:pt x="1094178" y="4467486"/>
                  </a:lnTo>
                  <a:lnTo>
                    <a:pt x="1087840" y="4459009"/>
                  </a:lnTo>
                  <a:close/>
                </a:path>
                <a:path w="9542780" h="6570345">
                  <a:moveTo>
                    <a:pt x="1087840" y="4503459"/>
                  </a:moveTo>
                  <a:lnTo>
                    <a:pt x="1066613" y="4503459"/>
                  </a:lnTo>
                  <a:lnTo>
                    <a:pt x="1060274" y="4509816"/>
                  </a:lnTo>
                  <a:lnTo>
                    <a:pt x="1060274" y="4528863"/>
                  </a:lnTo>
                  <a:lnTo>
                    <a:pt x="1066613" y="4537340"/>
                  </a:lnTo>
                  <a:lnTo>
                    <a:pt x="1087840" y="4537340"/>
                  </a:lnTo>
                  <a:lnTo>
                    <a:pt x="1094178" y="4530982"/>
                  </a:lnTo>
                  <a:lnTo>
                    <a:pt x="1094178" y="4511936"/>
                  </a:lnTo>
                  <a:lnTo>
                    <a:pt x="1087840" y="4503459"/>
                  </a:lnTo>
                  <a:close/>
                </a:path>
                <a:path w="9542780" h="6570345">
                  <a:moveTo>
                    <a:pt x="1087840" y="4547937"/>
                  </a:moveTo>
                  <a:lnTo>
                    <a:pt x="1066613" y="4547937"/>
                  </a:lnTo>
                  <a:lnTo>
                    <a:pt x="1060274" y="4554296"/>
                  </a:lnTo>
                  <a:lnTo>
                    <a:pt x="1060274" y="4573342"/>
                  </a:lnTo>
                  <a:lnTo>
                    <a:pt x="1066613" y="4581819"/>
                  </a:lnTo>
                  <a:lnTo>
                    <a:pt x="1087840" y="4581819"/>
                  </a:lnTo>
                  <a:lnTo>
                    <a:pt x="1094178" y="4573342"/>
                  </a:lnTo>
                  <a:lnTo>
                    <a:pt x="1094178" y="4556415"/>
                  </a:lnTo>
                  <a:lnTo>
                    <a:pt x="1087840" y="4547937"/>
                  </a:lnTo>
                  <a:close/>
                </a:path>
                <a:path w="9542780" h="6570345">
                  <a:moveTo>
                    <a:pt x="1087840" y="4592387"/>
                  </a:moveTo>
                  <a:lnTo>
                    <a:pt x="1066613" y="4592387"/>
                  </a:lnTo>
                  <a:lnTo>
                    <a:pt x="1060274" y="4598746"/>
                  </a:lnTo>
                  <a:lnTo>
                    <a:pt x="1060274" y="4617792"/>
                  </a:lnTo>
                  <a:lnTo>
                    <a:pt x="1066613" y="4626269"/>
                  </a:lnTo>
                  <a:lnTo>
                    <a:pt x="1087840" y="4626269"/>
                  </a:lnTo>
                  <a:lnTo>
                    <a:pt x="1094178" y="4617792"/>
                  </a:lnTo>
                  <a:lnTo>
                    <a:pt x="1094178" y="4600865"/>
                  </a:lnTo>
                  <a:lnTo>
                    <a:pt x="1087840" y="4592387"/>
                  </a:lnTo>
                  <a:close/>
                </a:path>
                <a:path w="9542780" h="6570345">
                  <a:moveTo>
                    <a:pt x="1087840" y="4636866"/>
                  </a:moveTo>
                  <a:lnTo>
                    <a:pt x="1066613" y="4636866"/>
                  </a:lnTo>
                  <a:lnTo>
                    <a:pt x="1060274" y="4643224"/>
                  </a:lnTo>
                  <a:lnTo>
                    <a:pt x="1060274" y="4662270"/>
                  </a:lnTo>
                  <a:lnTo>
                    <a:pt x="1066613" y="4670747"/>
                  </a:lnTo>
                  <a:lnTo>
                    <a:pt x="1087840" y="4670747"/>
                  </a:lnTo>
                  <a:lnTo>
                    <a:pt x="1094178" y="4662270"/>
                  </a:lnTo>
                  <a:lnTo>
                    <a:pt x="1094178" y="4645343"/>
                  </a:lnTo>
                  <a:lnTo>
                    <a:pt x="1087840" y="4636866"/>
                  </a:lnTo>
                  <a:close/>
                </a:path>
                <a:path w="9542780" h="6570345">
                  <a:moveTo>
                    <a:pt x="1087840" y="4945983"/>
                  </a:moveTo>
                  <a:lnTo>
                    <a:pt x="1066613" y="4945983"/>
                  </a:lnTo>
                  <a:lnTo>
                    <a:pt x="1060274" y="4952340"/>
                  </a:lnTo>
                  <a:lnTo>
                    <a:pt x="1060274" y="4971387"/>
                  </a:lnTo>
                  <a:lnTo>
                    <a:pt x="1066613" y="4979864"/>
                  </a:lnTo>
                  <a:lnTo>
                    <a:pt x="1087840" y="4979864"/>
                  </a:lnTo>
                  <a:lnTo>
                    <a:pt x="1094178" y="4971387"/>
                  </a:lnTo>
                  <a:lnTo>
                    <a:pt x="1094178" y="4954460"/>
                  </a:lnTo>
                  <a:lnTo>
                    <a:pt x="1087840" y="4945983"/>
                  </a:lnTo>
                  <a:close/>
                </a:path>
                <a:path w="9542780" h="6570345">
                  <a:moveTo>
                    <a:pt x="1087840" y="4990461"/>
                  </a:moveTo>
                  <a:lnTo>
                    <a:pt x="1066613" y="4990461"/>
                  </a:lnTo>
                  <a:lnTo>
                    <a:pt x="1060274" y="4996792"/>
                  </a:lnTo>
                  <a:lnTo>
                    <a:pt x="1060274" y="5015866"/>
                  </a:lnTo>
                  <a:lnTo>
                    <a:pt x="1066613" y="5024343"/>
                  </a:lnTo>
                  <a:lnTo>
                    <a:pt x="1087840" y="5024343"/>
                  </a:lnTo>
                  <a:lnTo>
                    <a:pt x="1094178" y="5015866"/>
                  </a:lnTo>
                  <a:lnTo>
                    <a:pt x="1094178" y="4998910"/>
                  </a:lnTo>
                  <a:lnTo>
                    <a:pt x="1087840" y="4990461"/>
                  </a:lnTo>
                  <a:close/>
                </a:path>
                <a:path w="9542780" h="6570345">
                  <a:moveTo>
                    <a:pt x="1087840" y="5034912"/>
                  </a:moveTo>
                  <a:lnTo>
                    <a:pt x="1066613" y="5034912"/>
                  </a:lnTo>
                  <a:lnTo>
                    <a:pt x="1060274" y="5041270"/>
                  </a:lnTo>
                  <a:lnTo>
                    <a:pt x="1060274" y="5060316"/>
                  </a:lnTo>
                  <a:lnTo>
                    <a:pt x="1066613" y="5068793"/>
                  </a:lnTo>
                  <a:lnTo>
                    <a:pt x="1087840" y="5068793"/>
                  </a:lnTo>
                  <a:lnTo>
                    <a:pt x="1094178" y="5060316"/>
                  </a:lnTo>
                  <a:lnTo>
                    <a:pt x="1094178" y="5043389"/>
                  </a:lnTo>
                  <a:lnTo>
                    <a:pt x="1087840" y="5034912"/>
                  </a:lnTo>
                  <a:close/>
                </a:path>
                <a:path w="9542780" h="6570345">
                  <a:moveTo>
                    <a:pt x="1043293" y="86753"/>
                  </a:moveTo>
                  <a:lnTo>
                    <a:pt x="1024218" y="86753"/>
                  </a:lnTo>
                  <a:lnTo>
                    <a:pt x="1015728" y="92970"/>
                  </a:lnTo>
                  <a:lnTo>
                    <a:pt x="1015728" y="112185"/>
                  </a:lnTo>
                  <a:lnTo>
                    <a:pt x="1022096" y="120662"/>
                  </a:lnTo>
                  <a:lnTo>
                    <a:pt x="1043293" y="120662"/>
                  </a:lnTo>
                  <a:lnTo>
                    <a:pt x="1049661" y="114164"/>
                  </a:lnTo>
                  <a:lnTo>
                    <a:pt x="1049661" y="95230"/>
                  </a:lnTo>
                  <a:lnTo>
                    <a:pt x="1043293" y="86753"/>
                  </a:lnTo>
                  <a:close/>
                </a:path>
                <a:path w="9542780" h="6570345">
                  <a:moveTo>
                    <a:pt x="1043293" y="131118"/>
                  </a:moveTo>
                  <a:lnTo>
                    <a:pt x="1032709" y="131118"/>
                  </a:lnTo>
                  <a:lnTo>
                    <a:pt x="1024218" y="133379"/>
                  </a:lnTo>
                  <a:lnTo>
                    <a:pt x="1017850" y="139595"/>
                  </a:lnTo>
                  <a:lnTo>
                    <a:pt x="1017850" y="156551"/>
                  </a:lnTo>
                  <a:lnTo>
                    <a:pt x="1024218" y="165028"/>
                  </a:lnTo>
                  <a:lnTo>
                    <a:pt x="1043293" y="165028"/>
                  </a:lnTo>
                  <a:lnTo>
                    <a:pt x="1049661" y="158812"/>
                  </a:lnTo>
                  <a:lnTo>
                    <a:pt x="1049661" y="139595"/>
                  </a:lnTo>
                  <a:lnTo>
                    <a:pt x="1043293" y="131118"/>
                  </a:lnTo>
                  <a:close/>
                </a:path>
                <a:path w="9542780" h="6570345">
                  <a:moveTo>
                    <a:pt x="1043293" y="175766"/>
                  </a:moveTo>
                  <a:lnTo>
                    <a:pt x="1024218" y="175766"/>
                  </a:lnTo>
                  <a:lnTo>
                    <a:pt x="1015728" y="181983"/>
                  </a:lnTo>
                  <a:lnTo>
                    <a:pt x="1015728" y="201199"/>
                  </a:lnTo>
                  <a:lnTo>
                    <a:pt x="1022096" y="209676"/>
                  </a:lnTo>
                  <a:lnTo>
                    <a:pt x="1043293" y="209676"/>
                  </a:lnTo>
                  <a:lnTo>
                    <a:pt x="1049661" y="203177"/>
                  </a:lnTo>
                  <a:lnTo>
                    <a:pt x="1049661" y="184243"/>
                  </a:lnTo>
                  <a:lnTo>
                    <a:pt x="1043293" y="175766"/>
                  </a:lnTo>
                  <a:close/>
                </a:path>
                <a:path w="9542780" h="6570345">
                  <a:moveTo>
                    <a:pt x="1043293" y="220131"/>
                  </a:moveTo>
                  <a:lnTo>
                    <a:pt x="1024218" y="220131"/>
                  </a:lnTo>
                  <a:lnTo>
                    <a:pt x="1015728" y="226349"/>
                  </a:lnTo>
                  <a:lnTo>
                    <a:pt x="1015728" y="245564"/>
                  </a:lnTo>
                  <a:lnTo>
                    <a:pt x="1022096" y="254041"/>
                  </a:lnTo>
                  <a:lnTo>
                    <a:pt x="1043293" y="254041"/>
                  </a:lnTo>
                  <a:lnTo>
                    <a:pt x="1049661" y="245564"/>
                  </a:lnTo>
                  <a:lnTo>
                    <a:pt x="1049661" y="228610"/>
                  </a:lnTo>
                  <a:lnTo>
                    <a:pt x="1043293" y="220131"/>
                  </a:lnTo>
                  <a:close/>
                </a:path>
                <a:path w="9542780" h="6570345">
                  <a:moveTo>
                    <a:pt x="1043293" y="264497"/>
                  </a:moveTo>
                  <a:lnTo>
                    <a:pt x="1024218" y="264497"/>
                  </a:lnTo>
                  <a:lnTo>
                    <a:pt x="1015728" y="270996"/>
                  </a:lnTo>
                  <a:lnTo>
                    <a:pt x="1015728" y="292190"/>
                  </a:lnTo>
                  <a:lnTo>
                    <a:pt x="1022096" y="298408"/>
                  </a:lnTo>
                  <a:lnTo>
                    <a:pt x="1043293" y="298408"/>
                  </a:lnTo>
                  <a:lnTo>
                    <a:pt x="1049661" y="289929"/>
                  </a:lnTo>
                  <a:lnTo>
                    <a:pt x="1049661" y="272975"/>
                  </a:lnTo>
                  <a:lnTo>
                    <a:pt x="1043293" y="264497"/>
                  </a:lnTo>
                  <a:close/>
                </a:path>
                <a:path w="9542780" h="6570345">
                  <a:moveTo>
                    <a:pt x="1043293" y="309145"/>
                  </a:moveTo>
                  <a:lnTo>
                    <a:pt x="1024218" y="309145"/>
                  </a:lnTo>
                  <a:lnTo>
                    <a:pt x="1015728" y="315362"/>
                  </a:lnTo>
                  <a:lnTo>
                    <a:pt x="1015728" y="334577"/>
                  </a:lnTo>
                  <a:lnTo>
                    <a:pt x="1022096" y="343054"/>
                  </a:lnTo>
                  <a:lnTo>
                    <a:pt x="1043293" y="343054"/>
                  </a:lnTo>
                  <a:lnTo>
                    <a:pt x="1049661" y="334577"/>
                  </a:lnTo>
                  <a:lnTo>
                    <a:pt x="1049661" y="317623"/>
                  </a:lnTo>
                  <a:lnTo>
                    <a:pt x="1043293" y="309145"/>
                  </a:lnTo>
                  <a:close/>
                </a:path>
                <a:path w="9542780" h="6570345">
                  <a:moveTo>
                    <a:pt x="1043293" y="353510"/>
                  </a:moveTo>
                  <a:lnTo>
                    <a:pt x="1024218" y="353510"/>
                  </a:lnTo>
                  <a:lnTo>
                    <a:pt x="1015728" y="360010"/>
                  </a:lnTo>
                  <a:lnTo>
                    <a:pt x="1015728" y="378943"/>
                  </a:lnTo>
                  <a:lnTo>
                    <a:pt x="1022096" y="387421"/>
                  </a:lnTo>
                  <a:lnTo>
                    <a:pt x="1032709" y="387421"/>
                  </a:lnTo>
                  <a:lnTo>
                    <a:pt x="1043293" y="385160"/>
                  </a:lnTo>
                  <a:lnTo>
                    <a:pt x="1049661" y="378943"/>
                  </a:lnTo>
                  <a:lnTo>
                    <a:pt x="1049661" y="361988"/>
                  </a:lnTo>
                  <a:lnTo>
                    <a:pt x="1043293" y="353510"/>
                  </a:lnTo>
                  <a:close/>
                </a:path>
                <a:path w="9542780" h="6570345">
                  <a:moveTo>
                    <a:pt x="1043293" y="397877"/>
                  </a:moveTo>
                  <a:lnTo>
                    <a:pt x="1024218" y="397877"/>
                  </a:lnTo>
                  <a:lnTo>
                    <a:pt x="1015728" y="404375"/>
                  </a:lnTo>
                  <a:lnTo>
                    <a:pt x="1015728" y="425569"/>
                  </a:lnTo>
                  <a:lnTo>
                    <a:pt x="1022096" y="431786"/>
                  </a:lnTo>
                  <a:lnTo>
                    <a:pt x="1032709" y="431786"/>
                  </a:lnTo>
                  <a:lnTo>
                    <a:pt x="1043293" y="429808"/>
                  </a:lnTo>
                  <a:lnTo>
                    <a:pt x="1049661" y="423308"/>
                  </a:lnTo>
                  <a:lnTo>
                    <a:pt x="1049661" y="406354"/>
                  </a:lnTo>
                  <a:lnTo>
                    <a:pt x="1043293" y="397877"/>
                  </a:lnTo>
                  <a:close/>
                </a:path>
                <a:path w="9542780" h="6570345">
                  <a:moveTo>
                    <a:pt x="1043293" y="440263"/>
                  </a:moveTo>
                  <a:lnTo>
                    <a:pt x="1024218" y="440263"/>
                  </a:lnTo>
                  <a:lnTo>
                    <a:pt x="1015728" y="446763"/>
                  </a:lnTo>
                  <a:lnTo>
                    <a:pt x="1015728" y="465696"/>
                  </a:lnTo>
                  <a:lnTo>
                    <a:pt x="1022096" y="474173"/>
                  </a:lnTo>
                  <a:lnTo>
                    <a:pt x="1043293" y="474173"/>
                  </a:lnTo>
                  <a:lnTo>
                    <a:pt x="1049661" y="467956"/>
                  </a:lnTo>
                  <a:lnTo>
                    <a:pt x="1049661" y="448741"/>
                  </a:lnTo>
                  <a:lnTo>
                    <a:pt x="1043293" y="440263"/>
                  </a:lnTo>
                  <a:close/>
                </a:path>
                <a:path w="9542780" h="6570345">
                  <a:moveTo>
                    <a:pt x="1043293" y="707021"/>
                  </a:moveTo>
                  <a:lnTo>
                    <a:pt x="1024218" y="707021"/>
                  </a:lnTo>
                  <a:lnTo>
                    <a:pt x="1015728" y="713521"/>
                  </a:lnTo>
                  <a:lnTo>
                    <a:pt x="1015728" y="732453"/>
                  </a:lnTo>
                  <a:lnTo>
                    <a:pt x="1022096" y="740931"/>
                  </a:lnTo>
                  <a:lnTo>
                    <a:pt x="1032709" y="740931"/>
                  </a:lnTo>
                  <a:lnTo>
                    <a:pt x="1043293" y="738953"/>
                  </a:lnTo>
                  <a:lnTo>
                    <a:pt x="1049661" y="732453"/>
                  </a:lnTo>
                  <a:lnTo>
                    <a:pt x="1049661" y="715498"/>
                  </a:lnTo>
                  <a:lnTo>
                    <a:pt x="1043293" y="707021"/>
                  </a:lnTo>
                  <a:close/>
                </a:path>
                <a:path w="9542780" h="6570345">
                  <a:moveTo>
                    <a:pt x="1043293" y="749409"/>
                  </a:moveTo>
                  <a:lnTo>
                    <a:pt x="1024218" y="749409"/>
                  </a:lnTo>
                  <a:lnTo>
                    <a:pt x="1015728" y="755907"/>
                  </a:lnTo>
                  <a:lnTo>
                    <a:pt x="1015728" y="774840"/>
                  </a:lnTo>
                  <a:lnTo>
                    <a:pt x="1022096" y="783319"/>
                  </a:lnTo>
                  <a:lnTo>
                    <a:pt x="1043293" y="783319"/>
                  </a:lnTo>
                  <a:lnTo>
                    <a:pt x="1049661" y="777101"/>
                  </a:lnTo>
                  <a:lnTo>
                    <a:pt x="1049661" y="757886"/>
                  </a:lnTo>
                  <a:lnTo>
                    <a:pt x="1043293" y="749409"/>
                  </a:lnTo>
                  <a:close/>
                </a:path>
                <a:path w="9542780" h="6570345">
                  <a:moveTo>
                    <a:pt x="1043293" y="794057"/>
                  </a:moveTo>
                  <a:lnTo>
                    <a:pt x="1024218" y="794057"/>
                  </a:lnTo>
                  <a:lnTo>
                    <a:pt x="1015728" y="800273"/>
                  </a:lnTo>
                  <a:lnTo>
                    <a:pt x="1015728" y="821467"/>
                  </a:lnTo>
                  <a:lnTo>
                    <a:pt x="1022096" y="827684"/>
                  </a:lnTo>
                  <a:lnTo>
                    <a:pt x="1043293" y="827684"/>
                  </a:lnTo>
                  <a:lnTo>
                    <a:pt x="1049661" y="821467"/>
                  </a:lnTo>
                  <a:lnTo>
                    <a:pt x="1049661" y="802534"/>
                  </a:lnTo>
                  <a:lnTo>
                    <a:pt x="1043293" y="794057"/>
                  </a:lnTo>
                  <a:close/>
                </a:path>
                <a:path w="9542780" h="6570345">
                  <a:moveTo>
                    <a:pt x="1043293" y="838422"/>
                  </a:moveTo>
                  <a:lnTo>
                    <a:pt x="1024218" y="838422"/>
                  </a:lnTo>
                  <a:lnTo>
                    <a:pt x="1015728" y="844638"/>
                  </a:lnTo>
                  <a:lnTo>
                    <a:pt x="1015728" y="863855"/>
                  </a:lnTo>
                  <a:lnTo>
                    <a:pt x="1022096" y="872332"/>
                  </a:lnTo>
                  <a:lnTo>
                    <a:pt x="1043293" y="872332"/>
                  </a:lnTo>
                  <a:lnTo>
                    <a:pt x="1049661" y="863855"/>
                  </a:lnTo>
                  <a:lnTo>
                    <a:pt x="1049661" y="846899"/>
                  </a:lnTo>
                  <a:lnTo>
                    <a:pt x="1043293" y="838422"/>
                  </a:lnTo>
                  <a:close/>
                </a:path>
                <a:path w="9542780" h="6570345">
                  <a:moveTo>
                    <a:pt x="1043293" y="882788"/>
                  </a:moveTo>
                  <a:lnTo>
                    <a:pt x="1024218" y="882788"/>
                  </a:lnTo>
                  <a:lnTo>
                    <a:pt x="1015728" y="889287"/>
                  </a:lnTo>
                  <a:lnTo>
                    <a:pt x="1015728" y="908220"/>
                  </a:lnTo>
                  <a:lnTo>
                    <a:pt x="1022096" y="916697"/>
                  </a:lnTo>
                  <a:lnTo>
                    <a:pt x="1043293" y="916697"/>
                  </a:lnTo>
                  <a:lnTo>
                    <a:pt x="1049661" y="908220"/>
                  </a:lnTo>
                  <a:lnTo>
                    <a:pt x="1049661" y="891265"/>
                  </a:lnTo>
                  <a:lnTo>
                    <a:pt x="1043293" y="882788"/>
                  </a:lnTo>
                  <a:close/>
                </a:path>
                <a:path w="9542780" h="6570345">
                  <a:moveTo>
                    <a:pt x="1043293" y="927435"/>
                  </a:moveTo>
                  <a:lnTo>
                    <a:pt x="1024218" y="927435"/>
                  </a:lnTo>
                  <a:lnTo>
                    <a:pt x="1015728" y="933653"/>
                  </a:lnTo>
                  <a:lnTo>
                    <a:pt x="1015728" y="954846"/>
                  </a:lnTo>
                  <a:lnTo>
                    <a:pt x="1022096" y="961063"/>
                  </a:lnTo>
                  <a:lnTo>
                    <a:pt x="1043293" y="961063"/>
                  </a:lnTo>
                  <a:lnTo>
                    <a:pt x="1049661" y="952585"/>
                  </a:lnTo>
                  <a:lnTo>
                    <a:pt x="1049661" y="935913"/>
                  </a:lnTo>
                  <a:lnTo>
                    <a:pt x="1043293" y="927435"/>
                  </a:lnTo>
                  <a:close/>
                </a:path>
                <a:path w="9542780" h="6570345">
                  <a:moveTo>
                    <a:pt x="1043293" y="971801"/>
                  </a:moveTo>
                  <a:lnTo>
                    <a:pt x="1024218" y="971801"/>
                  </a:lnTo>
                  <a:lnTo>
                    <a:pt x="1015728" y="978018"/>
                  </a:lnTo>
                  <a:lnTo>
                    <a:pt x="1015728" y="997233"/>
                  </a:lnTo>
                  <a:lnTo>
                    <a:pt x="1022096" y="1005711"/>
                  </a:lnTo>
                  <a:lnTo>
                    <a:pt x="1032709" y="1005711"/>
                  </a:lnTo>
                  <a:lnTo>
                    <a:pt x="1043293" y="1003451"/>
                  </a:lnTo>
                  <a:lnTo>
                    <a:pt x="1049661" y="997233"/>
                  </a:lnTo>
                  <a:lnTo>
                    <a:pt x="1049661" y="980278"/>
                  </a:lnTo>
                  <a:lnTo>
                    <a:pt x="1043293" y="971801"/>
                  </a:lnTo>
                  <a:close/>
                </a:path>
                <a:path w="9542780" h="6570345">
                  <a:moveTo>
                    <a:pt x="1043293" y="1016166"/>
                  </a:moveTo>
                  <a:lnTo>
                    <a:pt x="1024218" y="1016166"/>
                  </a:lnTo>
                  <a:lnTo>
                    <a:pt x="1015728" y="1022666"/>
                  </a:lnTo>
                  <a:lnTo>
                    <a:pt x="1015728" y="1041599"/>
                  </a:lnTo>
                  <a:lnTo>
                    <a:pt x="1022096" y="1050076"/>
                  </a:lnTo>
                  <a:lnTo>
                    <a:pt x="1032709" y="1050076"/>
                  </a:lnTo>
                  <a:lnTo>
                    <a:pt x="1043293" y="1048097"/>
                  </a:lnTo>
                  <a:lnTo>
                    <a:pt x="1049661" y="1041599"/>
                  </a:lnTo>
                  <a:lnTo>
                    <a:pt x="1049661" y="1024643"/>
                  </a:lnTo>
                  <a:lnTo>
                    <a:pt x="1043293" y="1016166"/>
                  </a:lnTo>
                  <a:close/>
                </a:path>
                <a:path w="9542780" h="6570345">
                  <a:moveTo>
                    <a:pt x="1043293" y="1058553"/>
                  </a:moveTo>
                  <a:lnTo>
                    <a:pt x="1024218" y="1058553"/>
                  </a:lnTo>
                  <a:lnTo>
                    <a:pt x="1015728" y="1065053"/>
                  </a:lnTo>
                  <a:lnTo>
                    <a:pt x="1015728" y="1086247"/>
                  </a:lnTo>
                  <a:lnTo>
                    <a:pt x="1022096" y="1092464"/>
                  </a:lnTo>
                  <a:lnTo>
                    <a:pt x="1043293" y="1092464"/>
                  </a:lnTo>
                  <a:lnTo>
                    <a:pt x="1049661" y="1086247"/>
                  </a:lnTo>
                  <a:lnTo>
                    <a:pt x="1049661" y="1067031"/>
                  </a:lnTo>
                  <a:lnTo>
                    <a:pt x="1043293" y="1058553"/>
                  </a:lnTo>
                  <a:close/>
                </a:path>
                <a:path w="9542780" h="6570345">
                  <a:moveTo>
                    <a:pt x="1043293" y="1102920"/>
                  </a:moveTo>
                  <a:lnTo>
                    <a:pt x="1024218" y="1102920"/>
                  </a:lnTo>
                  <a:lnTo>
                    <a:pt x="1015728" y="1109418"/>
                  </a:lnTo>
                  <a:lnTo>
                    <a:pt x="1015728" y="1128351"/>
                  </a:lnTo>
                  <a:lnTo>
                    <a:pt x="1022096" y="1136829"/>
                  </a:lnTo>
                  <a:lnTo>
                    <a:pt x="1043293" y="1136829"/>
                  </a:lnTo>
                  <a:lnTo>
                    <a:pt x="1049661" y="1130612"/>
                  </a:lnTo>
                  <a:lnTo>
                    <a:pt x="1049661" y="1111397"/>
                  </a:lnTo>
                  <a:lnTo>
                    <a:pt x="1043293" y="1102920"/>
                  </a:lnTo>
                  <a:close/>
                </a:path>
                <a:path w="9542780" h="6570345">
                  <a:moveTo>
                    <a:pt x="1043293" y="1147566"/>
                  </a:moveTo>
                  <a:lnTo>
                    <a:pt x="1024218" y="1147566"/>
                  </a:lnTo>
                  <a:lnTo>
                    <a:pt x="1015728" y="1153784"/>
                  </a:lnTo>
                  <a:lnTo>
                    <a:pt x="1015728" y="1172999"/>
                  </a:lnTo>
                  <a:lnTo>
                    <a:pt x="1022096" y="1181477"/>
                  </a:lnTo>
                  <a:lnTo>
                    <a:pt x="1043293" y="1181477"/>
                  </a:lnTo>
                  <a:lnTo>
                    <a:pt x="1049661" y="1172999"/>
                  </a:lnTo>
                  <a:lnTo>
                    <a:pt x="1049661" y="1156045"/>
                  </a:lnTo>
                  <a:lnTo>
                    <a:pt x="1043293" y="1147566"/>
                  </a:lnTo>
                  <a:close/>
                </a:path>
                <a:path w="9542780" h="6570345">
                  <a:moveTo>
                    <a:pt x="1043293" y="1191933"/>
                  </a:moveTo>
                  <a:lnTo>
                    <a:pt x="1024218" y="1191933"/>
                  </a:lnTo>
                  <a:lnTo>
                    <a:pt x="1015728" y="1198432"/>
                  </a:lnTo>
                  <a:lnTo>
                    <a:pt x="1015728" y="1217364"/>
                  </a:lnTo>
                  <a:lnTo>
                    <a:pt x="1022096" y="1225843"/>
                  </a:lnTo>
                  <a:lnTo>
                    <a:pt x="1043293" y="1225843"/>
                  </a:lnTo>
                  <a:lnTo>
                    <a:pt x="1049661" y="1217364"/>
                  </a:lnTo>
                  <a:lnTo>
                    <a:pt x="1049661" y="1200410"/>
                  </a:lnTo>
                  <a:lnTo>
                    <a:pt x="1043293" y="1191933"/>
                  </a:lnTo>
                  <a:close/>
                </a:path>
                <a:path w="9542780" h="6570345">
                  <a:moveTo>
                    <a:pt x="1043293" y="1236581"/>
                  </a:moveTo>
                  <a:lnTo>
                    <a:pt x="1024218" y="1236581"/>
                  </a:lnTo>
                  <a:lnTo>
                    <a:pt x="1015728" y="1242797"/>
                  </a:lnTo>
                  <a:lnTo>
                    <a:pt x="1015728" y="1261731"/>
                  </a:lnTo>
                  <a:lnTo>
                    <a:pt x="1022096" y="1270208"/>
                  </a:lnTo>
                  <a:lnTo>
                    <a:pt x="1043293" y="1270208"/>
                  </a:lnTo>
                  <a:lnTo>
                    <a:pt x="1049661" y="1261731"/>
                  </a:lnTo>
                  <a:lnTo>
                    <a:pt x="1049661" y="1244775"/>
                  </a:lnTo>
                  <a:lnTo>
                    <a:pt x="1043293" y="1236581"/>
                  </a:lnTo>
                  <a:close/>
                </a:path>
                <a:path w="9542780" h="6570345">
                  <a:moveTo>
                    <a:pt x="1043293" y="1280946"/>
                  </a:moveTo>
                  <a:lnTo>
                    <a:pt x="1024218" y="1280946"/>
                  </a:lnTo>
                  <a:lnTo>
                    <a:pt x="1015728" y="1287162"/>
                  </a:lnTo>
                  <a:lnTo>
                    <a:pt x="1015728" y="1306379"/>
                  </a:lnTo>
                  <a:lnTo>
                    <a:pt x="1022096" y="1314856"/>
                  </a:lnTo>
                  <a:lnTo>
                    <a:pt x="1032709" y="1314856"/>
                  </a:lnTo>
                  <a:lnTo>
                    <a:pt x="1043293" y="1312595"/>
                  </a:lnTo>
                  <a:lnTo>
                    <a:pt x="1049661" y="1306379"/>
                  </a:lnTo>
                  <a:lnTo>
                    <a:pt x="1049661" y="1289423"/>
                  </a:lnTo>
                  <a:lnTo>
                    <a:pt x="1043293" y="1280946"/>
                  </a:lnTo>
                  <a:close/>
                </a:path>
                <a:path w="9542780" h="6570345">
                  <a:moveTo>
                    <a:pt x="1043293" y="1325312"/>
                  </a:moveTo>
                  <a:lnTo>
                    <a:pt x="1024218" y="1325312"/>
                  </a:lnTo>
                  <a:lnTo>
                    <a:pt x="1015728" y="1331810"/>
                  </a:lnTo>
                  <a:lnTo>
                    <a:pt x="1015728" y="1350744"/>
                  </a:lnTo>
                  <a:lnTo>
                    <a:pt x="1022096" y="1359221"/>
                  </a:lnTo>
                  <a:lnTo>
                    <a:pt x="1032709" y="1359221"/>
                  </a:lnTo>
                  <a:lnTo>
                    <a:pt x="1043293" y="1357243"/>
                  </a:lnTo>
                  <a:lnTo>
                    <a:pt x="1049661" y="1350744"/>
                  </a:lnTo>
                  <a:lnTo>
                    <a:pt x="1049661" y="1333789"/>
                  </a:lnTo>
                  <a:lnTo>
                    <a:pt x="1043293" y="1325312"/>
                  </a:lnTo>
                  <a:close/>
                </a:path>
                <a:path w="9542780" h="6570345">
                  <a:moveTo>
                    <a:pt x="1043293" y="1367699"/>
                  </a:moveTo>
                  <a:lnTo>
                    <a:pt x="1024218" y="1367699"/>
                  </a:lnTo>
                  <a:lnTo>
                    <a:pt x="1015728" y="1374198"/>
                  </a:lnTo>
                  <a:lnTo>
                    <a:pt x="1015728" y="1393131"/>
                  </a:lnTo>
                  <a:lnTo>
                    <a:pt x="1022096" y="1401608"/>
                  </a:lnTo>
                  <a:lnTo>
                    <a:pt x="1043293" y="1401608"/>
                  </a:lnTo>
                  <a:lnTo>
                    <a:pt x="1049661" y="1395110"/>
                  </a:lnTo>
                  <a:lnTo>
                    <a:pt x="1049661" y="1376177"/>
                  </a:lnTo>
                  <a:lnTo>
                    <a:pt x="1043293" y="1367699"/>
                  </a:lnTo>
                  <a:close/>
                </a:path>
                <a:path w="9542780" h="6570345">
                  <a:moveTo>
                    <a:pt x="1043293" y="1412064"/>
                  </a:moveTo>
                  <a:lnTo>
                    <a:pt x="1024218" y="1412064"/>
                  </a:lnTo>
                  <a:lnTo>
                    <a:pt x="1015728" y="1418564"/>
                  </a:lnTo>
                  <a:lnTo>
                    <a:pt x="1015728" y="1439757"/>
                  </a:lnTo>
                  <a:lnTo>
                    <a:pt x="1022096" y="1445975"/>
                  </a:lnTo>
                  <a:lnTo>
                    <a:pt x="1043293" y="1445975"/>
                  </a:lnTo>
                  <a:lnTo>
                    <a:pt x="1049661" y="1439757"/>
                  </a:lnTo>
                  <a:lnTo>
                    <a:pt x="1049661" y="1420541"/>
                  </a:lnTo>
                  <a:lnTo>
                    <a:pt x="1043293" y="1412064"/>
                  </a:lnTo>
                  <a:close/>
                </a:path>
                <a:path w="9542780" h="6570345">
                  <a:moveTo>
                    <a:pt x="1043293" y="1456712"/>
                  </a:moveTo>
                  <a:lnTo>
                    <a:pt x="1024218" y="1456712"/>
                  </a:lnTo>
                  <a:lnTo>
                    <a:pt x="1015728" y="1462929"/>
                  </a:lnTo>
                  <a:lnTo>
                    <a:pt x="1015728" y="1484123"/>
                  </a:lnTo>
                  <a:lnTo>
                    <a:pt x="1022096" y="1490623"/>
                  </a:lnTo>
                  <a:lnTo>
                    <a:pt x="1043293" y="1490623"/>
                  </a:lnTo>
                  <a:lnTo>
                    <a:pt x="1049661" y="1482144"/>
                  </a:lnTo>
                  <a:lnTo>
                    <a:pt x="1049661" y="1465190"/>
                  </a:lnTo>
                  <a:lnTo>
                    <a:pt x="1043293" y="1456712"/>
                  </a:lnTo>
                  <a:close/>
                </a:path>
                <a:path w="9542780" h="6570345">
                  <a:moveTo>
                    <a:pt x="1043293" y="1501077"/>
                  </a:moveTo>
                  <a:lnTo>
                    <a:pt x="1024218" y="1501077"/>
                  </a:lnTo>
                  <a:lnTo>
                    <a:pt x="1015728" y="1507577"/>
                  </a:lnTo>
                  <a:lnTo>
                    <a:pt x="1015728" y="1528771"/>
                  </a:lnTo>
                  <a:lnTo>
                    <a:pt x="1022096" y="1534988"/>
                  </a:lnTo>
                  <a:lnTo>
                    <a:pt x="1043293" y="1534988"/>
                  </a:lnTo>
                  <a:lnTo>
                    <a:pt x="1049661" y="1526510"/>
                  </a:lnTo>
                  <a:lnTo>
                    <a:pt x="1049661" y="1509555"/>
                  </a:lnTo>
                  <a:lnTo>
                    <a:pt x="1043293" y="1501077"/>
                  </a:lnTo>
                  <a:close/>
                </a:path>
                <a:path w="9542780" h="6570345">
                  <a:moveTo>
                    <a:pt x="1043293" y="1545443"/>
                  </a:moveTo>
                  <a:lnTo>
                    <a:pt x="1024218" y="1545443"/>
                  </a:lnTo>
                  <a:lnTo>
                    <a:pt x="1015728" y="1551942"/>
                  </a:lnTo>
                  <a:lnTo>
                    <a:pt x="1015728" y="1573136"/>
                  </a:lnTo>
                  <a:lnTo>
                    <a:pt x="1022096" y="1579352"/>
                  </a:lnTo>
                  <a:lnTo>
                    <a:pt x="1043293" y="1579352"/>
                  </a:lnTo>
                  <a:lnTo>
                    <a:pt x="1049661" y="1570875"/>
                  </a:lnTo>
                  <a:lnTo>
                    <a:pt x="1049661" y="1553921"/>
                  </a:lnTo>
                  <a:lnTo>
                    <a:pt x="1043293" y="1545443"/>
                  </a:lnTo>
                  <a:close/>
                </a:path>
                <a:path w="9542780" h="6570345">
                  <a:moveTo>
                    <a:pt x="1043293" y="1590092"/>
                  </a:moveTo>
                  <a:lnTo>
                    <a:pt x="1024218" y="1590092"/>
                  </a:lnTo>
                  <a:lnTo>
                    <a:pt x="1015728" y="1596308"/>
                  </a:lnTo>
                  <a:lnTo>
                    <a:pt x="1015728" y="1615523"/>
                  </a:lnTo>
                  <a:lnTo>
                    <a:pt x="1022096" y="1624001"/>
                  </a:lnTo>
                  <a:lnTo>
                    <a:pt x="1032709" y="1624001"/>
                  </a:lnTo>
                  <a:lnTo>
                    <a:pt x="1043293" y="1621740"/>
                  </a:lnTo>
                  <a:lnTo>
                    <a:pt x="1049661" y="1615523"/>
                  </a:lnTo>
                  <a:lnTo>
                    <a:pt x="1049661" y="1598569"/>
                  </a:lnTo>
                  <a:lnTo>
                    <a:pt x="1043293" y="1590092"/>
                  </a:lnTo>
                  <a:close/>
                </a:path>
                <a:path w="9542780" h="6570345">
                  <a:moveTo>
                    <a:pt x="1043293" y="1634456"/>
                  </a:moveTo>
                  <a:lnTo>
                    <a:pt x="1024218" y="1634456"/>
                  </a:lnTo>
                  <a:lnTo>
                    <a:pt x="1015728" y="1640956"/>
                  </a:lnTo>
                  <a:lnTo>
                    <a:pt x="1015728" y="1659889"/>
                  </a:lnTo>
                  <a:lnTo>
                    <a:pt x="1022096" y="1668367"/>
                  </a:lnTo>
                  <a:lnTo>
                    <a:pt x="1032709" y="1668367"/>
                  </a:lnTo>
                  <a:lnTo>
                    <a:pt x="1043293" y="1666388"/>
                  </a:lnTo>
                  <a:lnTo>
                    <a:pt x="1049661" y="1659889"/>
                  </a:lnTo>
                  <a:lnTo>
                    <a:pt x="1049661" y="1642934"/>
                  </a:lnTo>
                  <a:lnTo>
                    <a:pt x="1043293" y="1634456"/>
                  </a:lnTo>
                  <a:close/>
                </a:path>
                <a:path w="9542780" h="6570345">
                  <a:moveTo>
                    <a:pt x="1043293" y="1676844"/>
                  </a:moveTo>
                  <a:lnTo>
                    <a:pt x="1024218" y="1676844"/>
                  </a:lnTo>
                  <a:lnTo>
                    <a:pt x="1015728" y="1683061"/>
                  </a:lnTo>
                  <a:lnTo>
                    <a:pt x="1015728" y="1704254"/>
                  </a:lnTo>
                  <a:lnTo>
                    <a:pt x="1022096" y="1710754"/>
                  </a:lnTo>
                  <a:lnTo>
                    <a:pt x="1043293" y="1710754"/>
                  </a:lnTo>
                  <a:lnTo>
                    <a:pt x="1049661" y="1704254"/>
                  </a:lnTo>
                  <a:lnTo>
                    <a:pt x="1049661" y="1685321"/>
                  </a:lnTo>
                  <a:lnTo>
                    <a:pt x="1043293" y="1676844"/>
                  </a:lnTo>
                  <a:close/>
                </a:path>
                <a:path w="9542780" h="6570345">
                  <a:moveTo>
                    <a:pt x="1043293" y="1721209"/>
                  </a:moveTo>
                  <a:lnTo>
                    <a:pt x="1024218" y="1721209"/>
                  </a:lnTo>
                  <a:lnTo>
                    <a:pt x="1015728" y="1727709"/>
                  </a:lnTo>
                  <a:lnTo>
                    <a:pt x="1015728" y="1748903"/>
                  </a:lnTo>
                  <a:lnTo>
                    <a:pt x="1022096" y="1755119"/>
                  </a:lnTo>
                  <a:lnTo>
                    <a:pt x="1043293" y="1755119"/>
                  </a:lnTo>
                  <a:lnTo>
                    <a:pt x="1049661" y="1748903"/>
                  </a:lnTo>
                  <a:lnTo>
                    <a:pt x="1049661" y="1729686"/>
                  </a:lnTo>
                  <a:lnTo>
                    <a:pt x="1043293" y="1721209"/>
                  </a:lnTo>
                  <a:close/>
                </a:path>
                <a:path w="9542780" h="6570345">
                  <a:moveTo>
                    <a:pt x="1043293" y="1765857"/>
                  </a:moveTo>
                  <a:lnTo>
                    <a:pt x="1024218" y="1765857"/>
                  </a:lnTo>
                  <a:lnTo>
                    <a:pt x="1015728" y="1772074"/>
                  </a:lnTo>
                  <a:lnTo>
                    <a:pt x="1015728" y="1793267"/>
                  </a:lnTo>
                  <a:lnTo>
                    <a:pt x="1022096" y="1799767"/>
                  </a:lnTo>
                  <a:lnTo>
                    <a:pt x="1043293" y="1799767"/>
                  </a:lnTo>
                  <a:lnTo>
                    <a:pt x="1049661" y="1791290"/>
                  </a:lnTo>
                  <a:lnTo>
                    <a:pt x="1049661" y="1774334"/>
                  </a:lnTo>
                  <a:lnTo>
                    <a:pt x="1043293" y="1765857"/>
                  </a:lnTo>
                  <a:close/>
                </a:path>
                <a:path w="9542780" h="6570345">
                  <a:moveTo>
                    <a:pt x="1043293" y="1810223"/>
                  </a:moveTo>
                  <a:lnTo>
                    <a:pt x="1024218" y="1810223"/>
                  </a:lnTo>
                  <a:lnTo>
                    <a:pt x="1015728" y="1816722"/>
                  </a:lnTo>
                  <a:lnTo>
                    <a:pt x="1015728" y="1837634"/>
                  </a:lnTo>
                  <a:lnTo>
                    <a:pt x="1022096" y="1844132"/>
                  </a:lnTo>
                  <a:lnTo>
                    <a:pt x="1043293" y="1844132"/>
                  </a:lnTo>
                  <a:lnTo>
                    <a:pt x="1049661" y="1835655"/>
                  </a:lnTo>
                  <a:lnTo>
                    <a:pt x="1049661" y="1818700"/>
                  </a:lnTo>
                  <a:lnTo>
                    <a:pt x="1043293" y="1810223"/>
                  </a:lnTo>
                  <a:close/>
                </a:path>
                <a:path w="9542780" h="6570345">
                  <a:moveTo>
                    <a:pt x="1043293" y="1854588"/>
                  </a:moveTo>
                  <a:lnTo>
                    <a:pt x="1024218" y="1854588"/>
                  </a:lnTo>
                  <a:lnTo>
                    <a:pt x="1015728" y="1861088"/>
                  </a:lnTo>
                  <a:lnTo>
                    <a:pt x="1015728" y="1880021"/>
                  </a:lnTo>
                  <a:lnTo>
                    <a:pt x="1022096" y="1888498"/>
                  </a:lnTo>
                  <a:lnTo>
                    <a:pt x="1043293" y="1888498"/>
                  </a:lnTo>
                  <a:lnTo>
                    <a:pt x="1049661" y="1880021"/>
                  </a:lnTo>
                  <a:lnTo>
                    <a:pt x="1049661" y="1863065"/>
                  </a:lnTo>
                  <a:lnTo>
                    <a:pt x="1043293" y="1854588"/>
                  </a:lnTo>
                  <a:close/>
                </a:path>
                <a:path w="9542780" h="6570345">
                  <a:moveTo>
                    <a:pt x="1043293" y="1899236"/>
                  </a:moveTo>
                  <a:lnTo>
                    <a:pt x="1024218" y="1899236"/>
                  </a:lnTo>
                  <a:lnTo>
                    <a:pt x="1015728" y="1905453"/>
                  </a:lnTo>
                  <a:lnTo>
                    <a:pt x="1015728" y="1924668"/>
                  </a:lnTo>
                  <a:lnTo>
                    <a:pt x="1022096" y="1933147"/>
                  </a:lnTo>
                  <a:lnTo>
                    <a:pt x="1032709" y="1933147"/>
                  </a:lnTo>
                  <a:lnTo>
                    <a:pt x="1043293" y="1930886"/>
                  </a:lnTo>
                  <a:lnTo>
                    <a:pt x="1049661" y="1924668"/>
                  </a:lnTo>
                  <a:lnTo>
                    <a:pt x="1049661" y="1907713"/>
                  </a:lnTo>
                  <a:lnTo>
                    <a:pt x="1043293" y="1899236"/>
                  </a:lnTo>
                  <a:close/>
                </a:path>
                <a:path w="9542780" h="6570345">
                  <a:moveTo>
                    <a:pt x="1043293" y="1943601"/>
                  </a:moveTo>
                  <a:lnTo>
                    <a:pt x="1024218" y="1943601"/>
                  </a:lnTo>
                  <a:lnTo>
                    <a:pt x="1015728" y="1950101"/>
                  </a:lnTo>
                  <a:lnTo>
                    <a:pt x="1015728" y="1971295"/>
                  </a:lnTo>
                  <a:lnTo>
                    <a:pt x="1022096" y="1977511"/>
                  </a:lnTo>
                  <a:lnTo>
                    <a:pt x="1032709" y="1977511"/>
                  </a:lnTo>
                  <a:lnTo>
                    <a:pt x="1043293" y="1975251"/>
                  </a:lnTo>
                  <a:lnTo>
                    <a:pt x="1049661" y="1969034"/>
                  </a:lnTo>
                  <a:lnTo>
                    <a:pt x="1049661" y="1952080"/>
                  </a:lnTo>
                  <a:lnTo>
                    <a:pt x="1043293" y="1943601"/>
                  </a:lnTo>
                  <a:close/>
                </a:path>
                <a:path w="9542780" h="6570345">
                  <a:moveTo>
                    <a:pt x="1043293" y="1985989"/>
                  </a:moveTo>
                  <a:lnTo>
                    <a:pt x="1024218" y="1985989"/>
                  </a:lnTo>
                  <a:lnTo>
                    <a:pt x="1015728" y="1992205"/>
                  </a:lnTo>
                  <a:lnTo>
                    <a:pt x="1015728" y="2013399"/>
                  </a:lnTo>
                  <a:lnTo>
                    <a:pt x="1022096" y="2019899"/>
                  </a:lnTo>
                  <a:lnTo>
                    <a:pt x="1043293" y="2019899"/>
                  </a:lnTo>
                  <a:lnTo>
                    <a:pt x="1049661" y="2013399"/>
                  </a:lnTo>
                  <a:lnTo>
                    <a:pt x="1049661" y="1994466"/>
                  </a:lnTo>
                  <a:lnTo>
                    <a:pt x="1043293" y="1985989"/>
                  </a:lnTo>
                  <a:close/>
                </a:path>
                <a:path w="9542780" h="6570345">
                  <a:moveTo>
                    <a:pt x="1043293" y="2030355"/>
                  </a:moveTo>
                  <a:lnTo>
                    <a:pt x="1024218" y="2030355"/>
                  </a:lnTo>
                  <a:lnTo>
                    <a:pt x="1015728" y="2036853"/>
                  </a:lnTo>
                  <a:lnTo>
                    <a:pt x="1015728" y="2058047"/>
                  </a:lnTo>
                  <a:lnTo>
                    <a:pt x="1022096" y="2064264"/>
                  </a:lnTo>
                  <a:lnTo>
                    <a:pt x="1043293" y="2064264"/>
                  </a:lnTo>
                  <a:lnTo>
                    <a:pt x="1049661" y="2058047"/>
                  </a:lnTo>
                  <a:lnTo>
                    <a:pt x="1049661" y="2038832"/>
                  </a:lnTo>
                  <a:lnTo>
                    <a:pt x="1043293" y="2030355"/>
                  </a:lnTo>
                  <a:close/>
                </a:path>
                <a:path w="9542780" h="6570345">
                  <a:moveTo>
                    <a:pt x="1043293" y="2075003"/>
                  </a:moveTo>
                  <a:lnTo>
                    <a:pt x="1024218" y="2075003"/>
                  </a:lnTo>
                  <a:lnTo>
                    <a:pt x="1015728" y="2081220"/>
                  </a:lnTo>
                  <a:lnTo>
                    <a:pt x="1015728" y="2102413"/>
                  </a:lnTo>
                  <a:lnTo>
                    <a:pt x="1022096" y="2108912"/>
                  </a:lnTo>
                  <a:lnTo>
                    <a:pt x="1043293" y="2108912"/>
                  </a:lnTo>
                  <a:lnTo>
                    <a:pt x="1049661" y="2100435"/>
                  </a:lnTo>
                  <a:lnTo>
                    <a:pt x="1049661" y="2083480"/>
                  </a:lnTo>
                  <a:lnTo>
                    <a:pt x="1043293" y="2075003"/>
                  </a:lnTo>
                  <a:close/>
                </a:path>
                <a:path w="9542780" h="6570345">
                  <a:moveTo>
                    <a:pt x="1043293" y="2119368"/>
                  </a:moveTo>
                  <a:lnTo>
                    <a:pt x="1024218" y="2119368"/>
                  </a:lnTo>
                  <a:lnTo>
                    <a:pt x="1015728" y="2125585"/>
                  </a:lnTo>
                  <a:lnTo>
                    <a:pt x="1015728" y="2144800"/>
                  </a:lnTo>
                  <a:lnTo>
                    <a:pt x="1022096" y="2153278"/>
                  </a:lnTo>
                  <a:lnTo>
                    <a:pt x="1043293" y="2153278"/>
                  </a:lnTo>
                  <a:lnTo>
                    <a:pt x="1049661" y="2144800"/>
                  </a:lnTo>
                  <a:lnTo>
                    <a:pt x="1049661" y="2127845"/>
                  </a:lnTo>
                  <a:lnTo>
                    <a:pt x="1043293" y="2119368"/>
                  </a:lnTo>
                  <a:close/>
                </a:path>
                <a:path w="9542780" h="6570345">
                  <a:moveTo>
                    <a:pt x="1043293" y="2163733"/>
                  </a:moveTo>
                  <a:lnTo>
                    <a:pt x="1024218" y="2163733"/>
                  </a:lnTo>
                  <a:lnTo>
                    <a:pt x="1015728" y="2170233"/>
                  </a:lnTo>
                  <a:lnTo>
                    <a:pt x="1015728" y="2189166"/>
                  </a:lnTo>
                  <a:lnTo>
                    <a:pt x="1022096" y="2197643"/>
                  </a:lnTo>
                  <a:lnTo>
                    <a:pt x="1043293" y="2197643"/>
                  </a:lnTo>
                  <a:lnTo>
                    <a:pt x="1049661" y="2189166"/>
                  </a:lnTo>
                  <a:lnTo>
                    <a:pt x="1049661" y="2172211"/>
                  </a:lnTo>
                  <a:lnTo>
                    <a:pt x="1043293" y="2163733"/>
                  </a:lnTo>
                  <a:close/>
                </a:path>
                <a:path w="9542780" h="6570345">
                  <a:moveTo>
                    <a:pt x="1043293" y="2208381"/>
                  </a:moveTo>
                  <a:lnTo>
                    <a:pt x="1024218" y="2208381"/>
                  </a:lnTo>
                  <a:lnTo>
                    <a:pt x="1015728" y="2214598"/>
                  </a:lnTo>
                  <a:lnTo>
                    <a:pt x="1015728" y="2233814"/>
                  </a:lnTo>
                  <a:lnTo>
                    <a:pt x="1022096" y="2242291"/>
                  </a:lnTo>
                  <a:lnTo>
                    <a:pt x="1032709" y="2242291"/>
                  </a:lnTo>
                  <a:lnTo>
                    <a:pt x="1043293" y="2240031"/>
                  </a:lnTo>
                  <a:lnTo>
                    <a:pt x="1049661" y="2233814"/>
                  </a:lnTo>
                  <a:lnTo>
                    <a:pt x="1049661" y="2216858"/>
                  </a:lnTo>
                  <a:lnTo>
                    <a:pt x="1043293" y="2208381"/>
                  </a:lnTo>
                  <a:close/>
                </a:path>
                <a:path w="9542780" h="6570345">
                  <a:moveTo>
                    <a:pt x="1043293" y="2252747"/>
                  </a:moveTo>
                  <a:lnTo>
                    <a:pt x="1024218" y="2252747"/>
                  </a:lnTo>
                  <a:lnTo>
                    <a:pt x="1015728" y="2259246"/>
                  </a:lnTo>
                  <a:lnTo>
                    <a:pt x="1015728" y="2280157"/>
                  </a:lnTo>
                  <a:lnTo>
                    <a:pt x="1022096" y="2286656"/>
                  </a:lnTo>
                  <a:lnTo>
                    <a:pt x="1032709" y="2286656"/>
                  </a:lnTo>
                  <a:lnTo>
                    <a:pt x="1043293" y="2284395"/>
                  </a:lnTo>
                  <a:lnTo>
                    <a:pt x="1049661" y="2278179"/>
                  </a:lnTo>
                  <a:lnTo>
                    <a:pt x="1049661" y="2261224"/>
                  </a:lnTo>
                  <a:lnTo>
                    <a:pt x="1043293" y="2252747"/>
                  </a:lnTo>
                  <a:close/>
                </a:path>
                <a:path w="9542780" h="6570345">
                  <a:moveTo>
                    <a:pt x="1043293" y="2295135"/>
                  </a:moveTo>
                  <a:lnTo>
                    <a:pt x="1024218" y="2295135"/>
                  </a:lnTo>
                  <a:lnTo>
                    <a:pt x="1015728" y="2301351"/>
                  </a:lnTo>
                  <a:lnTo>
                    <a:pt x="1015728" y="2322545"/>
                  </a:lnTo>
                  <a:lnTo>
                    <a:pt x="1022096" y="2329044"/>
                  </a:lnTo>
                  <a:lnTo>
                    <a:pt x="1043293" y="2329044"/>
                  </a:lnTo>
                  <a:lnTo>
                    <a:pt x="1049661" y="2322545"/>
                  </a:lnTo>
                  <a:lnTo>
                    <a:pt x="1049661" y="2303612"/>
                  </a:lnTo>
                  <a:lnTo>
                    <a:pt x="1043293" y="2295135"/>
                  </a:lnTo>
                  <a:close/>
                </a:path>
                <a:path w="9542780" h="6570345">
                  <a:moveTo>
                    <a:pt x="1043293" y="2339500"/>
                  </a:moveTo>
                  <a:lnTo>
                    <a:pt x="1024218" y="2339500"/>
                  </a:lnTo>
                  <a:lnTo>
                    <a:pt x="1015728" y="2345999"/>
                  </a:lnTo>
                  <a:lnTo>
                    <a:pt x="1015728" y="2367193"/>
                  </a:lnTo>
                  <a:lnTo>
                    <a:pt x="1022096" y="2373410"/>
                  </a:lnTo>
                  <a:lnTo>
                    <a:pt x="1043293" y="2373410"/>
                  </a:lnTo>
                  <a:lnTo>
                    <a:pt x="1049661" y="2367193"/>
                  </a:lnTo>
                  <a:lnTo>
                    <a:pt x="1049661" y="2347977"/>
                  </a:lnTo>
                  <a:lnTo>
                    <a:pt x="1043293" y="2339500"/>
                  </a:lnTo>
                  <a:close/>
                </a:path>
                <a:path w="9542780" h="6570345">
                  <a:moveTo>
                    <a:pt x="1043293" y="2384148"/>
                  </a:moveTo>
                  <a:lnTo>
                    <a:pt x="1024218" y="2384148"/>
                  </a:lnTo>
                  <a:lnTo>
                    <a:pt x="1015728" y="2390364"/>
                  </a:lnTo>
                  <a:lnTo>
                    <a:pt x="1015728" y="2411558"/>
                  </a:lnTo>
                  <a:lnTo>
                    <a:pt x="1022096" y="2417775"/>
                  </a:lnTo>
                  <a:lnTo>
                    <a:pt x="1043293" y="2417775"/>
                  </a:lnTo>
                  <a:lnTo>
                    <a:pt x="1049661" y="2409579"/>
                  </a:lnTo>
                  <a:lnTo>
                    <a:pt x="1049661" y="2392625"/>
                  </a:lnTo>
                  <a:lnTo>
                    <a:pt x="1043293" y="2384148"/>
                  </a:lnTo>
                  <a:close/>
                </a:path>
                <a:path w="9542780" h="6570345">
                  <a:moveTo>
                    <a:pt x="1043293" y="2428513"/>
                  </a:moveTo>
                  <a:lnTo>
                    <a:pt x="1024218" y="2428513"/>
                  </a:lnTo>
                  <a:lnTo>
                    <a:pt x="1015728" y="2434729"/>
                  </a:lnTo>
                  <a:lnTo>
                    <a:pt x="1015728" y="2453946"/>
                  </a:lnTo>
                  <a:lnTo>
                    <a:pt x="1022096" y="2462423"/>
                  </a:lnTo>
                  <a:lnTo>
                    <a:pt x="1043293" y="2462423"/>
                  </a:lnTo>
                  <a:lnTo>
                    <a:pt x="1049661" y="2453946"/>
                  </a:lnTo>
                  <a:lnTo>
                    <a:pt x="1049661" y="2436990"/>
                  </a:lnTo>
                  <a:lnTo>
                    <a:pt x="1043293" y="2428513"/>
                  </a:lnTo>
                  <a:close/>
                </a:path>
                <a:path w="9542780" h="6570345">
                  <a:moveTo>
                    <a:pt x="1043293" y="2472879"/>
                  </a:moveTo>
                  <a:lnTo>
                    <a:pt x="1024218" y="2472879"/>
                  </a:lnTo>
                  <a:lnTo>
                    <a:pt x="1015728" y="2479377"/>
                  </a:lnTo>
                  <a:lnTo>
                    <a:pt x="1015728" y="2498310"/>
                  </a:lnTo>
                  <a:lnTo>
                    <a:pt x="1022096" y="2506788"/>
                  </a:lnTo>
                  <a:lnTo>
                    <a:pt x="1043293" y="2506788"/>
                  </a:lnTo>
                  <a:lnTo>
                    <a:pt x="1049661" y="2498310"/>
                  </a:lnTo>
                  <a:lnTo>
                    <a:pt x="1049661" y="2481356"/>
                  </a:lnTo>
                  <a:lnTo>
                    <a:pt x="1043293" y="2472879"/>
                  </a:lnTo>
                  <a:close/>
                </a:path>
                <a:path w="9542780" h="6570345">
                  <a:moveTo>
                    <a:pt x="1043293" y="2517527"/>
                  </a:moveTo>
                  <a:lnTo>
                    <a:pt x="1024218" y="2517527"/>
                  </a:lnTo>
                  <a:lnTo>
                    <a:pt x="1015728" y="2523743"/>
                  </a:lnTo>
                  <a:lnTo>
                    <a:pt x="1015728" y="2544937"/>
                  </a:lnTo>
                  <a:lnTo>
                    <a:pt x="1022096" y="2551436"/>
                  </a:lnTo>
                  <a:lnTo>
                    <a:pt x="1032709" y="2551436"/>
                  </a:lnTo>
                  <a:lnTo>
                    <a:pt x="1043293" y="2549175"/>
                  </a:lnTo>
                  <a:lnTo>
                    <a:pt x="1049661" y="2542959"/>
                  </a:lnTo>
                  <a:lnTo>
                    <a:pt x="1049661" y="2526004"/>
                  </a:lnTo>
                  <a:lnTo>
                    <a:pt x="1043293" y="2517527"/>
                  </a:lnTo>
                  <a:close/>
                </a:path>
                <a:path w="9542780" h="6570345">
                  <a:moveTo>
                    <a:pt x="1043293" y="2561892"/>
                  </a:moveTo>
                  <a:lnTo>
                    <a:pt x="1024218" y="2561892"/>
                  </a:lnTo>
                  <a:lnTo>
                    <a:pt x="1015728" y="2568108"/>
                  </a:lnTo>
                  <a:lnTo>
                    <a:pt x="1015728" y="2589302"/>
                  </a:lnTo>
                  <a:lnTo>
                    <a:pt x="1022096" y="2595802"/>
                  </a:lnTo>
                  <a:lnTo>
                    <a:pt x="1032709" y="2595802"/>
                  </a:lnTo>
                  <a:lnTo>
                    <a:pt x="1043293" y="2593541"/>
                  </a:lnTo>
                  <a:lnTo>
                    <a:pt x="1049661" y="2587325"/>
                  </a:lnTo>
                  <a:lnTo>
                    <a:pt x="1049661" y="2570369"/>
                  </a:lnTo>
                  <a:lnTo>
                    <a:pt x="1043293" y="2561892"/>
                  </a:lnTo>
                  <a:close/>
                </a:path>
                <a:path w="9542780" h="6570345">
                  <a:moveTo>
                    <a:pt x="1043293" y="3091168"/>
                  </a:moveTo>
                  <a:lnTo>
                    <a:pt x="1024218" y="3091168"/>
                  </a:lnTo>
                  <a:lnTo>
                    <a:pt x="1015728" y="3097668"/>
                  </a:lnTo>
                  <a:lnTo>
                    <a:pt x="1015728" y="3118862"/>
                  </a:lnTo>
                  <a:lnTo>
                    <a:pt x="1022096" y="3125078"/>
                  </a:lnTo>
                  <a:lnTo>
                    <a:pt x="1043293" y="3125078"/>
                  </a:lnTo>
                  <a:lnTo>
                    <a:pt x="1049661" y="3116601"/>
                  </a:lnTo>
                  <a:lnTo>
                    <a:pt x="1049661" y="3099647"/>
                  </a:lnTo>
                  <a:lnTo>
                    <a:pt x="1043293" y="3091168"/>
                  </a:lnTo>
                  <a:close/>
                </a:path>
                <a:path w="9542780" h="6570345">
                  <a:moveTo>
                    <a:pt x="1043293" y="3135816"/>
                  </a:moveTo>
                  <a:lnTo>
                    <a:pt x="1024218" y="3135816"/>
                  </a:lnTo>
                  <a:lnTo>
                    <a:pt x="1015728" y="3142033"/>
                  </a:lnTo>
                  <a:lnTo>
                    <a:pt x="1015728" y="3163227"/>
                  </a:lnTo>
                  <a:lnTo>
                    <a:pt x="1022096" y="3169445"/>
                  </a:lnTo>
                  <a:lnTo>
                    <a:pt x="1032709" y="3169445"/>
                  </a:lnTo>
                  <a:lnTo>
                    <a:pt x="1043293" y="3167466"/>
                  </a:lnTo>
                  <a:lnTo>
                    <a:pt x="1049661" y="3160966"/>
                  </a:lnTo>
                  <a:lnTo>
                    <a:pt x="1049661" y="3144011"/>
                  </a:lnTo>
                  <a:lnTo>
                    <a:pt x="1043293" y="3135816"/>
                  </a:lnTo>
                  <a:close/>
                </a:path>
                <a:path w="9542780" h="6570345">
                  <a:moveTo>
                    <a:pt x="1043293" y="3180182"/>
                  </a:moveTo>
                  <a:lnTo>
                    <a:pt x="1024218" y="3180182"/>
                  </a:lnTo>
                  <a:lnTo>
                    <a:pt x="1015728" y="3186399"/>
                  </a:lnTo>
                  <a:lnTo>
                    <a:pt x="1015728" y="3205614"/>
                  </a:lnTo>
                  <a:lnTo>
                    <a:pt x="1022096" y="3214091"/>
                  </a:lnTo>
                  <a:lnTo>
                    <a:pt x="1032709" y="3214091"/>
                  </a:lnTo>
                  <a:lnTo>
                    <a:pt x="1043293" y="3211831"/>
                  </a:lnTo>
                  <a:lnTo>
                    <a:pt x="1049661" y="3205614"/>
                  </a:lnTo>
                  <a:lnTo>
                    <a:pt x="1049661" y="3188660"/>
                  </a:lnTo>
                  <a:lnTo>
                    <a:pt x="1043293" y="3180182"/>
                  </a:lnTo>
                  <a:close/>
                </a:path>
                <a:path w="9542780" h="6570345">
                  <a:moveTo>
                    <a:pt x="1043293" y="3222570"/>
                  </a:moveTo>
                  <a:lnTo>
                    <a:pt x="1024218" y="3222570"/>
                  </a:lnTo>
                  <a:lnTo>
                    <a:pt x="1015728" y="3228787"/>
                  </a:lnTo>
                  <a:lnTo>
                    <a:pt x="1015728" y="3248002"/>
                  </a:lnTo>
                  <a:lnTo>
                    <a:pt x="1022096" y="3256479"/>
                  </a:lnTo>
                  <a:lnTo>
                    <a:pt x="1043293" y="3256479"/>
                  </a:lnTo>
                  <a:lnTo>
                    <a:pt x="1049661" y="3249980"/>
                  </a:lnTo>
                  <a:lnTo>
                    <a:pt x="1049661" y="3231047"/>
                  </a:lnTo>
                  <a:lnTo>
                    <a:pt x="1043293" y="3222570"/>
                  </a:lnTo>
                  <a:close/>
                </a:path>
                <a:path w="9542780" h="6570345">
                  <a:moveTo>
                    <a:pt x="1043293" y="3266935"/>
                  </a:moveTo>
                  <a:lnTo>
                    <a:pt x="1024218" y="3266935"/>
                  </a:lnTo>
                  <a:lnTo>
                    <a:pt x="1015728" y="3273435"/>
                  </a:lnTo>
                  <a:lnTo>
                    <a:pt x="1015728" y="3292368"/>
                  </a:lnTo>
                  <a:lnTo>
                    <a:pt x="1022096" y="3300845"/>
                  </a:lnTo>
                  <a:lnTo>
                    <a:pt x="1043293" y="3300845"/>
                  </a:lnTo>
                  <a:lnTo>
                    <a:pt x="1049661" y="3294345"/>
                  </a:lnTo>
                  <a:lnTo>
                    <a:pt x="1049661" y="3275412"/>
                  </a:lnTo>
                  <a:lnTo>
                    <a:pt x="1043293" y="3266935"/>
                  </a:lnTo>
                  <a:close/>
                </a:path>
                <a:path w="9542780" h="6570345">
                  <a:moveTo>
                    <a:pt x="1043293" y="3311300"/>
                  </a:moveTo>
                  <a:lnTo>
                    <a:pt x="1024218" y="3311300"/>
                  </a:lnTo>
                  <a:lnTo>
                    <a:pt x="1015728" y="3317800"/>
                  </a:lnTo>
                  <a:lnTo>
                    <a:pt x="1015728" y="3336733"/>
                  </a:lnTo>
                  <a:lnTo>
                    <a:pt x="1022096" y="3345210"/>
                  </a:lnTo>
                  <a:lnTo>
                    <a:pt x="1043293" y="3345210"/>
                  </a:lnTo>
                  <a:lnTo>
                    <a:pt x="1049661" y="3336733"/>
                  </a:lnTo>
                  <a:lnTo>
                    <a:pt x="1049661" y="3319778"/>
                  </a:lnTo>
                  <a:lnTo>
                    <a:pt x="1043293" y="3311300"/>
                  </a:lnTo>
                  <a:close/>
                </a:path>
                <a:path w="9542780" h="6570345">
                  <a:moveTo>
                    <a:pt x="1043293" y="3355948"/>
                  </a:moveTo>
                  <a:lnTo>
                    <a:pt x="1024218" y="3355948"/>
                  </a:lnTo>
                  <a:lnTo>
                    <a:pt x="1015728" y="3362164"/>
                  </a:lnTo>
                  <a:lnTo>
                    <a:pt x="1015728" y="3381381"/>
                  </a:lnTo>
                  <a:lnTo>
                    <a:pt x="1022096" y="3389858"/>
                  </a:lnTo>
                  <a:lnTo>
                    <a:pt x="1043293" y="3389858"/>
                  </a:lnTo>
                  <a:lnTo>
                    <a:pt x="1049661" y="3381381"/>
                  </a:lnTo>
                  <a:lnTo>
                    <a:pt x="1049661" y="3364426"/>
                  </a:lnTo>
                  <a:lnTo>
                    <a:pt x="1043293" y="3355948"/>
                  </a:lnTo>
                  <a:close/>
                </a:path>
                <a:path w="9542780" h="6570345">
                  <a:moveTo>
                    <a:pt x="1043293" y="3400314"/>
                  </a:moveTo>
                  <a:lnTo>
                    <a:pt x="1024218" y="3400314"/>
                  </a:lnTo>
                  <a:lnTo>
                    <a:pt x="1015728" y="3406813"/>
                  </a:lnTo>
                  <a:lnTo>
                    <a:pt x="1015728" y="3425746"/>
                  </a:lnTo>
                  <a:lnTo>
                    <a:pt x="1022096" y="3434223"/>
                  </a:lnTo>
                  <a:lnTo>
                    <a:pt x="1043293" y="3434223"/>
                  </a:lnTo>
                  <a:lnTo>
                    <a:pt x="1049661" y="3425746"/>
                  </a:lnTo>
                  <a:lnTo>
                    <a:pt x="1049661" y="3408791"/>
                  </a:lnTo>
                  <a:lnTo>
                    <a:pt x="1043293" y="3400314"/>
                  </a:lnTo>
                  <a:close/>
                </a:path>
                <a:path w="9542780" h="6570345">
                  <a:moveTo>
                    <a:pt x="1043293" y="4107533"/>
                  </a:moveTo>
                  <a:lnTo>
                    <a:pt x="1024218" y="4107533"/>
                  </a:lnTo>
                  <a:lnTo>
                    <a:pt x="1015728" y="4113890"/>
                  </a:lnTo>
                  <a:lnTo>
                    <a:pt x="1015728" y="4132936"/>
                  </a:lnTo>
                  <a:lnTo>
                    <a:pt x="1022096" y="4141414"/>
                  </a:lnTo>
                  <a:lnTo>
                    <a:pt x="1032709" y="4141414"/>
                  </a:lnTo>
                  <a:lnTo>
                    <a:pt x="1043293" y="4139295"/>
                  </a:lnTo>
                  <a:lnTo>
                    <a:pt x="1049661" y="4132936"/>
                  </a:lnTo>
                  <a:lnTo>
                    <a:pt x="1049661" y="4116010"/>
                  </a:lnTo>
                  <a:lnTo>
                    <a:pt x="1043293" y="4107533"/>
                  </a:lnTo>
                  <a:close/>
                </a:path>
                <a:path w="9542780" h="6570345">
                  <a:moveTo>
                    <a:pt x="1043293" y="4149863"/>
                  </a:moveTo>
                  <a:lnTo>
                    <a:pt x="1024218" y="4149863"/>
                  </a:lnTo>
                  <a:lnTo>
                    <a:pt x="1015728" y="4156222"/>
                  </a:lnTo>
                  <a:lnTo>
                    <a:pt x="1015728" y="4175296"/>
                  </a:lnTo>
                  <a:lnTo>
                    <a:pt x="1022096" y="4183745"/>
                  </a:lnTo>
                  <a:lnTo>
                    <a:pt x="1043293" y="4183745"/>
                  </a:lnTo>
                  <a:lnTo>
                    <a:pt x="1049661" y="4177416"/>
                  </a:lnTo>
                  <a:lnTo>
                    <a:pt x="1049661" y="4158341"/>
                  </a:lnTo>
                  <a:lnTo>
                    <a:pt x="1043293" y="4149863"/>
                  </a:lnTo>
                  <a:close/>
                </a:path>
                <a:path w="9542780" h="6570345">
                  <a:moveTo>
                    <a:pt x="1043293" y="4194342"/>
                  </a:moveTo>
                  <a:lnTo>
                    <a:pt x="1024218" y="4194342"/>
                  </a:lnTo>
                  <a:lnTo>
                    <a:pt x="1015728" y="4200700"/>
                  </a:lnTo>
                  <a:lnTo>
                    <a:pt x="1015728" y="4221866"/>
                  </a:lnTo>
                  <a:lnTo>
                    <a:pt x="1022096" y="4228223"/>
                  </a:lnTo>
                  <a:lnTo>
                    <a:pt x="1043293" y="4228223"/>
                  </a:lnTo>
                  <a:lnTo>
                    <a:pt x="1049661" y="4221866"/>
                  </a:lnTo>
                  <a:lnTo>
                    <a:pt x="1049661" y="4202819"/>
                  </a:lnTo>
                  <a:lnTo>
                    <a:pt x="1043293" y="4194342"/>
                  </a:lnTo>
                  <a:close/>
                </a:path>
                <a:path w="9542780" h="6570345">
                  <a:moveTo>
                    <a:pt x="1043293" y="4238792"/>
                  </a:moveTo>
                  <a:lnTo>
                    <a:pt x="1024218" y="4238792"/>
                  </a:lnTo>
                  <a:lnTo>
                    <a:pt x="1015728" y="4245150"/>
                  </a:lnTo>
                  <a:lnTo>
                    <a:pt x="1015728" y="4266316"/>
                  </a:lnTo>
                  <a:lnTo>
                    <a:pt x="1022096" y="4272673"/>
                  </a:lnTo>
                  <a:lnTo>
                    <a:pt x="1043293" y="4272673"/>
                  </a:lnTo>
                  <a:lnTo>
                    <a:pt x="1049661" y="4264225"/>
                  </a:lnTo>
                  <a:lnTo>
                    <a:pt x="1049661" y="4247269"/>
                  </a:lnTo>
                  <a:lnTo>
                    <a:pt x="1043293" y="4238792"/>
                  </a:lnTo>
                  <a:close/>
                </a:path>
                <a:path w="9542780" h="6570345">
                  <a:moveTo>
                    <a:pt x="1043293" y="4283270"/>
                  </a:moveTo>
                  <a:lnTo>
                    <a:pt x="1024218" y="4283270"/>
                  </a:lnTo>
                  <a:lnTo>
                    <a:pt x="1015728" y="4289629"/>
                  </a:lnTo>
                  <a:lnTo>
                    <a:pt x="1015728" y="4308675"/>
                  </a:lnTo>
                  <a:lnTo>
                    <a:pt x="1022096" y="4317152"/>
                  </a:lnTo>
                  <a:lnTo>
                    <a:pt x="1043293" y="4317152"/>
                  </a:lnTo>
                  <a:lnTo>
                    <a:pt x="1049661" y="4308675"/>
                  </a:lnTo>
                  <a:lnTo>
                    <a:pt x="1049661" y="4291749"/>
                  </a:lnTo>
                  <a:lnTo>
                    <a:pt x="1043293" y="4283270"/>
                  </a:lnTo>
                  <a:close/>
                </a:path>
                <a:path w="9542780" h="6570345">
                  <a:moveTo>
                    <a:pt x="1043293" y="4327721"/>
                  </a:moveTo>
                  <a:lnTo>
                    <a:pt x="1024218" y="4327721"/>
                  </a:lnTo>
                  <a:lnTo>
                    <a:pt x="1015728" y="4334079"/>
                  </a:lnTo>
                  <a:lnTo>
                    <a:pt x="1015728" y="4353153"/>
                  </a:lnTo>
                  <a:lnTo>
                    <a:pt x="1022096" y="4361602"/>
                  </a:lnTo>
                  <a:lnTo>
                    <a:pt x="1043293" y="4361602"/>
                  </a:lnTo>
                  <a:lnTo>
                    <a:pt x="1049661" y="4353153"/>
                  </a:lnTo>
                  <a:lnTo>
                    <a:pt x="1049661" y="4336199"/>
                  </a:lnTo>
                  <a:lnTo>
                    <a:pt x="1043293" y="4327721"/>
                  </a:lnTo>
                  <a:close/>
                </a:path>
                <a:path w="9542780" h="6570345">
                  <a:moveTo>
                    <a:pt x="1043293" y="4372199"/>
                  </a:moveTo>
                  <a:lnTo>
                    <a:pt x="1024218" y="4372199"/>
                  </a:lnTo>
                  <a:lnTo>
                    <a:pt x="1015728" y="4378557"/>
                  </a:lnTo>
                  <a:lnTo>
                    <a:pt x="1015728" y="4397603"/>
                  </a:lnTo>
                  <a:lnTo>
                    <a:pt x="1022096" y="4406080"/>
                  </a:lnTo>
                  <a:lnTo>
                    <a:pt x="1032709" y="4406080"/>
                  </a:lnTo>
                  <a:lnTo>
                    <a:pt x="1043293" y="4403962"/>
                  </a:lnTo>
                  <a:lnTo>
                    <a:pt x="1049661" y="4397603"/>
                  </a:lnTo>
                  <a:lnTo>
                    <a:pt x="1049661" y="4380677"/>
                  </a:lnTo>
                  <a:lnTo>
                    <a:pt x="1043293" y="4372199"/>
                  </a:lnTo>
                  <a:close/>
                </a:path>
                <a:path w="9542780" h="6570345">
                  <a:moveTo>
                    <a:pt x="1043293" y="4416649"/>
                  </a:moveTo>
                  <a:lnTo>
                    <a:pt x="1024218" y="4416649"/>
                  </a:lnTo>
                  <a:lnTo>
                    <a:pt x="1015728" y="4423008"/>
                  </a:lnTo>
                  <a:lnTo>
                    <a:pt x="1015728" y="4442053"/>
                  </a:lnTo>
                  <a:lnTo>
                    <a:pt x="1022096" y="4450532"/>
                  </a:lnTo>
                  <a:lnTo>
                    <a:pt x="1032709" y="4450532"/>
                  </a:lnTo>
                  <a:lnTo>
                    <a:pt x="1043293" y="4448412"/>
                  </a:lnTo>
                  <a:lnTo>
                    <a:pt x="1049661" y="4442053"/>
                  </a:lnTo>
                  <a:lnTo>
                    <a:pt x="1049661" y="4425127"/>
                  </a:lnTo>
                  <a:lnTo>
                    <a:pt x="1043293" y="4416649"/>
                  </a:lnTo>
                  <a:close/>
                </a:path>
                <a:path w="9542780" h="6570345">
                  <a:moveTo>
                    <a:pt x="1043293" y="4459009"/>
                  </a:moveTo>
                  <a:lnTo>
                    <a:pt x="1024218" y="4459009"/>
                  </a:lnTo>
                  <a:lnTo>
                    <a:pt x="1015728" y="4465366"/>
                  </a:lnTo>
                  <a:lnTo>
                    <a:pt x="1015728" y="4484413"/>
                  </a:lnTo>
                  <a:lnTo>
                    <a:pt x="1022096" y="4492890"/>
                  </a:lnTo>
                  <a:lnTo>
                    <a:pt x="1043293" y="4492890"/>
                  </a:lnTo>
                  <a:lnTo>
                    <a:pt x="1049661" y="4486532"/>
                  </a:lnTo>
                  <a:lnTo>
                    <a:pt x="1049661" y="4467486"/>
                  </a:lnTo>
                  <a:lnTo>
                    <a:pt x="1043293" y="4459009"/>
                  </a:lnTo>
                  <a:close/>
                </a:path>
                <a:path w="9542780" h="6570345">
                  <a:moveTo>
                    <a:pt x="1043293" y="4503459"/>
                  </a:moveTo>
                  <a:lnTo>
                    <a:pt x="1024218" y="4503459"/>
                  </a:lnTo>
                  <a:lnTo>
                    <a:pt x="1015728" y="4509816"/>
                  </a:lnTo>
                  <a:lnTo>
                    <a:pt x="1015728" y="4528863"/>
                  </a:lnTo>
                  <a:lnTo>
                    <a:pt x="1022096" y="4537340"/>
                  </a:lnTo>
                  <a:lnTo>
                    <a:pt x="1043293" y="4537340"/>
                  </a:lnTo>
                  <a:lnTo>
                    <a:pt x="1049661" y="4530982"/>
                  </a:lnTo>
                  <a:lnTo>
                    <a:pt x="1049661" y="4511936"/>
                  </a:lnTo>
                  <a:lnTo>
                    <a:pt x="1043293" y="4503459"/>
                  </a:lnTo>
                  <a:close/>
                </a:path>
                <a:path w="9542780" h="6570345">
                  <a:moveTo>
                    <a:pt x="1043293" y="4547937"/>
                  </a:moveTo>
                  <a:lnTo>
                    <a:pt x="1024218" y="4547937"/>
                  </a:lnTo>
                  <a:lnTo>
                    <a:pt x="1015728" y="4554296"/>
                  </a:lnTo>
                  <a:lnTo>
                    <a:pt x="1015728" y="4573342"/>
                  </a:lnTo>
                  <a:lnTo>
                    <a:pt x="1022096" y="4581819"/>
                  </a:lnTo>
                  <a:lnTo>
                    <a:pt x="1043293" y="4581819"/>
                  </a:lnTo>
                  <a:lnTo>
                    <a:pt x="1049661" y="4573342"/>
                  </a:lnTo>
                  <a:lnTo>
                    <a:pt x="1049661" y="4556415"/>
                  </a:lnTo>
                  <a:lnTo>
                    <a:pt x="1043293" y="4547937"/>
                  </a:lnTo>
                  <a:close/>
                </a:path>
                <a:path w="9542780" h="6570345">
                  <a:moveTo>
                    <a:pt x="998776" y="86753"/>
                  </a:moveTo>
                  <a:lnTo>
                    <a:pt x="979672" y="86753"/>
                  </a:lnTo>
                  <a:lnTo>
                    <a:pt x="971210" y="92970"/>
                  </a:lnTo>
                  <a:lnTo>
                    <a:pt x="971210" y="112185"/>
                  </a:lnTo>
                  <a:lnTo>
                    <a:pt x="977549" y="120662"/>
                  </a:lnTo>
                  <a:lnTo>
                    <a:pt x="998776" y="120662"/>
                  </a:lnTo>
                  <a:lnTo>
                    <a:pt x="1005144" y="114164"/>
                  </a:lnTo>
                  <a:lnTo>
                    <a:pt x="1005144" y="95230"/>
                  </a:lnTo>
                  <a:lnTo>
                    <a:pt x="998776" y="86753"/>
                  </a:lnTo>
                  <a:close/>
                </a:path>
                <a:path w="9542780" h="6570345">
                  <a:moveTo>
                    <a:pt x="998776" y="131118"/>
                  </a:moveTo>
                  <a:lnTo>
                    <a:pt x="979672" y="131118"/>
                  </a:lnTo>
                  <a:lnTo>
                    <a:pt x="971210" y="137618"/>
                  </a:lnTo>
                  <a:lnTo>
                    <a:pt x="971210" y="156551"/>
                  </a:lnTo>
                  <a:lnTo>
                    <a:pt x="977549" y="165028"/>
                  </a:lnTo>
                  <a:lnTo>
                    <a:pt x="998776" y="165028"/>
                  </a:lnTo>
                  <a:lnTo>
                    <a:pt x="1005144" y="158812"/>
                  </a:lnTo>
                  <a:lnTo>
                    <a:pt x="1005144" y="139595"/>
                  </a:lnTo>
                  <a:lnTo>
                    <a:pt x="998776" y="131118"/>
                  </a:lnTo>
                  <a:close/>
                </a:path>
                <a:path w="9542780" h="6570345">
                  <a:moveTo>
                    <a:pt x="998776" y="175766"/>
                  </a:moveTo>
                  <a:lnTo>
                    <a:pt x="979672" y="175766"/>
                  </a:lnTo>
                  <a:lnTo>
                    <a:pt x="971210" y="181983"/>
                  </a:lnTo>
                  <a:lnTo>
                    <a:pt x="971210" y="201199"/>
                  </a:lnTo>
                  <a:lnTo>
                    <a:pt x="977549" y="209676"/>
                  </a:lnTo>
                  <a:lnTo>
                    <a:pt x="998776" y="209676"/>
                  </a:lnTo>
                  <a:lnTo>
                    <a:pt x="1005144" y="203177"/>
                  </a:lnTo>
                  <a:lnTo>
                    <a:pt x="1005144" y="184243"/>
                  </a:lnTo>
                  <a:lnTo>
                    <a:pt x="998776" y="175766"/>
                  </a:lnTo>
                  <a:close/>
                </a:path>
                <a:path w="9542780" h="6570345">
                  <a:moveTo>
                    <a:pt x="998776" y="220131"/>
                  </a:moveTo>
                  <a:lnTo>
                    <a:pt x="979672" y="220131"/>
                  </a:lnTo>
                  <a:lnTo>
                    <a:pt x="971210" y="226349"/>
                  </a:lnTo>
                  <a:lnTo>
                    <a:pt x="971210" y="245564"/>
                  </a:lnTo>
                  <a:lnTo>
                    <a:pt x="977549" y="254041"/>
                  </a:lnTo>
                  <a:lnTo>
                    <a:pt x="998776" y="254041"/>
                  </a:lnTo>
                  <a:lnTo>
                    <a:pt x="1005144" y="245564"/>
                  </a:lnTo>
                  <a:lnTo>
                    <a:pt x="1005144" y="228610"/>
                  </a:lnTo>
                  <a:lnTo>
                    <a:pt x="998776" y="220131"/>
                  </a:lnTo>
                  <a:close/>
                </a:path>
                <a:path w="9542780" h="6570345">
                  <a:moveTo>
                    <a:pt x="998776" y="264497"/>
                  </a:moveTo>
                  <a:lnTo>
                    <a:pt x="979672" y="264497"/>
                  </a:lnTo>
                  <a:lnTo>
                    <a:pt x="971210" y="270996"/>
                  </a:lnTo>
                  <a:lnTo>
                    <a:pt x="971210" y="292190"/>
                  </a:lnTo>
                  <a:lnTo>
                    <a:pt x="977549" y="298408"/>
                  </a:lnTo>
                  <a:lnTo>
                    <a:pt x="998776" y="298408"/>
                  </a:lnTo>
                  <a:lnTo>
                    <a:pt x="1005144" y="289929"/>
                  </a:lnTo>
                  <a:lnTo>
                    <a:pt x="1005144" y="272975"/>
                  </a:lnTo>
                  <a:lnTo>
                    <a:pt x="998776" y="264497"/>
                  </a:lnTo>
                  <a:close/>
                </a:path>
                <a:path w="9542780" h="6570345">
                  <a:moveTo>
                    <a:pt x="998776" y="309145"/>
                  </a:moveTo>
                  <a:lnTo>
                    <a:pt x="979672" y="309145"/>
                  </a:lnTo>
                  <a:lnTo>
                    <a:pt x="971210" y="315362"/>
                  </a:lnTo>
                  <a:lnTo>
                    <a:pt x="971210" y="334577"/>
                  </a:lnTo>
                  <a:lnTo>
                    <a:pt x="977549" y="343054"/>
                  </a:lnTo>
                  <a:lnTo>
                    <a:pt x="998776" y="343054"/>
                  </a:lnTo>
                  <a:lnTo>
                    <a:pt x="1005144" y="334577"/>
                  </a:lnTo>
                  <a:lnTo>
                    <a:pt x="1005144" y="317623"/>
                  </a:lnTo>
                  <a:lnTo>
                    <a:pt x="998776" y="309145"/>
                  </a:lnTo>
                  <a:close/>
                </a:path>
                <a:path w="9542780" h="6570345">
                  <a:moveTo>
                    <a:pt x="998776" y="353510"/>
                  </a:moveTo>
                  <a:lnTo>
                    <a:pt x="979672" y="353510"/>
                  </a:lnTo>
                  <a:lnTo>
                    <a:pt x="971210" y="360010"/>
                  </a:lnTo>
                  <a:lnTo>
                    <a:pt x="971210" y="378943"/>
                  </a:lnTo>
                  <a:lnTo>
                    <a:pt x="977549" y="387421"/>
                  </a:lnTo>
                  <a:lnTo>
                    <a:pt x="988162" y="387421"/>
                  </a:lnTo>
                  <a:lnTo>
                    <a:pt x="998776" y="385160"/>
                  </a:lnTo>
                  <a:lnTo>
                    <a:pt x="1005144" y="378943"/>
                  </a:lnTo>
                  <a:lnTo>
                    <a:pt x="1005144" y="361988"/>
                  </a:lnTo>
                  <a:lnTo>
                    <a:pt x="998776" y="353510"/>
                  </a:lnTo>
                  <a:close/>
                </a:path>
                <a:path w="9542780" h="6570345">
                  <a:moveTo>
                    <a:pt x="998776" y="397877"/>
                  </a:moveTo>
                  <a:lnTo>
                    <a:pt x="979672" y="397877"/>
                  </a:lnTo>
                  <a:lnTo>
                    <a:pt x="971210" y="404375"/>
                  </a:lnTo>
                  <a:lnTo>
                    <a:pt x="971210" y="425569"/>
                  </a:lnTo>
                  <a:lnTo>
                    <a:pt x="977549" y="431786"/>
                  </a:lnTo>
                  <a:lnTo>
                    <a:pt x="988162" y="431786"/>
                  </a:lnTo>
                  <a:lnTo>
                    <a:pt x="998776" y="429808"/>
                  </a:lnTo>
                  <a:lnTo>
                    <a:pt x="1005144" y="423308"/>
                  </a:lnTo>
                  <a:lnTo>
                    <a:pt x="1005144" y="406354"/>
                  </a:lnTo>
                  <a:lnTo>
                    <a:pt x="998776" y="397877"/>
                  </a:lnTo>
                  <a:close/>
                </a:path>
                <a:path w="9542780" h="6570345">
                  <a:moveTo>
                    <a:pt x="998776" y="440263"/>
                  </a:moveTo>
                  <a:lnTo>
                    <a:pt x="979672" y="440263"/>
                  </a:lnTo>
                  <a:lnTo>
                    <a:pt x="971210" y="446763"/>
                  </a:lnTo>
                  <a:lnTo>
                    <a:pt x="971210" y="465696"/>
                  </a:lnTo>
                  <a:lnTo>
                    <a:pt x="977549" y="474173"/>
                  </a:lnTo>
                  <a:lnTo>
                    <a:pt x="998776" y="474173"/>
                  </a:lnTo>
                  <a:lnTo>
                    <a:pt x="1005144" y="467956"/>
                  </a:lnTo>
                  <a:lnTo>
                    <a:pt x="1005144" y="448741"/>
                  </a:lnTo>
                  <a:lnTo>
                    <a:pt x="998776" y="440263"/>
                  </a:lnTo>
                  <a:close/>
                </a:path>
                <a:path w="9542780" h="6570345">
                  <a:moveTo>
                    <a:pt x="998776" y="484911"/>
                  </a:moveTo>
                  <a:lnTo>
                    <a:pt x="979672" y="484911"/>
                  </a:lnTo>
                  <a:lnTo>
                    <a:pt x="971210" y="491128"/>
                  </a:lnTo>
                  <a:lnTo>
                    <a:pt x="971210" y="510344"/>
                  </a:lnTo>
                  <a:lnTo>
                    <a:pt x="977549" y="518539"/>
                  </a:lnTo>
                  <a:lnTo>
                    <a:pt x="998776" y="518539"/>
                  </a:lnTo>
                  <a:lnTo>
                    <a:pt x="1005144" y="512321"/>
                  </a:lnTo>
                  <a:lnTo>
                    <a:pt x="1005144" y="493389"/>
                  </a:lnTo>
                  <a:lnTo>
                    <a:pt x="998776" y="484911"/>
                  </a:lnTo>
                  <a:close/>
                </a:path>
                <a:path w="9542780" h="6570345">
                  <a:moveTo>
                    <a:pt x="998776" y="749409"/>
                  </a:moveTo>
                  <a:lnTo>
                    <a:pt x="979672" y="749409"/>
                  </a:lnTo>
                  <a:lnTo>
                    <a:pt x="971210" y="755907"/>
                  </a:lnTo>
                  <a:lnTo>
                    <a:pt x="971210" y="774840"/>
                  </a:lnTo>
                  <a:lnTo>
                    <a:pt x="977549" y="783318"/>
                  </a:lnTo>
                  <a:lnTo>
                    <a:pt x="998776" y="783318"/>
                  </a:lnTo>
                  <a:lnTo>
                    <a:pt x="1005144" y="777101"/>
                  </a:lnTo>
                  <a:lnTo>
                    <a:pt x="1005144" y="757886"/>
                  </a:lnTo>
                  <a:lnTo>
                    <a:pt x="998776" y="749409"/>
                  </a:lnTo>
                  <a:close/>
                </a:path>
                <a:path w="9542780" h="6570345">
                  <a:moveTo>
                    <a:pt x="998776" y="794057"/>
                  </a:moveTo>
                  <a:lnTo>
                    <a:pt x="979672" y="794057"/>
                  </a:lnTo>
                  <a:lnTo>
                    <a:pt x="971210" y="800273"/>
                  </a:lnTo>
                  <a:lnTo>
                    <a:pt x="971210" y="821467"/>
                  </a:lnTo>
                  <a:lnTo>
                    <a:pt x="977549" y="827684"/>
                  </a:lnTo>
                  <a:lnTo>
                    <a:pt x="998776" y="827684"/>
                  </a:lnTo>
                  <a:lnTo>
                    <a:pt x="1005144" y="821467"/>
                  </a:lnTo>
                  <a:lnTo>
                    <a:pt x="1005144" y="802534"/>
                  </a:lnTo>
                  <a:lnTo>
                    <a:pt x="998776" y="794057"/>
                  </a:lnTo>
                  <a:close/>
                </a:path>
                <a:path w="9542780" h="6570345">
                  <a:moveTo>
                    <a:pt x="998776" y="838422"/>
                  </a:moveTo>
                  <a:lnTo>
                    <a:pt x="979672" y="838422"/>
                  </a:lnTo>
                  <a:lnTo>
                    <a:pt x="971210" y="844638"/>
                  </a:lnTo>
                  <a:lnTo>
                    <a:pt x="971210" y="863855"/>
                  </a:lnTo>
                  <a:lnTo>
                    <a:pt x="977549" y="872332"/>
                  </a:lnTo>
                  <a:lnTo>
                    <a:pt x="998776" y="872332"/>
                  </a:lnTo>
                  <a:lnTo>
                    <a:pt x="1005144" y="863855"/>
                  </a:lnTo>
                  <a:lnTo>
                    <a:pt x="1005144" y="846899"/>
                  </a:lnTo>
                  <a:lnTo>
                    <a:pt x="998776" y="838422"/>
                  </a:lnTo>
                  <a:close/>
                </a:path>
                <a:path w="9542780" h="6570345">
                  <a:moveTo>
                    <a:pt x="998776" y="882788"/>
                  </a:moveTo>
                  <a:lnTo>
                    <a:pt x="979672" y="882788"/>
                  </a:lnTo>
                  <a:lnTo>
                    <a:pt x="971210" y="889287"/>
                  </a:lnTo>
                  <a:lnTo>
                    <a:pt x="971210" y="908220"/>
                  </a:lnTo>
                  <a:lnTo>
                    <a:pt x="977549" y="916697"/>
                  </a:lnTo>
                  <a:lnTo>
                    <a:pt x="998776" y="916697"/>
                  </a:lnTo>
                  <a:lnTo>
                    <a:pt x="1005144" y="908220"/>
                  </a:lnTo>
                  <a:lnTo>
                    <a:pt x="1005144" y="891265"/>
                  </a:lnTo>
                  <a:lnTo>
                    <a:pt x="998776" y="882788"/>
                  </a:lnTo>
                  <a:close/>
                </a:path>
                <a:path w="9542780" h="6570345">
                  <a:moveTo>
                    <a:pt x="998776" y="927435"/>
                  </a:moveTo>
                  <a:lnTo>
                    <a:pt x="979672" y="927435"/>
                  </a:lnTo>
                  <a:lnTo>
                    <a:pt x="971210" y="933653"/>
                  </a:lnTo>
                  <a:lnTo>
                    <a:pt x="971210" y="954846"/>
                  </a:lnTo>
                  <a:lnTo>
                    <a:pt x="977549" y="961063"/>
                  </a:lnTo>
                  <a:lnTo>
                    <a:pt x="998776" y="961063"/>
                  </a:lnTo>
                  <a:lnTo>
                    <a:pt x="1005144" y="952585"/>
                  </a:lnTo>
                  <a:lnTo>
                    <a:pt x="1005144" y="935913"/>
                  </a:lnTo>
                  <a:lnTo>
                    <a:pt x="998776" y="927435"/>
                  </a:lnTo>
                  <a:close/>
                </a:path>
                <a:path w="9542780" h="6570345">
                  <a:moveTo>
                    <a:pt x="998776" y="971801"/>
                  </a:moveTo>
                  <a:lnTo>
                    <a:pt x="979672" y="971801"/>
                  </a:lnTo>
                  <a:lnTo>
                    <a:pt x="971210" y="978018"/>
                  </a:lnTo>
                  <a:lnTo>
                    <a:pt x="971210" y="997233"/>
                  </a:lnTo>
                  <a:lnTo>
                    <a:pt x="977549" y="1005711"/>
                  </a:lnTo>
                  <a:lnTo>
                    <a:pt x="988162" y="1005711"/>
                  </a:lnTo>
                  <a:lnTo>
                    <a:pt x="998776" y="1003451"/>
                  </a:lnTo>
                  <a:lnTo>
                    <a:pt x="1005144" y="997233"/>
                  </a:lnTo>
                  <a:lnTo>
                    <a:pt x="1005144" y="980278"/>
                  </a:lnTo>
                  <a:lnTo>
                    <a:pt x="998776" y="971801"/>
                  </a:lnTo>
                  <a:close/>
                </a:path>
                <a:path w="9542780" h="6570345">
                  <a:moveTo>
                    <a:pt x="998776" y="1016166"/>
                  </a:moveTo>
                  <a:lnTo>
                    <a:pt x="979672" y="1016166"/>
                  </a:lnTo>
                  <a:lnTo>
                    <a:pt x="971210" y="1022666"/>
                  </a:lnTo>
                  <a:lnTo>
                    <a:pt x="971210" y="1041599"/>
                  </a:lnTo>
                  <a:lnTo>
                    <a:pt x="977549" y="1050076"/>
                  </a:lnTo>
                  <a:lnTo>
                    <a:pt x="988162" y="1050076"/>
                  </a:lnTo>
                  <a:lnTo>
                    <a:pt x="998776" y="1048097"/>
                  </a:lnTo>
                  <a:lnTo>
                    <a:pt x="1005144" y="1041599"/>
                  </a:lnTo>
                  <a:lnTo>
                    <a:pt x="1005144" y="1024643"/>
                  </a:lnTo>
                  <a:lnTo>
                    <a:pt x="998776" y="1016166"/>
                  </a:lnTo>
                  <a:close/>
                </a:path>
                <a:path w="9542780" h="6570345">
                  <a:moveTo>
                    <a:pt x="998776" y="1058553"/>
                  </a:moveTo>
                  <a:lnTo>
                    <a:pt x="979672" y="1058553"/>
                  </a:lnTo>
                  <a:lnTo>
                    <a:pt x="971210" y="1065053"/>
                  </a:lnTo>
                  <a:lnTo>
                    <a:pt x="971210" y="1086247"/>
                  </a:lnTo>
                  <a:lnTo>
                    <a:pt x="977549" y="1092464"/>
                  </a:lnTo>
                  <a:lnTo>
                    <a:pt x="998776" y="1092464"/>
                  </a:lnTo>
                  <a:lnTo>
                    <a:pt x="1005144" y="1086247"/>
                  </a:lnTo>
                  <a:lnTo>
                    <a:pt x="1005144" y="1067031"/>
                  </a:lnTo>
                  <a:lnTo>
                    <a:pt x="998776" y="1058553"/>
                  </a:lnTo>
                  <a:close/>
                </a:path>
                <a:path w="9542780" h="6570345">
                  <a:moveTo>
                    <a:pt x="998776" y="1102920"/>
                  </a:moveTo>
                  <a:lnTo>
                    <a:pt x="979672" y="1102920"/>
                  </a:lnTo>
                  <a:lnTo>
                    <a:pt x="971210" y="1109418"/>
                  </a:lnTo>
                  <a:lnTo>
                    <a:pt x="971210" y="1128351"/>
                  </a:lnTo>
                  <a:lnTo>
                    <a:pt x="977549" y="1136829"/>
                  </a:lnTo>
                  <a:lnTo>
                    <a:pt x="998776" y="1136829"/>
                  </a:lnTo>
                  <a:lnTo>
                    <a:pt x="1005144" y="1130612"/>
                  </a:lnTo>
                  <a:lnTo>
                    <a:pt x="1005144" y="1111397"/>
                  </a:lnTo>
                  <a:lnTo>
                    <a:pt x="998776" y="1102920"/>
                  </a:lnTo>
                  <a:close/>
                </a:path>
                <a:path w="9542780" h="6570345">
                  <a:moveTo>
                    <a:pt x="998776" y="1147566"/>
                  </a:moveTo>
                  <a:lnTo>
                    <a:pt x="979672" y="1147566"/>
                  </a:lnTo>
                  <a:lnTo>
                    <a:pt x="971210" y="1153784"/>
                  </a:lnTo>
                  <a:lnTo>
                    <a:pt x="971210" y="1172999"/>
                  </a:lnTo>
                  <a:lnTo>
                    <a:pt x="977549" y="1181477"/>
                  </a:lnTo>
                  <a:lnTo>
                    <a:pt x="998776" y="1181477"/>
                  </a:lnTo>
                  <a:lnTo>
                    <a:pt x="1005144" y="1172999"/>
                  </a:lnTo>
                  <a:lnTo>
                    <a:pt x="1005144" y="1156045"/>
                  </a:lnTo>
                  <a:lnTo>
                    <a:pt x="998776" y="1147566"/>
                  </a:lnTo>
                  <a:close/>
                </a:path>
                <a:path w="9542780" h="6570345">
                  <a:moveTo>
                    <a:pt x="998776" y="1191933"/>
                  </a:moveTo>
                  <a:lnTo>
                    <a:pt x="979672" y="1191933"/>
                  </a:lnTo>
                  <a:lnTo>
                    <a:pt x="971210" y="1198432"/>
                  </a:lnTo>
                  <a:lnTo>
                    <a:pt x="971210" y="1217364"/>
                  </a:lnTo>
                  <a:lnTo>
                    <a:pt x="977549" y="1225843"/>
                  </a:lnTo>
                  <a:lnTo>
                    <a:pt x="998776" y="1225843"/>
                  </a:lnTo>
                  <a:lnTo>
                    <a:pt x="1005144" y="1217364"/>
                  </a:lnTo>
                  <a:lnTo>
                    <a:pt x="1005144" y="1200410"/>
                  </a:lnTo>
                  <a:lnTo>
                    <a:pt x="998776" y="1191933"/>
                  </a:lnTo>
                  <a:close/>
                </a:path>
                <a:path w="9542780" h="6570345">
                  <a:moveTo>
                    <a:pt x="998776" y="1236581"/>
                  </a:moveTo>
                  <a:lnTo>
                    <a:pt x="979672" y="1236581"/>
                  </a:lnTo>
                  <a:lnTo>
                    <a:pt x="971210" y="1242797"/>
                  </a:lnTo>
                  <a:lnTo>
                    <a:pt x="971210" y="1261731"/>
                  </a:lnTo>
                  <a:lnTo>
                    <a:pt x="977549" y="1270208"/>
                  </a:lnTo>
                  <a:lnTo>
                    <a:pt x="998776" y="1270208"/>
                  </a:lnTo>
                  <a:lnTo>
                    <a:pt x="1005144" y="1261731"/>
                  </a:lnTo>
                  <a:lnTo>
                    <a:pt x="1005144" y="1244775"/>
                  </a:lnTo>
                  <a:lnTo>
                    <a:pt x="998776" y="1236581"/>
                  </a:lnTo>
                  <a:close/>
                </a:path>
                <a:path w="9542780" h="6570345">
                  <a:moveTo>
                    <a:pt x="998776" y="1280946"/>
                  </a:moveTo>
                  <a:lnTo>
                    <a:pt x="979672" y="1280946"/>
                  </a:lnTo>
                  <a:lnTo>
                    <a:pt x="971210" y="1287162"/>
                  </a:lnTo>
                  <a:lnTo>
                    <a:pt x="971210" y="1306379"/>
                  </a:lnTo>
                  <a:lnTo>
                    <a:pt x="977549" y="1314856"/>
                  </a:lnTo>
                  <a:lnTo>
                    <a:pt x="988162" y="1314856"/>
                  </a:lnTo>
                  <a:lnTo>
                    <a:pt x="998776" y="1312595"/>
                  </a:lnTo>
                  <a:lnTo>
                    <a:pt x="1005144" y="1306379"/>
                  </a:lnTo>
                  <a:lnTo>
                    <a:pt x="1005144" y="1289423"/>
                  </a:lnTo>
                  <a:lnTo>
                    <a:pt x="998776" y="1280946"/>
                  </a:lnTo>
                  <a:close/>
                </a:path>
                <a:path w="9542780" h="6570345">
                  <a:moveTo>
                    <a:pt x="998776" y="1325312"/>
                  </a:moveTo>
                  <a:lnTo>
                    <a:pt x="979672" y="1325312"/>
                  </a:lnTo>
                  <a:lnTo>
                    <a:pt x="971210" y="1331810"/>
                  </a:lnTo>
                  <a:lnTo>
                    <a:pt x="971210" y="1350744"/>
                  </a:lnTo>
                  <a:lnTo>
                    <a:pt x="977549" y="1359221"/>
                  </a:lnTo>
                  <a:lnTo>
                    <a:pt x="988162" y="1359221"/>
                  </a:lnTo>
                  <a:lnTo>
                    <a:pt x="998776" y="1357243"/>
                  </a:lnTo>
                  <a:lnTo>
                    <a:pt x="1005144" y="1350744"/>
                  </a:lnTo>
                  <a:lnTo>
                    <a:pt x="1005144" y="1333789"/>
                  </a:lnTo>
                  <a:lnTo>
                    <a:pt x="998776" y="1325312"/>
                  </a:lnTo>
                  <a:close/>
                </a:path>
                <a:path w="9542780" h="6570345">
                  <a:moveTo>
                    <a:pt x="998776" y="1367699"/>
                  </a:moveTo>
                  <a:lnTo>
                    <a:pt x="979672" y="1367699"/>
                  </a:lnTo>
                  <a:lnTo>
                    <a:pt x="971210" y="1374198"/>
                  </a:lnTo>
                  <a:lnTo>
                    <a:pt x="971210" y="1393131"/>
                  </a:lnTo>
                  <a:lnTo>
                    <a:pt x="977549" y="1401608"/>
                  </a:lnTo>
                  <a:lnTo>
                    <a:pt x="998776" y="1401608"/>
                  </a:lnTo>
                  <a:lnTo>
                    <a:pt x="1005144" y="1395110"/>
                  </a:lnTo>
                  <a:lnTo>
                    <a:pt x="1005144" y="1376177"/>
                  </a:lnTo>
                  <a:lnTo>
                    <a:pt x="998776" y="1367699"/>
                  </a:lnTo>
                  <a:close/>
                </a:path>
                <a:path w="9542780" h="6570345">
                  <a:moveTo>
                    <a:pt x="998776" y="1412064"/>
                  </a:moveTo>
                  <a:lnTo>
                    <a:pt x="979672" y="1412064"/>
                  </a:lnTo>
                  <a:lnTo>
                    <a:pt x="971210" y="1418564"/>
                  </a:lnTo>
                  <a:lnTo>
                    <a:pt x="971210" y="1439757"/>
                  </a:lnTo>
                  <a:lnTo>
                    <a:pt x="977549" y="1445975"/>
                  </a:lnTo>
                  <a:lnTo>
                    <a:pt x="998776" y="1445975"/>
                  </a:lnTo>
                  <a:lnTo>
                    <a:pt x="1005144" y="1439757"/>
                  </a:lnTo>
                  <a:lnTo>
                    <a:pt x="1005144" y="1420541"/>
                  </a:lnTo>
                  <a:lnTo>
                    <a:pt x="998776" y="1412064"/>
                  </a:lnTo>
                  <a:close/>
                </a:path>
                <a:path w="9542780" h="6570345">
                  <a:moveTo>
                    <a:pt x="998776" y="1456712"/>
                  </a:moveTo>
                  <a:lnTo>
                    <a:pt x="979672" y="1456712"/>
                  </a:lnTo>
                  <a:lnTo>
                    <a:pt x="971210" y="1462929"/>
                  </a:lnTo>
                  <a:lnTo>
                    <a:pt x="971210" y="1484123"/>
                  </a:lnTo>
                  <a:lnTo>
                    <a:pt x="977549" y="1490623"/>
                  </a:lnTo>
                  <a:lnTo>
                    <a:pt x="998776" y="1490623"/>
                  </a:lnTo>
                  <a:lnTo>
                    <a:pt x="1005144" y="1482144"/>
                  </a:lnTo>
                  <a:lnTo>
                    <a:pt x="1005144" y="1465190"/>
                  </a:lnTo>
                  <a:lnTo>
                    <a:pt x="998776" y="1456712"/>
                  </a:lnTo>
                  <a:close/>
                </a:path>
                <a:path w="9542780" h="6570345">
                  <a:moveTo>
                    <a:pt x="998776" y="1501077"/>
                  </a:moveTo>
                  <a:lnTo>
                    <a:pt x="979672" y="1501077"/>
                  </a:lnTo>
                  <a:lnTo>
                    <a:pt x="971210" y="1507577"/>
                  </a:lnTo>
                  <a:lnTo>
                    <a:pt x="971210" y="1528771"/>
                  </a:lnTo>
                  <a:lnTo>
                    <a:pt x="977549" y="1534988"/>
                  </a:lnTo>
                  <a:lnTo>
                    <a:pt x="998776" y="1534988"/>
                  </a:lnTo>
                  <a:lnTo>
                    <a:pt x="1005144" y="1526510"/>
                  </a:lnTo>
                  <a:lnTo>
                    <a:pt x="1005144" y="1509555"/>
                  </a:lnTo>
                  <a:lnTo>
                    <a:pt x="998776" y="1501077"/>
                  </a:lnTo>
                  <a:close/>
                </a:path>
                <a:path w="9542780" h="6570345">
                  <a:moveTo>
                    <a:pt x="998776" y="1545443"/>
                  </a:moveTo>
                  <a:lnTo>
                    <a:pt x="979672" y="1545443"/>
                  </a:lnTo>
                  <a:lnTo>
                    <a:pt x="971210" y="1551942"/>
                  </a:lnTo>
                  <a:lnTo>
                    <a:pt x="971210" y="1573136"/>
                  </a:lnTo>
                  <a:lnTo>
                    <a:pt x="977549" y="1579352"/>
                  </a:lnTo>
                  <a:lnTo>
                    <a:pt x="998776" y="1579352"/>
                  </a:lnTo>
                  <a:lnTo>
                    <a:pt x="1005144" y="1570875"/>
                  </a:lnTo>
                  <a:lnTo>
                    <a:pt x="1005144" y="1553921"/>
                  </a:lnTo>
                  <a:lnTo>
                    <a:pt x="998776" y="1545443"/>
                  </a:lnTo>
                  <a:close/>
                </a:path>
                <a:path w="9542780" h="6570345">
                  <a:moveTo>
                    <a:pt x="998776" y="1590092"/>
                  </a:moveTo>
                  <a:lnTo>
                    <a:pt x="979672" y="1590092"/>
                  </a:lnTo>
                  <a:lnTo>
                    <a:pt x="971210" y="1596308"/>
                  </a:lnTo>
                  <a:lnTo>
                    <a:pt x="971210" y="1615523"/>
                  </a:lnTo>
                  <a:lnTo>
                    <a:pt x="977549" y="1624001"/>
                  </a:lnTo>
                  <a:lnTo>
                    <a:pt x="988162" y="1624001"/>
                  </a:lnTo>
                  <a:lnTo>
                    <a:pt x="998776" y="1621740"/>
                  </a:lnTo>
                  <a:lnTo>
                    <a:pt x="1005144" y="1615523"/>
                  </a:lnTo>
                  <a:lnTo>
                    <a:pt x="1005144" y="1598569"/>
                  </a:lnTo>
                  <a:lnTo>
                    <a:pt x="998776" y="1590092"/>
                  </a:lnTo>
                  <a:close/>
                </a:path>
                <a:path w="9542780" h="6570345">
                  <a:moveTo>
                    <a:pt x="998776" y="1634456"/>
                  </a:moveTo>
                  <a:lnTo>
                    <a:pt x="979672" y="1634456"/>
                  </a:lnTo>
                  <a:lnTo>
                    <a:pt x="971210" y="1640956"/>
                  </a:lnTo>
                  <a:lnTo>
                    <a:pt x="971210" y="1659889"/>
                  </a:lnTo>
                  <a:lnTo>
                    <a:pt x="977549" y="1668367"/>
                  </a:lnTo>
                  <a:lnTo>
                    <a:pt x="988162" y="1668367"/>
                  </a:lnTo>
                  <a:lnTo>
                    <a:pt x="998776" y="1666388"/>
                  </a:lnTo>
                  <a:lnTo>
                    <a:pt x="1005144" y="1659889"/>
                  </a:lnTo>
                  <a:lnTo>
                    <a:pt x="1005144" y="1642934"/>
                  </a:lnTo>
                  <a:lnTo>
                    <a:pt x="998776" y="1634456"/>
                  </a:lnTo>
                  <a:close/>
                </a:path>
                <a:path w="9542780" h="6570345">
                  <a:moveTo>
                    <a:pt x="998776" y="1676844"/>
                  </a:moveTo>
                  <a:lnTo>
                    <a:pt x="979672" y="1676844"/>
                  </a:lnTo>
                  <a:lnTo>
                    <a:pt x="971210" y="1683061"/>
                  </a:lnTo>
                  <a:lnTo>
                    <a:pt x="971210" y="1704254"/>
                  </a:lnTo>
                  <a:lnTo>
                    <a:pt x="977549" y="1710754"/>
                  </a:lnTo>
                  <a:lnTo>
                    <a:pt x="998776" y="1710754"/>
                  </a:lnTo>
                  <a:lnTo>
                    <a:pt x="1005144" y="1704254"/>
                  </a:lnTo>
                  <a:lnTo>
                    <a:pt x="1005144" y="1685321"/>
                  </a:lnTo>
                  <a:lnTo>
                    <a:pt x="998776" y="1676844"/>
                  </a:lnTo>
                  <a:close/>
                </a:path>
                <a:path w="9542780" h="6570345">
                  <a:moveTo>
                    <a:pt x="998776" y="1721209"/>
                  </a:moveTo>
                  <a:lnTo>
                    <a:pt x="979672" y="1721209"/>
                  </a:lnTo>
                  <a:lnTo>
                    <a:pt x="971210" y="1727709"/>
                  </a:lnTo>
                  <a:lnTo>
                    <a:pt x="971210" y="1748903"/>
                  </a:lnTo>
                  <a:lnTo>
                    <a:pt x="977549" y="1755119"/>
                  </a:lnTo>
                  <a:lnTo>
                    <a:pt x="998776" y="1755119"/>
                  </a:lnTo>
                  <a:lnTo>
                    <a:pt x="1005144" y="1748903"/>
                  </a:lnTo>
                  <a:lnTo>
                    <a:pt x="1005144" y="1729686"/>
                  </a:lnTo>
                  <a:lnTo>
                    <a:pt x="998776" y="1721209"/>
                  </a:lnTo>
                  <a:close/>
                </a:path>
                <a:path w="9542780" h="6570345">
                  <a:moveTo>
                    <a:pt x="998776" y="1765857"/>
                  </a:moveTo>
                  <a:lnTo>
                    <a:pt x="979672" y="1765857"/>
                  </a:lnTo>
                  <a:lnTo>
                    <a:pt x="971210" y="1772074"/>
                  </a:lnTo>
                  <a:lnTo>
                    <a:pt x="971210" y="1793267"/>
                  </a:lnTo>
                  <a:lnTo>
                    <a:pt x="977549" y="1799767"/>
                  </a:lnTo>
                  <a:lnTo>
                    <a:pt x="998776" y="1799767"/>
                  </a:lnTo>
                  <a:lnTo>
                    <a:pt x="1005144" y="1791290"/>
                  </a:lnTo>
                  <a:lnTo>
                    <a:pt x="1005144" y="1774334"/>
                  </a:lnTo>
                  <a:lnTo>
                    <a:pt x="998776" y="1765857"/>
                  </a:lnTo>
                  <a:close/>
                </a:path>
                <a:path w="9542780" h="6570345">
                  <a:moveTo>
                    <a:pt x="998776" y="1810223"/>
                  </a:moveTo>
                  <a:lnTo>
                    <a:pt x="979672" y="1810223"/>
                  </a:lnTo>
                  <a:lnTo>
                    <a:pt x="971210" y="1816722"/>
                  </a:lnTo>
                  <a:lnTo>
                    <a:pt x="971210" y="1837634"/>
                  </a:lnTo>
                  <a:lnTo>
                    <a:pt x="977549" y="1844132"/>
                  </a:lnTo>
                  <a:lnTo>
                    <a:pt x="998776" y="1844132"/>
                  </a:lnTo>
                  <a:lnTo>
                    <a:pt x="1005144" y="1835655"/>
                  </a:lnTo>
                  <a:lnTo>
                    <a:pt x="1005144" y="1818700"/>
                  </a:lnTo>
                  <a:lnTo>
                    <a:pt x="998776" y="1810223"/>
                  </a:lnTo>
                  <a:close/>
                </a:path>
                <a:path w="9542780" h="6570345">
                  <a:moveTo>
                    <a:pt x="998776" y="1854588"/>
                  </a:moveTo>
                  <a:lnTo>
                    <a:pt x="979672" y="1854588"/>
                  </a:lnTo>
                  <a:lnTo>
                    <a:pt x="971210" y="1861088"/>
                  </a:lnTo>
                  <a:lnTo>
                    <a:pt x="971210" y="1880021"/>
                  </a:lnTo>
                  <a:lnTo>
                    <a:pt x="977549" y="1888498"/>
                  </a:lnTo>
                  <a:lnTo>
                    <a:pt x="998776" y="1888498"/>
                  </a:lnTo>
                  <a:lnTo>
                    <a:pt x="1005144" y="1880021"/>
                  </a:lnTo>
                  <a:lnTo>
                    <a:pt x="1005144" y="1863065"/>
                  </a:lnTo>
                  <a:lnTo>
                    <a:pt x="998776" y="1854588"/>
                  </a:lnTo>
                  <a:close/>
                </a:path>
                <a:path w="9542780" h="6570345">
                  <a:moveTo>
                    <a:pt x="998776" y="1899236"/>
                  </a:moveTo>
                  <a:lnTo>
                    <a:pt x="979672" y="1899236"/>
                  </a:lnTo>
                  <a:lnTo>
                    <a:pt x="971210" y="1905453"/>
                  </a:lnTo>
                  <a:lnTo>
                    <a:pt x="971210" y="1924668"/>
                  </a:lnTo>
                  <a:lnTo>
                    <a:pt x="977549" y="1933147"/>
                  </a:lnTo>
                  <a:lnTo>
                    <a:pt x="988162" y="1933147"/>
                  </a:lnTo>
                  <a:lnTo>
                    <a:pt x="998776" y="1930886"/>
                  </a:lnTo>
                  <a:lnTo>
                    <a:pt x="1005144" y="1924668"/>
                  </a:lnTo>
                  <a:lnTo>
                    <a:pt x="1005144" y="1907713"/>
                  </a:lnTo>
                  <a:lnTo>
                    <a:pt x="998776" y="1899236"/>
                  </a:lnTo>
                  <a:close/>
                </a:path>
                <a:path w="9542780" h="6570345">
                  <a:moveTo>
                    <a:pt x="998776" y="1943601"/>
                  </a:moveTo>
                  <a:lnTo>
                    <a:pt x="979672" y="1943601"/>
                  </a:lnTo>
                  <a:lnTo>
                    <a:pt x="971210" y="1950101"/>
                  </a:lnTo>
                  <a:lnTo>
                    <a:pt x="971210" y="1971295"/>
                  </a:lnTo>
                  <a:lnTo>
                    <a:pt x="977549" y="1977511"/>
                  </a:lnTo>
                  <a:lnTo>
                    <a:pt x="988162" y="1977511"/>
                  </a:lnTo>
                  <a:lnTo>
                    <a:pt x="998776" y="1975251"/>
                  </a:lnTo>
                  <a:lnTo>
                    <a:pt x="1005144" y="1969034"/>
                  </a:lnTo>
                  <a:lnTo>
                    <a:pt x="1005144" y="1952080"/>
                  </a:lnTo>
                  <a:lnTo>
                    <a:pt x="998776" y="1943601"/>
                  </a:lnTo>
                  <a:close/>
                </a:path>
                <a:path w="9542780" h="6570345">
                  <a:moveTo>
                    <a:pt x="998776" y="1985989"/>
                  </a:moveTo>
                  <a:lnTo>
                    <a:pt x="979672" y="1985989"/>
                  </a:lnTo>
                  <a:lnTo>
                    <a:pt x="971210" y="1992205"/>
                  </a:lnTo>
                  <a:lnTo>
                    <a:pt x="971210" y="2013399"/>
                  </a:lnTo>
                  <a:lnTo>
                    <a:pt x="977549" y="2019899"/>
                  </a:lnTo>
                  <a:lnTo>
                    <a:pt x="998776" y="2019899"/>
                  </a:lnTo>
                  <a:lnTo>
                    <a:pt x="1005144" y="2013399"/>
                  </a:lnTo>
                  <a:lnTo>
                    <a:pt x="1005144" y="1994466"/>
                  </a:lnTo>
                  <a:lnTo>
                    <a:pt x="998776" y="1985989"/>
                  </a:lnTo>
                  <a:close/>
                </a:path>
                <a:path w="9542780" h="6570345">
                  <a:moveTo>
                    <a:pt x="998776" y="2030355"/>
                  </a:moveTo>
                  <a:lnTo>
                    <a:pt x="979672" y="2030355"/>
                  </a:lnTo>
                  <a:lnTo>
                    <a:pt x="971210" y="2036853"/>
                  </a:lnTo>
                  <a:lnTo>
                    <a:pt x="971210" y="2058047"/>
                  </a:lnTo>
                  <a:lnTo>
                    <a:pt x="977549" y="2064264"/>
                  </a:lnTo>
                  <a:lnTo>
                    <a:pt x="998776" y="2064264"/>
                  </a:lnTo>
                  <a:lnTo>
                    <a:pt x="1005144" y="2058047"/>
                  </a:lnTo>
                  <a:lnTo>
                    <a:pt x="1005144" y="2038832"/>
                  </a:lnTo>
                  <a:lnTo>
                    <a:pt x="998776" y="2030355"/>
                  </a:lnTo>
                  <a:close/>
                </a:path>
                <a:path w="9542780" h="6570345">
                  <a:moveTo>
                    <a:pt x="998776" y="2075003"/>
                  </a:moveTo>
                  <a:lnTo>
                    <a:pt x="979672" y="2075003"/>
                  </a:lnTo>
                  <a:lnTo>
                    <a:pt x="971210" y="2081220"/>
                  </a:lnTo>
                  <a:lnTo>
                    <a:pt x="971210" y="2102413"/>
                  </a:lnTo>
                  <a:lnTo>
                    <a:pt x="977550" y="2108912"/>
                  </a:lnTo>
                  <a:lnTo>
                    <a:pt x="998776" y="2108912"/>
                  </a:lnTo>
                  <a:lnTo>
                    <a:pt x="1005144" y="2100435"/>
                  </a:lnTo>
                  <a:lnTo>
                    <a:pt x="1005144" y="2083480"/>
                  </a:lnTo>
                  <a:lnTo>
                    <a:pt x="998776" y="2075003"/>
                  </a:lnTo>
                  <a:close/>
                </a:path>
                <a:path w="9542780" h="6570345">
                  <a:moveTo>
                    <a:pt x="998776" y="2119368"/>
                  </a:moveTo>
                  <a:lnTo>
                    <a:pt x="979672" y="2119368"/>
                  </a:lnTo>
                  <a:lnTo>
                    <a:pt x="971210" y="2125585"/>
                  </a:lnTo>
                  <a:lnTo>
                    <a:pt x="971210" y="2144800"/>
                  </a:lnTo>
                  <a:lnTo>
                    <a:pt x="977550" y="2153278"/>
                  </a:lnTo>
                  <a:lnTo>
                    <a:pt x="998776" y="2153278"/>
                  </a:lnTo>
                  <a:lnTo>
                    <a:pt x="1005144" y="2144800"/>
                  </a:lnTo>
                  <a:lnTo>
                    <a:pt x="1005144" y="2127845"/>
                  </a:lnTo>
                  <a:lnTo>
                    <a:pt x="998776" y="2119368"/>
                  </a:lnTo>
                  <a:close/>
                </a:path>
                <a:path w="9542780" h="6570345">
                  <a:moveTo>
                    <a:pt x="998776" y="2163733"/>
                  </a:moveTo>
                  <a:lnTo>
                    <a:pt x="979672" y="2163733"/>
                  </a:lnTo>
                  <a:lnTo>
                    <a:pt x="971210" y="2170233"/>
                  </a:lnTo>
                  <a:lnTo>
                    <a:pt x="971210" y="2189166"/>
                  </a:lnTo>
                  <a:lnTo>
                    <a:pt x="977550" y="2197643"/>
                  </a:lnTo>
                  <a:lnTo>
                    <a:pt x="998776" y="2197643"/>
                  </a:lnTo>
                  <a:lnTo>
                    <a:pt x="1005144" y="2189166"/>
                  </a:lnTo>
                  <a:lnTo>
                    <a:pt x="1005144" y="2172211"/>
                  </a:lnTo>
                  <a:lnTo>
                    <a:pt x="998776" y="2163733"/>
                  </a:lnTo>
                  <a:close/>
                </a:path>
                <a:path w="9542780" h="6570345">
                  <a:moveTo>
                    <a:pt x="998776" y="2208381"/>
                  </a:moveTo>
                  <a:lnTo>
                    <a:pt x="979672" y="2208381"/>
                  </a:lnTo>
                  <a:lnTo>
                    <a:pt x="971210" y="2214598"/>
                  </a:lnTo>
                  <a:lnTo>
                    <a:pt x="971210" y="2233814"/>
                  </a:lnTo>
                  <a:lnTo>
                    <a:pt x="977550" y="2242291"/>
                  </a:lnTo>
                  <a:lnTo>
                    <a:pt x="988162" y="2242291"/>
                  </a:lnTo>
                  <a:lnTo>
                    <a:pt x="998776" y="2240031"/>
                  </a:lnTo>
                  <a:lnTo>
                    <a:pt x="1005144" y="2233814"/>
                  </a:lnTo>
                  <a:lnTo>
                    <a:pt x="1005144" y="2216858"/>
                  </a:lnTo>
                  <a:lnTo>
                    <a:pt x="998776" y="2208381"/>
                  </a:lnTo>
                  <a:close/>
                </a:path>
                <a:path w="9542780" h="6570345">
                  <a:moveTo>
                    <a:pt x="998776" y="2252747"/>
                  </a:moveTo>
                  <a:lnTo>
                    <a:pt x="979672" y="2252747"/>
                  </a:lnTo>
                  <a:lnTo>
                    <a:pt x="971210" y="2259246"/>
                  </a:lnTo>
                  <a:lnTo>
                    <a:pt x="971210" y="2280157"/>
                  </a:lnTo>
                  <a:lnTo>
                    <a:pt x="977550" y="2286656"/>
                  </a:lnTo>
                  <a:lnTo>
                    <a:pt x="988162" y="2286656"/>
                  </a:lnTo>
                  <a:lnTo>
                    <a:pt x="998776" y="2284395"/>
                  </a:lnTo>
                  <a:lnTo>
                    <a:pt x="1005144" y="2278179"/>
                  </a:lnTo>
                  <a:lnTo>
                    <a:pt x="1005144" y="2261224"/>
                  </a:lnTo>
                  <a:lnTo>
                    <a:pt x="998776" y="2252747"/>
                  </a:lnTo>
                  <a:close/>
                </a:path>
                <a:path w="9542780" h="6570345">
                  <a:moveTo>
                    <a:pt x="998776" y="2295135"/>
                  </a:moveTo>
                  <a:lnTo>
                    <a:pt x="979672" y="2295135"/>
                  </a:lnTo>
                  <a:lnTo>
                    <a:pt x="971210" y="2301351"/>
                  </a:lnTo>
                  <a:lnTo>
                    <a:pt x="971210" y="2322545"/>
                  </a:lnTo>
                  <a:lnTo>
                    <a:pt x="977550" y="2329044"/>
                  </a:lnTo>
                  <a:lnTo>
                    <a:pt x="998776" y="2329044"/>
                  </a:lnTo>
                  <a:lnTo>
                    <a:pt x="1005144" y="2322545"/>
                  </a:lnTo>
                  <a:lnTo>
                    <a:pt x="1005144" y="2303612"/>
                  </a:lnTo>
                  <a:lnTo>
                    <a:pt x="998776" y="2295135"/>
                  </a:lnTo>
                  <a:close/>
                </a:path>
                <a:path w="9542780" h="6570345">
                  <a:moveTo>
                    <a:pt x="998776" y="2339500"/>
                  </a:moveTo>
                  <a:lnTo>
                    <a:pt x="979672" y="2339500"/>
                  </a:lnTo>
                  <a:lnTo>
                    <a:pt x="971210" y="2345999"/>
                  </a:lnTo>
                  <a:lnTo>
                    <a:pt x="971210" y="2367193"/>
                  </a:lnTo>
                  <a:lnTo>
                    <a:pt x="977550" y="2373410"/>
                  </a:lnTo>
                  <a:lnTo>
                    <a:pt x="998776" y="2373410"/>
                  </a:lnTo>
                  <a:lnTo>
                    <a:pt x="1005144" y="2367193"/>
                  </a:lnTo>
                  <a:lnTo>
                    <a:pt x="1005144" y="2347977"/>
                  </a:lnTo>
                  <a:lnTo>
                    <a:pt x="998776" y="2339500"/>
                  </a:lnTo>
                  <a:close/>
                </a:path>
                <a:path w="9542780" h="6570345">
                  <a:moveTo>
                    <a:pt x="998776" y="2384148"/>
                  </a:moveTo>
                  <a:lnTo>
                    <a:pt x="979672" y="2384148"/>
                  </a:lnTo>
                  <a:lnTo>
                    <a:pt x="971210" y="2390364"/>
                  </a:lnTo>
                  <a:lnTo>
                    <a:pt x="971210" y="2411558"/>
                  </a:lnTo>
                  <a:lnTo>
                    <a:pt x="977550" y="2417775"/>
                  </a:lnTo>
                  <a:lnTo>
                    <a:pt x="998776" y="2417775"/>
                  </a:lnTo>
                  <a:lnTo>
                    <a:pt x="1005144" y="2409579"/>
                  </a:lnTo>
                  <a:lnTo>
                    <a:pt x="1005144" y="2392625"/>
                  </a:lnTo>
                  <a:lnTo>
                    <a:pt x="998776" y="2384148"/>
                  </a:lnTo>
                  <a:close/>
                </a:path>
                <a:path w="9542780" h="6570345">
                  <a:moveTo>
                    <a:pt x="998776" y="2428513"/>
                  </a:moveTo>
                  <a:lnTo>
                    <a:pt x="979672" y="2428513"/>
                  </a:lnTo>
                  <a:lnTo>
                    <a:pt x="971210" y="2434729"/>
                  </a:lnTo>
                  <a:lnTo>
                    <a:pt x="971210" y="2453946"/>
                  </a:lnTo>
                  <a:lnTo>
                    <a:pt x="977550" y="2462423"/>
                  </a:lnTo>
                  <a:lnTo>
                    <a:pt x="998776" y="2462423"/>
                  </a:lnTo>
                  <a:lnTo>
                    <a:pt x="1005144" y="2453946"/>
                  </a:lnTo>
                  <a:lnTo>
                    <a:pt x="1005144" y="2436990"/>
                  </a:lnTo>
                  <a:lnTo>
                    <a:pt x="998776" y="2428513"/>
                  </a:lnTo>
                  <a:close/>
                </a:path>
                <a:path w="9542780" h="6570345">
                  <a:moveTo>
                    <a:pt x="998776" y="2472879"/>
                  </a:moveTo>
                  <a:lnTo>
                    <a:pt x="979672" y="2472879"/>
                  </a:lnTo>
                  <a:lnTo>
                    <a:pt x="971210" y="2479377"/>
                  </a:lnTo>
                  <a:lnTo>
                    <a:pt x="971210" y="2498310"/>
                  </a:lnTo>
                  <a:lnTo>
                    <a:pt x="977550" y="2506788"/>
                  </a:lnTo>
                  <a:lnTo>
                    <a:pt x="998776" y="2506788"/>
                  </a:lnTo>
                  <a:lnTo>
                    <a:pt x="1005144" y="2498310"/>
                  </a:lnTo>
                  <a:lnTo>
                    <a:pt x="1005144" y="2481356"/>
                  </a:lnTo>
                  <a:lnTo>
                    <a:pt x="998776" y="2472879"/>
                  </a:lnTo>
                  <a:close/>
                </a:path>
                <a:path w="9542780" h="6570345">
                  <a:moveTo>
                    <a:pt x="998776" y="2517527"/>
                  </a:moveTo>
                  <a:lnTo>
                    <a:pt x="979672" y="2517527"/>
                  </a:lnTo>
                  <a:lnTo>
                    <a:pt x="971210" y="2523743"/>
                  </a:lnTo>
                  <a:lnTo>
                    <a:pt x="971210" y="2544937"/>
                  </a:lnTo>
                  <a:lnTo>
                    <a:pt x="977550" y="2551436"/>
                  </a:lnTo>
                  <a:lnTo>
                    <a:pt x="988162" y="2551436"/>
                  </a:lnTo>
                  <a:lnTo>
                    <a:pt x="998776" y="2549175"/>
                  </a:lnTo>
                  <a:lnTo>
                    <a:pt x="1005144" y="2542959"/>
                  </a:lnTo>
                  <a:lnTo>
                    <a:pt x="1005144" y="2526004"/>
                  </a:lnTo>
                  <a:lnTo>
                    <a:pt x="998776" y="2517527"/>
                  </a:lnTo>
                  <a:close/>
                </a:path>
                <a:path w="9542780" h="6570345">
                  <a:moveTo>
                    <a:pt x="998776" y="3311300"/>
                  </a:moveTo>
                  <a:lnTo>
                    <a:pt x="979672" y="3311300"/>
                  </a:lnTo>
                  <a:lnTo>
                    <a:pt x="971210" y="3317800"/>
                  </a:lnTo>
                  <a:lnTo>
                    <a:pt x="971210" y="3336733"/>
                  </a:lnTo>
                  <a:lnTo>
                    <a:pt x="977550" y="3345210"/>
                  </a:lnTo>
                  <a:lnTo>
                    <a:pt x="998776" y="3345210"/>
                  </a:lnTo>
                  <a:lnTo>
                    <a:pt x="1005144" y="3336733"/>
                  </a:lnTo>
                  <a:lnTo>
                    <a:pt x="1005144" y="3319778"/>
                  </a:lnTo>
                  <a:lnTo>
                    <a:pt x="998776" y="3311300"/>
                  </a:lnTo>
                  <a:close/>
                </a:path>
                <a:path w="9542780" h="6570345">
                  <a:moveTo>
                    <a:pt x="998776" y="3355948"/>
                  </a:moveTo>
                  <a:lnTo>
                    <a:pt x="979672" y="3355948"/>
                  </a:lnTo>
                  <a:lnTo>
                    <a:pt x="971210" y="3362164"/>
                  </a:lnTo>
                  <a:lnTo>
                    <a:pt x="971210" y="3381381"/>
                  </a:lnTo>
                  <a:lnTo>
                    <a:pt x="977550" y="3389858"/>
                  </a:lnTo>
                  <a:lnTo>
                    <a:pt x="998776" y="3389858"/>
                  </a:lnTo>
                  <a:lnTo>
                    <a:pt x="1005144" y="3381381"/>
                  </a:lnTo>
                  <a:lnTo>
                    <a:pt x="1005144" y="3364426"/>
                  </a:lnTo>
                  <a:lnTo>
                    <a:pt x="998776" y="3355948"/>
                  </a:lnTo>
                  <a:close/>
                </a:path>
                <a:path w="9542780" h="6570345">
                  <a:moveTo>
                    <a:pt x="998776" y="3400314"/>
                  </a:moveTo>
                  <a:lnTo>
                    <a:pt x="979672" y="3400314"/>
                  </a:lnTo>
                  <a:lnTo>
                    <a:pt x="971210" y="3406813"/>
                  </a:lnTo>
                  <a:lnTo>
                    <a:pt x="971210" y="3425746"/>
                  </a:lnTo>
                  <a:lnTo>
                    <a:pt x="977550" y="3434223"/>
                  </a:lnTo>
                  <a:lnTo>
                    <a:pt x="998776" y="3434223"/>
                  </a:lnTo>
                  <a:lnTo>
                    <a:pt x="1005144" y="3425746"/>
                  </a:lnTo>
                  <a:lnTo>
                    <a:pt x="1005144" y="3408791"/>
                  </a:lnTo>
                  <a:lnTo>
                    <a:pt x="998776" y="3400314"/>
                  </a:lnTo>
                  <a:close/>
                </a:path>
                <a:path w="9542780" h="6570345">
                  <a:moveTo>
                    <a:pt x="998776" y="3444679"/>
                  </a:moveTo>
                  <a:lnTo>
                    <a:pt x="979672" y="3444679"/>
                  </a:lnTo>
                  <a:lnTo>
                    <a:pt x="971210" y="3451179"/>
                  </a:lnTo>
                  <a:lnTo>
                    <a:pt x="971210" y="3470112"/>
                  </a:lnTo>
                  <a:lnTo>
                    <a:pt x="977550" y="3478589"/>
                  </a:lnTo>
                  <a:lnTo>
                    <a:pt x="988162" y="3478589"/>
                  </a:lnTo>
                  <a:lnTo>
                    <a:pt x="998776" y="3476611"/>
                  </a:lnTo>
                  <a:lnTo>
                    <a:pt x="1005144" y="3470112"/>
                  </a:lnTo>
                  <a:lnTo>
                    <a:pt x="1005144" y="3453156"/>
                  </a:lnTo>
                  <a:lnTo>
                    <a:pt x="998776" y="3444679"/>
                  </a:lnTo>
                  <a:close/>
                </a:path>
                <a:path w="9542780" h="6570345">
                  <a:moveTo>
                    <a:pt x="998776" y="3531715"/>
                  </a:moveTo>
                  <a:lnTo>
                    <a:pt x="979672" y="3531715"/>
                  </a:lnTo>
                  <a:lnTo>
                    <a:pt x="971210" y="3537931"/>
                  </a:lnTo>
                  <a:lnTo>
                    <a:pt x="971210" y="3557146"/>
                  </a:lnTo>
                  <a:lnTo>
                    <a:pt x="977550" y="3565625"/>
                  </a:lnTo>
                  <a:lnTo>
                    <a:pt x="998776" y="3565625"/>
                  </a:lnTo>
                  <a:lnTo>
                    <a:pt x="1005144" y="3559125"/>
                  </a:lnTo>
                  <a:lnTo>
                    <a:pt x="1005144" y="3540192"/>
                  </a:lnTo>
                  <a:lnTo>
                    <a:pt x="998776" y="3531715"/>
                  </a:lnTo>
                  <a:close/>
                </a:path>
                <a:path w="9542780" h="6570345">
                  <a:moveTo>
                    <a:pt x="998776" y="3576079"/>
                  </a:moveTo>
                  <a:lnTo>
                    <a:pt x="979672" y="3576079"/>
                  </a:lnTo>
                  <a:lnTo>
                    <a:pt x="971210" y="3582296"/>
                  </a:lnTo>
                  <a:lnTo>
                    <a:pt x="971210" y="3601512"/>
                  </a:lnTo>
                  <a:lnTo>
                    <a:pt x="977550" y="3609990"/>
                  </a:lnTo>
                  <a:lnTo>
                    <a:pt x="998776" y="3609990"/>
                  </a:lnTo>
                  <a:lnTo>
                    <a:pt x="1005144" y="3603490"/>
                  </a:lnTo>
                  <a:lnTo>
                    <a:pt x="1005144" y="3584558"/>
                  </a:lnTo>
                  <a:lnTo>
                    <a:pt x="998776" y="3576079"/>
                  </a:lnTo>
                  <a:close/>
                </a:path>
                <a:path w="9542780" h="6570345">
                  <a:moveTo>
                    <a:pt x="998776" y="4107533"/>
                  </a:moveTo>
                  <a:lnTo>
                    <a:pt x="979672" y="4107533"/>
                  </a:lnTo>
                  <a:lnTo>
                    <a:pt x="971210" y="4113890"/>
                  </a:lnTo>
                  <a:lnTo>
                    <a:pt x="971210" y="4132936"/>
                  </a:lnTo>
                  <a:lnTo>
                    <a:pt x="977550" y="4141414"/>
                  </a:lnTo>
                  <a:lnTo>
                    <a:pt x="988162" y="4141414"/>
                  </a:lnTo>
                  <a:lnTo>
                    <a:pt x="998776" y="4139295"/>
                  </a:lnTo>
                  <a:lnTo>
                    <a:pt x="1005144" y="4132936"/>
                  </a:lnTo>
                  <a:lnTo>
                    <a:pt x="1005144" y="4116010"/>
                  </a:lnTo>
                  <a:lnTo>
                    <a:pt x="998776" y="4107533"/>
                  </a:lnTo>
                  <a:close/>
                </a:path>
                <a:path w="9542780" h="6570345">
                  <a:moveTo>
                    <a:pt x="998776" y="4149863"/>
                  </a:moveTo>
                  <a:lnTo>
                    <a:pt x="979672" y="4149863"/>
                  </a:lnTo>
                  <a:lnTo>
                    <a:pt x="971210" y="4156222"/>
                  </a:lnTo>
                  <a:lnTo>
                    <a:pt x="971210" y="4175296"/>
                  </a:lnTo>
                  <a:lnTo>
                    <a:pt x="977550" y="4183745"/>
                  </a:lnTo>
                  <a:lnTo>
                    <a:pt x="998776" y="4183745"/>
                  </a:lnTo>
                  <a:lnTo>
                    <a:pt x="1005144" y="4177416"/>
                  </a:lnTo>
                  <a:lnTo>
                    <a:pt x="1005144" y="4158341"/>
                  </a:lnTo>
                  <a:lnTo>
                    <a:pt x="998776" y="4149863"/>
                  </a:lnTo>
                  <a:close/>
                </a:path>
                <a:path w="9542780" h="6570345">
                  <a:moveTo>
                    <a:pt x="998776" y="4194342"/>
                  </a:moveTo>
                  <a:lnTo>
                    <a:pt x="979672" y="4194342"/>
                  </a:lnTo>
                  <a:lnTo>
                    <a:pt x="971210" y="4200700"/>
                  </a:lnTo>
                  <a:lnTo>
                    <a:pt x="971210" y="4221866"/>
                  </a:lnTo>
                  <a:lnTo>
                    <a:pt x="977550" y="4228223"/>
                  </a:lnTo>
                  <a:lnTo>
                    <a:pt x="998776" y="4228223"/>
                  </a:lnTo>
                  <a:lnTo>
                    <a:pt x="1005144" y="4221866"/>
                  </a:lnTo>
                  <a:lnTo>
                    <a:pt x="1005144" y="4202819"/>
                  </a:lnTo>
                  <a:lnTo>
                    <a:pt x="998776" y="4194342"/>
                  </a:lnTo>
                  <a:close/>
                </a:path>
                <a:path w="9542780" h="6570345">
                  <a:moveTo>
                    <a:pt x="998776" y="4238792"/>
                  </a:moveTo>
                  <a:lnTo>
                    <a:pt x="979672" y="4238792"/>
                  </a:lnTo>
                  <a:lnTo>
                    <a:pt x="971210" y="4245150"/>
                  </a:lnTo>
                  <a:lnTo>
                    <a:pt x="971210" y="4266316"/>
                  </a:lnTo>
                  <a:lnTo>
                    <a:pt x="977550" y="4272673"/>
                  </a:lnTo>
                  <a:lnTo>
                    <a:pt x="998776" y="4272673"/>
                  </a:lnTo>
                  <a:lnTo>
                    <a:pt x="1005144" y="4264224"/>
                  </a:lnTo>
                  <a:lnTo>
                    <a:pt x="1005144" y="4247269"/>
                  </a:lnTo>
                  <a:lnTo>
                    <a:pt x="998776" y="4238792"/>
                  </a:lnTo>
                  <a:close/>
                </a:path>
                <a:path w="9542780" h="6570345">
                  <a:moveTo>
                    <a:pt x="998776" y="4283270"/>
                  </a:moveTo>
                  <a:lnTo>
                    <a:pt x="979672" y="4283270"/>
                  </a:lnTo>
                  <a:lnTo>
                    <a:pt x="971210" y="4289629"/>
                  </a:lnTo>
                  <a:lnTo>
                    <a:pt x="971210" y="4308675"/>
                  </a:lnTo>
                  <a:lnTo>
                    <a:pt x="977550" y="4317152"/>
                  </a:lnTo>
                  <a:lnTo>
                    <a:pt x="998776" y="4317152"/>
                  </a:lnTo>
                  <a:lnTo>
                    <a:pt x="1005144" y="4308675"/>
                  </a:lnTo>
                  <a:lnTo>
                    <a:pt x="1005144" y="4291749"/>
                  </a:lnTo>
                  <a:lnTo>
                    <a:pt x="998776" y="4283270"/>
                  </a:lnTo>
                  <a:close/>
                </a:path>
                <a:path w="9542780" h="6570345">
                  <a:moveTo>
                    <a:pt x="998776" y="4327721"/>
                  </a:moveTo>
                  <a:lnTo>
                    <a:pt x="979672" y="4327721"/>
                  </a:lnTo>
                  <a:lnTo>
                    <a:pt x="971210" y="4334079"/>
                  </a:lnTo>
                  <a:lnTo>
                    <a:pt x="971210" y="4353153"/>
                  </a:lnTo>
                  <a:lnTo>
                    <a:pt x="977550" y="4361602"/>
                  </a:lnTo>
                  <a:lnTo>
                    <a:pt x="998776" y="4361602"/>
                  </a:lnTo>
                  <a:lnTo>
                    <a:pt x="1005144" y="4353153"/>
                  </a:lnTo>
                  <a:lnTo>
                    <a:pt x="1005144" y="4336199"/>
                  </a:lnTo>
                  <a:lnTo>
                    <a:pt x="998776" y="4327721"/>
                  </a:lnTo>
                  <a:close/>
                </a:path>
                <a:path w="9542780" h="6570345">
                  <a:moveTo>
                    <a:pt x="998776" y="4372199"/>
                  </a:moveTo>
                  <a:lnTo>
                    <a:pt x="979672" y="4372199"/>
                  </a:lnTo>
                  <a:lnTo>
                    <a:pt x="971210" y="4378557"/>
                  </a:lnTo>
                  <a:lnTo>
                    <a:pt x="971210" y="4397603"/>
                  </a:lnTo>
                  <a:lnTo>
                    <a:pt x="977550" y="4406080"/>
                  </a:lnTo>
                  <a:lnTo>
                    <a:pt x="988162" y="4406080"/>
                  </a:lnTo>
                  <a:lnTo>
                    <a:pt x="998776" y="4403962"/>
                  </a:lnTo>
                  <a:lnTo>
                    <a:pt x="1005144" y="4397603"/>
                  </a:lnTo>
                  <a:lnTo>
                    <a:pt x="1005144" y="4380677"/>
                  </a:lnTo>
                  <a:lnTo>
                    <a:pt x="998776" y="4372199"/>
                  </a:lnTo>
                  <a:close/>
                </a:path>
                <a:path w="9542780" h="6570345">
                  <a:moveTo>
                    <a:pt x="998776" y="4416649"/>
                  </a:moveTo>
                  <a:lnTo>
                    <a:pt x="979672" y="4416649"/>
                  </a:lnTo>
                  <a:lnTo>
                    <a:pt x="971210" y="4423008"/>
                  </a:lnTo>
                  <a:lnTo>
                    <a:pt x="971210" y="4442053"/>
                  </a:lnTo>
                  <a:lnTo>
                    <a:pt x="977550" y="4450532"/>
                  </a:lnTo>
                  <a:lnTo>
                    <a:pt x="988162" y="4450532"/>
                  </a:lnTo>
                  <a:lnTo>
                    <a:pt x="998776" y="4448412"/>
                  </a:lnTo>
                  <a:lnTo>
                    <a:pt x="1005144" y="4442053"/>
                  </a:lnTo>
                  <a:lnTo>
                    <a:pt x="1005144" y="4425127"/>
                  </a:lnTo>
                  <a:lnTo>
                    <a:pt x="998776" y="4416649"/>
                  </a:lnTo>
                  <a:close/>
                </a:path>
                <a:path w="9542780" h="6570345">
                  <a:moveTo>
                    <a:pt x="998776" y="4459009"/>
                  </a:moveTo>
                  <a:lnTo>
                    <a:pt x="979672" y="4459009"/>
                  </a:lnTo>
                  <a:lnTo>
                    <a:pt x="971210" y="4465366"/>
                  </a:lnTo>
                  <a:lnTo>
                    <a:pt x="971210" y="4484413"/>
                  </a:lnTo>
                  <a:lnTo>
                    <a:pt x="977550" y="4492890"/>
                  </a:lnTo>
                  <a:lnTo>
                    <a:pt x="998776" y="4492890"/>
                  </a:lnTo>
                  <a:lnTo>
                    <a:pt x="1005144" y="4486532"/>
                  </a:lnTo>
                  <a:lnTo>
                    <a:pt x="1005144" y="4467486"/>
                  </a:lnTo>
                  <a:lnTo>
                    <a:pt x="998776" y="4459009"/>
                  </a:lnTo>
                  <a:close/>
                </a:path>
                <a:path w="9542780" h="6570345">
                  <a:moveTo>
                    <a:pt x="954229" y="0"/>
                  </a:moveTo>
                  <a:lnTo>
                    <a:pt x="937277" y="0"/>
                  </a:lnTo>
                  <a:lnTo>
                    <a:pt x="928787" y="6217"/>
                  </a:lnTo>
                  <a:lnTo>
                    <a:pt x="928787" y="27410"/>
                  </a:lnTo>
                  <a:lnTo>
                    <a:pt x="935155" y="33910"/>
                  </a:lnTo>
                  <a:lnTo>
                    <a:pt x="956351" y="33910"/>
                  </a:lnTo>
                  <a:lnTo>
                    <a:pt x="962719" y="25433"/>
                  </a:lnTo>
                  <a:lnTo>
                    <a:pt x="962719" y="6217"/>
                  </a:lnTo>
                  <a:lnTo>
                    <a:pt x="954229" y="0"/>
                  </a:lnTo>
                  <a:close/>
                </a:path>
                <a:path w="9542780" h="6570345">
                  <a:moveTo>
                    <a:pt x="956351" y="44366"/>
                  </a:moveTo>
                  <a:lnTo>
                    <a:pt x="935155" y="44366"/>
                  </a:lnTo>
                  <a:lnTo>
                    <a:pt x="928787" y="50864"/>
                  </a:lnTo>
                  <a:lnTo>
                    <a:pt x="928787" y="72058"/>
                  </a:lnTo>
                  <a:lnTo>
                    <a:pt x="935155" y="78276"/>
                  </a:lnTo>
                  <a:lnTo>
                    <a:pt x="956351" y="78276"/>
                  </a:lnTo>
                  <a:lnTo>
                    <a:pt x="962719" y="69797"/>
                  </a:lnTo>
                  <a:lnTo>
                    <a:pt x="962719" y="52843"/>
                  </a:lnTo>
                  <a:lnTo>
                    <a:pt x="956351" y="44366"/>
                  </a:lnTo>
                  <a:close/>
                </a:path>
                <a:path w="9542780" h="6570345">
                  <a:moveTo>
                    <a:pt x="956351" y="86753"/>
                  </a:moveTo>
                  <a:lnTo>
                    <a:pt x="935155" y="86753"/>
                  </a:lnTo>
                  <a:lnTo>
                    <a:pt x="928787" y="92970"/>
                  </a:lnTo>
                  <a:lnTo>
                    <a:pt x="928787" y="112185"/>
                  </a:lnTo>
                  <a:lnTo>
                    <a:pt x="935155" y="120662"/>
                  </a:lnTo>
                  <a:lnTo>
                    <a:pt x="956351" y="120662"/>
                  </a:lnTo>
                  <a:lnTo>
                    <a:pt x="962719" y="114164"/>
                  </a:lnTo>
                  <a:lnTo>
                    <a:pt x="962719" y="95230"/>
                  </a:lnTo>
                  <a:lnTo>
                    <a:pt x="956351" y="86753"/>
                  </a:lnTo>
                  <a:close/>
                </a:path>
                <a:path w="9542780" h="6570345">
                  <a:moveTo>
                    <a:pt x="956351" y="131118"/>
                  </a:moveTo>
                  <a:lnTo>
                    <a:pt x="935155" y="131118"/>
                  </a:lnTo>
                  <a:lnTo>
                    <a:pt x="928787" y="139595"/>
                  </a:lnTo>
                  <a:lnTo>
                    <a:pt x="928787" y="156551"/>
                  </a:lnTo>
                  <a:lnTo>
                    <a:pt x="935155" y="165028"/>
                  </a:lnTo>
                  <a:lnTo>
                    <a:pt x="956351" y="165028"/>
                  </a:lnTo>
                  <a:lnTo>
                    <a:pt x="962719" y="158812"/>
                  </a:lnTo>
                  <a:lnTo>
                    <a:pt x="962719" y="139595"/>
                  </a:lnTo>
                  <a:lnTo>
                    <a:pt x="956351" y="131118"/>
                  </a:lnTo>
                  <a:close/>
                </a:path>
                <a:path w="9542780" h="6570345">
                  <a:moveTo>
                    <a:pt x="956351" y="175766"/>
                  </a:moveTo>
                  <a:lnTo>
                    <a:pt x="935155" y="175766"/>
                  </a:lnTo>
                  <a:lnTo>
                    <a:pt x="928787" y="181983"/>
                  </a:lnTo>
                  <a:lnTo>
                    <a:pt x="928787" y="201199"/>
                  </a:lnTo>
                  <a:lnTo>
                    <a:pt x="935155" y="209676"/>
                  </a:lnTo>
                  <a:lnTo>
                    <a:pt x="956351" y="209676"/>
                  </a:lnTo>
                  <a:lnTo>
                    <a:pt x="962719" y="203177"/>
                  </a:lnTo>
                  <a:lnTo>
                    <a:pt x="962719" y="184243"/>
                  </a:lnTo>
                  <a:lnTo>
                    <a:pt x="956351" y="175766"/>
                  </a:lnTo>
                  <a:close/>
                </a:path>
                <a:path w="9542780" h="6570345">
                  <a:moveTo>
                    <a:pt x="956351" y="220131"/>
                  </a:moveTo>
                  <a:lnTo>
                    <a:pt x="935155" y="220131"/>
                  </a:lnTo>
                  <a:lnTo>
                    <a:pt x="928787" y="226349"/>
                  </a:lnTo>
                  <a:lnTo>
                    <a:pt x="928787" y="245564"/>
                  </a:lnTo>
                  <a:lnTo>
                    <a:pt x="935155" y="254041"/>
                  </a:lnTo>
                  <a:lnTo>
                    <a:pt x="956351" y="254041"/>
                  </a:lnTo>
                  <a:lnTo>
                    <a:pt x="962719" y="245564"/>
                  </a:lnTo>
                  <a:lnTo>
                    <a:pt x="962719" y="228610"/>
                  </a:lnTo>
                  <a:lnTo>
                    <a:pt x="956351" y="220131"/>
                  </a:lnTo>
                  <a:close/>
                </a:path>
                <a:path w="9542780" h="6570345">
                  <a:moveTo>
                    <a:pt x="956351" y="264497"/>
                  </a:moveTo>
                  <a:lnTo>
                    <a:pt x="935155" y="264497"/>
                  </a:lnTo>
                  <a:lnTo>
                    <a:pt x="928787" y="270996"/>
                  </a:lnTo>
                  <a:lnTo>
                    <a:pt x="928787" y="292190"/>
                  </a:lnTo>
                  <a:lnTo>
                    <a:pt x="935155" y="298408"/>
                  </a:lnTo>
                  <a:lnTo>
                    <a:pt x="956351" y="298408"/>
                  </a:lnTo>
                  <a:lnTo>
                    <a:pt x="962719" y="289929"/>
                  </a:lnTo>
                  <a:lnTo>
                    <a:pt x="962719" y="272975"/>
                  </a:lnTo>
                  <a:lnTo>
                    <a:pt x="956351" y="264497"/>
                  </a:lnTo>
                  <a:close/>
                </a:path>
                <a:path w="9542780" h="6570345">
                  <a:moveTo>
                    <a:pt x="956351" y="309145"/>
                  </a:moveTo>
                  <a:lnTo>
                    <a:pt x="935155" y="309145"/>
                  </a:lnTo>
                  <a:lnTo>
                    <a:pt x="928787" y="315362"/>
                  </a:lnTo>
                  <a:lnTo>
                    <a:pt x="928787" y="334577"/>
                  </a:lnTo>
                  <a:lnTo>
                    <a:pt x="935155" y="343054"/>
                  </a:lnTo>
                  <a:lnTo>
                    <a:pt x="956351" y="343054"/>
                  </a:lnTo>
                  <a:lnTo>
                    <a:pt x="962719" y="334577"/>
                  </a:lnTo>
                  <a:lnTo>
                    <a:pt x="962719" y="317623"/>
                  </a:lnTo>
                  <a:lnTo>
                    <a:pt x="956351" y="309145"/>
                  </a:lnTo>
                  <a:close/>
                </a:path>
                <a:path w="9542780" h="6570345">
                  <a:moveTo>
                    <a:pt x="956351" y="353510"/>
                  </a:moveTo>
                  <a:lnTo>
                    <a:pt x="935155" y="353510"/>
                  </a:lnTo>
                  <a:lnTo>
                    <a:pt x="928787" y="360010"/>
                  </a:lnTo>
                  <a:lnTo>
                    <a:pt x="928787" y="378943"/>
                  </a:lnTo>
                  <a:lnTo>
                    <a:pt x="935155" y="387421"/>
                  </a:lnTo>
                  <a:lnTo>
                    <a:pt x="956351" y="387421"/>
                  </a:lnTo>
                  <a:lnTo>
                    <a:pt x="962719" y="378943"/>
                  </a:lnTo>
                  <a:lnTo>
                    <a:pt x="962719" y="361988"/>
                  </a:lnTo>
                  <a:lnTo>
                    <a:pt x="956351" y="353510"/>
                  </a:lnTo>
                  <a:close/>
                </a:path>
                <a:path w="9542780" h="6570345">
                  <a:moveTo>
                    <a:pt x="956351" y="397877"/>
                  </a:moveTo>
                  <a:lnTo>
                    <a:pt x="935155" y="397877"/>
                  </a:lnTo>
                  <a:lnTo>
                    <a:pt x="928787" y="404375"/>
                  </a:lnTo>
                  <a:lnTo>
                    <a:pt x="928787" y="425569"/>
                  </a:lnTo>
                  <a:lnTo>
                    <a:pt x="935155" y="431786"/>
                  </a:lnTo>
                  <a:lnTo>
                    <a:pt x="956351" y="431786"/>
                  </a:lnTo>
                  <a:lnTo>
                    <a:pt x="962719" y="423308"/>
                  </a:lnTo>
                  <a:lnTo>
                    <a:pt x="962719" y="406354"/>
                  </a:lnTo>
                  <a:lnTo>
                    <a:pt x="956351" y="397877"/>
                  </a:lnTo>
                  <a:close/>
                </a:path>
                <a:path w="9542780" h="6570345">
                  <a:moveTo>
                    <a:pt x="956351" y="440263"/>
                  </a:moveTo>
                  <a:lnTo>
                    <a:pt x="935155" y="440263"/>
                  </a:lnTo>
                  <a:lnTo>
                    <a:pt x="928787" y="446763"/>
                  </a:lnTo>
                  <a:lnTo>
                    <a:pt x="928787" y="465696"/>
                  </a:lnTo>
                  <a:lnTo>
                    <a:pt x="935155" y="474173"/>
                  </a:lnTo>
                  <a:lnTo>
                    <a:pt x="956351" y="474173"/>
                  </a:lnTo>
                  <a:lnTo>
                    <a:pt x="962719" y="467956"/>
                  </a:lnTo>
                  <a:lnTo>
                    <a:pt x="962719" y="448741"/>
                  </a:lnTo>
                  <a:lnTo>
                    <a:pt x="956351" y="440263"/>
                  </a:lnTo>
                  <a:close/>
                </a:path>
                <a:path w="9542780" h="6570345">
                  <a:moveTo>
                    <a:pt x="956351" y="484911"/>
                  </a:moveTo>
                  <a:lnTo>
                    <a:pt x="935155" y="484911"/>
                  </a:lnTo>
                  <a:lnTo>
                    <a:pt x="928787" y="491128"/>
                  </a:lnTo>
                  <a:lnTo>
                    <a:pt x="928787" y="510344"/>
                  </a:lnTo>
                  <a:lnTo>
                    <a:pt x="935155" y="518539"/>
                  </a:lnTo>
                  <a:lnTo>
                    <a:pt x="956351" y="518539"/>
                  </a:lnTo>
                  <a:lnTo>
                    <a:pt x="962719" y="512321"/>
                  </a:lnTo>
                  <a:lnTo>
                    <a:pt x="962719" y="493389"/>
                  </a:lnTo>
                  <a:lnTo>
                    <a:pt x="956351" y="484911"/>
                  </a:lnTo>
                  <a:close/>
                </a:path>
                <a:path w="9542780" h="6570345">
                  <a:moveTo>
                    <a:pt x="956351" y="529277"/>
                  </a:moveTo>
                  <a:lnTo>
                    <a:pt x="935155" y="529277"/>
                  </a:lnTo>
                  <a:lnTo>
                    <a:pt x="928787" y="535494"/>
                  </a:lnTo>
                  <a:lnTo>
                    <a:pt x="928787" y="556687"/>
                  </a:lnTo>
                  <a:lnTo>
                    <a:pt x="935155" y="563186"/>
                  </a:lnTo>
                  <a:lnTo>
                    <a:pt x="956351" y="563186"/>
                  </a:lnTo>
                  <a:lnTo>
                    <a:pt x="962719" y="554709"/>
                  </a:lnTo>
                  <a:lnTo>
                    <a:pt x="962719" y="537754"/>
                  </a:lnTo>
                  <a:lnTo>
                    <a:pt x="956351" y="529277"/>
                  </a:lnTo>
                  <a:close/>
                </a:path>
                <a:path w="9542780" h="6570345">
                  <a:moveTo>
                    <a:pt x="956351" y="749409"/>
                  </a:moveTo>
                  <a:lnTo>
                    <a:pt x="935155" y="749409"/>
                  </a:lnTo>
                  <a:lnTo>
                    <a:pt x="928787" y="755907"/>
                  </a:lnTo>
                  <a:lnTo>
                    <a:pt x="928787" y="774840"/>
                  </a:lnTo>
                  <a:lnTo>
                    <a:pt x="935155" y="783318"/>
                  </a:lnTo>
                  <a:lnTo>
                    <a:pt x="956351" y="783318"/>
                  </a:lnTo>
                  <a:lnTo>
                    <a:pt x="962719" y="777101"/>
                  </a:lnTo>
                  <a:lnTo>
                    <a:pt x="962719" y="757886"/>
                  </a:lnTo>
                  <a:lnTo>
                    <a:pt x="956351" y="749409"/>
                  </a:lnTo>
                  <a:close/>
                </a:path>
                <a:path w="9542780" h="6570345">
                  <a:moveTo>
                    <a:pt x="956351" y="794057"/>
                  </a:moveTo>
                  <a:lnTo>
                    <a:pt x="935155" y="794057"/>
                  </a:lnTo>
                  <a:lnTo>
                    <a:pt x="928787" y="800273"/>
                  </a:lnTo>
                  <a:lnTo>
                    <a:pt x="928787" y="821467"/>
                  </a:lnTo>
                  <a:lnTo>
                    <a:pt x="935155" y="827684"/>
                  </a:lnTo>
                  <a:lnTo>
                    <a:pt x="956351" y="827684"/>
                  </a:lnTo>
                  <a:lnTo>
                    <a:pt x="962719" y="821467"/>
                  </a:lnTo>
                  <a:lnTo>
                    <a:pt x="962719" y="802534"/>
                  </a:lnTo>
                  <a:lnTo>
                    <a:pt x="956351" y="794057"/>
                  </a:lnTo>
                  <a:close/>
                </a:path>
                <a:path w="9542780" h="6570345">
                  <a:moveTo>
                    <a:pt x="956351" y="838422"/>
                  </a:moveTo>
                  <a:lnTo>
                    <a:pt x="935155" y="838422"/>
                  </a:lnTo>
                  <a:lnTo>
                    <a:pt x="928787" y="844638"/>
                  </a:lnTo>
                  <a:lnTo>
                    <a:pt x="928787" y="863855"/>
                  </a:lnTo>
                  <a:lnTo>
                    <a:pt x="935155" y="872332"/>
                  </a:lnTo>
                  <a:lnTo>
                    <a:pt x="956351" y="872332"/>
                  </a:lnTo>
                  <a:lnTo>
                    <a:pt x="962719" y="863855"/>
                  </a:lnTo>
                  <a:lnTo>
                    <a:pt x="962719" y="846899"/>
                  </a:lnTo>
                  <a:lnTo>
                    <a:pt x="956351" y="838422"/>
                  </a:lnTo>
                  <a:close/>
                </a:path>
                <a:path w="9542780" h="6570345">
                  <a:moveTo>
                    <a:pt x="956351" y="882788"/>
                  </a:moveTo>
                  <a:lnTo>
                    <a:pt x="935155" y="882788"/>
                  </a:lnTo>
                  <a:lnTo>
                    <a:pt x="928787" y="889287"/>
                  </a:lnTo>
                  <a:lnTo>
                    <a:pt x="928787" y="908220"/>
                  </a:lnTo>
                  <a:lnTo>
                    <a:pt x="935155" y="916697"/>
                  </a:lnTo>
                  <a:lnTo>
                    <a:pt x="956353" y="916697"/>
                  </a:lnTo>
                  <a:lnTo>
                    <a:pt x="962719" y="908220"/>
                  </a:lnTo>
                  <a:lnTo>
                    <a:pt x="962719" y="891265"/>
                  </a:lnTo>
                  <a:lnTo>
                    <a:pt x="956351" y="882788"/>
                  </a:lnTo>
                  <a:close/>
                </a:path>
                <a:path w="9542780" h="6570345">
                  <a:moveTo>
                    <a:pt x="956353" y="927435"/>
                  </a:moveTo>
                  <a:lnTo>
                    <a:pt x="935155" y="927435"/>
                  </a:lnTo>
                  <a:lnTo>
                    <a:pt x="928787" y="933653"/>
                  </a:lnTo>
                  <a:lnTo>
                    <a:pt x="928787" y="954846"/>
                  </a:lnTo>
                  <a:lnTo>
                    <a:pt x="935155" y="961063"/>
                  </a:lnTo>
                  <a:lnTo>
                    <a:pt x="956353" y="961063"/>
                  </a:lnTo>
                  <a:lnTo>
                    <a:pt x="962719" y="952585"/>
                  </a:lnTo>
                  <a:lnTo>
                    <a:pt x="962719" y="935913"/>
                  </a:lnTo>
                  <a:lnTo>
                    <a:pt x="956353" y="927435"/>
                  </a:lnTo>
                  <a:close/>
                </a:path>
                <a:path w="9542780" h="6570345">
                  <a:moveTo>
                    <a:pt x="956353" y="971801"/>
                  </a:moveTo>
                  <a:lnTo>
                    <a:pt x="935155" y="971801"/>
                  </a:lnTo>
                  <a:lnTo>
                    <a:pt x="928787" y="978018"/>
                  </a:lnTo>
                  <a:lnTo>
                    <a:pt x="928787" y="997233"/>
                  </a:lnTo>
                  <a:lnTo>
                    <a:pt x="935155" y="1005711"/>
                  </a:lnTo>
                  <a:lnTo>
                    <a:pt x="956353" y="1005711"/>
                  </a:lnTo>
                  <a:lnTo>
                    <a:pt x="962719" y="997233"/>
                  </a:lnTo>
                  <a:lnTo>
                    <a:pt x="962719" y="980278"/>
                  </a:lnTo>
                  <a:lnTo>
                    <a:pt x="956353" y="971801"/>
                  </a:lnTo>
                  <a:close/>
                </a:path>
                <a:path w="9542780" h="6570345">
                  <a:moveTo>
                    <a:pt x="956353" y="1016166"/>
                  </a:moveTo>
                  <a:lnTo>
                    <a:pt x="935155" y="1016166"/>
                  </a:lnTo>
                  <a:lnTo>
                    <a:pt x="928787" y="1022666"/>
                  </a:lnTo>
                  <a:lnTo>
                    <a:pt x="928787" y="1041599"/>
                  </a:lnTo>
                  <a:lnTo>
                    <a:pt x="935155" y="1050076"/>
                  </a:lnTo>
                  <a:lnTo>
                    <a:pt x="956353" y="1050076"/>
                  </a:lnTo>
                  <a:lnTo>
                    <a:pt x="962719" y="1041599"/>
                  </a:lnTo>
                  <a:lnTo>
                    <a:pt x="962719" y="1024643"/>
                  </a:lnTo>
                  <a:lnTo>
                    <a:pt x="956353" y="1016166"/>
                  </a:lnTo>
                  <a:close/>
                </a:path>
                <a:path w="9542780" h="6570345">
                  <a:moveTo>
                    <a:pt x="956353" y="1058553"/>
                  </a:moveTo>
                  <a:lnTo>
                    <a:pt x="935155" y="1058553"/>
                  </a:lnTo>
                  <a:lnTo>
                    <a:pt x="928787" y="1065053"/>
                  </a:lnTo>
                  <a:lnTo>
                    <a:pt x="928787" y="1086247"/>
                  </a:lnTo>
                  <a:lnTo>
                    <a:pt x="935155" y="1092464"/>
                  </a:lnTo>
                  <a:lnTo>
                    <a:pt x="956353" y="1092464"/>
                  </a:lnTo>
                  <a:lnTo>
                    <a:pt x="962719" y="1086247"/>
                  </a:lnTo>
                  <a:lnTo>
                    <a:pt x="962719" y="1067031"/>
                  </a:lnTo>
                  <a:lnTo>
                    <a:pt x="956353" y="1058553"/>
                  </a:lnTo>
                  <a:close/>
                </a:path>
                <a:path w="9542780" h="6570345">
                  <a:moveTo>
                    <a:pt x="956353" y="1102920"/>
                  </a:moveTo>
                  <a:lnTo>
                    <a:pt x="935155" y="1102920"/>
                  </a:lnTo>
                  <a:lnTo>
                    <a:pt x="928787" y="1109418"/>
                  </a:lnTo>
                  <a:lnTo>
                    <a:pt x="928787" y="1128351"/>
                  </a:lnTo>
                  <a:lnTo>
                    <a:pt x="935155" y="1136829"/>
                  </a:lnTo>
                  <a:lnTo>
                    <a:pt x="956353" y="1136829"/>
                  </a:lnTo>
                  <a:lnTo>
                    <a:pt x="962719" y="1130612"/>
                  </a:lnTo>
                  <a:lnTo>
                    <a:pt x="962719" y="1111397"/>
                  </a:lnTo>
                  <a:lnTo>
                    <a:pt x="956353" y="1102920"/>
                  </a:lnTo>
                  <a:close/>
                </a:path>
                <a:path w="9542780" h="6570345">
                  <a:moveTo>
                    <a:pt x="956353" y="1147566"/>
                  </a:moveTo>
                  <a:lnTo>
                    <a:pt x="935155" y="1147566"/>
                  </a:lnTo>
                  <a:lnTo>
                    <a:pt x="928787" y="1153784"/>
                  </a:lnTo>
                  <a:lnTo>
                    <a:pt x="928787" y="1172999"/>
                  </a:lnTo>
                  <a:lnTo>
                    <a:pt x="935155" y="1181477"/>
                  </a:lnTo>
                  <a:lnTo>
                    <a:pt x="956353" y="1181477"/>
                  </a:lnTo>
                  <a:lnTo>
                    <a:pt x="962719" y="1172999"/>
                  </a:lnTo>
                  <a:lnTo>
                    <a:pt x="962719" y="1156045"/>
                  </a:lnTo>
                  <a:lnTo>
                    <a:pt x="956353" y="1147566"/>
                  </a:lnTo>
                  <a:close/>
                </a:path>
                <a:path w="9542780" h="6570345">
                  <a:moveTo>
                    <a:pt x="956353" y="1191933"/>
                  </a:moveTo>
                  <a:lnTo>
                    <a:pt x="935155" y="1191933"/>
                  </a:lnTo>
                  <a:lnTo>
                    <a:pt x="928787" y="1198432"/>
                  </a:lnTo>
                  <a:lnTo>
                    <a:pt x="928787" y="1217364"/>
                  </a:lnTo>
                  <a:lnTo>
                    <a:pt x="935155" y="1225843"/>
                  </a:lnTo>
                  <a:lnTo>
                    <a:pt x="956353" y="1225843"/>
                  </a:lnTo>
                  <a:lnTo>
                    <a:pt x="962719" y="1217364"/>
                  </a:lnTo>
                  <a:lnTo>
                    <a:pt x="962719" y="1200410"/>
                  </a:lnTo>
                  <a:lnTo>
                    <a:pt x="956353" y="1191933"/>
                  </a:lnTo>
                  <a:close/>
                </a:path>
                <a:path w="9542780" h="6570345">
                  <a:moveTo>
                    <a:pt x="956353" y="1236581"/>
                  </a:moveTo>
                  <a:lnTo>
                    <a:pt x="935155" y="1236581"/>
                  </a:lnTo>
                  <a:lnTo>
                    <a:pt x="928787" y="1242797"/>
                  </a:lnTo>
                  <a:lnTo>
                    <a:pt x="928787" y="1261731"/>
                  </a:lnTo>
                  <a:lnTo>
                    <a:pt x="935155" y="1270208"/>
                  </a:lnTo>
                  <a:lnTo>
                    <a:pt x="956353" y="1270208"/>
                  </a:lnTo>
                  <a:lnTo>
                    <a:pt x="962719" y="1261731"/>
                  </a:lnTo>
                  <a:lnTo>
                    <a:pt x="962719" y="1244775"/>
                  </a:lnTo>
                  <a:lnTo>
                    <a:pt x="956353" y="1236581"/>
                  </a:lnTo>
                  <a:close/>
                </a:path>
                <a:path w="9542780" h="6570345">
                  <a:moveTo>
                    <a:pt x="956353" y="1280946"/>
                  </a:moveTo>
                  <a:lnTo>
                    <a:pt x="935155" y="1280946"/>
                  </a:lnTo>
                  <a:lnTo>
                    <a:pt x="928787" y="1287162"/>
                  </a:lnTo>
                  <a:lnTo>
                    <a:pt x="928787" y="1306379"/>
                  </a:lnTo>
                  <a:lnTo>
                    <a:pt x="935155" y="1314856"/>
                  </a:lnTo>
                  <a:lnTo>
                    <a:pt x="956353" y="1314856"/>
                  </a:lnTo>
                  <a:lnTo>
                    <a:pt x="962719" y="1306379"/>
                  </a:lnTo>
                  <a:lnTo>
                    <a:pt x="962719" y="1289423"/>
                  </a:lnTo>
                  <a:lnTo>
                    <a:pt x="956353" y="1280946"/>
                  </a:lnTo>
                  <a:close/>
                </a:path>
                <a:path w="9542780" h="6570345">
                  <a:moveTo>
                    <a:pt x="956353" y="1325312"/>
                  </a:moveTo>
                  <a:lnTo>
                    <a:pt x="935155" y="1325312"/>
                  </a:lnTo>
                  <a:lnTo>
                    <a:pt x="928787" y="1331810"/>
                  </a:lnTo>
                  <a:lnTo>
                    <a:pt x="928787" y="1350744"/>
                  </a:lnTo>
                  <a:lnTo>
                    <a:pt x="935155" y="1359221"/>
                  </a:lnTo>
                  <a:lnTo>
                    <a:pt x="956353" y="1359221"/>
                  </a:lnTo>
                  <a:lnTo>
                    <a:pt x="962719" y="1350744"/>
                  </a:lnTo>
                  <a:lnTo>
                    <a:pt x="962719" y="1333789"/>
                  </a:lnTo>
                  <a:lnTo>
                    <a:pt x="956353" y="1325312"/>
                  </a:lnTo>
                  <a:close/>
                </a:path>
                <a:path w="9542780" h="6570345">
                  <a:moveTo>
                    <a:pt x="956353" y="1367698"/>
                  </a:moveTo>
                  <a:lnTo>
                    <a:pt x="935155" y="1367698"/>
                  </a:lnTo>
                  <a:lnTo>
                    <a:pt x="928787" y="1374198"/>
                  </a:lnTo>
                  <a:lnTo>
                    <a:pt x="928787" y="1393131"/>
                  </a:lnTo>
                  <a:lnTo>
                    <a:pt x="935155" y="1401608"/>
                  </a:lnTo>
                  <a:lnTo>
                    <a:pt x="956353" y="1401608"/>
                  </a:lnTo>
                  <a:lnTo>
                    <a:pt x="962719" y="1395110"/>
                  </a:lnTo>
                  <a:lnTo>
                    <a:pt x="962719" y="1376177"/>
                  </a:lnTo>
                  <a:lnTo>
                    <a:pt x="956353" y="1367698"/>
                  </a:lnTo>
                  <a:close/>
                </a:path>
                <a:path w="9542780" h="6570345">
                  <a:moveTo>
                    <a:pt x="956353" y="1412064"/>
                  </a:moveTo>
                  <a:lnTo>
                    <a:pt x="935155" y="1412064"/>
                  </a:lnTo>
                  <a:lnTo>
                    <a:pt x="928787" y="1418564"/>
                  </a:lnTo>
                  <a:lnTo>
                    <a:pt x="928787" y="1439757"/>
                  </a:lnTo>
                  <a:lnTo>
                    <a:pt x="935155" y="1445975"/>
                  </a:lnTo>
                  <a:lnTo>
                    <a:pt x="956353" y="1445975"/>
                  </a:lnTo>
                  <a:lnTo>
                    <a:pt x="962719" y="1439757"/>
                  </a:lnTo>
                  <a:lnTo>
                    <a:pt x="962719" y="1420541"/>
                  </a:lnTo>
                  <a:lnTo>
                    <a:pt x="956353" y="1412064"/>
                  </a:lnTo>
                  <a:close/>
                </a:path>
                <a:path w="9542780" h="6570345">
                  <a:moveTo>
                    <a:pt x="956353" y="1456712"/>
                  </a:moveTo>
                  <a:lnTo>
                    <a:pt x="935155" y="1456712"/>
                  </a:lnTo>
                  <a:lnTo>
                    <a:pt x="928787" y="1462929"/>
                  </a:lnTo>
                  <a:lnTo>
                    <a:pt x="928787" y="1484123"/>
                  </a:lnTo>
                  <a:lnTo>
                    <a:pt x="935155" y="1490623"/>
                  </a:lnTo>
                  <a:lnTo>
                    <a:pt x="956353" y="1490623"/>
                  </a:lnTo>
                  <a:lnTo>
                    <a:pt x="962719" y="1482144"/>
                  </a:lnTo>
                  <a:lnTo>
                    <a:pt x="962719" y="1465190"/>
                  </a:lnTo>
                  <a:lnTo>
                    <a:pt x="956353" y="1456712"/>
                  </a:lnTo>
                  <a:close/>
                </a:path>
                <a:path w="9542780" h="6570345">
                  <a:moveTo>
                    <a:pt x="956353" y="1501077"/>
                  </a:moveTo>
                  <a:lnTo>
                    <a:pt x="935155" y="1501077"/>
                  </a:lnTo>
                  <a:lnTo>
                    <a:pt x="928787" y="1507577"/>
                  </a:lnTo>
                  <a:lnTo>
                    <a:pt x="928787" y="1528771"/>
                  </a:lnTo>
                  <a:lnTo>
                    <a:pt x="935155" y="1534988"/>
                  </a:lnTo>
                  <a:lnTo>
                    <a:pt x="956353" y="1534988"/>
                  </a:lnTo>
                  <a:lnTo>
                    <a:pt x="962719" y="1526510"/>
                  </a:lnTo>
                  <a:lnTo>
                    <a:pt x="962719" y="1509555"/>
                  </a:lnTo>
                  <a:lnTo>
                    <a:pt x="956353" y="1501077"/>
                  </a:lnTo>
                  <a:close/>
                </a:path>
                <a:path w="9542780" h="6570345">
                  <a:moveTo>
                    <a:pt x="956353" y="1545443"/>
                  </a:moveTo>
                  <a:lnTo>
                    <a:pt x="935155" y="1545443"/>
                  </a:lnTo>
                  <a:lnTo>
                    <a:pt x="928787" y="1551942"/>
                  </a:lnTo>
                  <a:lnTo>
                    <a:pt x="928787" y="1573136"/>
                  </a:lnTo>
                  <a:lnTo>
                    <a:pt x="935155" y="1579352"/>
                  </a:lnTo>
                  <a:lnTo>
                    <a:pt x="956353" y="1579352"/>
                  </a:lnTo>
                  <a:lnTo>
                    <a:pt x="962719" y="1570875"/>
                  </a:lnTo>
                  <a:lnTo>
                    <a:pt x="962719" y="1553921"/>
                  </a:lnTo>
                  <a:lnTo>
                    <a:pt x="956353" y="1545443"/>
                  </a:lnTo>
                  <a:close/>
                </a:path>
                <a:path w="9542780" h="6570345">
                  <a:moveTo>
                    <a:pt x="956353" y="1590092"/>
                  </a:moveTo>
                  <a:lnTo>
                    <a:pt x="935155" y="1590092"/>
                  </a:lnTo>
                  <a:lnTo>
                    <a:pt x="928787" y="1596308"/>
                  </a:lnTo>
                  <a:lnTo>
                    <a:pt x="928787" y="1615523"/>
                  </a:lnTo>
                  <a:lnTo>
                    <a:pt x="935155" y="1624001"/>
                  </a:lnTo>
                  <a:lnTo>
                    <a:pt x="956353" y="1624001"/>
                  </a:lnTo>
                  <a:lnTo>
                    <a:pt x="962719" y="1615523"/>
                  </a:lnTo>
                  <a:lnTo>
                    <a:pt x="962719" y="1598569"/>
                  </a:lnTo>
                  <a:lnTo>
                    <a:pt x="956353" y="1590092"/>
                  </a:lnTo>
                  <a:close/>
                </a:path>
                <a:path w="9542780" h="6570345">
                  <a:moveTo>
                    <a:pt x="956353" y="1634456"/>
                  </a:moveTo>
                  <a:lnTo>
                    <a:pt x="935155" y="1634456"/>
                  </a:lnTo>
                  <a:lnTo>
                    <a:pt x="928787" y="1640956"/>
                  </a:lnTo>
                  <a:lnTo>
                    <a:pt x="928788" y="1659889"/>
                  </a:lnTo>
                  <a:lnTo>
                    <a:pt x="935155" y="1668367"/>
                  </a:lnTo>
                  <a:lnTo>
                    <a:pt x="956353" y="1668367"/>
                  </a:lnTo>
                  <a:lnTo>
                    <a:pt x="962720" y="1659889"/>
                  </a:lnTo>
                  <a:lnTo>
                    <a:pt x="962720" y="1642934"/>
                  </a:lnTo>
                  <a:lnTo>
                    <a:pt x="956353" y="1634456"/>
                  </a:lnTo>
                  <a:close/>
                </a:path>
                <a:path w="9542780" h="6570345">
                  <a:moveTo>
                    <a:pt x="956353" y="1676844"/>
                  </a:moveTo>
                  <a:lnTo>
                    <a:pt x="935155" y="1676844"/>
                  </a:lnTo>
                  <a:lnTo>
                    <a:pt x="928787" y="1683061"/>
                  </a:lnTo>
                  <a:lnTo>
                    <a:pt x="928787" y="1704254"/>
                  </a:lnTo>
                  <a:lnTo>
                    <a:pt x="935155" y="1710754"/>
                  </a:lnTo>
                  <a:lnTo>
                    <a:pt x="956353" y="1710754"/>
                  </a:lnTo>
                  <a:lnTo>
                    <a:pt x="962720" y="1704254"/>
                  </a:lnTo>
                  <a:lnTo>
                    <a:pt x="962720" y="1685321"/>
                  </a:lnTo>
                  <a:lnTo>
                    <a:pt x="956353" y="1676844"/>
                  </a:lnTo>
                  <a:close/>
                </a:path>
                <a:path w="9542780" h="6570345">
                  <a:moveTo>
                    <a:pt x="956353" y="1721209"/>
                  </a:moveTo>
                  <a:lnTo>
                    <a:pt x="935155" y="1721209"/>
                  </a:lnTo>
                  <a:lnTo>
                    <a:pt x="928787" y="1727709"/>
                  </a:lnTo>
                  <a:lnTo>
                    <a:pt x="928787" y="1748903"/>
                  </a:lnTo>
                  <a:lnTo>
                    <a:pt x="935155" y="1755119"/>
                  </a:lnTo>
                  <a:lnTo>
                    <a:pt x="956353" y="1755119"/>
                  </a:lnTo>
                  <a:lnTo>
                    <a:pt x="962720" y="1748903"/>
                  </a:lnTo>
                  <a:lnTo>
                    <a:pt x="962720" y="1729686"/>
                  </a:lnTo>
                  <a:lnTo>
                    <a:pt x="956353" y="1721209"/>
                  </a:lnTo>
                  <a:close/>
                </a:path>
                <a:path w="9542780" h="6570345">
                  <a:moveTo>
                    <a:pt x="956353" y="1765857"/>
                  </a:moveTo>
                  <a:lnTo>
                    <a:pt x="935155" y="1765857"/>
                  </a:lnTo>
                  <a:lnTo>
                    <a:pt x="928787" y="1772074"/>
                  </a:lnTo>
                  <a:lnTo>
                    <a:pt x="928787" y="1793267"/>
                  </a:lnTo>
                  <a:lnTo>
                    <a:pt x="935155" y="1799767"/>
                  </a:lnTo>
                  <a:lnTo>
                    <a:pt x="956353" y="1799767"/>
                  </a:lnTo>
                  <a:lnTo>
                    <a:pt x="962720" y="1791290"/>
                  </a:lnTo>
                  <a:lnTo>
                    <a:pt x="962720" y="1774334"/>
                  </a:lnTo>
                  <a:lnTo>
                    <a:pt x="956353" y="1765857"/>
                  </a:lnTo>
                  <a:close/>
                </a:path>
                <a:path w="9542780" h="6570345">
                  <a:moveTo>
                    <a:pt x="956353" y="1810223"/>
                  </a:moveTo>
                  <a:lnTo>
                    <a:pt x="935155" y="1810223"/>
                  </a:lnTo>
                  <a:lnTo>
                    <a:pt x="928787" y="1816722"/>
                  </a:lnTo>
                  <a:lnTo>
                    <a:pt x="928787" y="1837634"/>
                  </a:lnTo>
                  <a:lnTo>
                    <a:pt x="935155" y="1844132"/>
                  </a:lnTo>
                  <a:lnTo>
                    <a:pt x="956353" y="1844132"/>
                  </a:lnTo>
                  <a:lnTo>
                    <a:pt x="962720" y="1835655"/>
                  </a:lnTo>
                  <a:lnTo>
                    <a:pt x="962720" y="1818700"/>
                  </a:lnTo>
                  <a:lnTo>
                    <a:pt x="956353" y="1810223"/>
                  </a:lnTo>
                  <a:close/>
                </a:path>
                <a:path w="9542780" h="6570345">
                  <a:moveTo>
                    <a:pt x="956353" y="1854588"/>
                  </a:moveTo>
                  <a:lnTo>
                    <a:pt x="935155" y="1854588"/>
                  </a:lnTo>
                  <a:lnTo>
                    <a:pt x="928787" y="1861088"/>
                  </a:lnTo>
                  <a:lnTo>
                    <a:pt x="928787" y="1880021"/>
                  </a:lnTo>
                  <a:lnTo>
                    <a:pt x="935155" y="1888498"/>
                  </a:lnTo>
                  <a:lnTo>
                    <a:pt x="956353" y="1888498"/>
                  </a:lnTo>
                  <a:lnTo>
                    <a:pt x="962720" y="1880021"/>
                  </a:lnTo>
                  <a:lnTo>
                    <a:pt x="962720" y="1863065"/>
                  </a:lnTo>
                  <a:lnTo>
                    <a:pt x="956353" y="1854588"/>
                  </a:lnTo>
                  <a:close/>
                </a:path>
                <a:path w="9542780" h="6570345">
                  <a:moveTo>
                    <a:pt x="956353" y="1899236"/>
                  </a:moveTo>
                  <a:lnTo>
                    <a:pt x="935155" y="1899236"/>
                  </a:lnTo>
                  <a:lnTo>
                    <a:pt x="928787" y="1905453"/>
                  </a:lnTo>
                  <a:lnTo>
                    <a:pt x="928787" y="1924668"/>
                  </a:lnTo>
                  <a:lnTo>
                    <a:pt x="935155" y="1933147"/>
                  </a:lnTo>
                  <a:lnTo>
                    <a:pt x="956353" y="1933147"/>
                  </a:lnTo>
                  <a:lnTo>
                    <a:pt x="962720" y="1924668"/>
                  </a:lnTo>
                  <a:lnTo>
                    <a:pt x="962720" y="1907713"/>
                  </a:lnTo>
                  <a:lnTo>
                    <a:pt x="956353" y="1899236"/>
                  </a:lnTo>
                  <a:close/>
                </a:path>
                <a:path w="9542780" h="6570345">
                  <a:moveTo>
                    <a:pt x="956353" y="1943601"/>
                  </a:moveTo>
                  <a:lnTo>
                    <a:pt x="935155" y="1943601"/>
                  </a:lnTo>
                  <a:lnTo>
                    <a:pt x="928787" y="1950101"/>
                  </a:lnTo>
                  <a:lnTo>
                    <a:pt x="928787" y="1971295"/>
                  </a:lnTo>
                  <a:lnTo>
                    <a:pt x="935155" y="1977511"/>
                  </a:lnTo>
                  <a:lnTo>
                    <a:pt x="956353" y="1977511"/>
                  </a:lnTo>
                  <a:lnTo>
                    <a:pt x="962720" y="1969034"/>
                  </a:lnTo>
                  <a:lnTo>
                    <a:pt x="962720" y="1952080"/>
                  </a:lnTo>
                  <a:lnTo>
                    <a:pt x="956353" y="1943601"/>
                  </a:lnTo>
                  <a:close/>
                </a:path>
                <a:path w="9542780" h="6570345">
                  <a:moveTo>
                    <a:pt x="956353" y="1985989"/>
                  </a:moveTo>
                  <a:lnTo>
                    <a:pt x="935155" y="1985989"/>
                  </a:lnTo>
                  <a:lnTo>
                    <a:pt x="928787" y="1992205"/>
                  </a:lnTo>
                  <a:lnTo>
                    <a:pt x="928787" y="2013399"/>
                  </a:lnTo>
                  <a:lnTo>
                    <a:pt x="935155" y="2019899"/>
                  </a:lnTo>
                  <a:lnTo>
                    <a:pt x="956353" y="2019899"/>
                  </a:lnTo>
                  <a:lnTo>
                    <a:pt x="962720" y="2013399"/>
                  </a:lnTo>
                  <a:lnTo>
                    <a:pt x="962720" y="1994466"/>
                  </a:lnTo>
                  <a:lnTo>
                    <a:pt x="956353" y="1985989"/>
                  </a:lnTo>
                  <a:close/>
                </a:path>
                <a:path w="9542780" h="6570345">
                  <a:moveTo>
                    <a:pt x="956353" y="2030355"/>
                  </a:moveTo>
                  <a:lnTo>
                    <a:pt x="935155" y="2030355"/>
                  </a:lnTo>
                  <a:lnTo>
                    <a:pt x="928787" y="2036853"/>
                  </a:lnTo>
                  <a:lnTo>
                    <a:pt x="928787" y="2058047"/>
                  </a:lnTo>
                  <a:lnTo>
                    <a:pt x="935155" y="2064264"/>
                  </a:lnTo>
                  <a:lnTo>
                    <a:pt x="956353" y="2064264"/>
                  </a:lnTo>
                  <a:lnTo>
                    <a:pt x="962720" y="2058047"/>
                  </a:lnTo>
                  <a:lnTo>
                    <a:pt x="962720" y="2038832"/>
                  </a:lnTo>
                  <a:lnTo>
                    <a:pt x="956353" y="2030355"/>
                  </a:lnTo>
                  <a:close/>
                </a:path>
                <a:path w="9542780" h="6570345">
                  <a:moveTo>
                    <a:pt x="956353" y="2075003"/>
                  </a:moveTo>
                  <a:lnTo>
                    <a:pt x="935155" y="2075003"/>
                  </a:lnTo>
                  <a:lnTo>
                    <a:pt x="928787" y="2081220"/>
                  </a:lnTo>
                  <a:lnTo>
                    <a:pt x="928787" y="2102413"/>
                  </a:lnTo>
                  <a:lnTo>
                    <a:pt x="935155" y="2108912"/>
                  </a:lnTo>
                  <a:lnTo>
                    <a:pt x="956353" y="2108912"/>
                  </a:lnTo>
                  <a:lnTo>
                    <a:pt x="962720" y="2100435"/>
                  </a:lnTo>
                  <a:lnTo>
                    <a:pt x="962720" y="2083480"/>
                  </a:lnTo>
                  <a:lnTo>
                    <a:pt x="956353" y="2075003"/>
                  </a:lnTo>
                  <a:close/>
                </a:path>
                <a:path w="9542780" h="6570345">
                  <a:moveTo>
                    <a:pt x="956353" y="2119368"/>
                  </a:moveTo>
                  <a:lnTo>
                    <a:pt x="935155" y="2119368"/>
                  </a:lnTo>
                  <a:lnTo>
                    <a:pt x="928787" y="2125585"/>
                  </a:lnTo>
                  <a:lnTo>
                    <a:pt x="928787" y="2144800"/>
                  </a:lnTo>
                  <a:lnTo>
                    <a:pt x="935155" y="2153278"/>
                  </a:lnTo>
                  <a:lnTo>
                    <a:pt x="956353" y="2153278"/>
                  </a:lnTo>
                  <a:lnTo>
                    <a:pt x="962720" y="2144800"/>
                  </a:lnTo>
                  <a:lnTo>
                    <a:pt x="962720" y="2127845"/>
                  </a:lnTo>
                  <a:lnTo>
                    <a:pt x="956353" y="2119368"/>
                  </a:lnTo>
                  <a:close/>
                </a:path>
                <a:path w="9542780" h="6570345">
                  <a:moveTo>
                    <a:pt x="956353" y="2163733"/>
                  </a:moveTo>
                  <a:lnTo>
                    <a:pt x="935155" y="2163733"/>
                  </a:lnTo>
                  <a:lnTo>
                    <a:pt x="928787" y="2170233"/>
                  </a:lnTo>
                  <a:lnTo>
                    <a:pt x="928787" y="2189166"/>
                  </a:lnTo>
                  <a:lnTo>
                    <a:pt x="935155" y="2197643"/>
                  </a:lnTo>
                  <a:lnTo>
                    <a:pt x="956353" y="2197643"/>
                  </a:lnTo>
                  <a:lnTo>
                    <a:pt x="962720" y="2189166"/>
                  </a:lnTo>
                  <a:lnTo>
                    <a:pt x="962720" y="2172211"/>
                  </a:lnTo>
                  <a:lnTo>
                    <a:pt x="956353" y="2163733"/>
                  </a:lnTo>
                  <a:close/>
                </a:path>
                <a:path w="9542780" h="6570345">
                  <a:moveTo>
                    <a:pt x="956353" y="2208381"/>
                  </a:moveTo>
                  <a:lnTo>
                    <a:pt x="935155" y="2208381"/>
                  </a:lnTo>
                  <a:lnTo>
                    <a:pt x="928787" y="2214598"/>
                  </a:lnTo>
                  <a:lnTo>
                    <a:pt x="928787" y="2233814"/>
                  </a:lnTo>
                  <a:lnTo>
                    <a:pt x="935155" y="2242291"/>
                  </a:lnTo>
                  <a:lnTo>
                    <a:pt x="956353" y="2242291"/>
                  </a:lnTo>
                  <a:lnTo>
                    <a:pt x="962720" y="2233814"/>
                  </a:lnTo>
                  <a:lnTo>
                    <a:pt x="962720" y="2216858"/>
                  </a:lnTo>
                  <a:lnTo>
                    <a:pt x="956353" y="2208381"/>
                  </a:lnTo>
                  <a:close/>
                </a:path>
                <a:path w="9542780" h="6570345">
                  <a:moveTo>
                    <a:pt x="956353" y="2252747"/>
                  </a:moveTo>
                  <a:lnTo>
                    <a:pt x="935155" y="2252747"/>
                  </a:lnTo>
                  <a:lnTo>
                    <a:pt x="928787" y="2259246"/>
                  </a:lnTo>
                  <a:lnTo>
                    <a:pt x="928787" y="2280157"/>
                  </a:lnTo>
                  <a:lnTo>
                    <a:pt x="935155" y="2286656"/>
                  </a:lnTo>
                  <a:lnTo>
                    <a:pt x="956353" y="2286656"/>
                  </a:lnTo>
                  <a:lnTo>
                    <a:pt x="962720" y="2278179"/>
                  </a:lnTo>
                  <a:lnTo>
                    <a:pt x="962720" y="2261224"/>
                  </a:lnTo>
                  <a:lnTo>
                    <a:pt x="956353" y="2252747"/>
                  </a:lnTo>
                  <a:close/>
                </a:path>
                <a:path w="9542780" h="6570345">
                  <a:moveTo>
                    <a:pt x="956353" y="2295135"/>
                  </a:moveTo>
                  <a:lnTo>
                    <a:pt x="935155" y="2295135"/>
                  </a:lnTo>
                  <a:lnTo>
                    <a:pt x="928787" y="2301351"/>
                  </a:lnTo>
                  <a:lnTo>
                    <a:pt x="928787" y="2322545"/>
                  </a:lnTo>
                  <a:lnTo>
                    <a:pt x="935155" y="2329044"/>
                  </a:lnTo>
                  <a:lnTo>
                    <a:pt x="956353" y="2329044"/>
                  </a:lnTo>
                  <a:lnTo>
                    <a:pt x="962720" y="2322545"/>
                  </a:lnTo>
                  <a:lnTo>
                    <a:pt x="962720" y="2303612"/>
                  </a:lnTo>
                  <a:lnTo>
                    <a:pt x="956353" y="2295135"/>
                  </a:lnTo>
                  <a:close/>
                </a:path>
                <a:path w="9542780" h="6570345">
                  <a:moveTo>
                    <a:pt x="956353" y="2339500"/>
                  </a:moveTo>
                  <a:lnTo>
                    <a:pt x="935155" y="2339500"/>
                  </a:lnTo>
                  <a:lnTo>
                    <a:pt x="928787" y="2345999"/>
                  </a:lnTo>
                  <a:lnTo>
                    <a:pt x="928787" y="2367193"/>
                  </a:lnTo>
                  <a:lnTo>
                    <a:pt x="935155" y="2373410"/>
                  </a:lnTo>
                  <a:lnTo>
                    <a:pt x="956353" y="2373410"/>
                  </a:lnTo>
                  <a:lnTo>
                    <a:pt x="962720" y="2367193"/>
                  </a:lnTo>
                  <a:lnTo>
                    <a:pt x="962720" y="2347977"/>
                  </a:lnTo>
                  <a:lnTo>
                    <a:pt x="956353" y="2339500"/>
                  </a:lnTo>
                  <a:close/>
                </a:path>
                <a:path w="9542780" h="6570345">
                  <a:moveTo>
                    <a:pt x="956353" y="2384148"/>
                  </a:moveTo>
                  <a:lnTo>
                    <a:pt x="935155" y="2384148"/>
                  </a:lnTo>
                  <a:lnTo>
                    <a:pt x="928787" y="2390364"/>
                  </a:lnTo>
                  <a:lnTo>
                    <a:pt x="928787" y="2411558"/>
                  </a:lnTo>
                  <a:lnTo>
                    <a:pt x="935155" y="2417775"/>
                  </a:lnTo>
                  <a:lnTo>
                    <a:pt x="956353" y="2417775"/>
                  </a:lnTo>
                  <a:lnTo>
                    <a:pt x="962720" y="2409579"/>
                  </a:lnTo>
                  <a:lnTo>
                    <a:pt x="962720" y="2392625"/>
                  </a:lnTo>
                  <a:lnTo>
                    <a:pt x="956353" y="2384148"/>
                  </a:lnTo>
                  <a:close/>
                </a:path>
                <a:path w="9542780" h="6570345">
                  <a:moveTo>
                    <a:pt x="956353" y="2428513"/>
                  </a:moveTo>
                  <a:lnTo>
                    <a:pt x="935155" y="2428513"/>
                  </a:lnTo>
                  <a:lnTo>
                    <a:pt x="928787" y="2434729"/>
                  </a:lnTo>
                  <a:lnTo>
                    <a:pt x="928787" y="2453946"/>
                  </a:lnTo>
                  <a:lnTo>
                    <a:pt x="935155" y="2462423"/>
                  </a:lnTo>
                  <a:lnTo>
                    <a:pt x="956353" y="2462423"/>
                  </a:lnTo>
                  <a:lnTo>
                    <a:pt x="962720" y="2453946"/>
                  </a:lnTo>
                  <a:lnTo>
                    <a:pt x="962720" y="2436990"/>
                  </a:lnTo>
                  <a:lnTo>
                    <a:pt x="956353" y="2428513"/>
                  </a:lnTo>
                  <a:close/>
                </a:path>
                <a:path w="9542780" h="6570345">
                  <a:moveTo>
                    <a:pt x="956353" y="2472879"/>
                  </a:moveTo>
                  <a:lnTo>
                    <a:pt x="935155" y="2472879"/>
                  </a:lnTo>
                  <a:lnTo>
                    <a:pt x="928787" y="2479377"/>
                  </a:lnTo>
                  <a:lnTo>
                    <a:pt x="928787" y="2498310"/>
                  </a:lnTo>
                  <a:lnTo>
                    <a:pt x="935155" y="2506788"/>
                  </a:lnTo>
                  <a:lnTo>
                    <a:pt x="956353" y="2506788"/>
                  </a:lnTo>
                  <a:lnTo>
                    <a:pt x="962720" y="2498310"/>
                  </a:lnTo>
                  <a:lnTo>
                    <a:pt x="962720" y="2481356"/>
                  </a:lnTo>
                  <a:lnTo>
                    <a:pt x="956353" y="2472879"/>
                  </a:lnTo>
                  <a:close/>
                </a:path>
                <a:path w="9542780" h="6570345">
                  <a:moveTo>
                    <a:pt x="956353" y="3576079"/>
                  </a:moveTo>
                  <a:lnTo>
                    <a:pt x="935155" y="3576079"/>
                  </a:lnTo>
                  <a:lnTo>
                    <a:pt x="928787" y="3582296"/>
                  </a:lnTo>
                  <a:lnTo>
                    <a:pt x="928787" y="3601512"/>
                  </a:lnTo>
                  <a:lnTo>
                    <a:pt x="935155" y="3609990"/>
                  </a:lnTo>
                  <a:lnTo>
                    <a:pt x="956353" y="3609990"/>
                  </a:lnTo>
                  <a:lnTo>
                    <a:pt x="962720" y="3603490"/>
                  </a:lnTo>
                  <a:lnTo>
                    <a:pt x="962720" y="3584558"/>
                  </a:lnTo>
                  <a:lnTo>
                    <a:pt x="956353" y="3576079"/>
                  </a:lnTo>
                  <a:close/>
                </a:path>
                <a:path w="9542780" h="6570345">
                  <a:moveTo>
                    <a:pt x="956353" y="4018603"/>
                  </a:moveTo>
                  <a:lnTo>
                    <a:pt x="935155" y="4018603"/>
                  </a:lnTo>
                  <a:lnTo>
                    <a:pt x="928787" y="4024962"/>
                  </a:lnTo>
                  <a:lnTo>
                    <a:pt x="928787" y="4044008"/>
                  </a:lnTo>
                  <a:lnTo>
                    <a:pt x="935155" y="4052486"/>
                  </a:lnTo>
                  <a:lnTo>
                    <a:pt x="956353" y="4052486"/>
                  </a:lnTo>
                  <a:lnTo>
                    <a:pt x="962720" y="4044008"/>
                  </a:lnTo>
                  <a:lnTo>
                    <a:pt x="962720" y="4027082"/>
                  </a:lnTo>
                  <a:lnTo>
                    <a:pt x="956353" y="4018603"/>
                  </a:lnTo>
                  <a:close/>
                </a:path>
                <a:path w="9542780" h="6570345">
                  <a:moveTo>
                    <a:pt x="956353" y="4063055"/>
                  </a:moveTo>
                  <a:lnTo>
                    <a:pt x="935155" y="4063055"/>
                  </a:lnTo>
                  <a:lnTo>
                    <a:pt x="928787" y="4069412"/>
                  </a:lnTo>
                  <a:lnTo>
                    <a:pt x="928787" y="4088486"/>
                  </a:lnTo>
                  <a:lnTo>
                    <a:pt x="935155" y="4096936"/>
                  </a:lnTo>
                  <a:lnTo>
                    <a:pt x="956353" y="4096936"/>
                  </a:lnTo>
                  <a:lnTo>
                    <a:pt x="962720" y="4088486"/>
                  </a:lnTo>
                  <a:lnTo>
                    <a:pt x="962720" y="4071532"/>
                  </a:lnTo>
                  <a:lnTo>
                    <a:pt x="956353" y="4063055"/>
                  </a:lnTo>
                  <a:close/>
                </a:path>
                <a:path w="9542780" h="6570345">
                  <a:moveTo>
                    <a:pt x="956353" y="4107533"/>
                  </a:moveTo>
                  <a:lnTo>
                    <a:pt x="935155" y="4107533"/>
                  </a:lnTo>
                  <a:lnTo>
                    <a:pt x="928787" y="4113890"/>
                  </a:lnTo>
                  <a:lnTo>
                    <a:pt x="928787" y="4132936"/>
                  </a:lnTo>
                  <a:lnTo>
                    <a:pt x="935155" y="4141414"/>
                  </a:lnTo>
                  <a:lnTo>
                    <a:pt x="956353" y="4141414"/>
                  </a:lnTo>
                  <a:lnTo>
                    <a:pt x="962720" y="4132936"/>
                  </a:lnTo>
                  <a:lnTo>
                    <a:pt x="962720" y="4116010"/>
                  </a:lnTo>
                  <a:lnTo>
                    <a:pt x="956353" y="4107533"/>
                  </a:lnTo>
                  <a:close/>
                </a:path>
                <a:path w="9542780" h="6570345">
                  <a:moveTo>
                    <a:pt x="956353" y="4149863"/>
                  </a:moveTo>
                  <a:lnTo>
                    <a:pt x="935155" y="4149863"/>
                  </a:lnTo>
                  <a:lnTo>
                    <a:pt x="928787" y="4156222"/>
                  </a:lnTo>
                  <a:lnTo>
                    <a:pt x="928787" y="4175296"/>
                  </a:lnTo>
                  <a:lnTo>
                    <a:pt x="935155" y="4183745"/>
                  </a:lnTo>
                  <a:lnTo>
                    <a:pt x="956353" y="4183745"/>
                  </a:lnTo>
                  <a:lnTo>
                    <a:pt x="962720" y="4177416"/>
                  </a:lnTo>
                  <a:lnTo>
                    <a:pt x="962720" y="4158341"/>
                  </a:lnTo>
                  <a:lnTo>
                    <a:pt x="956353" y="4149863"/>
                  </a:lnTo>
                  <a:close/>
                </a:path>
                <a:path w="9542780" h="6570345">
                  <a:moveTo>
                    <a:pt x="956353" y="4194342"/>
                  </a:moveTo>
                  <a:lnTo>
                    <a:pt x="935155" y="4194342"/>
                  </a:lnTo>
                  <a:lnTo>
                    <a:pt x="928787" y="4200700"/>
                  </a:lnTo>
                  <a:lnTo>
                    <a:pt x="928787" y="4221866"/>
                  </a:lnTo>
                  <a:lnTo>
                    <a:pt x="935155" y="4228223"/>
                  </a:lnTo>
                  <a:lnTo>
                    <a:pt x="956353" y="4228223"/>
                  </a:lnTo>
                  <a:lnTo>
                    <a:pt x="962720" y="4221866"/>
                  </a:lnTo>
                  <a:lnTo>
                    <a:pt x="962720" y="4202819"/>
                  </a:lnTo>
                  <a:lnTo>
                    <a:pt x="956353" y="4194342"/>
                  </a:lnTo>
                  <a:close/>
                </a:path>
                <a:path w="9542780" h="6570345">
                  <a:moveTo>
                    <a:pt x="956353" y="4238792"/>
                  </a:moveTo>
                  <a:lnTo>
                    <a:pt x="935155" y="4238792"/>
                  </a:lnTo>
                  <a:lnTo>
                    <a:pt x="928787" y="4245150"/>
                  </a:lnTo>
                  <a:lnTo>
                    <a:pt x="928787" y="4266316"/>
                  </a:lnTo>
                  <a:lnTo>
                    <a:pt x="935155" y="4272673"/>
                  </a:lnTo>
                  <a:lnTo>
                    <a:pt x="956353" y="4272673"/>
                  </a:lnTo>
                  <a:lnTo>
                    <a:pt x="962720" y="4264224"/>
                  </a:lnTo>
                  <a:lnTo>
                    <a:pt x="962720" y="4247269"/>
                  </a:lnTo>
                  <a:lnTo>
                    <a:pt x="956353" y="4238792"/>
                  </a:lnTo>
                  <a:close/>
                </a:path>
                <a:path w="9542780" h="6570345">
                  <a:moveTo>
                    <a:pt x="956353" y="4283270"/>
                  </a:moveTo>
                  <a:lnTo>
                    <a:pt x="935155" y="4283270"/>
                  </a:lnTo>
                  <a:lnTo>
                    <a:pt x="928787" y="4289629"/>
                  </a:lnTo>
                  <a:lnTo>
                    <a:pt x="928787" y="4308675"/>
                  </a:lnTo>
                  <a:lnTo>
                    <a:pt x="935155" y="4317152"/>
                  </a:lnTo>
                  <a:lnTo>
                    <a:pt x="956353" y="4317152"/>
                  </a:lnTo>
                  <a:lnTo>
                    <a:pt x="962720" y="4308675"/>
                  </a:lnTo>
                  <a:lnTo>
                    <a:pt x="962720" y="4291749"/>
                  </a:lnTo>
                  <a:lnTo>
                    <a:pt x="956353" y="4283270"/>
                  </a:lnTo>
                  <a:close/>
                </a:path>
                <a:path w="9542780" h="6570345">
                  <a:moveTo>
                    <a:pt x="956353" y="4327721"/>
                  </a:moveTo>
                  <a:lnTo>
                    <a:pt x="935155" y="4327721"/>
                  </a:lnTo>
                  <a:lnTo>
                    <a:pt x="928787" y="4334079"/>
                  </a:lnTo>
                  <a:lnTo>
                    <a:pt x="928787" y="4353153"/>
                  </a:lnTo>
                  <a:lnTo>
                    <a:pt x="935155" y="4361602"/>
                  </a:lnTo>
                  <a:lnTo>
                    <a:pt x="956353" y="4361602"/>
                  </a:lnTo>
                  <a:lnTo>
                    <a:pt x="962720" y="4353153"/>
                  </a:lnTo>
                  <a:lnTo>
                    <a:pt x="962720" y="4336199"/>
                  </a:lnTo>
                  <a:lnTo>
                    <a:pt x="956353" y="4327721"/>
                  </a:lnTo>
                  <a:close/>
                </a:path>
                <a:path w="9542780" h="6570345">
                  <a:moveTo>
                    <a:pt x="956353" y="4372199"/>
                  </a:moveTo>
                  <a:lnTo>
                    <a:pt x="935155" y="4372199"/>
                  </a:lnTo>
                  <a:lnTo>
                    <a:pt x="928787" y="4378557"/>
                  </a:lnTo>
                  <a:lnTo>
                    <a:pt x="928787" y="4397603"/>
                  </a:lnTo>
                  <a:lnTo>
                    <a:pt x="935155" y="4406080"/>
                  </a:lnTo>
                  <a:lnTo>
                    <a:pt x="956353" y="4406080"/>
                  </a:lnTo>
                  <a:lnTo>
                    <a:pt x="962720" y="4397603"/>
                  </a:lnTo>
                  <a:lnTo>
                    <a:pt x="962720" y="4380677"/>
                  </a:lnTo>
                  <a:lnTo>
                    <a:pt x="956353" y="4372199"/>
                  </a:lnTo>
                  <a:close/>
                </a:path>
                <a:path w="9542780" h="6570345">
                  <a:moveTo>
                    <a:pt x="956353" y="4416649"/>
                  </a:moveTo>
                  <a:lnTo>
                    <a:pt x="935155" y="4416649"/>
                  </a:lnTo>
                  <a:lnTo>
                    <a:pt x="928787" y="4423008"/>
                  </a:lnTo>
                  <a:lnTo>
                    <a:pt x="928787" y="4442053"/>
                  </a:lnTo>
                  <a:lnTo>
                    <a:pt x="935155" y="4450532"/>
                  </a:lnTo>
                  <a:lnTo>
                    <a:pt x="956353" y="4450532"/>
                  </a:lnTo>
                  <a:lnTo>
                    <a:pt x="962720" y="4442053"/>
                  </a:lnTo>
                  <a:lnTo>
                    <a:pt x="962720" y="4425127"/>
                  </a:lnTo>
                  <a:lnTo>
                    <a:pt x="956353" y="4416649"/>
                  </a:lnTo>
                  <a:close/>
                </a:path>
                <a:path w="9542780" h="6570345">
                  <a:moveTo>
                    <a:pt x="911834" y="0"/>
                  </a:moveTo>
                  <a:lnTo>
                    <a:pt x="892731" y="0"/>
                  </a:lnTo>
                  <a:lnTo>
                    <a:pt x="884269" y="6217"/>
                  </a:lnTo>
                  <a:lnTo>
                    <a:pt x="884269" y="27410"/>
                  </a:lnTo>
                  <a:lnTo>
                    <a:pt x="890609" y="33910"/>
                  </a:lnTo>
                  <a:lnTo>
                    <a:pt x="909712" y="33910"/>
                  </a:lnTo>
                  <a:lnTo>
                    <a:pt x="918202" y="25433"/>
                  </a:lnTo>
                  <a:lnTo>
                    <a:pt x="918202" y="8478"/>
                  </a:lnTo>
                  <a:lnTo>
                    <a:pt x="911834" y="0"/>
                  </a:lnTo>
                  <a:close/>
                </a:path>
                <a:path w="9542780" h="6570345">
                  <a:moveTo>
                    <a:pt x="911834" y="44366"/>
                  </a:moveTo>
                  <a:lnTo>
                    <a:pt x="892731" y="44366"/>
                  </a:lnTo>
                  <a:lnTo>
                    <a:pt x="884269" y="50864"/>
                  </a:lnTo>
                  <a:lnTo>
                    <a:pt x="884269" y="72058"/>
                  </a:lnTo>
                  <a:lnTo>
                    <a:pt x="890609" y="78276"/>
                  </a:lnTo>
                  <a:lnTo>
                    <a:pt x="901222" y="78276"/>
                  </a:lnTo>
                  <a:lnTo>
                    <a:pt x="909712" y="76014"/>
                  </a:lnTo>
                  <a:lnTo>
                    <a:pt x="918202" y="69797"/>
                  </a:lnTo>
                  <a:lnTo>
                    <a:pt x="918202" y="52843"/>
                  </a:lnTo>
                  <a:lnTo>
                    <a:pt x="911834" y="44366"/>
                  </a:lnTo>
                  <a:close/>
                </a:path>
                <a:path w="9542780" h="6570345">
                  <a:moveTo>
                    <a:pt x="911834" y="86753"/>
                  </a:moveTo>
                  <a:lnTo>
                    <a:pt x="892731" y="86753"/>
                  </a:lnTo>
                  <a:lnTo>
                    <a:pt x="884269" y="92970"/>
                  </a:lnTo>
                  <a:lnTo>
                    <a:pt x="884269" y="112185"/>
                  </a:lnTo>
                  <a:lnTo>
                    <a:pt x="890609" y="120662"/>
                  </a:lnTo>
                  <a:lnTo>
                    <a:pt x="909712" y="120662"/>
                  </a:lnTo>
                  <a:lnTo>
                    <a:pt x="918202" y="114164"/>
                  </a:lnTo>
                  <a:lnTo>
                    <a:pt x="918202" y="95230"/>
                  </a:lnTo>
                  <a:lnTo>
                    <a:pt x="911834" y="86753"/>
                  </a:lnTo>
                  <a:close/>
                </a:path>
                <a:path w="9542780" h="6570345">
                  <a:moveTo>
                    <a:pt x="911834" y="131118"/>
                  </a:moveTo>
                  <a:lnTo>
                    <a:pt x="892731" y="131118"/>
                  </a:lnTo>
                  <a:lnTo>
                    <a:pt x="884269" y="137618"/>
                  </a:lnTo>
                  <a:lnTo>
                    <a:pt x="884269" y="156551"/>
                  </a:lnTo>
                  <a:lnTo>
                    <a:pt x="890609" y="165028"/>
                  </a:lnTo>
                  <a:lnTo>
                    <a:pt x="909712" y="165028"/>
                  </a:lnTo>
                  <a:lnTo>
                    <a:pt x="918202" y="158812"/>
                  </a:lnTo>
                  <a:lnTo>
                    <a:pt x="918202" y="139595"/>
                  </a:lnTo>
                  <a:lnTo>
                    <a:pt x="911834" y="131118"/>
                  </a:lnTo>
                  <a:close/>
                </a:path>
                <a:path w="9542780" h="6570345">
                  <a:moveTo>
                    <a:pt x="911834" y="175766"/>
                  </a:moveTo>
                  <a:lnTo>
                    <a:pt x="892731" y="175766"/>
                  </a:lnTo>
                  <a:lnTo>
                    <a:pt x="884269" y="181983"/>
                  </a:lnTo>
                  <a:lnTo>
                    <a:pt x="884269" y="201199"/>
                  </a:lnTo>
                  <a:lnTo>
                    <a:pt x="890609" y="209676"/>
                  </a:lnTo>
                  <a:lnTo>
                    <a:pt x="909712" y="209676"/>
                  </a:lnTo>
                  <a:lnTo>
                    <a:pt x="918202" y="203177"/>
                  </a:lnTo>
                  <a:lnTo>
                    <a:pt x="918202" y="184243"/>
                  </a:lnTo>
                  <a:lnTo>
                    <a:pt x="911834" y="175766"/>
                  </a:lnTo>
                  <a:close/>
                </a:path>
                <a:path w="9542780" h="6570345">
                  <a:moveTo>
                    <a:pt x="911834" y="220131"/>
                  </a:moveTo>
                  <a:lnTo>
                    <a:pt x="892731" y="220131"/>
                  </a:lnTo>
                  <a:lnTo>
                    <a:pt x="884269" y="226349"/>
                  </a:lnTo>
                  <a:lnTo>
                    <a:pt x="884269" y="245564"/>
                  </a:lnTo>
                  <a:lnTo>
                    <a:pt x="890609" y="254041"/>
                  </a:lnTo>
                  <a:lnTo>
                    <a:pt x="909712" y="254041"/>
                  </a:lnTo>
                  <a:lnTo>
                    <a:pt x="918202" y="245564"/>
                  </a:lnTo>
                  <a:lnTo>
                    <a:pt x="918202" y="228610"/>
                  </a:lnTo>
                  <a:lnTo>
                    <a:pt x="911834" y="220131"/>
                  </a:lnTo>
                  <a:close/>
                </a:path>
                <a:path w="9542780" h="6570345">
                  <a:moveTo>
                    <a:pt x="911834" y="264497"/>
                  </a:moveTo>
                  <a:lnTo>
                    <a:pt x="892731" y="264497"/>
                  </a:lnTo>
                  <a:lnTo>
                    <a:pt x="884269" y="270996"/>
                  </a:lnTo>
                  <a:lnTo>
                    <a:pt x="884269" y="292190"/>
                  </a:lnTo>
                  <a:lnTo>
                    <a:pt x="890609" y="298408"/>
                  </a:lnTo>
                  <a:lnTo>
                    <a:pt x="909712" y="298408"/>
                  </a:lnTo>
                  <a:lnTo>
                    <a:pt x="918202" y="289929"/>
                  </a:lnTo>
                  <a:lnTo>
                    <a:pt x="918202" y="272975"/>
                  </a:lnTo>
                  <a:lnTo>
                    <a:pt x="911834" y="264497"/>
                  </a:lnTo>
                  <a:close/>
                </a:path>
                <a:path w="9542780" h="6570345">
                  <a:moveTo>
                    <a:pt x="911834" y="309145"/>
                  </a:moveTo>
                  <a:lnTo>
                    <a:pt x="892731" y="309145"/>
                  </a:lnTo>
                  <a:lnTo>
                    <a:pt x="884269" y="315362"/>
                  </a:lnTo>
                  <a:lnTo>
                    <a:pt x="884269" y="334577"/>
                  </a:lnTo>
                  <a:lnTo>
                    <a:pt x="890609" y="343054"/>
                  </a:lnTo>
                  <a:lnTo>
                    <a:pt x="909712" y="343054"/>
                  </a:lnTo>
                  <a:lnTo>
                    <a:pt x="918202" y="334577"/>
                  </a:lnTo>
                  <a:lnTo>
                    <a:pt x="918202" y="317623"/>
                  </a:lnTo>
                  <a:lnTo>
                    <a:pt x="911834" y="309145"/>
                  </a:lnTo>
                  <a:close/>
                </a:path>
                <a:path w="9542780" h="6570345">
                  <a:moveTo>
                    <a:pt x="911834" y="353510"/>
                  </a:moveTo>
                  <a:lnTo>
                    <a:pt x="892731" y="353510"/>
                  </a:lnTo>
                  <a:lnTo>
                    <a:pt x="884269" y="360010"/>
                  </a:lnTo>
                  <a:lnTo>
                    <a:pt x="884269" y="378943"/>
                  </a:lnTo>
                  <a:lnTo>
                    <a:pt x="890609" y="387421"/>
                  </a:lnTo>
                  <a:lnTo>
                    <a:pt x="901222" y="387421"/>
                  </a:lnTo>
                  <a:lnTo>
                    <a:pt x="909712" y="385160"/>
                  </a:lnTo>
                  <a:lnTo>
                    <a:pt x="918202" y="378943"/>
                  </a:lnTo>
                  <a:lnTo>
                    <a:pt x="918202" y="361988"/>
                  </a:lnTo>
                  <a:lnTo>
                    <a:pt x="911834" y="353510"/>
                  </a:lnTo>
                  <a:close/>
                </a:path>
                <a:path w="9542780" h="6570345">
                  <a:moveTo>
                    <a:pt x="911834" y="397877"/>
                  </a:moveTo>
                  <a:lnTo>
                    <a:pt x="892731" y="397877"/>
                  </a:lnTo>
                  <a:lnTo>
                    <a:pt x="884269" y="404375"/>
                  </a:lnTo>
                  <a:lnTo>
                    <a:pt x="884269" y="425569"/>
                  </a:lnTo>
                  <a:lnTo>
                    <a:pt x="890609" y="431786"/>
                  </a:lnTo>
                  <a:lnTo>
                    <a:pt x="901222" y="431786"/>
                  </a:lnTo>
                  <a:lnTo>
                    <a:pt x="909712" y="429808"/>
                  </a:lnTo>
                  <a:lnTo>
                    <a:pt x="918202" y="423308"/>
                  </a:lnTo>
                  <a:lnTo>
                    <a:pt x="918202" y="406354"/>
                  </a:lnTo>
                  <a:lnTo>
                    <a:pt x="911834" y="397877"/>
                  </a:lnTo>
                  <a:close/>
                </a:path>
                <a:path w="9542780" h="6570345">
                  <a:moveTo>
                    <a:pt x="911834" y="440263"/>
                  </a:moveTo>
                  <a:lnTo>
                    <a:pt x="892731" y="440263"/>
                  </a:lnTo>
                  <a:lnTo>
                    <a:pt x="884269" y="446763"/>
                  </a:lnTo>
                  <a:lnTo>
                    <a:pt x="884269" y="465696"/>
                  </a:lnTo>
                  <a:lnTo>
                    <a:pt x="890609" y="474173"/>
                  </a:lnTo>
                  <a:lnTo>
                    <a:pt x="909712" y="474173"/>
                  </a:lnTo>
                  <a:lnTo>
                    <a:pt x="918202" y="467956"/>
                  </a:lnTo>
                  <a:lnTo>
                    <a:pt x="918202" y="448741"/>
                  </a:lnTo>
                  <a:lnTo>
                    <a:pt x="911834" y="440263"/>
                  </a:lnTo>
                  <a:close/>
                </a:path>
                <a:path w="9542780" h="6570345">
                  <a:moveTo>
                    <a:pt x="911834" y="484911"/>
                  </a:moveTo>
                  <a:lnTo>
                    <a:pt x="892731" y="484911"/>
                  </a:lnTo>
                  <a:lnTo>
                    <a:pt x="884269" y="491128"/>
                  </a:lnTo>
                  <a:lnTo>
                    <a:pt x="884269" y="510344"/>
                  </a:lnTo>
                  <a:lnTo>
                    <a:pt x="890609" y="518539"/>
                  </a:lnTo>
                  <a:lnTo>
                    <a:pt x="909712" y="518539"/>
                  </a:lnTo>
                  <a:lnTo>
                    <a:pt x="918202" y="512321"/>
                  </a:lnTo>
                  <a:lnTo>
                    <a:pt x="918202" y="493389"/>
                  </a:lnTo>
                  <a:lnTo>
                    <a:pt x="911834" y="484911"/>
                  </a:lnTo>
                  <a:close/>
                </a:path>
                <a:path w="9542780" h="6570345">
                  <a:moveTo>
                    <a:pt x="911834" y="529277"/>
                  </a:moveTo>
                  <a:lnTo>
                    <a:pt x="892731" y="529277"/>
                  </a:lnTo>
                  <a:lnTo>
                    <a:pt x="884269" y="535494"/>
                  </a:lnTo>
                  <a:lnTo>
                    <a:pt x="884269" y="556687"/>
                  </a:lnTo>
                  <a:lnTo>
                    <a:pt x="890609" y="563186"/>
                  </a:lnTo>
                  <a:lnTo>
                    <a:pt x="909712" y="563186"/>
                  </a:lnTo>
                  <a:lnTo>
                    <a:pt x="918202" y="554709"/>
                  </a:lnTo>
                  <a:lnTo>
                    <a:pt x="918202" y="537754"/>
                  </a:lnTo>
                  <a:lnTo>
                    <a:pt x="911834" y="529277"/>
                  </a:lnTo>
                  <a:close/>
                </a:path>
                <a:path w="9542780" h="6570345">
                  <a:moveTo>
                    <a:pt x="911834" y="573642"/>
                  </a:moveTo>
                  <a:lnTo>
                    <a:pt x="892731" y="573642"/>
                  </a:lnTo>
                  <a:lnTo>
                    <a:pt x="884269" y="580142"/>
                  </a:lnTo>
                  <a:lnTo>
                    <a:pt x="884269" y="599075"/>
                  </a:lnTo>
                  <a:lnTo>
                    <a:pt x="890609" y="607552"/>
                  </a:lnTo>
                  <a:lnTo>
                    <a:pt x="909712" y="607552"/>
                  </a:lnTo>
                  <a:lnTo>
                    <a:pt x="918202" y="599075"/>
                  </a:lnTo>
                  <a:lnTo>
                    <a:pt x="918202" y="582119"/>
                  </a:lnTo>
                  <a:lnTo>
                    <a:pt x="911834" y="573642"/>
                  </a:lnTo>
                  <a:close/>
                </a:path>
                <a:path w="9542780" h="6570345">
                  <a:moveTo>
                    <a:pt x="911834" y="618290"/>
                  </a:moveTo>
                  <a:lnTo>
                    <a:pt x="892731" y="618290"/>
                  </a:lnTo>
                  <a:lnTo>
                    <a:pt x="884269" y="624507"/>
                  </a:lnTo>
                  <a:lnTo>
                    <a:pt x="884269" y="643723"/>
                  </a:lnTo>
                  <a:lnTo>
                    <a:pt x="890609" y="652200"/>
                  </a:lnTo>
                  <a:lnTo>
                    <a:pt x="909712" y="652200"/>
                  </a:lnTo>
                  <a:lnTo>
                    <a:pt x="918202" y="643723"/>
                  </a:lnTo>
                  <a:lnTo>
                    <a:pt x="918202" y="626767"/>
                  </a:lnTo>
                  <a:lnTo>
                    <a:pt x="911834" y="618290"/>
                  </a:lnTo>
                  <a:close/>
                </a:path>
                <a:path w="9542780" h="6570345">
                  <a:moveTo>
                    <a:pt x="911834" y="662656"/>
                  </a:moveTo>
                  <a:lnTo>
                    <a:pt x="892731" y="662656"/>
                  </a:lnTo>
                  <a:lnTo>
                    <a:pt x="884269" y="668873"/>
                  </a:lnTo>
                  <a:lnTo>
                    <a:pt x="884269" y="688088"/>
                  </a:lnTo>
                  <a:lnTo>
                    <a:pt x="890609" y="696565"/>
                  </a:lnTo>
                  <a:lnTo>
                    <a:pt x="901222" y="696565"/>
                  </a:lnTo>
                  <a:lnTo>
                    <a:pt x="909712" y="694305"/>
                  </a:lnTo>
                  <a:lnTo>
                    <a:pt x="918202" y="688088"/>
                  </a:lnTo>
                  <a:lnTo>
                    <a:pt x="918202" y="671134"/>
                  </a:lnTo>
                  <a:lnTo>
                    <a:pt x="911834" y="662656"/>
                  </a:lnTo>
                  <a:close/>
                </a:path>
                <a:path w="9542780" h="6570345">
                  <a:moveTo>
                    <a:pt x="911834" y="707021"/>
                  </a:moveTo>
                  <a:lnTo>
                    <a:pt x="892731" y="707021"/>
                  </a:lnTo>
                  <a:lnTo>
                    <a:pt x="884269" y="713521"/>
                  </a:lnTo>
                  <a:lnTo>
                    <a:pt x="884269" y="732453"/>
                  </a:lnTo>
                  <a:lnTo>
                    <a:pt x="890609" y="740931"/>
                  </a:lnTo>
                  <a:lnTo>
                    <a:pt x="901222" y="740931"/>
                  </a:lnTo>
                  <a:lnTo>
                    <a:pt x="909712" y="738953"/>
                  </a:lnTo>
                  <a:lnTo>
                    <a:pt x="918202" y="732453"/>
                  </a:lnTo>
                  <a:lnTo>
                    <a:pt x="918202" y="715498"/>
                  </a:lnTo>
                  <a:lnTo>
                    <a:pt x="911834" y="707021"/>
                  </a:lnTo>
                  <a:close/>
                </a:path>
                <a:path w="9542780" h="6570345">
                  <a:moveTo>
                    <a:pt x="911834" y="749409"/>
                  </a:moveTo>
                  <a:lnTo>
                    <a:pt x="892731" y="749409"/>
                  </a:lnTo>
                  <a:lnTo>
                    <a:pt x="884269" y="755907"/>
                  </a:lnTo>
                  <a:lnTo>
                    <a:pt x="884269" y="774840"/>
                  </a:lnTo>
                  <a:lnTo>
                    <a:pt x="890609" y="783318"/>
                  </a:lnTo>
                  <a:lnTo>
                    <a:pt x="909712" y="783318"/>
                  </a:lnTo>
                  <a:lnTo>
                    <a:pt x="918202" y="777101"/>
                  </a:lnTo>
                  <a:lnTo>
                    <a:pt x="918202" y="757886"/>
                  </a:lnTo>
                  <a:lnTo>
                    <a:pt x="911834" y="749409"/>
                  </a:lnTo>
                  <a:close/>
                </a:path>
                <a:path w="9542780" h="6570345">
                  <a:moveTo>
                    <a:pt x="911834" y="794057"/>
                  </a:moveTo>
                  <a:lnTo>
                    <a:pt x="892731" y="794057"/>
                  </a:lnTo>
                  <a:lnTo>
                    <a:pt x="884269" y="800273"/>
                  </a:lnTo>
                  <a:lnTo>
                    <a:pt x="884269" y="821467"/>
                  </a:lnTo>
                  <a:lnTo>
                    <a:pt x="890609" y="827684"/>
                  </a:lnTo>
                  <a:lnTo>
                    <a:pt x="909712" y="827684"/>
                  </a:lnTo>
                  <a:lnTo>
                    <a:pt x="918202" y="821467"/>
                  </a:lnTo>
                  <a:lnTo>
                    <a:pt x="918202" y="802534"/>
                  </a:lnTo>
                  <a:lnTo>
                    <a:pt x="911834" y="794057"/>
                  </a:lnTo>
                  <a:close/>
                </a:path>
                <a:path w="9542780" h="6570345">
                  <a:moveTo>
                    <a:pt x="911834" y="838422"/>
                  </a:moveTo>
                  <a:lnTo>
                    <a:pt x="892731" y="838422"/>
                  </a:lnTo>
                  <a:lnTo>
                    <a:pt x="884269" y="844638"/>
                  </a:lnTo>
                  <a:lnTo>
                    <a:pt x="884269" y="863855"/>
                  </a:lnTo>
                  <a:lnTo>
                    <a:pt x="890609" y="872332"/>
                  </a:lnTo>
                  <a:lnTo>
                    <a:pt x="909712" y="872332"/>
                  </a:lnTo>
                  <a:lnTo>
                    <a:pt x="918202" y="863855"/>
                  </a:lnTo>
                  <a:lnTo>
                    <a:pt x="918202" y="846899"/>
                  </a:lnTo>
                  <a:lnTo>
                    <a:pt x="911834" y="838422"/>
                  </a:lnTo>
                  <a:close/>
                </a:path>
                <a:path w="9542780" h="6570345">
                  <a:moveTo>
                    <a:pt x="911834" y="882788"/>
                  </a:moveTo>
                  <a:lnTo>
                    <a:pt x="892731" y="882788"/>
                  </a:lnTo>
                  <a:lnTo>
                    <a:pt x="884269" y="889287"/>
                  </a:lnTo>
                  <a:lnTo>
                    <a:pt x="884269" y="908220"/>
                  </a:lnTo>
                  <a:lnTo>
                    <a:pt x="890609" y="916697"/>
                  </a:lnTo>
                  <a:lnTo>
                    <a:pt x="909712" y="916697"/>
                  </a:lnTo>
                  <a:lnTo>
                    <a:pt x="918202" y="908220"/>
                  </a:lnTo>
                  <a:lnTo>
                    <a:pt x="918202" y="891265"/>
                  </a:lnTo>
                  <a:lnTo>
                    <a:pt x="911834" y="882788"/>
                  </a:lnTo>
                  <a:close/>
                </a:path>
                <a:path w="9542780" h="6570345">
                  <a:moveTo>
                    <a:pt x="911834" y="927435"/>
                  </a:moveTo>
                  <a:lnTo>
                    <a:pt x="892731" y="927435"/>
                  </a:lnTo>
                  <a:lnTo>
                    <a:pt x="884269" y="933653"/>
                  </a:lnTo>
                  <a:lnTo>
                    <a:pt x="884269" y="954846"/>
                  </a:lnTo>
                  <a:lnTo>
                    <a:pt x="890609" y="961063"/>
                  </a:lnTo>
                  <a:lnTo>
                    <a:pt x="909712" y="961063"/>
                  </a:lnTo>
                  <a:lnTo>
                    <a:pt x="918202" y="952585"/>
                  </a:lnTo>
                  <a:lnTo>
                    <a:pt x="918202" y="935913"/>
                  </a:lnTo>
                  <a:lnTo>
                    <a:pt x="911834" y="927435"/>
                  </a:lnTo>
                  <a:close/>
                </a:path>
                <a:path w="9542780" h="6570345">
                  <a:moveTo>
                    <a:pt x="911834" y="971801"/>
                  </a:moveTo>
                  <a:lnTo>
                    <a:pt x="892731" y="971801"/>
                  </a:lnTo>
                  <a:lnTo>
                    <a:pt x="884269" y="978018"/>
                  </a:lnTo>
                  <a:lnTo>
                    <a:pt x="884269" y="997233"/>
                  </a:lnTo>
                  <a:lnTo>
                    <a:pt x="890609" y="1005711"/>
                  </a:lnTo>
                  <a:lnTo>
                    <a:pt x="901222" y="1005711"/>
                  </a:lnTo>
                  <a:lnTo>
                    <a:pt x="909712" y="1003451"/>
                  </a:lnTo>
                  <a:lnTo>
                    <a:pt x="918202" y="997233"/>
                  </a:lnTo>
                  <a:lnTo>
                    <a:pt x="918202" y="980278"/>
                  </a:lnTo>
                  <a:lnTo>
                    <a:pt x="911834" y="971801"/>
                  </a:lnTo>
                  <a:close/>
                </a:path>
                <a:path w="9542780" h="6570345">
                  <a:moveTo>
                    <a:pt x="911834" y="1016166"/>
                  </a:moveTo>
                  <a:lnTo>
                    <a:pt x="892731" y="1016166"/>
                  </a:lnTo>
                  <a:lnTo>
                    <a:pt x="884269" y="1022666"/>
                  </a:lnTo>
                  <a:lnTo>
                    <a:pt x="884269" y="1041599"/>
                  </a:lnTo>
                  <a:lnTo>
                    <a:pt x="890609" y="1050076"/>
                  </a:lnTo>
                  <a:lnTo>
                    <a:pt x="901222" y="1050076"/>
                  </a:lnTo>
                  <a:lnTo>
                    <a:pt x="909712" y="1048097"/>
                  </a:lnTo>
                  <a:lnTo>
                    <a:pt x="918202" y="1041599"/>
                  </a:lnTo>
                  <a:lnTo>
                    <a:pt x="918202" y="1024643"/>
                  </a:lnTo>
                  <a:lnTo>
                    <a:pt x="911834" y="1016166"/>
                  </a:lnTo>
                  <a:close/>
                </a:path>
                <a:path w="9542780" h="6570345">
                  <a:moveTo>
                    <a:pt x="911834" y="1058553"/>
                  </a:moveTo>
                  <a:lnTo>
                    <a:pt x="892731" y="1058553"/>
                  </a:lnTo>
                  <a:lnTo>
                    <a:pt x="884269" y="1065053"/>
                  </a:lnTo>
                  <a:lnTo>
                    <a:pt x="884269" y="1086247"/>
                  </a:lnTo>
                  <a:lnTo>
                    <a:pt x="890609" y="1092464"/>
                  </a:lnTo>
                  <a:lnTo>
                    <a:pt x="909712" y="1092464"/>
                  </a:lnTo>
                  <a:lnTo>
                    <a:pt x="918202" y="1086247"/>
                  </a:lnTo>
                  <a:lnTo>
                    <a:pt x="918202" y="1067031"/>
                  </a:lnTo>
                  <a:lnTo>
                    <a:pt x="911834" y="1058553"/>
                  </a:lnTo>
                  <a:close/>
                </a:path>
                <a:path w="9542780" h="6570345">
                  <a:moveTo>
                    <a:pt x="911834" y="1102920"/>
                  </a:moveTo>
                  <a:lnTo>
                    <a:pt x="892731" y="1102920"/>
                  </a:lnTo>
                  <a:lnTo>
                    <a:pt x="884269" y="1109418"/>
                  </a:lnTo>
                  <a:lnTo>
                    <a:pt x="884269" y="1128351"/>
                  </a:lnTo>
                  <a:lnTo>
                    <a:pt x="890609" y="1136829"/>
                  </a:lnTo>
                  <a:lnTo>
                    <a:pt x="909712" y="1136829"/>
                  </a:lnTo>
                  <a:lnTo>
                    <a:pt x="918202" y="1130612"/>
                  </a:lnTo>
                  <a:lnTo>
                    <a:pt x="918202" y="1111397"/>
                  </a:lnTo>
                  <a:lnTo>
                    <a:pt x="911834" y="1102920"/>
                  </a:lnTo>
                  <a:close/>
                </a:path>
                <a:path w="9542780" h="6570345">
                  <a:moveTo>
                    <a:pt x="911834" y="1147566"/>
                  </a:moveTo>
                  <a:lnTo>
                    <a:pt x="892731" y="1147566"/>
                  </a:lnTo>
                  <a:lnTo>
                    <a:pt x="884269" y="1153784"/>
                  </a:lnTo>
                  <a:lnTo>
                    <a:pt x="884269" y="1172999"/>
                  </a:lnTo>
                  <a:lnTo>
                    <a:pt x="890609" y="1181477"/>
                  </a:lnTo>
                  <a:lnTo>
                    <a:pt x="909712" y="1181477"/>
                  </a:lnTo>
                  <a:lnTo>
                    <a:pt x="918202" y="1172999"/>
                  </a:lnTo>
                  <a:lnTo>
                    <a:pt x="918202" y="1156045"/>
                  </a:lnTo>
                  <a:lnTo>
                    <a:pt x="911834" y="1147566"/>
                  </a:lnTo>
                  <a:close/>
                </a:path>
                <a:path w="9542780" h="6570345">
                  <a:moveTo>
                    <a:pt x="911834" y="1191933"/>
                  </a:moveTo>
                  <a:lnTo>
                    <a:pt x="892731" y="1191933"/>
                  </a:lnTo>
                  <a:lnTo>
                    <a:pt x="884269" y="1198432"/>
                  </a:lnTo>
                  <a:lnTo>
                    <a:pt x="884269" y="1217364"/>
                  </a:lnTo>
                  <a:lnTo>
                    <a:pt x="890609" y="1225843"/>
                  </a:lnTo>
                  <a:lnTo>
                    <a:pt x="909712" y="1225843"/>
                  </a:lnTo>
                  <a:lnTo>
                    <a:pt x="918202" y="1217364"/>
                  </a:lnTo>
                  <a:lnTo>
                    <a:pt x="918202" y="1200410"/>
                  </a:lnTo>
                  <a:lnTo>
                    <a:pt x="911834" y="1191933"/>
                  </a:lnTo>
                  <a:close/>
                </a:path>
                <a:path w="9542780" h="6570345">
                  <a:moveTo>
                    <a:pt x="911834" y="1236581"/>
                  </a:moveTo>
                  <a:lnTo>
                    <a:pt x="892731" y="1236581"/>
                  </a:lnTo>
                  <a:lnTo>
                    <a:pt x="884269" y="1242797"/>
                  </a:lnTo>
                  <a:lnTo>
                    <a:pt x="884269" y="1261731"/>
                  </a:lnTo>
                  <a:lnTo>
                    <a:pt x="890609" y="1270208"/>
                  </a:lnTo>
                  <a:lnTo>
                    <a:pt x="909712" y="1270208"/>
                  </a:lnTo>
                  <a:lnTo>
                    <a:pt x="918202" y="1261731"/>
                  </a:lnTo>
                  <a:lnTo>
                    <a:pt x="918202" y="1244775"/>
                  </a:lnTo>
                  <a:lnTo>
                    <a:pt x="911834" y="1236581"/>
                  </a:lnTo>
                  <a:close/>
                </a:path>
                <a:path w="9542780" h="6570345">
                  <a:moveTo>
                    <a:pt x="911834" y="1280946"/>
                  </a:moveTo>
                  <a:lnTo>
                    <a:pt x="892731" y="1280946"/>
                  </a:lnTo>
                  <a:lnTo>
                    <a:pt x="884269" y="1287162"/>
                  </a:lnTo>
                  <a:lnTo>
                    <a:pt x="884269" y="1306379"/>
                  </a:lnTo>
                  <a:lnTo>
                    <a:pt x="890609" y="1314856"/>
                  </a:lnTo>
                  <a:lnTo>
                    <a:pt x="901222" y="1314856"/>
                  </a:lnTo>
                  <a:lnTo>
                    <a:pt x="909712" y="1312595"/>
                  </a:lnTo>
                  <a:lnTo>
                    <a:pt x="918202" y="1306379"/>
                  </a:lnTo>
                  <a:lnTo>
                    <a:pt x="918202" y="1289423"/>
                  </a:lnTo>
                  <a:lnTo>
                    <a:pt x="911834" y="1280946"/>
                  </a:lnTo>
                  <a:close/>
                </a:path>
                <a:path w="9542780" h="6570345">
                  <a:moveTo>
                    <a:pt x="911834" y="1325312"/>
                  </a:moveTo>
                  <a:lnTo>
                    <a:pt x="892731" y="1325312"/>
                  </a:lnTo>
                  <a:lnTo>
                    <a:pt x="884269" y="1331810"/>
                  </a:lnTo>
                  <a:lnTo>
                    <a:pt x="884269" y="1350744"/>
                  </a:lnTo>
                  <a:lnTo>
                    <a:pt x="890609" y="1359221"/>
                  </a:lnTo>
                  <a:lnTo>
                    <a:pt x="901222" y="1359221"/>
                  </a:lnTo>
                  <a:lnTo>
                    <a:pt x="909712" y="1357243"/>
                  </a:lnTo>
                  <a:lnTo>
                    <a:pt x="918202" y="1350744"/>
                  </a:lnTo>
                  <a:lnTo>
                    <a:pt x="918202" y="1333789"/>
                  </a:lnTo>
                  <a:lnTo>
                    <a:pt x="911834" y="1325312"/>
                  </a:lnTo>
                  <a:close/>
                </a:path>
                <a:path w="9542780" h="6570345">
                  <a:moveTo>
                    <a:pt x="911834" y="1367698"/>
                  </a:moveTo>
                  <a:lnTo>
                    <a:pt x="892731" y="1367698"/>
                  </a:lnTo>
                  <a:lnTo>
                    <a:pt x="884269" y="1374198"/>
                  </a:lnTo>
                  <a:lnTo>
                    <a:pt x="884269" y="1393131"/>
                  </a:lnTo>
                  <a:lnTo>
                    <a:pt x="890609" y="1401608"/>
                  </a:lnTo>
                  <a:lnTo>
                    <a:pt x="909712" y="1401608"/>
                  </a:lnTo>
                  <a:lnTo>
                    <a:pt x="918202" y="1395110"/>
                  </a:lnTo>
                  <a:lnTo>
                    <a:pt x="918202" y="1376177"/>
                  </a:lnTo>
                  <a:lnTo>
                    <a:pt x="911834" y="1367698"/>
                  </a:lnTo>
                  <a:close/>
                </a:path>
                <a:path w="9542780" h="6570345">
                  <a:moveTo>
                    <a:pt x="911834" y="1412064"/>
                  </a:moveTo>
                  <a:lnTo>
                    <a:pt x="892731" y="1412064"/>
                  </a:lnTo>
                  <a:lnTo>
                    <a:pt x="884269" y="1418564"/>
                  </a:lnTo>
                  <a:lnTo>
                    <a:pt x="884269" y="1439757"/>
                  </a:lnTo>
                  <a:lnTo>
                    <a:pt x="890609" y="1445975"/>
                  </a:lnTo>
                  <a:lnTo>
                    <a:pt x="909712" y="1445975"/>
                  </a:lnTo>
                  <a:lnTo>
                    <a:pt x="918202" y="1439757"/>
                  </a:lnTo>
                  <a:lnTo>
                    <a:pt x="918202" y="1420541"/>
                  </a:lnTo>
                  <a:lnTo>
                    <a:pt x="911834" y="1412064"/>
                  </a:lnTo>
                  <a:close/>
                </a:path>
                <a:path w="9542780" h="6570345">
                  <a:moveTo>
                    <a:pt x="911834" y="1456712"/>
                  </a:moveTo>
                  <a:lnTo>
                    <a:pt x="892731" y="1456712"/>
                  </a:lnTo>
                  <a:lnTo>
                    <a:pt x="884269" y="1462929"/>
                  </a:lnTo>
                  <a:lnTo>
                    <a:pt x="884269" y="1484123"/>
                  </a:lnTo>
                  <a:lnTo>
                    <a:pt x="890609" y="1490623"/>
                  </a:lnTo>
                  <a:lnTo>
                    <a:pt x="909712" y="1490623"/>
                  </a:lnTo>
                  <a:lnTo>
                    <a:pt x="918202" y="1482144"/>
                  </a:lnTo>
                  <a:lnTo>
                    <a:pt x="918202" y="1465190"/>
                  </a:lnTo>
                  <a:lnTo>
                    <a:pt x="911834" y="1456712"/>
                  </a:lnTo>
                  <a:close/>
                </a:path>
                <a:path w="9542780" h="6570345">
                  <a:moveTo>
                    <a:pt x="911834" y="1501077"/>
                  </a:moveTo>
                  <a:lnTo>
                    <a:pt x="892731" y="1501077"/>
                  </a:lnTo>
                  <a:lnTo>
                    <a:pt x="884269" y="1507577"/>
                  </a:lnTo>
                  <a:lnTo>
                    <a:pt x="884269" y="1528771"/>
                  </a:lnTo>
                  <a:lnTo>
                    <a:pt x="890609" y="1534988"/>
                  </a:lnTo>
                  <a:lnTo>
                    <a:pt x="909712" y="1534988"/>
                  </a:lnTo>
                  <a:lnTo>
                    <a:pt x="918202" y="1526510"/>
                  </a:lnTo>
                  <a:lnTo>
                    <a:pt x="918202" y="1509555"/>
                  </a:lnTo>
                  <a:lnTo>
                    <a:pt x="911834" y="1501077"/>
                  </a:lnTo>
                  <a:close/>
                </a:path>
                <a:path w="9542780" h="6570345">
                  <a:moveTo>
                    <a:pt x="911834" y="1545443"/>
                  </a:moveTo>
                  <a:lnTo>
                    <a:pt x="892731" y="1545443"/>
                  </a:lnTo>
                  <a:lnTo>
                    <a:pt x="884269" y="1551942"/>
                  </a:lnTo>
                  <a:lnTo>
                    <a:pt x="884269" y="1573136"/>
                  </a:lnTo>
                  <a:lnTo>
                    <a:pt x="890609" y="1579352"/>
                  </a:lnTo>
                  <a:lnTo>
                    <a:pt x="909712" y="1579352"/>
                  </a:lnTo>
                  <a:lnTo>
                    <a:pt x="918202" y="1570875"/>
                  </a:lnTo>
                  <a:lnTo>
                    <a:pt x="918202" y="1553921"/>
                  </a:lnTo>
                  <a:lnTo>
                    <a:pt x="911834" y="1545443"/>
                  </a:lnTo>
                  <a:close/>
                </a:path>
                <a:path w="9542780" h="6570345">
                  <a:moveTo>
                    <a:pt x="911834" y="1590092"/>
                  </a:moveTo>
                  <a:lnTo>
                    <a:pt x="892731" y="1590092"/>
                  </a:lnTo>
                  <a:lnTo>
                    <a:pt x="884269" y="1596308"/>
                  </a:lnTo>
                  <a:lnTo>
                    <a:pt x="884269" y="1615523"/>
                  </a:lnTo>
                  <a:lnTo>
                    <a:pt x="890609" y="1624001"/>
                  </a:lnTo>
                  <a:lnTo>
                    <a:pt x="901222" y="1624001"/>
                  </a:lnTo>
                  <a:lnTo>
                    <a:pt x="909712" y="1621740"/>
                  </a:lnTo>
                  <a:lnTo>
                    <a:pt x="918202" y="1615523"/>
                  </a:lnTo>
                  <a:lnTo>
                    <a:pt x="918202" y="1598569"/>
                  </a:lnTo>
                  <a:lnTo>
                    <a:pt x="911834" y="1590092"/>
                  </a:lnTo>
                  <a:close/>
                </a:path>
                <a:path w="9542780" h="6570345">
                  <a:moveTo>
                    <a:pt x="911834" y="1634456"/>
                  </a:moveTo>
                  <a:lnTo>
                    <a:pt x="892731" y="1634456"/>
                  </a:lnTo>
                  <a:lnTo>
                    <a:pt x="884269" y="1640956"/>
                  </a:lnTo>
                  <a:lnTo>
                    <a:pt x="884269" y="1659888"/>
                  </a:lnTo>
                  <a:lnTo>
                    <a:pt x="890609" y="1668367"/>
                  </a:lnTo>
                  <a:lnTo>
                    <a:pt x="901222" y="1668367"/>
                  </a:lnTo>
                  <a:lnTo>
                    <a:pt x="909712" y="1666388"/>
                  </a:lnTo>
                  <a:lnTo>
                    <a:pt x="918202" y="1659888"/>
                  </a:lnTo>
                  <a:lnTo>
                    <a:pt x="918202" y="1642934"/>
                  </a:lnTo>
                  <a:lnTo>
                    <a:pt x="911834" y="1634456"/>
                  </a:lnTo>
                  <a:close/>
                </a:path>
                <a:path w="9542780" h="6570345">
                  <a:moveTo>
                    <a:pt x="911834" y="1676844"/>
                  </a:moveTo>
                  <a:lnTo>
                    <a:pt x="892731" y="1676844"/>
                  </a:lnTo>
                  <a:lnTo>
                    <a:pt x="884269" y="1683061"/>
                  </a:lnTo>
                  <a:lnTo>
                    <a:pt x="884269" y="1704254"/>
                  </a:lnTo>
                  <a:lnTo>
                    <a:pt x="890609" y="1710754"/>
                  </a:lnTo>
                  <a:lnTo>
                    <a:pt x="909712" y="1710754"/>
                  </a:lnTo>
                  <a:lnTo>
                    <a:pt x="918202" y="1704254"/>
                  </a:lnTo>
                  <a:lnTo>
                    <a:pt x="918202" y="1685321"/>
                  </a:lnTo>
                  <a:lnTo>
                    <a:pt x="911834" y="1676844"/>
                  </a:lnTo>
                  <a:close/>
                </a:path>
                <a:path w="9542780" h="6570345">
                  <a:moveTo>
                    <a:pt x="911834" y="1721209"/>
                  </a:moveTo>
                  <a:lnTo>
                    <a:pt x="892731" y="1721209"/>
                  </a:lnTo>
                  <a:lnTo>
                    <a:pt x="884269" y="1727709"/>
                  </a:lnTo>
                  <a:lnTo>
                    <a:pt x="884269" y="1748903"/>
                  </a:lnTo>
                  <a:lnTo>
                    <a:pt x="890609" y="1755119"/>
                  </a:lnTo>
                  <a:lnTo>
                    <a:pt x="909712" y="1755119"/>
                  </a:lnTo>
                  <a:lnTo>
                    <a:pt x="918202" y="1748903"/>
                  </a:lnTo>
                  <a:lnTo>
                    <a:pt x="918202" y="1729686"/>
                  </a:lnTo>
                  <a:lnTo>
                    <a:pt x="911834" y="1721209"/>
                  </a:lnTo>
                  <a:close/>
                </a:path>
                <a:path w="9542780" h="6570345">
                  <a:moveTo>
                    <a:pt x="911834" y="1765857"/>
                  </a:moveTo>
                  <a:lnTo>
                    <a:pt x="892731" y="1765857"/>
                  </a:lnTo>
                  <a:lnTo>
                    <a:pt x="884269" y="1772074"/>
                  </a:lnTo>
                  <a:lnTo>
                    <a:pt x="884269" y="1793267"/>
                  </a:lnTo>
                  <a:lnTo>
                    <a:pt x="890609" y="1799767"/>
                  </a:lnTo>
                  <a:lnTo>
                    <a:pt x="909712" y="1799767"/>
                  </a:lnTo>
                  <a:lnTo>
                    <a:pt x="918202" y="1791290"/>
                  </a:lnTo>
                  <a:lnTo>
                    <a:pt x="918202" y="1774334"/>
                  </a:lnTo>
                  <a:lnTo>
                    <a:pt x="911834" y="1765857"/>
                  </a:lnTo>
                  <a:close/>
                </a:path>
                <a:path w="9542780" h="6570345">
                  <a:moveTo>
                    <a:pt x="911834" y="1810223"/>
                  </a:moveTo>
                  <a:lnTo>
                    <a:pt x="892731" y="1810223"/>
                  </a:lnTo>
                  <a:lnTo>
                    <a:pt x="884269" y="1816722"/>
                  </a:lnTo>
                  <a:lnTo>
                    <a:pt x="884269" y="1837634"/>
                  </a:lnTo>
                  <a:lnTo>
                    <a:pt x="890609" y="1844132"/>
                  </a:lnTo>
                  <a:lnTo>
                    <a:pt x="909712" y="1844132"/>
                  </a:lnTo>
                  <a:lnTo>
                    <a:pt x="918202" y="1835655"/>
                  </a:lnTo>
                  <a:lnTo>
                    <a:pt x="918202" y="1818700"/>
                  </a:lnTo>
                  <a:lnTo>
                    <a:pt x="911834" y="1810223"/>
                  </a:lnTo>
                  <a:close/>
                </a:path>
                <a:path w="9542780" h="6570345">
                  <a:moveTo>
                    <a:pt x="911834" y="1854588"/>
                  </a:moveTo>
                  <a:lnTo>
                    <a:pt x="892731" y="1854588"/>
                  </a:lnTo>
                  <a:lnTo>
                    <a:pt x="884269" y="1861088"/>
                  </a:lnTo>
                  <a:lnTo>
                    <a:pt x="884269" y="1880021"/>
                  </a:lnTo>
                  <a:lnTo>
                    <a:pt x="890609" y="1888498"/>
                  </a:lnTo>
                  <a:lnTo>
                    <a:pt x="909712" y="1888498"/>
                  </a:lnTo>
                  <a:lnTo>
                    <a:pt x="918202" y="1880021"/>
                  </a:lnTo>
                  <a:lnTo>
                    <a:pt x="918202" y="1863065"/>
                  </a:lnTo>
                  <a:lnTo>
                    <a:pt x="911834" y="1854588"/>
                  </a:lnTo>
                  <a:close/>
                </a:path>
                <a:path w="9542780" h="6570345">
                  <a:moveTo>
                    <a:pt x="911834" y="1899236"/>
                  </a:moveTo>
                  <a:lnTo>
                    <a:pt x="892731" y="1899236"/>
                  </a:lnTo>
                  <a:lnTo>
                    <a:pt x="884269" y="1905453"/>
                  </a:lnTo>
                  <a:lnTo>
                    <a:pt x="884269" y="1924668"/>
                  </a:lnTo>
                  <a:lnTo>
                    <a:pt x="890609" y="1933147"/>
                  </a:lnTo>
                  <a:lnTo>
                    <a:pt x="901222" y="1933147"/>
                  </a:lnTo>
                  <a:lnTo>
                    <a:pt x="909712" y="1930886"/>
                  </a:lnTo>
                  <a:lnTo>
                    <a:pt x="918202" y="1924668"/>
                  </a:lnTo>
                  <a:lnTo>
                    <a:pt x="918202" y="1907713"/>
                  </a:lnTo>
                  <a:lnTo>
                    <a:pt x="911834" y="1899236"/>
                  </a:lnTo>
                  <a:close/>
                </a:path>
                <a:path w="9542780" h="6570345">
                  <a:moveTo>
                    <a:pt x="911834" y="1943601"/>
                  </a:moveTo>
                  <a:lnTo>
                    <a:pt x="892731" y="1943601"/>
                  </a:lnTo>
                  <a:lnTo>
                    <a:pt x="884269" y="1950101"/>
                  </a:lnTo>
                  <a:lnTo>
                    <a:pt x="884269" y="1971295"/>
                  </a:lnTo>
                  <a:lnTo>
                    <a:pt x="890609" y="1977511"/>
                  </a:lnTo>
                  <a:lnTo>
                    <a:pt x="901222" y="1977511"/>
                  </a:lnTo>
                  <a:lnTo>
                    <a:pt x="909712" y="1975251"/>
                  </a:lnTo>
                  <a:lnTo>
                    <a:pt x="918202" y="1969034"/>
                  </a:lnTo>
                  <a:lnTo>
                    <a:pt x="918202" y="1952080"/>
                  </a:lnTo>
                  <a:lnTo>
                    <a:pt x="911834" y="1943601"/>
                  </a:lnTo>
                  <a:close/>
                </a:path>
                <a:path w="9542780" h="6570345">
                  <a:moveTo>
                    <a:pt x="911834" y="1985989"/>
                  </a:moveTo>
                  <a:lnTo>
                    <a:pt x="892731" y="1985989"/>
                  </a:lnTo>
                  <a:lnTo>
                    <a:pt x="884269" y="1992205"/>
                  </a:lnTo>
                  <a:lnTo>
                    <a:pt x="884269" y="2013399"/>
                  </a:lnTo>
                  <a:lnTo>
                    <a:pt x="890609" y="2019899"/>
                  </a:lnTo>
                  <a:lnTo>
                    <a:pt x="909712" y="2019899"/>
                  </a:lnTo>
                  <a:lnTo>
                    <a:pt x="918202" y="2013399"/>
                  </a:lnTo>
                  <a:lnTo>
                    <a:pt x="918202" y="1994466"/>
                  </a:lnTo>
                  <a:lnTo>
                    <a:pt x="911834" y="1985989"/>
                  </a:lnTo>
                  <a:close/>
                </a:path>
                <a:path w="9542780" h="6570345">
                  <a:moveTo>
                    <a:pt x="911834" y="2030355"/>
                  </a:moveTo>
                  <a:lnTo>
                    <a:pt x="892731" y="2030355"/>
                  </a:lnTo>
                  <a:lnTo>
                    <a:pt x="884269" y="2036853"/>
                  </a:lnTo>
                  <a:lnTo>
                    <a:pt x="884269" y="2058047"/>
                  </a:lnTo>
                  <a:lnTo>
                    <a:pt x="890609" y="2064264"/>
                  </a:lnTo>
                  <a:lnTo>
                    <a:pt x="909712" y="2064264"/>
                  </a:lnTo>
                  <a:lnTo>
                    <a:pt x="918202" y="2058047"/>
                  </a:lnTo>
                  <a:lnTo>
                    <a:pt x="918202" y="2038832"/>
                  </a:lnTo>
                  <a:lnTo>
                    <a:pt x="911834" y="2030355"/>
                  </a:lnTo>
                  <a:close/>
                </a:path>
                <a:path w="9542780" h="6570345">
                  <a:moveTo>
                    <a:pt x="911834" y="2075003"/>
                  </a:moveTo>
                  <a:lnTo>
                    <a:pt x="892731" y="2075003"/>
                  </a:lnTo>
                  <a:lnTo>
                    <a:pt x="884269" y="2081220"/>
                  </a:lnTo>
                  <a:lnTo>
                    <a:pt x="884269" y="2102413"/>
                  </a:lnTo>
                  <a:lnTo>
                    <a:pt x="890609" y="2108912"/>
                  </a:lnTo>
                  <a:lnTo>
                    <a:pt x="909712" y="2108912"/>
                  </a:lnTo>
                  <a:lnTo>
                    <a:pt x="918202" y="2100435"/>
                  </a:lnTo>
                  <a:lnTo>
                    <a:pt x="918202" y="2083480"/>
                  </a:lnTo>
                  <a:lnTo>
                    <a:pt x="911834" y="2075003"/>
                  </a:lnTo>
                  <a:close/>
                </a:path>
                <a:path w="9542780" h="6570345">
                  <a:moveTo>
                    <a:pt x="911834" y="2119368"/>
                  </a:moveTo>
                  <a:lnTo>
                    <a:pt x="892731" y="2119368"/>
                  </a:lnTo>
                  <a:lnTo>
                    <a:pt x="884269" y="2125585"/>
                  </a:lnTo>
                  <a:lnTo>
                    <a:pt x="884269" y="2144800"/>
                  </a:lnTo>
                  <a:lnTo>
                    <a:pt x="890609" y="2153278"/>
                  </a:lnTo>
                  <a:lnTo>
                    <a:pt x="909712" y="2153278"/>
                  </a:lnTo>
                  <a:lnTo>
                    <a:pt x="918202" y="2144800"/>
                  </a:lnTo>
                  <a:lnTo>
                    <a:pt x="918202" y="2127845"/>
                  </a:lnTo>
                  <a:lnTo>
                    <a:pt x="911834" y="2119368"/>
                  </a:lnTo>
                  <a:close/>
                </a:path>
                <a:path w="9542780" h="6570345">
                  <a:moveTo>
                    <a:pt x="911834" y="2163733"/>
                  </a:moveTo>
                  <a:lnTo>
                    <a:pt x="892731" y="2163733"/>
                  </a:lnTo>
                  <a:lnTo>
                    <a:pt x="884269" y="2170233"/>
                  </a:lnTo>
                  <a:lnTo>
                    <a:pt x="884269" y="2189166"/>
                  </a:lnTo>
                  <a:lnTo>
                    <a:pt x="890609" y="2197643"/>
                  </a:lnTo>
                  <a:lnTo>
                    <a:pt x="909712" y="2197643"/>
                  </a:lnTo>
                  <a:lnTo>
                    <a:pt x="918202" y="2189166"/>
                  </a:lnTo>
                  <a:lnTo>
                    <a:pt x="918202" y="2172211"/>
                  </a:lnTo>
                  <a:lnTo>
                    <a:pt x="911834" y="2163733"/>
                  </a:lnTo>
                  <a:close/>
                </a:path>
                <a:path w="9542780" h="6570345">
                  <a:moveTo>
                    <a:pt x="911834" y="2208381"/>
                  </a:moveTo>
                  <a:lnTo>
                    <a:pt x="892731" y="2208381"/>
                  </a:lnTo>
                  <a:lnTo>
                    <a:pt x="884269" y="2214598"/>
                  </a:lnTo>
                  <a:lnTo>
                    <a:pt x="884269" y="2233814"/>
                  </a:lnTo>
                  <a:lnTo>
                    <a:pt x="890609" y="2242291"/>
                  </a:lnTo>
                  <a:lnTo>
                    <a:pt x="901222" y="2242291"/>
                  </a:lnTo>
                  <a:lnTo>
                    <a:pt x="909712" y="2240031"/>
                  </a:lnTo>
                  <a:lnTo>
                    <a:pt x="918202" y="2233814"/>
                  </a:lnTo>
                  <a:lnTo>
                    <a:pt x="918202" y="2216858"/>
                  </a:lnTo>
                  <a:lnTo>
                    <a:pt x="911834" y="2208381"/>
                  </a:lnTo>
                  <a:close/>
                </a:path>
                <a:path w="9542780" h="6570345">
                  <a:moveTo>
                    <a:pt x="911834" y="2252747"/>
                  </a:moveTo>
                  <a:lnTo>
                    <a:pt x="892731" y="2252747"/>
                  </a:lnTo>
                  <a:lnTo>
                    <a:pt x="884269" y="2259246"/>
                  </a:lnTo>
                  <a:lnTo>
                    <a:pt x="884269" y="2280157"/>
                  </a:lnTo>
                  <a:lnTo>
                    <a:pt x="890609" y="2286656"/>
                  </a:lnTo>
                  <a:lnTo>
                    <a:pt x="901222" y="2286656"/>
                  </a:lnTo>
                  <a:lnTo>
                    <a:pt x="909712" y="2284395"/>
                  </a:lnTo>
                  <a:lnTo>
                    <a:pt x="918202" y="2278179"/>
                  </a:lnTo>
                  <a:lnTo>
                    <a:pt x="918202" y="2261224"/>
                  </a:lnTo>
                  <a:lnTo>
                    <a:pt x="911834" y="2252747"/>
                  </a:lnTo>
                  <a:close/>
                </a:path>
                <a:path w="9542780" h="6570345">
                  <a:moveTo>
                    <a:pt x="911834" y="2295135"/>
                  </a:moveTo>
                  <a:lnTo>
                    <a:pt x="892731" y="2295135"/>
                  </a:lnTo>
                  <a:lnTo>
                    <a:pt x="884269" y="2301351"/>
                  </a:lnTo>
                  <a:lnTo>
                    <a:pt x="884269" y="2322545"/>
                  </a:lnTo>
                  <a:lnTo>
                    <a:pt x="890609" y="2329044"/>
                  </a:lnTo>
                  <a:lnTo>
                    <a:pt x="909712" y="2329044"/>
                  </a:lnTo>
                  <a:lnTo>
                    <a:pt x="918202" y="2322545"/>
                  </a:lnTo>
                  <a:lnTo>
                    <a:pt x="918202" y="2303612"/>
                  </a:lnTo>
                  <a:lnTo>
                    <a:pt x="911834" y="2295135"/>
                  </a:lnTo>
                  <a:close/>
                </a:path>
                <a:path w="9542780" h="6570345">
                  <a:moveTo>
                    <a:pt x="911834" y="3974125"/>
                  </a:moveTo>
                  <a:lnTo>
                    <a:pt x="892731" y="3974125"/>
                  </a:lnTo>
                  <a:lnTo>
                    <a:pt x="884269" y="3980483"/>
                  </a:lnTo>
                  <a:lnTo>
                    <a:pt x="884269" y="3999558"/>
                  </a:lnTo>
                  <a:lnTo>
                    <a:pt x="890609" y="4008006"/>
                  </a:lnTo>
                  <a:lnTo>
                    <a:pt x="909712" y="4008006"/>
                  </a:lnTo>
                  <a:lnTo>
                    <a:pt x="918202" y="3999558"/>
                  </a:lnTo>
                  <a:lnTo>
                    <a:pt x="918202" y="3982603"/>
                  </a:lnTo>
                  <a:lnTo>
                    <a:pt x="911834" y="3974125"/>
                  </a:lnTo>
                  <a:close/>
                </a:path>
                <a:path w="9542780" h="6570345">
                  <a:moveTo>
                    <a:pt x="911834" y="4018603"/>
                  </a:moveTo>
                  <a:lnTo>
                    <a:pt x="892731" y="4018603"/>
                  </a:lnTo>
                  <a:lnTo>
                    <a:pt x="884269" y="4024962"/>
                  </a:lnTo>
                  <a:lnTo>
                    <a:pt x="884269" y="4044008"/>
                  </a:lnTo>
                  <a:lnTo>
                    <a:pt x="890609" y="4052486"/>
                  </a:lnTo>
                  <a:lnTo>
                    <a:pt x="909712" y="4052486"/>
                  </a:lnTo>
                  <a:lnTo>
                    <a:pt x="918202" y="4044008"/>
                  </a:lnTo>
                  <a:lnTo>
                    <a:pt x="918202" y="4027082"/>
                  </a:lnTo>
                  <a:lnTo>
                    <a:pt x="911834" y="4018603"/>
                  </a:lnTo>
                  <a:close/>
                </a:path>
                <a:path w="9542780" h="6570345">
                  <a:moveTo>
                    <a:pt x="911834" y="4063055"/>
                  </a:moveTo>
                  <a:lnTo>
                    <a:pt x="892731" y="4063055"/>
                  </a:lnTo>
                  <a:lnTo>
                    <a:pt x="884269" y="4069412"/>
                  </a:lnTo>
                  <a:lnTo>
                    <a:pt x="884269" y="4088486"/>
                  </a:lnTo>
                  <a:lnTo>
                    <a:pt x="890609" y="4096936"/>
                  </a:lnTo>
                  <a:lnTo>
                    <a:pt x="901222" y="4096936"/>
                  </a:lnTo>
                  <a:lnTo>
                    <a:pt x="909712" y="4094816"/>
                  </a:lnTo>
                  <a:lnTo>
                    <a:pt x="918202" y="4088486"/>
                  </a:lnTo>
                  <a:lnTo>
                    <a:pt x="918202" y="4071532"/>
                  </a:lnTo>
                  <a:lnTo>
                    <a:pt x="911834" y="4063055"/>
                  </a:lnTo>
                  <a:close/>
                </a:path>
                <a:path w="9542780" h="6570345">
                  <a:moveTo>
                    <a:pt x="911834" y="4107533"/>
                  </a:moveTo>
                  <a:lnTo>
                    <a:pt x="892731" y="4107533"/>
                  </a:lnTo>
                  <a:lnTo>
                    <a:pt x="884269" y="4113890"/>
                  </a:lnTo>
                  <a:lnTo>
                    <a:pt x="884269" y="4132936"/>
                  </a:lnTo>
                  <a:lnTo>
                    <a:pt x="890609" y="4141414"/>
                  </a:lnTo>
                  <a:lnTo>
                    <a:pt x="901222" y="4141414"/>
                  </a:lnTo>
                  <a:lnTo>
                    <a:pt x="909712" y="4139295"/>
                  </a:lnTo>
                  <a:lnTo>
                    <a:pt x="918202" y="4132936"/>
                  </a:lnTo>
                  <a:lnTo>
                    <a:pt x="918202" y="4116010"/>
                  </a:lnTo>
                  <a:lnTo>
                    <a:pt x="911834" y="4107533"/>
                  </a:lnTo>
                  <a:close/>
                </a:path>
                <a:path w="9542780" h="6570345">
                  <a:moveTo>
                    <a:pt x="911834" y="4149863"/>
                  </a:moveTo>
                  <a:lnTo>
                    <a:pt x="892731" y="4149863"/>
                  </a:lnTo>
                  <a:lnTo>
                    <a:pt x="884269" y="4156222"/>
                  </a:lnTo>
                  <a:lnTo>
                    <a:pt x="884269" y="4175296"/>
                  </a:lnTo>
                  <a:lnTo>
                    <a:pt x="890609" y="4183745"/>
                  </a:lnTo>
                  <a:lnTo>
                    <a:pt x="909712" y="4183745"/>
                  </a:lnTo>
                  <a:lnTo>
                    <a:pt x="918202" y="4177416"/>
                  </a:lnTo>
                  <a:lnTo>
                    <a:pt x="918202" y="4158341"/>
                  </a:lnTo>
                  <a:lnTo>
                    <a:pt x="911834" y="4149863"/>
                  </a:lnTo>
                  <a:close/>
                </a:path>
                <a:path w="9542780" h="6570345">
                  <a:moveTo>
                    <a:pt x="911834" y="4194342"/>
                  </a:moveTo>
                  <a:lnTo>
                    <a:pt x="892731" y="4194342"/>
                  </a:lnTo>
                  <a:lnTo>
                    <a:pt x="884269" y="4200700"/>
                  </a:lnTo>
                  <a:lnTo>
                    <a:pt x="884269" y="4221866"/>
                  </a:lnTo>
                  <a:lnTo>
                    <a:pt x="890609" y="4228223"/>
                  </a:lnTo>
                  <a:lnTo>
                    <a:pt x="909712" y="4228223"/>
                  </a:lnTo>
                  <a:lnTo>
                    <a:pt x="918202" y="4221866"/>
                  </a:lnTo>
                  <a:lnTo>
                    <a:pt x="918202" y="4202819"/>
                  </a:lnTo>
                  <a:lnTo>
                    <a:pt x="911834" y="4194342"/>
                  </a:lnTo>
                  <a:close/>
                </a:path>
                <a:path w="9542780" h="6570345">
                  <a:moveTo>
                    <a:pt x="911834" y="4238792"/>
                  </a:moveTo>
                  <a:lnTo>
                    <a:pt x="892732" y="4238792"/>
                  </a:lnTo>
                  <a:lnTo>
                    <a:pt x="884269" y="4245150"/>
                  </a:lnTo>
                  <a:lnTo>
                    <a:pt x="884269" y="4266316"/>
                  </a:lnTo>
                  <a:lnTo>
                    <a:pt x="890609" y="4272673"/>
                  </a:lnTo>
                  <a:lnTo>
                    <a:pt x="909712" y="4272673"/>
                  </a:lnTo>
                  <a:lnTo>
                    <a:pt x="918202" y="4264224"/>
                  </a:lnTo>
                  <a:lnTo>
                    <a:pt x="918202" y="4247269"/>
                  </a:lnTo>
                  <a:lnTo>
                    <a:pt x="911834" y="4238792"/>
                  </a:lnTo>
                  <a:close/>
                </a:path>
                <a:path w="9542780" h="6570345">
                  <a:moveTo>
                    <a:pt x="911834" y="4283270"/>
                  </a:moveTo>
                  <a:lnTo>
                    <a:pt x="892732" y="4283270"/>
                  </a:lnTo>
                  <a:lnTo>
                    <a:pt x="884269" y="4289629"/>
                  </a:lnTo>
                  <a:lnTo>
                    <a:pt x="884269" y="4308675"/>
                  </a:lnTo>
                  <a:lnTo>
                    <a:pt x="890609" y="4317152"/>
                  </a:lnTo>
                  <a:lnTo>
                    <a:pt x="909712" y="4317152"/>
                  </a:lnTo>
                  <a:lnTo>
                    <a:pt x="918202" y="4308675"/>
                  </a:lnTo>
                  <a:lnTo>
                    <a:pt x="918202" y="4291749"/>
                  </a:lnTo>
                  <a:lnTo>
                    <a:pt x="911834" y="4283270"/>
                  </a:lnTo>
                  <a:close/>
                </a:path>
                <a:path w="9542780" h="6570345">
                  <a:moveTo>
                    <a:pt x="911834" y="4327721"/>
                  </a:moveTo>
                  <a:lnTo>
                    <a:pt x="892732" y="4327721"/>
                  </a:lnTo>
                  <a:lnTo>
                    <a:pt x="884269" y="4334079"/>
                  </a:lnTo>
                  <a:lnTo>
                    <a:pt x="884269" y="4353153"/>
                  </a:lnTo>
                  <a:lnTo>
                    <a:pt x="890609" y="4361602"/>
                  </a:lnTo>
                  <a:lnTo>
                    <a:pt x="909712" y="4361602"/>
                  </a:lnTo>
                  <a:lnTo>
                    <a:pt x="918202" y="4353153"/>
                  </a:lnTo>
                  <a:lnTo>
                    <a:pt x="918202" y="4336199"/>
                  </a:lnTo>
                  <a:lnTo>
                    <a:pt x="911834" y="4327721"/>
                  </a:lnTo>
                  <a:close/>
                </a:path>
                <a:path w="9542780" h="6570345">
                  <a:moveTo>
                    <a:pt x="911834" y="4372199"/>
                  </a:moveTo>
                  <a:lnTo>
                    <a:pt x="892732" y="4372199"/>
                  </a:lnTo>
                  <a:lnTo>
                    <a:pt x="884269" y="4378557"/>
                  </a:lnTo>
                  <a:lnTo>
                    <a:pt x="884269" y="4397603"/>
                  </a:lnTo>
                  <a:lnTo>
                    <a:pt x="890609" y="4406080"/>
                  </a:lnTo>
                  <a:lnTo>
                    <a:pt x="901222" y="4406080"/>
                  </a:lnTo>
                  <a:lnTo>
                    <a:pt x="909712" y="4403962"/>
                  </a:lnTo>
                  <a:lnTo>
                    <a:pt x="918202" y="4397603"/>
                  </a:lnTo>
                  <a:lnTo>
                    <a:pt x="918202" y="4380677"/>
                  </a:lnTo>
                  <a:lnTo>
                    <a:pt x="911834" y="4372199"/>
                  </a:lnTo>
                  <a:close/>
                </a:path>
                <a:path w="9542780" h="6570345">
                  <a:moveTo>
                    <a:pt x="911834" y="4592387"/>
                  </a:moveTo>
                  <a:lnTo>
                    <a:pt x="892732" y="4592387"/>
                  </a:lnTo>
                  <a:lnTo>
                    <a:pt x="884270" y="4598746"/>
                  </a:lnTo>
                  <a:lnTo>
                    <a:pt x="884270" y="4617792"/>
                  </a:lnTo>
                  <a:lnTo>
                    <a:pt x="890609" y="4626269"/>
                  </a:lnTo>
                  <a:lnTo>
                    <a:pt x="909712" y="4626269"/>
                  </a:lnTo>
                  <a:lnTo>
                    <a:pt x="918202" y="4617792"/>
                  </a:lnTo>
                  <a:lnTo>
                    <a:pt x="918202" y="4600865"/>
                  </a:lnTo>
                  <a:lnTo>
                    <a:pt x="911834" y="4592387"/>
                  </a:lnTo>
                  <a:close/>
                </a:path>
                <a:path w="9542780" h="6570345">
                  <a:moveTo>
                    <a:pt x="911834" y="4636866"/>
                  </a:moveTo>
                  <a:lnTo>
                    <a:pt x="892732" y="4636866"/>
                  </a:lnTo>
                  <a:lnTo>
                    <a:pt x="884270" y="4643224"/>
                  </a:lnTo>
                  <a:lnTo>
                    <a:pt x="884270" y="4662270"/>
                  </a:lnTo>
                  <a:lnTo>
                    <a:pt x="890609" y="4670747"/>
                  </a:lnTo>
                  <a:lnTo>
                    <a:pt x="909712" y="4670747"/>
                  </a:lnTo>
                  <a:lnTo>
                    <a:pt x="918202" y="4662270"/>
                  </a:lnTo>
                  <a:lnTo>
                    <a:pt x="918202" y="4645343"/>
                  </a:lnTo>
                  <a:lnTo>
                    <a:pt x="911834" y="4636866"/>
                  </a:lnTo>
                  <a:close/>
                </a:path>
                <a:path w="9542780" h="6570345">
                  <a:moveTo>
                    <a:pt x="911834" y="4681316"/>
                  </a:moveTo>
                  <a:lnTo>
                    <a:pt x="892732" y="4681316"/>
                  </a:lnTo>
                  <a:lnTo>
                    <a:pt x="884270" y="4687674"/>
                  </a:lnTo>
                  <a:lnTo>
                    <a:pt x="884270" y="4706720"/>
                  </a:lnTo>
                  <a:lnTo>
                    <a:pt x="890609" y="4715198"/>
                  </a:lnTo>
                  <a:lnTo>
                    <a:pt x="901222" y="4715198"/>
                  </a:lnTo>
                  <a:lnTo>
                    <a:pt x="909712" y="4713079"/>
                  </a:lnTo>
                  <a:lnTo>
                    <a:pt x="918202" y="4706720"/>
                  </a:lnTo>
                  <a:lnTo>
                    <a:pt x="918202" y="4689793"/>
                  </a:lnTo>
                  <a:lnTo>
                    <a:pt x="911834" y="4681316"/>
                  </a:lnTo>
                  <a:close/>
                </a:path>
                <a:path w="9542780" h="6570345">
                  <a:moveTo>
                    <a:pt x="867289" y="44366"/>
                  </a:moveTo>
                  <a:lnTo>
                    <a:pt x="848213" y="44366"/>
                  </a:lnTo>
                  <a:lnTo>
                    <a:pt x="839724" y="50864"/>
                  </a:lnTo>
                  <a:lnTo>
                    <a:pt x="839724" y="72058"/>
                  </a:lnTo>
                  <a:lnTo>
                    <a:pt x="846091" y="78276"/>
                  </a:lnTo>
                  <a:lnTo>
                    <a:pt x="856703" y="78276"/>
                  </a:lnTo>
                  <a:lnTo>
                    <a:pt x="865165" y="76014"/>
                  </a:lnTo>
                  <a:lnTo>
                    <a:pt x="873657" y="69797"/>
                  </a:lnTo>
                  <a:lnTo>
                    <a:pt x="873657" y="52843"/>
                  </a:lnTo>
                  <a:lnTo>
                    <a:pt x="867289" y="44366"/>
                  </a:lnTo>
                  <a:close/>
                </a:path>
                <a:path w="9542780" h="6570345">
                  <a:moveTo>
                    <a:pt x="867289" y="86753"/>
                  </a:moveTo>
                  <a:lnTo>
                    <a:pt x="848213" y="86753"/>
                  </a:lnTo>
                  <a:lnTo>
                    <a:pt x="839724" y="92970"/>
                  </a:lnTo>
                  <a:lnTo>
                    <a:pt x="839724" y="112185"/>
                  </a:lnTo>
                  <a:lnTo>
                    <a:pt x="846091" y="120662"/>
                  </a:lnTo>
                  <a:lnTo>
                    <a:pt x="865165" y="120662"/>
                  </a:lnTo>
                  <a:lnTo>
                    <a:pt x="873657" y="114164"/>
                  </a:lnTo>
                  <a:lnTo>
                    <a:pt x="873657" y="95230"/>
                  </a:lnTo>
                  <a:lnTo>
                    <a:pt x="867289" y="86753"/>
                  </a:lnTo>
                  <a:close/>
                </a:path>
                <a:path w="9542780" h="6570345">
                  <a:moveTo>
                    <a:pt x="867289" y="131118"/>
                  </a:moveTo>
                  <a:lnTo>
                    <a:pt x="848213" y="131118"/>
                  </a:lnTo>
                  <a:lnTo>
                    <a:pt x="839724" y="137618"/>
                  </a:lnTo>
                  <a:lnTo>
                    <a:pt x="839724" y="156551"/>
                  </a:lnTo>
                  <a:lnTo>
                    <a:pt x="846091" y="165028"/>
                  </a:lnTo>
                  <a:lnTo>
                    <a:pt x="865165" y="165028"/>
                  </a:lnTo>
                  <a:lnTo>
                    <a:pt x="873657" y="158812"/>
                  </a:lnTo>
                  <a:lnTo>
                    <a:pt x="873657" y="139595"/>
                  </a:lnTo>
                  <a:lnTo>
                    <a:pt x="867289" y="131118"/>
                  </a:lnTo>
                  <a:close/>
                </a:path>
                <a:path w="9542780" h="6570345">
                  <a:moveTo>
                    <a:pt x="867289" y="175766"/>
                  </a:moveTo>
                  <a:lnTo>
                    <a:pt x="848213" y="175766"/>
                  </a:lnTo>
                  <a:lnTo>
                    <a:pt x="839724" y="181983"/>
                  </a:lnTo>
                  <a:lnTo>
                    <a:pt x="839724" y="201199"/>
                  </a:lnTo>
                  <a:lnTo>
                    <a:pt x="846091" y="209676"/>
                  </a:lnTo>
                  <a:lnTo>
                    <a:pt x="865165" y="209676"/>
                  </a:lnTo>
                  <a:lnTo>
                    <a:pt x="873657" y="203177"/>
                  </a:lnTo>
                  <a:lnTo>
                    <a:pt x="873657" y="184243"/>
                  </a:lnTo>
                  <a:lnTo>
                    <a:pt x="867289" y="175766"/>
                  </a:lnTo>
                  <a:close/>
                </a:path>
                <a:path w="9542780" h="6570345">
                  <a:moveTo>
                    <a:pt x="867289" y="220131"/>
                  </a:moveTo>
                  <a:lnTo>
                    <a:pt x="848213" y="220131"/>
                  </a:lnTo>
                  <a:lnTo>
                    <a:pt x="839724" y="226349"/>
                  </a:lnTo>
                  <a:lnTo>
                    <a:pt x="839724" y="245564"/>
                  </a:lnTo>
                  <a:lnTo>
                    <a:pt x="846091" y="254041"/>
                  </a:lnTo>
                  <a:lnTo>
                    <a:pt x="865165" y="254041"/>
                  </a:lnTo>
                  <a:lnTo>
                    <a:pt x="873657" y="245564"/>
                  </a:lnTo>
                  <a:lnTo>
                    <a:pt x="873657" y="228610"/>
                  </a:lnTo>
                  <a:lnTo>
                    <a:pt x="867289" y="220131"/>
                  </a:lnTo>
                  <a:close/>
                </a:path>
                <a:path w="9542780" h="6570345">
                  <a:moveTo>
                    <a:pt x="867289" y="264497"/>
                  </a:moveTo>
                  <a:lnTo>
                    <a:pt x="848213" y="264497"/>
                  </a:lnTo>
                  <a:lnTo>
                    <a:pt x="839724" y="270996"/>
                  </a:lnTo>
                  <a:lnTo>
                    <a:pt x="839724" y="292190"/>
                  </a:lnTo>
                  <a:lnTo>
                    <a:pt x="846091" y="298408"/>
                  </a:lnTo>
                  <a:lnTo>
                    <a:pt x="865165" y="298408"/>
                  </a:lnTo>
                  <a:lnTo>
                    <a:pt x="873657" y="289929"/>
                  </a:lnTo>
                  <a:lnTo>
                    <a:pt x="873657" y="272975"/>
                  </a:lnTo>
                  <a:lnTo>
                    <a:pt x="867289" y="264497"/>
                  </a:lnTo>
                  <a:close/>
                </a:path>
                <a:path w="9542780" h="6570345">
                  <a:moveTo>
                    <a:pt x="867289" y="309145"/>
                  </a:moveTo>
                  <a:lnTo>
                    <a:pt x="848213" y="309145"/>
                  </a:lnTo>
                  <a:lnTo>
                    <a:pt x="839724" y="315362"/>
                  </a:lnTo>
                  <a:lnTo>
                    <a:pt x="839724" y="334577"/>
                  </a:lnTo>
                  <a:lnTo>
                    <a:pt x="846091" y="343054"/>
                  </a:lnTo>
                  <a:lnTo>
                    <a:pt x="865165" y="343054"/>
                  </a:lnTo>
                  <a:lnTo>
                    <a:pt x="873657" y="334577"/>
                  </a:lnTo>
                  <a:lnTo>
                    <a:pt x="873657" y="317623"/>
                  </a:lnTo>
                  <a:lnTo>
                    <a:pt x="867289" y="309145"/>
                  </a:lnTo>
                  <a:close/>
                </a:path>
                <a:path w="9542780" h="6570345">
                  <a:moveTo>
                    <a:pt x="867289" y="353510"/>
                  </a:moveTo>
                  <a:lnTo>
                    <a:pt x="848213" y="353510"/>
                  </a:lnTo>
                  <a:lnTo>
                    <a:pt x="839724" y="360010"/>
                  </a:lnTo>
                  <a:lnTo>
                    <a:pt x="839724" y="378943"/>
                  </a:lnTo>
                  <a:lnTo>
                    <a:pt x="846091" y="387421"/>
                  </a:lnTo>
                  <a:lnTo>
                    <a:pt x="856703" y="387421"/>
                  </a:lnTo>
                  <a:lnTo>
                    <a:pt x="865165" y="385160"/>
                  </a:lnTo>
                  <a:lnTo>
                    <a:pt x="873657" y="378943"/>
                  </a:lnTo>
                  <a:lnTo>
                    <a:pt x="873657" y="361988"/>
                  </a:lnTo>
                  <a:lnTo>
                    <a:pt x="867289" y="353510"/>
                  </a:lnTo>
                  <a:close/>
                </a:path>
                <a:path w="9542780" h="6570345">
                  <a:moveTo>
                    <a:pt x="867289" y="397877"/>
                  </a:moveTo>
                  <a:lnTo>
                    <a:pt x="848213" y="397877"/>
                  </a:lnTo>
                  <a:lnTo>
                    <a:pt x="839724" y="404375"/>
                  </a:lnTo>
                  <a:lnTo>
                    <a:pt x="839724" y="425569"/>
                  </a:lnTo>
                  <a:lnTo>
                    <a:pt x="846091" y="431786"/>
                  </a:lnTo>
                  <a:lnTo>
                    <a:pt x="856703" y="431786"/>
                  </a:lnTo>
                  <a:lnTo>
                    <a:pt x="865165" y="429808"/>
                  </a:lnTo>
                  <a:lnTo>
                    <a:pt x="873657" y="423308"/>
                  </a:lnTo>
                  <a:lnTo>
                    <a:pt x="873657" y="406354"/>
                  </a:lnTo>
                  <a:lnTo>
                    <a:pt x="867289" y="397877"/>
                  </a:lnTo>
                  <a:close/>
                </a:path>
                <a:path w="9542780" h="6570345">
                  <a:moveTo>
                    <a:pt x="867289" y="440263"/>
                  </a:moveTo>
                  <a:lnTo>
                    <a:pt x="848213" y="440263"/>
                  </a:lnTo>
                  <a:lnTo>
                    <a:pt x="839724" y="446763"/>
                  </a:lnTo>
                  <a:lnTo>
                    <a:pt x="839724" y="465696"/>
                  </a:lnTo>
                  <a:lnTo>
                    <a:pt x="846091" y="474173"/>
                  </a:lnTo>
                  <a:lnTo>
                    <a:pt x="865165" y="474173"/>
                  </a:lnTo>
                  <a:lnTo>
                    <a:pt x="873657" y="467956"/>
                  </a:lnTo>
                  <a:lnTo>
                    <a:pt x="873657" y="448741"/>
                  </a:lnTo>
                  <a:lnTo>
                    <a:pt x="867289" y="440263"/>
                  </a:lnTo>
                  <a:close/>
                </a:path>
                <a:path w="9542780" h="6570345">
                  <a:moveTo>
                    <a:pt x="867289" y="484911"/>
                  </a:moveTo>
                  <a:lnTo>
                    <a:pt x="848213" y="484911"/>
                  </a:lnTo>
                  <a:lnTo>
                    <a:pt x="839724" y="491128"/>
                  </a:lnTo>
                  <a:lnTo>
                    <a:pt x="839724" y="510344"/>
                  </a:lnTo>
                  <a:lnTo>
                    <a:pt x="846091" y="518539"/>
                  </a:lnTo>
                  <a:lnTo>
                    <a:pt x="865165" y="518539"/>
                  </a:lnTo>
                  <a:lnTo>
                    <a:pt x="873657" y="512321"/>
                  </a:lnTo>
                  <a:lnTo>
                    <a:pt x="873657" y="493389"/>
                  </a:lnTo>
                  <a:lnTo>
                    <a:pt x="867289" y="484911"/>
                  </a:lnTo>
                  <a:close/>
                </a:path>
                <a:path w="9542780" h="6570345">
                  <a:moveTo>
                    <a:pt x="867289" y="529277"/>
                  </a:moveTo>
                  <a:lnTo>
                    <a:pt x="848213" y="529277"/>
                  </a:lnTo>
                  <a:lnTo>
                    <a:pt x="839724" y="535494"/>
                  </a:lnTo>
                  <a:lnTo>
                    <a:pt x="839724" y="556687"/>
                  </a:lnTo>
                  <a:lnTo>
                    <a:pt x="846091" y="563186"/>
                  </a:lnTo>
                  <a:lnTo>
                    <a:pt x="865165" y="563186"/>
                  </a:lnTo>
                  <a:lnTo>
                    <a:pt x="873657" y="554709"/>
                  </a:lnTo>
                  <a:lnTo>
                    <a:pt x="873657" y="537754"/>
                  </a:lnTo>
                  <a:lnTo>
                    <a:pt x="867289" y="529277"/>
                  </a:lnTo>
                  <a:close/>
                </a:path>
                <a:path w="9542780" h="6570345">
                  <a:moveTo>
                    <a:pt x="867289" y="573642"/>
                  </a:moveTo>
                  <a:lnTo>
                    <a:pt x="848213" y="573642"/>
                  </a:lnTo>
                  <a:lnTo>
                    <a:pt x="839724" y="580142"/>
                  </a:lnTo>
                  <a:lnTo>
                    <a:pt x="839724" y="599075"/>
                  </a:lnTo>
                  <a:lnTo>
                    <a:pt x="846091" y="607552"/>
                  </a:lnTo>
                  <a:lnTo>
                    <a:pt x="865165" y="607552"/>
                  </a:lnTo>
                  <a:lnTo>
                    <a:pt x="873657" y="599075"/>
                  </a:lnTo>
                  <a:lnTo>
                    <a:pt x="873657" y="582119"/>
                  </a:lnTo>
                  <a:lnTo>
                    <a:pt x="867289" y="573642"/>
                  </a:lnTo>
                  <a:close/>
                </a:path>
                <a:path w="9542780" h="6570345">
                  <a:moveTo>
                    <a:pt x="867289" y="618290"/>
                  </a:moveTo>
                  <a:lnTo>
                    <a:pt x="848213" y="618290"/>
                  </a:lnTo>
                  <a:lnTo>
                    <a:pt x="839724" y="624507"/>
                  </a:lnTo>
                  <a:lnTo>
                    <a:pt x="839724" y="643723"/>
                  </a:lnTo>
                  <a:lnTo>
                    <a:pt x="846091" y="652200"/>
                  </a:lnTo>
                  <a:lnTo>
                    <a:pt x="865165" y="652200"/>
                  </a:lnTo>
                  <a:lnTo>
                    <a:pt x="873657" y="643723"/>
                  </a:lnTo>
                  <a:lnTo>
                    <a:pt x="873657" y="626767"/>
                  </a:lnTo>
                  <a:lnTo>
                    <a:pt x="867289" y="618290"/>
                  </a:lnTo>
                  <a:close/>
                </a:path>
                <a:path w="9542780" h="6570345">
                  <a:moveTo>
                    <a:pt x="867289" y="662656"/>
                  </a:moveTo>
                  <a:lnTo>
                    <a:pt x="848213" y="662656"/>
                  </a:lnTo>
                  <a:lnTo>
                    <a:pt x="839724" y="668873"/>
                  </a:lnTo>
                  <a:lnTo>
                    <a:pt x="839724" y="688088"/>
                  </a:lnTo>
                  <a:lnTo>
                    <a:pt x="846091" y="696565"/>
                  </a:lnTo>
                  <a:lnTo>
                    <a:pt x="856703" y="696565"/>
                  </a:lnTo>
                  <a:lnTo>
                    <a:pt x="865165" y="694305"/>
                  </a:lnTo>
                  <a:lnTo>
                    <a:pt x="873657" y="688088"/>
                  </a:lnTo>
                  <a:lnTo>
                    <a:pt x="873657" y="671134"/>
                  </a:lnTo>
                  <a:lnTo>
                    <a:pt x="867289" y="662656"/>
                  </a:lnTo>
                  <a:close/>
                </a:path>
                <a:path w="9542780" h="6570345">
                  <a:moveTo>
                    <a:pt x="867289" y="707021"/>
                  </a:moveTo>
                  <a:lnTo>
                    <a:pt x="848213" y="707021"/>
                  </a:lnTo>
                  <a:lnTo>
                    <a:pt x="839724" y="713521"/>
                  </a:lnTo>
                  <a:lnTo>
                    <a:pt x="839724" y="732453"/>
                  </a:lnTo>
                  <a:lnTo>
                    <a:pt x="846091" y="740931"/>
                  </a:lnTo>
                  <a:lnTo>
                    <a:pt x="856703" y="740931"/>
                  </a:lnTo>
                  <a:lnTo>
                    <a:pt x="865165" y="738953"/>
                  </a:lnTo>
                  <a:lnTo>
                    <a:pt x="873657" y="732453"/>
                  </a:lnTo>
                  <a:lnTo>
                    <a:pt x="873657" y="715498"/>
                  </a:lnTo>
                  <a:lnTo>
                    <a:pt x="867289" y="707021"/>
                  </a:lnTo>
                  <a:close/>
                </a:path>
                <a:path w="9542780" h="6570345">
                  <a:moveTo>
                    <a:pt x="867289" y="749409"/>
                  </a:moveTo>
                  <a:lnTo>
                    <a:pt x="848213" y="749409"/>
                  </a:lnTo>
                  <a:lnTo>
                    <a:pt x="839724" y="755907"/>
                  </a:lnTo>
                  <a:lnTo>
                    <a:pt x="839724" y="774840"/>
                  </a:lnTo>
                  <a:lnTo>
                    <a:pt x="846091" y="783318"/>
                  </a:lnTo>
                  <a:lnTo>
                    <a:pt x="865165" y="783318"/>
                  </a:lnTo>
                  <a:lnTo>
                    <a:pt x="873657" y="777101"/>
                  </a:lnTo>
                  <a:lnTo>
                    <a:pt x="873657" y="757886"/>
                  </a:lnTo>
                  <a:lnTo>
                    <a:pt x="867289" y="749409"/>
                  </a:lnTo>
                  <a:close/>
                </a:path>
                <a:path w="9542780" h="6570345">
                  <a:moveTo>
                    <a:pt x="867289" y="794057"/>
                  </a:moveTo>
                  <a:lnTo>
                    <a:pt x="848213" y="794057"/>
                  </a:lnTo>
                  <a:lnTo>
                    <a:pt x="839724" y="800273"/>
                  </a:lnTo>
                  <a:lnTo>
                    <a:pt x="839724" y="821467"/>
                  </a:lnTo>
                  <a:lnTo>
                    <a:pt x="846091" y="827684"/>
                  </a:lnTo>
                  <a:lnTo>
                    <a:pt x="865165" y="827684"/>
                  </a:lnTo>
                  <a:lnTo>
                    <a:pt x="873657" y="821467"/>
                  </a:lnTo>
                  <a:lnTo>
                    <a:pt x="873657" y="802534"/>
                  </a:lnTo>
                  <a:lnTo>
                    <a:pt x="867289" y="794057"/>
                  </a:lnTo>
                  <a:close/>
                </a:path>
                <a:path w="9542780" h="6570345">
                  <a:moveTo>
                    <a:pt x="867289" y="838422"/>
                  </a:moveTo>
                  <a:lnTo>
                    <a:pt x="848213" y="838422"/>
                  </a:lnTo>
                  <a:lnTo>
                    <a:pt x="839724" y="844638"/>
                  </a:lnTo>
                  <a:lnTo>
                    <a:pt x="839724" y="863855"/>
                  </a:lnTo>
                  <a:lnTo>
                    <a:pt x="846091" y="872332"/>
                  </a:lnTo>
                  <a:lnTo>
                    <a:pt x="865165" y="872332"/>
                  </a:lnTo>
                  <a:lnTo>
                    <a:pt x="873657" y="863855"/>
                  </a:lnTo>
                  <a:lnTo>
                    <a:pt x="873657" y="846899"/>
                  </a:lnTo>
                  <a:lnTo>
                    <a:pt x="867289" y="838422"/>
                  </a:lnTo>
                  <a:close/>
                </a:path>
                <a:path w="9542780" h="6570345">
                  <a:moveTo>
                    <a:pt x="867289" y="882788"/>
                  </a:moveTo>
                  <a:lnTo>
                    <a:pt x="848213" y="882788"/>
                  </a:lnTo>
                  <a:lnTo>
                    <a:pt x="839724" y="889287"/>
                  </a:lnTo>
                  <a:lnTo>
                    <a:pt x="839724" y="908220"/>
                  </a:lnTo>
                  <a:lnTo>
                    <a:pt x="846091" y="916697"/>
                  </a:lnTo>
                  <a:lnTo>
                    <a:pt x="865165" y="916697"/>
                  </a:lnTo>
                  <a:lnTo>
                    <a:pt x="873657" y="908220"/>
                  </a:lnTo>
                  <a:lnTo>
                    <a:pt x="873657" y="891265"/>
                  </a:lnTo>
                  <a:lnTo>
                    <a:pt x="867289" y="882788"/>
                  </a:lnTo>
                  <a:close/>
                </a:path>
                <a:path w="9542780" h="6570345">
                  <a:moveTo>
                    <a:pt x="867289" y="927435"/>
                  </a:moveTo>
                  <a:lnTo>
                    <a:pt x="848213" y="927435"/>
                  </a:lnTo>
                  <a:lnTo>
                    <a:pt x="839724" y="933653"/>
                  </a:lnTo>
                  <a:lnTo>
                    <a:pt x="839724" y="954846"/>
                  </a:lnTo>
                  <a:lnTo>
                    <a:pt x="846091" y="961063"/>
                  </a:lnTo>
                  <a:lnTo>
                    <a:pt x="865165" y="961063"/>
                  </a:lnTo>
                  <a:lnTo>
                    <a:pt x="873657" y="952585"/>
                  </a:lnTo>
                  <a:lnTo>
                    <a:pt x="873657" y="935913"/>
                  </a:lnTo>
                  <a:lnTo>
                    <a:pt x="867289" y="927435"/>
                  </a:lnTo>
                  <a:close/>
                </a:path>
                <a:path w="9542780" h="6570345">
                  <a:moveTo>
                    <a:pt x="867289" y="971801"/>
                  </a:moveTo>
                  <a:lnTo>
                    <a:pt x="848213" y="971801"/>
                  </a:lnTo>
                  <a:lnTo>
                    <a:pt x="839724" y="978018"/>
                  </a:lnTo>
                  <a:lnTo>
                    <a:pt x="839724" y="997233"/>
                  </a:lnTo>
                  <a:lnTo>
                    <a:pt x="846091" y="1005711"/>
                  </a:lnTo>
                  <a:lnTo>
                    <a:pt x="856703" y="1005711"/>
                  </a:lnTo>
                  <a:lnTo>
                    <a:pt x="865165" y="1003451"/>
                  </a:lnTo>
                  <a:lnTo>
                    <a:pt x="873657" y="997233"/>
                  </a:lnTo>
                  <a:lnTo>
                    <a:pt x="873657" y="980278"/>
                  </a:lnTo>
                  <a:lnTo>
                    <a:pt x="867289" y="971801"/>
                  </a:lnTo>
                  <a:close/>
                </a:path>
                <a:path w="9542780" h="6570345">
                  <a:moveTo>
                    <a:pt x="867289" y="1016166"/>
                  </a:moveTo>
                  <a:lnTo>
                    <a:pt x="848213" y="1016166"/>
                  </a:lnTo>
                  <a:lnTo>
                    <a:pt x="839724" y="1022666"/>
                  </a:lnTo>
                  <a:lnTo>
                    <a:pt x="839724" y="1041599"/>
                  </a:lnTo>
                  <a:lnTo>
                    <a:pt x="846091" y="1050076"/>
                  </a:lnTo>
                  <a:lnTo>
                    <a:pt x="856703" y="1050076"/>
                  </a:lnTo>
                  <a:lnTo>
                    <a:pt x="865165" y="1048097"/>
                  </a:lnTo>
                  <a:lnTo>
                    <a:pt x="873657" y="1041599"/>
                  </a:lnTo>
                  <a:lnTo>
                    <a:pt x="873657" y="1024643"/>
                  </a:lnTo>
                  <a:lnTo>
                    <a:pt x="867289" y="1016166"/>
                  </a:lnTo>
                  <a:close/>
                </a:path>
                <a:path w="9542780" h="6570345">
                  <a:moveTo>
                    <a:pt x="867289" y="1058553"/>
                  </a:moveTo>
                  <a:lnTo>
                    <a:pt x="848213" y="1058553"/>
                  </a:lnTo>
                  <a:lnTo>
                    <a:pt x="839724" y="1065053"/>
                  </a:lnTo>
                  <a:lnTo>
                    <a:pt x="839724" y="1086247"/>
                  </a:lnTo>
                  <a:lnTo>
                    <a:pt x="846091" y="1092464"/>
                  </a:lnTo>
                  <a:lnTo>
                    <a:pt x="865165" y="1092464"/>
                  </a:lnTo>
                  <a:lnTo>
                    <a:pt x="873657" y="1086247"/>
                  </a:lnTo>
                  <a:lnTo>
                    <a:pt x="873657" y="1067031"/>
                  </a:lnTo>
                  <a:lnTo>
                    <a:pt x="867289" y="1058553"/>
                  </a:lnTo>
                  <a:close/>
                </a:path>
                <a:path w="9542780" h="6570345">
                  <a:moveTo>
                    <a:pt x="867289" y="1102920"/>
                  </a:moveTo>
                  <a:lnTo>
                    <a:pt x="848213" y="1102920"/>
                  </a:lnTo>
                  <a:lnTo>
                    <a:pt x="839724" y="1109418"/>
                  </a:lnTo>
                  <a:lnTo>
                    <a:pt x="839724" y="1128351"/>
                  </a:lnTo>
                  <a:lnTo>
                    <a:pt x="846091" y="1136829"/>
                  </a:lnTo>
                  <a:lnTo>
                    <a:pt x="865165" y="1136829"/>
                  </a:lnTo>
                  <a:lnTo>
                    <a:pt x="873657" y="1130612"/>
                  </a:lnTo>
                  <a:lnTo>
                    <a:pt x="873657" y="1111397"/>
                  </a:lnTo>
                  <a:lnTo>
                    <a:pt x="867289" y="1102920"/>
                  </a:lnTo>
                  <a:close/>
                </a:path>
                <a:path w="9542780" h="6570345">
                  <a:moveTo>
                    <a:pt x="867289" y="1147566"/>
                  </a:moveTo>
                  <a:lnTo>
                    <a:pt x="848213" y="1147566"/>
                  </a:lnTo>
                  <a:lnTo>
                    <a:pt x="839724" y="1153784"/>
                  </a:lnTo>
                  <a:lnTo>
                    <a:pt x="839724" y="1172999"/>
                  </a:lnTo>
                  <a:lnTo>
                    <a:pt x="846091" y="1181477"/>
                  </a:lnTo>
                  <a:lnTo>
                    <a:pt x="865165" y="1181477"/>
                  </a:lnTo>
                  <a:lnTo>
                    <a:pt x="873657" y="1172999"/>
                  </a:lnTo>
                  <a:lnTo>
                    <a:pt x="873657" y="1156045"/>
                  </a:lnTo>
                  <a:lnTo>
                    <a:pt x="867289" y="1147566"/>
                  </a:lnTo>
                  <a:close/>
                </a:path>
                <a:path w="9542780" h="6570345">
                  <a:moveTo>
                    <a:pt x="867289" y="1191933"/>
                  </a:moveTo>
                  <a:lnTo>
                    <a:pt x="848213" y="1191933"/>
                  </a:lnTo>
                  <a:lnTo>
                    <a:pt x="839724" y="1198432"/>
                  </a:lnTo>
                  <a:lnTo>
                    <a:pt x="839724" y="1217364"/>
                  </a:lnTo>
                  <a:lnTo>
                    <a:pt x="846091" y="1225843"/>
                  </a:lnTo>
                  <a:lnTo>
                    <a:pt x="865165" y="1225843"/>
                  </a:lnTo>
                  <a:lnTo>
                    <a:pt x="873657" y="1217364"/>
                  </a:lnTo>
                  <a:lnTo>
                    <a:pt x="873657" y="1200410"/>
                  </a:lnTo>
                  <a:lnTo>
                    <a:pt x="867289" y="1191933"/>
                  </a:lnTo>
                  <a:close/>
                </a:path>
                <a:path w="9542780" h="6570345">
                  <a:moveTo>
                    <a:pt x="867289" y="1236581"/>
                  </a:moveTo>
                  <a:lnTo>
                    <a:pt x="848213" y="1236581"/>
                  </a:lnTo>
                  <a:lnTo>
                    <a:pt x="839724" y="1242797"/>
                  </a:lnTo>
                  <a:lnTo>
                    <a:pt x="839724" y="1261731"/>
                  </a:lnTo>
                  <a:lnTo>
                    <a:pt x="846091" y="1270208"/>
                  </a:lnTo>
                  <a:lnTo>
                    <a:pt x="865165" y="1270208"/>
                  </a:lnTo>
                  <a:lnTo>
                    <a:pt x="873657" y="1261731"/>
                  </a:lnTo>
                  <a:lnTo>
                    <a:pt x="873657" y="1244775"/>
                  </a:lnTo>
                  <a:lnTo>
                    <a:pt x="867289" y="1236581"/>
                  </a:lnTo>
                  <a:close/>
                </a:path>
                <a:path w="9542780" h="6570345">
                  <a:moveTo>
                    <a:pt x="867289" y="1280946"/>
                  </a:moveTo>
                  <a:lnTo>
                    <a:pt x="848213" y="1280946"/>
                  </a:lnTo>
                  <a:lnTo>
                    <a:pt x="839724" y="1287162"/>
                  </a:lnTo>
                  <a:lnTo>
                    <a:pt x="839724" y="1306379"/>
                  </a:lnTo>
                  <a:lnTo>
                    <a:pt x="846091" y="1314856"/>
                  </a:lnTo>
                  <a:lnTo>
                    <a:pt x="856703" y="1314856"/>
                  </a:lnTo>
                  <a:lnTo>
                    <a:pt x="865165" y="1312595"/>
                  </a:lnTo>
                  <a:lnTo>
                    <a:pt x="873657" y="1306379"/>
                  </a:lnTo>
                  <a:lnTo>
                    <a:pt x="873657" y="1289423"/>
                  </a:lnTo>
                  <a:lnTo>
                    <a:pt x="867289" y="1280946"/>
                  </a:lnTo>
                  <a:close/>
                </a:path>
                <a:path w="9542780" h="6570345">
                  <a:moveTo>
                    <a:pt x="867289" y="1325312"/>
                  </a:moveTo>
                  <a:lnTo>
                    <a:pt x="848213" y="1325312"/>
                  </a:lnTo>
                  <a:lnTo>
                    <a:pt x="839724" y="1331810"/>
                  </a:lnTo>
                  <a:lnTo>
                    <a:pt x="839724" y="1350744"/>
                  </a:lnTo>
                  <a:lnTo>
                    <a:pt x="846091" y="1359221"/>
                  </a:lnTo>
                  <a:lnTo>
                    <a:pt x="856703" y="1359221"/>
                  </a:lnTo>
                  <a:lnTo>
                    <a:pt x="865165" y="1357243"/>
                  </a:lnTo>
                  <a:lnTo>
                    <a:pt x="873657" y="1350744"/>
                  </a:lnTo>
                  <a:lnTo>
                    <a:pt x="873657" y="1333789"/>
                  </a:lnTo>
                  <a:lnTo>
                    <a:pt x="867289" y="1325312"/>
                  </a:lnTo>
                  <a:close/>
                </a:path>
                <a:path w="9542780" h="6570345">
                  <a:moveTo>
                    <a:pt x="867289" y="1367698"/>
                  </a:moveTo>
                  <a:lnTo>
                    <a:pt x="848213" y="1367698"/>
                  </a:lnTo>
                  <a:lnTo>
                    <a:pt x="839724" y="1374198"/>
                  </a:lnTo>
                  <a:lnTo>
                    <a:pt x="839724" y="1393131"/>
                  </a:lnTo>
                  <a:lnTo>
                    <a:pt x="846091" y="1401608"/>
                  </a:lnTo>
                  <a:lnTo>
                    <a:pt x="865165" y="1401608"/>
                  </a:lnTo>
                  <a:lnTo>
                    <a:pt x="873657" y="1395110"/>
                  </a:lnTo>
                  <a:lnTo>
                    <a:pt x="873657" y="1376177"/>
                  </a:lnTo>
                  <a:lnTo>
                    <a:pt x="867289" y="1367698"/>
                  </a:lnTo>
                  <a:close/>
                </a:path>
                <a:path w="9542780" h="6570345">
                  <a:moveTo>
                    <a:pt x="867289" y="1412064"/>
                  </a:moveTo>
                  <a:lnTo>
                    <a:pt x="848213" y="1412064"/>
                  </a:lnTo>
                  <a:lnTo>
                    <a:pt x="839724" y="1418564"/>
                  </a:lnTo>
                  <a:lnTo>
                    <a:pt x="839724" y="1439757"/>
                  </a:lnTo>
                  <a:lnTo>
                    <a:pt x="846091" y="1445975"/>
                  </a:lnTo>
                  <a:lnTo>
                    <a:pt x="865165" y="1445975"/>
                  </a:lnTo>
                  <a:lnTo>
                    <a:pt x="873657" y="1439757"/>
                  </a:lnTo>
                  <a:lnTo>
                    <a:pt x="873657" y="1420541"/>
                  </a:lnTo>
                  <a:lnTo>
                    <a:pt x="867289" y="1412064"/>
                  </a:lnTo>
                  <a:close/>
                </a:path>
                <a:path w="9542780" h="6570345">
                  <a:moveTo>
                    <a:pt x="867289" y="1456712"/>
                  </a:moveTo>
                  <a:lnTo>
                    <a:pt x="848213" y="1456712"/>
                  </a:lnTo>
                  <a:lnTo>
                    <a:pt x="839724" y="1462929"/>
                  </a:lnTo>
                  <a:lnTo>
                    <a:pt x="839724" y="1484123"/>
                  </a:lnTo>
                  <a:lnTo>
                    <a:pt x="846091" y="1490623"/>
                  </a:lnTo>
                  <a:lnTo>
                    <a:pt x="865165" y="1490623"/>
                  </a:lnTo>
                  <a:lnTo>
                    <a:pt x="873657" y="1482144"/>
                  </a:lnTo>
                  <a:lnTo>
                    <a:pt x="873657" y="1465190"/>
                  </a:lnTo>
                  <a:lnTo>
                    <a:pt x="867289" y="1456712"/>
                  </a:lnTo>
                  <a:close/>
                </a:path>
                <a:path w="9542780" h="6570345">
                  <a:moveTo>
                    <a:pt x="867289" y="1501077"/>
                  </a:moveTo>
                  <a:lnTo>
                    <a:pt x="848213" y="1501077"/>
                  </a:lnTo>
                  <a:lnTo>
                    <a:pt x="839724" y="1507577"/>
                  </a:lnTo>
                  <a:lnTo>
                    <a:pt x="839724" y="1528771"/>
                  </a:lnTo>
                  <a:lnTo>
                    <a:pt x="846091" y="1534988"/>
                  </a:lnTo>
                  <a:lnTo>
                    <a:pt x="865165" y="1534988"/>
                  </a:lnTo>
                  <a:lnTo>
                    <a:pt x="873657" y="1526510"/>
                  </a:lnTo>
                  <a:lnTo>
                    <a:pt x="873657" y="1509555"/>
                  </a:lnTo>
                  <a:lnTo>
                    <a:pt x="867289" y="1501077"/>
                  </a:lnTo>
                  <a:close/>
                </a:path>
                <a:path w="9542780" h="6570345">
                  <a:moveTo>
                    <a:pt x="867289" y="1545443"/>
                  </a:moveTo>
                  <a:lnTo>
                    <a:pt x="848213" y="1545443"/>
                  </a:lnTo>
                  <a:lnTo>
                    <a:pt x="839724" y="1551942"/>
                  </a:lnTo>
                  <a:lnTo>
                    <a:pt x="839724" y="1573136"/>
                  </a:lnTo>
                  <a:lnTo>
                    <a:pt x="846091" y="1579352"/>
                  </a:lnTo>
                  <a:lnTo>
                    <a:pt x="865165" y="1579352"/>
                  </a:lnTo>
                  <a:lnTo>
                    <a:pt x="873657" y="1570875"/>
                  </a:lnTo>
                  <a:lnTo>
                    <a:pt x="873657" y="1553921"/>
                  </a:lnTo>
                  <a:lnTo>
                    <a:pt x="867289" y="1545443"/>
                  </a:lnTo>
                  <a:close/>
                </a:path>
                <a:path w="9542780" h="6570345">
                  <a:moveTo>
                    <a:pt x="867289" y="1590092"/>
                  </a:moveTo>
                  <a:lnTo>
                    <a:pt x="848213" y="1590092"/>
                  </a:lnTo>
                  <a:lnTo>
                    <a:pt x="839724" y="1596308"/>
                  </a:lnTo>
                  <a:lnTo>
                    <a:pt x="839724" y="1615523"/>
                  </a:lnTo>
                  <a:lnTo>
                    <a:pt x="846091" y="1624001"/>
                  </a:lnTo>
                  <a:lnTo>
                    <a:pt x="856703" y="1624001"/>
                  </a:lnTo>
                  <a:lnTo>
                    <a:pt x="865165" y="1621740"/>
                  </a:lnTo>
                  <a:lnTo>
                    <a:pt x="873657" y="1615523"/>
                  </a:lnTo>
                  <a:lnTo>
                    <a:pt x="873657" y="1598569"/>
                  </a:lnTo>
                  <a:lnTo>
                    <a:pt x="867289" y="1590092"/>
                  </a:lnTo>
                  <a:close/>
                </a:path>
                <a:path w="9542780" h="6570345">
                  <a:moveTo>
                    <a:pt x="867289" y="1634456"/>
                  </a:moveTo>
                  <a:lnTo>
                    <a:pt x="848213" y="1634456"/>
                  </a:lnTo>
                  <a:lnTo>
                    <a:pt x="839724" y="1640956"/>
                  </a:lnTo>
                  <a:lnTo>
                    <a:pt x="839724" y="1659888"/>
                  </a:lnTo>
                  <a:lnTo>
                    <a:pt x="846091" y="1668367"/>
                  </a:lnTo>
                  <a:lnTo>
                    <a:pt x="856703" y="1668367"/>
                  </a:lnTo>
                  <a:lnTo>
                    <a:pt x="865165" y="1666388"/>
                  </a:lnTo>
                  <a:lnTo>
                    <a:pt x="873657" y="1659888"/>
                  </a:lnTo>
                  <a:lnTo>
                    <a:pt x="873657" y="1642934"/>
                  </a:lnTo>
                  <a:lnTo>
                    <a:pt x="867289" y="1634456"/>
                  </a:lnTo>
                  <a:close/>
                </a:path>
                <a:path w="9542780" h="6570345">
                  <a:moveTo>
                    <a:pt x="867289" y="1676844"/>
                  </a:moveTo>
                  <a:lnTo>
                    <a:pt x="848213" y="1676844"/>
                  </a:lnTo>
                  <a:lnTo>
                    <a:pt x="839724" y="1683061"/>
                  </a:lnTo>
                  <a:lnTo>
                    <a:pt x="839724" y="1704254"/>
                  </a:lnTo>
                  <a:lnTo>
                    <a:pt x="846091" y="1710754"/>
                  </a:lnTo>
                  <a:lnTo>
                    <a:pt x="865165" y="1710754"/>
                  </a:lnTo>
                  <a:lnTo>
                    <a:pt x="873657" y="1704254"/>
                  </a:lnTo>
                  <a:lnTo>
                    <a:pt x="873657" y="1685321"/>
                  </a:lnTo>
                  <a:lnTo>
                    <a:pt x="867289" y="1676844"/>
                  </a:lnTo>
                  <a:close/>
                </a:path>
                <a:path w="9542780" h="6570345">
                  <a:moveTo>
                    <a:pt x="867289" y="1721209"/>
                  </a:moveTo>
                  <a:lnTo>
                    <a:pt x="848213" y="1721209"/>
                  </a:lnTo>
                  <a:lnTo>
                    <a:pt x="839724" y="1727709"/>
                  </a:lnTo>
                  <a:lnTo>
                    <a:pt x="839724" y="1748903"/>
                  </a:lnTo>
                  <a:lnTo>
                    <a:pt x="846091" y="1755119"/>
                  </a:lnTo>
                  <a:lnTo>
                    <a:pt x="865165" y="1755119"/>
                  </a:lnTo>
                  <a:lnTo>
                    <a:pt x="873657" y="1748903"/>
                  </a:lnTo>
                  <a:lnTo>
                    <a:pt x="873657" y="1729686"/>
                  </a:lnTo>
                  <a:lnTo>
                    <a:pt x="867289" y="1721209"/>
                  </a:lnTo>
                  <a:close/>
                </a:path>
                <a:path w="9542780" h="6570345">
                  <a:moveTo>
                    <a:pt x="867289" y="1765857"/>
                  </a:moveTo>
                  <a:lnTo>
                    <a:pt x="848213" y="1765857"/>
                  </a:lnTo>
                  <a:lnTo>
                    <a:pt x="839724" y="1772074"/>
                  </a:lnTo>
                  <a:lnTo>
                    <a:pt x="839724" y="1793267"/>
                  </a:lnTo>
                  <a:lnTo>
                    <a:pt x="848213" y="1799767"/>
                  </a:lnTo>
                  <a:lnTo>
                    <a:pt x="865165" y="1799767"/>
                  </a:lnTo>
                  <a:lnTo>
                    <a:pt x="873657" y="1791290"/>
                  </a:lnTo>
                  <a:lnTo>
                    <a:pt x="873657" y="1774334"/>
                  </a:lnTo>
                  <a:lnTo>
                    <a:pt x="867289" y="1765857"/>
                  </a:lnTo>
                  <a:close/>
                </a:path>
                <a:path w="9542780" h="6570345">
                  <a:moveTo>
                    <a:pt x="867289" y="1810223"/>
                  </a:moveTo>
                  <a:lnTo>
                    <a:pt x="848213" y="1810223"/>
                  </a:lnTo>
                  <a:lnTo>
                    <a:pt x="839724" y="1816722"/>
                  </a:lnTo>
                  <a:lnTo>
                    <a:pt x="839724" y="1837634"/>
                  </a:lnTo>
                  <a:lnTo>
                    <a:pt x="846091" y="1844132"/>
                  </a:lnTo>
                  <a:lnTo>
                    <a:pt x="865165" y="1844132"/>
                  </a:lnTo>
                  <a:lnTo>
                    <a:pt x="873657" y="1835655"/>
                  </a:lnTo>
                  <a:lnTo>
                    <a:pt x="873657" y="1818700"/>
                  </a:lnTo>
                  <a:lnTo>
                    <a:pt x="867289" y="1810223"/>
                  </a:lnTo>
                  <a:close/>
                </a:path>
                <a:path w="9542780" h="6570345">
                  <a:moveTo>
                    <a:pt x="867289" y="1854588"/>
                  </a:moveTo>
                  <a:lnTo>
                    <a:pt x="848213" y="1854588"/>
                  </a:lnTo>
                  <a:lnTo>
                    <a:pt x="839724" y="1861088"/>
                  </a:lnTo>
                  <a:lnTo>
                    <a:pt x="839724" y="1880021"/>
                  </a:lnTo>
                  <a:lnTo>
                    <a:pt x="846091" y="1888498"/>
                  </a:lnTo>
                  <a:lnTo>
                    <a:pt x="865165" y="1888498"/>
                  </a:lnTo>
                  <a:lnTo>
                    <a:pt x="873657" y="1880021"/>
                  </a:lnTo>
                  <a:lnTo>
                    <a:pt x="873657" y="1863065"/>
                  </a:lnTo>
                  <a:lnTo>
                    <a:pt x="867289" y="1854588"/>
                  </a:lnTo>
                  <a:close/>
                </a:path>
                <a:path w="9542780" h="6570345">
                  <a:moveTo>
                    <a:pt x="867289" y="1899236"/>
                  </a:moveTo>
                  <a:lnTo>
                    <a:pt x="848213" y="1899236"/>
                  </a:lnTo>
                  <a:lnTo>
                    <a:pt x="839724" y="1905453"/>
                  </a:lnTo>
                  <a:lnTo>
                    <a:pt x="839724" y="1924668"/>
                  </a:lnTo>
                  <a:lnTo>
                    <a:pt x="846091" y="1933147"/>
                  </a:lnTo>
                  <a:lnTo>
                    <a:pt x="856703" y="1933147"/>
                  </a:lnTo>
                  <a:lnTo>
                    <a:pt x="865165" y="1930886"/>
                  </a:lnTo>
                  <a:lnTo>
                    <a:pt x="873657" y="1924668"/>
                  </a:lnTo>
                  <a:lnTo>
                    <a:pt x="873657" y="1907713"/>
                  </a:lnTo>
                  <a:lnTo>
                    <a:pt x="867289" y="1899236"/>
                  </a:lnTo>
                  <a:close/>
                </a:path>
                <a:path w="9542780" h="6570345">
                  <a:moveTo>
                    <a:pt x="867289" y="1943601"/>
                  </a:moveTo>
                  <a:lnTo>
                    <a:pt x="848213" y="1943601"/>
                  </a:lnTo>
                  <a:lnTo>
                    <a:pt x="839724" y="1950101"/>
                  </a:lnTo>
                  <a:lnTo>
                    <a:pt x="839724" y="1971295"/>
                  </a:lnTo>
                  <a:lnTo>
                    <a:pt x="846091" y="1977511"/>
                  </a:lnTo>
                  <a:lnTo>
                    <a:pt x="856703" y="1977511"/>
                  </a:lnTo>
                  <a:lnTo>
                    <a:pt x="865165" y="1975251"/>
                  </a:lnTo>
                  <a:lnTo>
                    <a:pt x="873657" y="1969034"/>
                  </a:lnTo>
                  <a:lnTo>
                    <a:pt x="873657" y="1952078"/>
                  </a:lnTo>
                  <a:lnTo>
                    <a:pt x="867289" y="1943601"/>
                  </a:lnTo>
                  <a:close/>
                </a:path>
                <a:path w="9542780" h="6570345">
                  <a:moveTo>
                    <a:pt x="867289" y="1985989"/>
                  </a:moveTo>
                  <a:lnTo>
                    <a:pt x="848213" y="1985989"/>
                  </a:lnTo>
                  <a:lnTo>
                    <a:pt x="839724" y="1992205"/>
                  </a:lnTo>
                  <a:lnTo>
                    <a:pt x="839724" y="2013399"/>
                  </a:lnTo>
                  <a:lnTo>
                    <a:pt x="846091" y="2019899"/>
                  </a:lnTo>
                  <a:lnTo>
                    <a:pt x="865165" y="2019899"/>
                  </a:lnTo>
                  <a:lnTo>
                    <a:pt x="873657" y="2013399"/>
                  </a:lnTo>
                  <a:lnTo>
                    <a:pt x="873657" y="1994466"/>
                  </a:lnTo>
                  <a:lnTo>
                    <a:pt x="867289" y="1985989"/>
                  </a:lnTo>
                  <a:close/>
                </a:path>
                <a:path w="9542780" h="6570345">
                  <a:moveTo>
                    <a:pt x="867289" y="2208381"/>
                  </a:moveTo>
                  <a:lnTo>
                    <a:pt x="848213" y="2208381"/>
                  </a:lnTo>
                  <a:lnTo>
                    <a:pt x="839724" y="2214598"/>
                  </a:lnTo>
                  <a:lnTo>
                    <a:pt x="839724" y="2233814"/>
                  </a:lnTo>
                  <a:lnTo>
                    <a:pt x="846091" y="2242291"/>
                  </a:lnTo>
                  <a:lnTo>
                    <a:pt x="856703" y="2242291"/>
                  </a:lnTo>
                  <a:lnTo>
                    <a:pt x="865165" y="2240031"/>
                  </a:lnTo>
                  <a:lnTo>
                    <a:pt x="873657" y="2233814"/>
                  </a:lnTo>
                  <a:lnTo>
                    <a:pt x="873657" y="2216858"/>
                  </a:lnTo>
                  <a:lnTo>
                    <a:pt x="867289" y="2208381"/>
                  </a:lnTo>
                  <a:close/>
                </a:path>
                <a:path w="9542780" h="6570345">
                  <a:moveTo>
                    <a:pt x="867289" y="2252747"/>
                  </a:moveTo>
                  <a:lnTo>
                    <a:pt x="848213" y="2252747"/>
                  </a:lnTo>
                  <a:lnTo>
                    <a:pt x="839724" y="2259246"/>
                  </a:lnTo>
                  <a:lnTo>
                    <a:pt x="839724" y="2280157"/>
                  </a:lnTo>
                  <a:lnTo>
                    <a:pt x="846091" y="2286656"/>
                  </a:lnTo>
                  <a:lnTo>
                    <a:pt x="856703" y="2286656"/>
                  </a:lnTo>
                  <a:lnTo>
                    <a:pt x="865165" y="2284395"/>
                  </a:lnTo>
                  <a:lnTo>
                    <a:pt x="873657" y="2278179"/>
                  </a:lnTo>
                  <a:lnTo>
                    <a:pt x="873657" y="2261224"/>
                  </a:lnTo>
                  <a:lnTo>
                    <a:pt x="867289" y="2252747"/>
                  </a:lnTo>
                  <a:close/>
                </a:path>
                <a:path w="9542780" h="6570345">
                  <a:moveTo>
                    <a:pt x="867289" y="3929675"/>
                  </a:moveTo>
                  <a:lnTo>
                    <a:pt x="848213" y="3929675"/>
                  </a:lnTo>
                  <a:lnTo>
                    <a:pt x="839724" y="3936033"/>
                  </a:lnTo>
                  <a:lnTo>
                    <a:pt x="839724" y="3955079"/>
                  </a:lnTo>
                  <a:lnTo>
                    <a:pt x="846091" y="3963556"/>
                  </a:lnTo>
                  <a:lnTo>
                    <a:pt x="865167" y="3963556"/>
                  </a:lnTo>
                  <a:lnTo>
                    <a:pt x="873657" y="3955079"/>
                  </a:lnTo>
                  <a:lnTo>
                    <a:pt x="873657" y="3938153"/>
                  </a:lnTo>
                  <a:lnTo>
                    <a:pt x="867289" y="3929675"/>
                  </a:lnTo>
                  <a:close/>
                </a:path>
                <a:path w="9542780" h="6570345">
                  <a:moveTo>
                    <a:pt x="867289" y="3974125"/>
                  </a:moveTo>
                  <a:lnTo>
                    <a:pt x="848213" y="3974125"/>
                  </a:lnTo>
                  <a:lnTo>
                    <a:pt x="839724" y="3980483"/>
                  </a:lnTo>
                  <a:lnTo>
                    <a:pt x="839724" y="3999558"/>
                  </a:lnTo>
                  <a:lnTo>
                    <a:pt x="846091" y="4008006"/>
                  </a:lnTo>
                  <a:lnTo>
                    <a:pt x="865167" y="4008006"/>
                  </a:lnTo>
                  <a:lnTo>
                    <a:pt x="873657" y="3999558"/>
                  </a:lnTo>
                  <a:lnTo>
                    <a:pt x="873657" y="3982603"/>
                  </a:lnTo>
                  <a:lnTo>
                    <a:pt x="867289" y="3974125"/>
                  </a:lnTo>
                  <a:close/>
                </a:path>
                <a:path w="9542780" h="6570345">
                  <a:moveTo>
                    <a:pt x="867289" y="4018603"/>
                  </a:moveTo>
                  <a:lnTo>
                    <a:pt x="848213" y="4018603"/>
                  </a:lnTo>
                  <a:lnTo>
                    <a:pt x="839724" y="4024962"/>
                  </a:lnTo>
                  <a:lnTo>
                    <a:pt x="839724" y="4044008"/>
                  </a:lnTo>
                  <a:lnTo>
                    <a:pt x="846091" y="4052486"/>
                  </a:lnTo>
                  <a:lnTo>
                    <a:pt x="865167" y="4052486"/>
                  </a:lnTo>
                  <a:lnTo>
                    <a:pt x="873657" y="4044008"/>
                  </a:lnTo>
                  <a:lnTo>
                    <a:pt x="873657" y="4027082"/>
                  </a:lnTo>
                  <a:lnTo>
                    <a:pt x="867289" y="4018603"/>
                  </a:lnTo>
                  <a:close/>
                </a:path>
                <a:path w="9542780" h="6570345">
                  <a:moveTo>
                    <a:pt x="867289" y="4063055"/>
                  </a:moveTo>
                  <a:lnTo>
                    <a:pt x="848213" y="4063055"/>
                  </a:lnTo>
                  <a:lnTo>
                    <a:pt x="839724" y="4069412"/>
                  </a:lnTo>
                  <a:lnTo>
                    <a:pt x="839724" y="4088486"/>
                  </a:lnTo>
                  <a:lnTo>
                    <a:pt x="846091" y="4096936"/>
                  </a:lnTo>
                  <a:lnTo>
                    <a:pt x="856705" y="4096936"/>
                  </a:lnTo>
                  <a:lnTo>
                    <a:pt x="865167" y="4094816"/>
                  </a:lnTo>
                  <a:lnTo>
                    <a:pt x="873657" y="4088486"/>
                  </a:lnTo>
                  <a:lnTo>
                    <a:pt x="873657" y="4071532"/>
                  </a:lnTo>
                  <a:lnTo>
                    <a:pt x="867289" y="4063055"/>
                  </a:lnTo>
                  <a:close/>
                </a:path>
                <a:path w="9542780" h="6570345">
                  <a:moveTo>
                    <a:pt x="867289" y="4107533"/>
                  </a:moveTo>
                  <a:lnTo>
                    <a:pt x="848213" y="4107533"/>
                  </a:lnTo>
                  <a:lnTo>
                    <a:pt x="839724" y="4113890"/>
                  </a:lnTo>
                  <a:lnTo>
                    <a:pt x="839724" y="4132936"/>
                  </a:lnTo>
                  <a:lnTo>
                    <a:pt x="846091" y="4141414"/>
                  </a:lnTo>
                  <a:lnTo>
                    <a:pt x="856705" y="4141414"/>
                  </a:lnTo>
                  <a:lnTo>
                    <a:pt x="865167" y="4139295"/>
                  </a:lnTo>
                  <a:lnTo>
                    <a:pt x="873657" y="4132936"/>
                  </a:lnTo>
                  <a:lnTo>
                    <a:pt x="873657" y="4116010"/>
                  </a:lnTo>
                  <a:lnTo>
                    <a:pt x="867289" y="4107533"/>
                  </a:lnTo>
                  <a:close/>
                </a:path>
                <a:path w="9542780" h="6570345">
                  <a:moveTo>
                    <a:pt x="867289" y="4149863"/>
                  </a:moveTo>
                  <a:lnTo>
                    <a:pt x="848213" y="4149863"/>
                  </a:lnTo>
                  <a:lnTo>
                    <a:pt x="839724" y="4156222"/>
                  </a:lnTo>
                  <a:lnTo>
                    <a:pt x="839724" y="4175296"/>
                  </a:lnTo>
                  <a:lnTo>
                    <a:pt x="846091" y="4183745"/>
                  </a:lnTo>
                  <a:lnTo>
                    <a:pt x="865167" y="4183745"/>
                  </a:lnTo>
                  <a:lnTo>
                    <a:pt x="873657" y="4177416"/>
                  </a:lnTo>
                  <a:lnTo>
                    <a:pt x="873657" y="4158341"/>
                  </a:lnTo>
                  <a:lnTo>
                    <a:pt x="867289" y="4149863"/>
                  </a:lnTo>
                  <a:close/>
                </a:path>
                <a:path w="9542780" h="6570345">
                  <a:moveTo>
                    <a:pt x="867289" y="4194342"/>
                  </a:moveTo>
                  <a:lnTo>
                    <a:pt x="848213" y="4194342"/>
                  </a:lnTo>
                  <a:lnTo>
                    <a:pt x="839724" y="4200700"/>
                  </a:lnTo>
                  <a:lnTo>
                    <a:pt x="839724" y="4221866"/>
                  </a:lnTo>
                  <a:lnTo>
                    <a:pt x="846091" y="4228223"/>
                  </a:lnTo>
                  <a:lnTo>
                    <a:pt x="865167" y="4228223"/>
                  </a:lnTo>
                  <a:lnTo>
                    <a:pt x="873657" y="4221866"/>
                  </a:lnTo>
                  <a:lnTo>
                    <a:pt x="873657" y="4202819"/>
                  </a:lnTo>
                  <a:lnTo>
                    <a:pt x="867289" y="4194342"/>
                  </a:lnTo>
                  <a:close/>
                </a:path>
                <a:path w="9542780" h="6570345">
                  <a:moveTo>
                    <a:pt x="867289" y="4238792"/>
                  </a:moveTo>
                  <a:lnTo>
                    <a:pt x="848213" y="4238792"/>
                  </a:lnTo>
                  <a:lnTo>
                    <a:pt x="839724" y="4245150"/>
                  </a:lnTo>
                  <a:lnTo>
                    <a:pt x="839724" y="4266316"/>
                  </a:lnTo>
                  <a:lnTo>
                    <a:pt x="846091" y="4272673"/>
                  </a:lnTo>
                  <a:lnTo>
                    <a:pt x="865167" y="4272673"/>
                  </a:lnTo>
                  <a:lnTo>
                    <a:pt x="873657" y="4264224"/>
                  </a:lnTo>
                  <a:lnTo>
                    <a:pt x="873657" y="4247269"/>
                  </a:lnTo>
                  <a:lnTo>
                    <a:pt x="867289" y="4238792"/>
                  </a:lnTo>
                  <a:close/>
                </a:path>
                <a:path w="9542780" h="6570345">
                  <a:moveTo>
                    <a:pt x="867289" y="4283270"/>
                  </a:moveTo>
                  <a:lnTo>
                    <a:pt x="848213" y="4283270"/>
                  </a:lnTo>
                  <a:lnTo>
                    <a:pt x="839724" y="4289629"/>
                  </a:lnTo>
                  <a:lnTo>
                    <a:pt x="839724" y="4308675"/>
                  </a:lnTo>
                  <a:lnTo>
                    <a:pt x="846091" y="4317152"/>
                  </a:lnTo>
                  <a:lnTo>
                    <a:pt x="865167" y="4317152"/>
                  </a:lnTo>
                  <a:lnTo>
                    <a:pt x="873657" y="4308675"/>
                  </a:lnTo>
                  <a:lnTo>
                    <a:pt x="873657" y="4291749"/>
                  </a:lnTo>
                  <a:lnTo>
                    <a:pt x="867289" y="4283270"/>
                  </a:lnTo>
                  <a:close/>
                </a:path>
                <a:path w="9542780" h="6570345">
                  <a:moveTo>
                    <a:pt x="867289" y="4327721"/>
                  </a:moveTo>
                  <a:lnTo>
                    <a:pt x="848213" y="4327721"/>
                  </a:lnTo>
                  <a:lnTo>
                    <a:pt x="839724" y="4334079"/>
                  </a:lnTo>
                  <a:lnTo>
                    <a:pt x="839724" y="4353153"/>
                  </a:lnTo>
                  <a:lnTo>
                    <a:pt x="846091" y="4361602"/>
                  </a:lnTo>
                  <a:lnTo>
                    <a:pt x="865167" y="4361602"/>
                  </a:lnTo>
                  <a:lnTo>
                    <a:pt x="873657" y="4353153"/>
                  </a:lnTo>
                  <a:lnTo>
                    <a:pt x="873657" y="4336199"/>
                  </a:lnTo>
                  <a:lnTo>
                    <a:pt x="867289" y="4327721"/>
                  </a:lnTo>
                  <a:close/>
                </a:path>
                <a:path w="9542780" h="6570345">
                  <a:moveTo>
                    <a:pt x="867289" y="4372199"/>
                  </a:moveTo>
                  <a:lnTo>
                    <a:pt x="848213" y="4372199"/>
                  </a:lnTo>
                  <a:lnTo>
                    <a:pt x="839724" y="4378557"/>
                  </a:lnTo>
                  <a:lnTo>
                    <a:pt x="839724" y="4397603"/>
                  </a:lnTo>
                  <a:lnTo>
                    <a:pt x="846091" y="4406080"/>
                  </a:lnTo>
                  <a:lnTo>
                    <a:pt x="856705" y="4406080"/>
                  </a:lnTo>
                  <a:lnTo>
                    <a:pt x="865167" y="4403962"/>
                  </a:lnTo>
                  <a:lnTo>
                    <a:pt x="873657" y="4397603"/>
                  </a:lnTo>
                  <a:lnTo>
                    <a:pt x="873657" y="4380677"/>
                  </a:lnTo>
                  <a:lnTo>
                    <a:pt x="867289" y="4372199"/>
                  </a:lnTo>
                  <a:close/>
                </a:path>
                <a:path w="9542780" h="6570345">
                  <a:moveTo>
                    <a:pt x="867289" y="4547937"/>
                  </a:moveTo>
                  <a:lnTo>
                    <a:pt x="848213" y="4547937"/>
                  </a:lnTo>
                  <a:lnTo>
                    <a:pt x="839724" y="4554296"/>
                  </a:lnTo>
                  <a:lnTo>
                    <a:pt x="839724" y="4573342"/>
                  </a:lnTo>
                  <a:lnTo>
                    <a:pt x="846091" y="4581819"/>
                  </a:lnTo>
                  <a:lnTo>
                    <a:pt x="865167" y="4581819"/>
                  </a:lnTo>
                  <a:lnTo>
                    <a:pt x="873657" y="4573342"/>
                  </a:lnTo>
                  <a:lnTo>
                    <a:pt x="873657" y="4556414"/>
                  </a:lnTo>
                  <a:lnTo>
                    <a:pt x="867289" y="4547937"/>
                  </a:lnTo>
                  <a:close/>
                </a:path>
                <a:path w="9542780" h="6570345">
                  <a:moveTo>
                    <a:pt x="867289" y="4592387"/>
                  </a:moveTo>
                  <a:lnTo>
                    <a:pt x="848213" y="4592387"/>
                  </a:lnTo>
                  <a:lnTo>
                    <a:pt x="839724" y="4598746"/>
                  </a:lnTo>
                  <a:lnTo>
                    <a:pt x="839724" y="4617792"/>
                  </a:lnTo>
                  <a:lnTo>
                    <a:pt x="846091" y="4626269"/>
                  </a:lnTo>
                  <a:lnTo>
                    <a:pt x="865167" y="4626269"/>
                  </a:lnTo>
                  <a:lnTo>
                    <a:pt x="873657" y="4617792"/>
                  </a:lnTo>
                  <a:lnTo>
                    <a:pt x="873657" y="4600865"/>
                  </a:lnTo>
                  <a:lnTo>
                    <a:pt x="867289" y="4592387"/>
                  </a:lnTo>
                  <a:close/>
                </a:path>
                <a:path w="9542780" h="6570345">
                  <a:moveTo>
                    <a:pt x="867289" y="4636866"/>
                  </a:moveTo>
                  <a:lnTo>
                    <a:pt x="848213" y="4636866"/>
                  </a:lnTo>
                  <a:lnTo>
                    <a:pt x="839724" y="4643224"/>
                  </a:lnTo>
                  <a:lnTo>
                    <a:pt x="839724" y="4662270"/>
                  </a:lnTo>
                  <a:lnTo>
                    <a:pt x="846091" y="4670747"/>
                  </a:lnTo>
                  <a:lnTo>
                    <a:pt x="865167" y="4670747"/>
                  </a:lnTo>
                  <a:lnTo>
                    <a:pt x="873657" y="4662270"/>
                  </a:lnTo>
                  <a:lnTo>
                    <a:pt x="873657" y="4645343"/>
                  </a:lnTo>
                  <a:lnTo>
                    <a:pt x="867289" y="4636866"/>
                  </a:lnTo>
                  <a:close/>
                </a:path>
                <a:path w="9542780" h="6570345">
                  <a:moveTo>
                    <a:pt x="822772" y="86753"/>
                  </a:moveTo>
                  <a:lnTo>
                    <a:pt x="801545" y="86753"/>
                  </a:lnTo>
                  <a:lnTo>
                    <a:pt x="795206" y="92970"/>
                  </a:lnTo>
                  <a:lnTo>
                    <a:pt x="795206" y="112185"/>
                  </a:lnTo>
                  <a:lnTo>
                    <a:pt x="801545" y="120662"/>
                  </a:lnTo>
                  <a:lnTo>
                    <a:pt x="822772" y="120662"/>
                  </a:lnTo>
                  <a:lnTo>
                    <a:pt x="829138" y="114164"/>
                  </a:lnTo>
                  <a:lnTo>
                    <a:pt x="829138" y="95230"/>
                  </a:lnTo>
                  <a:lnTo>
                    <a:pt x="822772" y="86753"/>
                  </a:lnTo>
                  <a:close/>
                </a:path>
                <a:path w="9542780" h="6570345">
                  <a:moveTo>
                    <a:pt x="822772" y="131118"/>
                  </a:moveTo>
                  <a:lnTo>
                    <a:pt x="801545" y="131118"/>
                  </a:lnTo>
                  <a:lnTo>
                    <a:pt x="795206" y="139595"/>
                  </a:lnTo>
                  <a:lnTo>
                    <a:pt x="795206" y="156551"/>
                  </a:lnTo>
                  <a:lnTo>
                    <a:pt x="801545" y="165028"/>
                  </a:lnTo>
                  <a:lnTo>
                    <a:pt x="822772" y="165028"/>
                  </a:lnTo>
                  <a:lnTo>
                    <a:pt x="829138" y="158812"/>
                  </a:lnTo>
                  <a:lnTo>
                    <a:pt x="829138" y="139595"/>
                  </a:lnTo>
                  <a:lnTo>
                    <a:pt x="822772" y="131118"/>
                  </a:lnTo>
                  <a:close/>
                </a:path>
                <a:path w="9542780" h="6570345">
                  <a:moveTo>
                    <a:pt x="822772" y="175766"/>
                  </a:moveTo>
                  <a:lnTo>
                    <a:pt x="801545" y="175766"/>
                  </a:lnTo>
                  <a:lnTo>
                    <a:pt x="795206" y="181983"/>
                  </a:lnTo>
                  <a:lnTo>
                    <a:pt x="795206" y="201199"/>
                  </a:lnTo>
                  <a:lnTo>
                    <a:pt x="801545" y="209676"/>
                  </a:lnTo>
                  <a:lnTo>
                    <a:pt x="822772" y="209676"/>
                  </a:lnTo>
                  <a:lnTo>
                    <a:pt x="829138" y="203177"/>
                  </a:lnTo>
                  <a:lnTo>
                    <a:pt x="829138" y="184243"/>
                  </a:lnTo>
                  <a:lnTo>
                    <a:pt x="822772" y="175766"/>
                  </a:lnTo>
                  <a:close/>
                </a:path>
                <a:path w="9542780" h="6570345">
                  <a:moveTo>
                    <a:pt x="822772" y="220131"/>
                  </a:moveTo>
                  <a:lnTo>
                    <a:pt x="801545" y="220131"/>
                  </a:lnTo>
                  <a:lnTo>
                    <a:pt x="795206" y="226349"/>
                  </a:lnTo>
                  <a:lnTo>
                    <a:pt x="795206" y="245564"/>
                  </a:lnTo>
                  <a:lnTo>
                    <a:pt x="801545" y="254041"/>
                  </a:lnTo>
                  <a:lnTo>
                    <a:pt x="822772" y="254041"/>
                  </a:lnTo>
                  <a:lnTo>
                    <a:pt x="829138" y="245564"/>
                  </a:lnTo>
                  <a:lnTo>
                    <a:pt x="829138" y="228610"/>
                  </a:lnTo>
                  <a:lnTo>
                    <a:pt x="822772" y="220131"/>
                  </a:lnTo>
                  <a:close/>
                </a:path>
                <a:path w="9542780" h="6570345">
                  <a:moveTo>
                    <a:pt x="822772" y="264497"/>
                  </a:moveTo>
                  <a:lnTo>
                    <a:pt x="801545" y="264497"/>
                  </a:lnTo>
                  <a:lnTo>
                    <a:pt x="795206" y="270996"/>
                  </a:lnTo>
                  <a:lnTo>
                    <a:pt x="795206" y="292190"/>
                  </a:lnTo>
                  <a:lnTo>
                    <a:pt x="801545" y="298408"/>
                  </a:lnTo>
                  <a:lnTo>
                    <a:pt x="822772" y="298408"/>
                  </a:lnTo>
                  <a:lnTo>
                    <a:pt x="829138" y="289929"/>
                  </a:lnTo>
                  <a:lnTo>
                    <a:pt x="829138" y="272975"/>
                  </a:lnTo>
                  <a:lnTo>
                    <a:pt x="822772" y="264497"/>
                  </a:lnTo>
                  <a:close/>
                </a:path>
                <a:path w="9542780" h="6570345">
                  <a:moveTo>
                    <a:pt x="822772" y="309145"/>
                  </a:moveTo>
                  <a:lnTo>
                    <a:pt x="801545" y="309145"/>
                  </a:lnTo>
                  <a:lnTo>
                    <a:pt x="795206" y="315362"/>
                  </a:lnTo>
                  <a:lnTo>
                    <a:pt x="795206" y="334577"/>
                  </a:lnTo>
                  <a:lnTo>
                    <a:pt x="801545" y="343054"/>
                  </a:lnTo>
                  <a:lnTo>
                    <a:pt x="822772" y="343054"/>
                  </a:lnTo>
                  <a:lnTo>
                    <a:pt x="829138" y="334577"/>
                  </a:lnTo>
                  <a:lnTo>
                    <a:pt x="829138" y="317623"/>
                  </a:lnTo>
                  <a:lnTo>
                    <a:pt x="822772" y="309145"/>
                  </a:lnTo>
                  <a:close/>
                </a:path>
                <a:path w="9542780" h="6570345">
                  <a:moveTo>
                    <a:pt x="822772" y="353510"/>
                  </a:moveTo>
                  <a:lnTo>
                    <a:pt x="801545" y="353510"/>
                  </a:lnTo>
                  <a:lnTo>
                    <a:pt x="795206" y="360010"/>
                  </a:lnTo>
                  <a:lnTo>
                    <a:pt x="795206" y="378943"/>
                  </a:lnTo>
                  <a:lnTo>
                    <a:pt x="801545" y="387421"/>
                  </a:lnTo>
                  <a:lnTo>
                    <a:pt x="822772" y="387421"/>
                  </a:lnTo>
                  <a:lnTo>
                    <a:pt x="829138" y="378943"/>
                  </a:lnTo>
                  <a:lnTo>
                    <a:pt x="829138" y="361988"/>
                  </a:lnTo>
                  <a:lnTo>
                    <a:pt x="822772" y="353510"/>
                  </a:lnTo>
                  <a:close/>
                </a:path>
                <a:path w="9542780" h="6570345">
                  <a:moveTo>
                    <a:pt x="822772" y="397877"/>
                  </a:moveTo>
                  <a:lnTo>
                    <a:pt x="801545" y="397877"/>
                  </a:lnTo>
                  <a:lnTo>
                    <a:pt x="795206" y="404375"/>
                  </a:lnTo>
                  <a:lnTo>
                    <a:pt x="795206" y="425569"/>
                  </a:lnTo>
                  <a:lnTo>
                    <a:pt x="801545" y="431786"/>
                  </a:lnTo>
                  <a:lnTo>
                    <a:pt x="822772" y="431786"/>
                  </a:lnTo>
                  <a:lnTo>
                    <a:pt x="829138" y="423308"/>
                  </a:lnTo>
                  <a:lnTo>
                    <a:pt x="829138" y="406354"/>
                  </a:lnTo>
                  <a:lnTo>
                    <a:pt x="822772" y="397877"/>
                  </a:lnTo>
                  <a:close/>
                </a:path>
                <a:path w="9542780" h="6570345">
                  <a:moveTo>
                    <a:pt x="822772" y="440263"/>
                  </a:moveTo>
                  <a:lnTo>
                    <a:pt x="801545" y="440263"/>
                  </a:lnTo>
                  <a:lnTo>
                    <a:pt x="795206" y="446763"/>
                  </a:lnTo>
                  <a:lnTo>
                    <a:pt x="795206" y="465696"/>
                  </a:lnTo>
                  <a:lnTo>
                    <a:pt x="801545" y="474173"/>
                  </a:lnTo>
                  <a:lnTo>
                    <a:pt x="822772" y="474173"/>
                  </a:lnTo>
                  <a:lnTo>
                    <a:pt x="829138" y="467956"/>
                  </a:lnTo>
                  <a:lnTo>
                    <a:pt x="829138" y="448741"/>
                  </a:lnTo>
                  <a:lnTo>
                    <a:pt x="822772" y="440263"/>
                  </a:lnTo>
                  <a:close/>
                </a:path>
                <a:path w="9542780" h="6570345">
                  <a:moveTo>
                    <a:pt x="822772" y="484911"/>
                  </a:moveTo>
                  <a:lnTo>
                    <a:pt x="801545" y="484911"/>
                  </a:lnTo>
                  <a:lnTo>
                    <a:pt x="795206" y="491128"/>
                  </a:lnTo>
                  <a:lnTo>
                    <a:pt x="795206" y="510344"/>
                  </a:lnTo>
                  <a:lnTo>
                    <a:pt x="801545" y="518539"/>
                  </a:lnTo>
                  <a:lnTo>
                    <a:pt x="822772" y="518539"/>
                  </a:lnTo>
                  <a:lnTo>
                    <a:pt x="829138" y="512321"/>
                  </a:lnTo>
                  <a:lnTo>
                    <a:pt x="829138" y="493389"/>
                  </a:lnTo>
                  <a:lnTo>
                    <a:pt x="822772" y="484911"/>
                  </a:lnTo>
                  <a:close/>
                </a:path>
                <a:path w="9542780" h="6570345">
                  <a:moveTo>
                    <a:pt x="822772" y="529277"/>
                  </a:moveTo>
                  <a:lnTo>
                    <a:pt x="801545" y="529277"/>
                  </a:lnTo>
                  <a:lnTo>
                    <a:pt x="795206" y="535494"/>
                  </a:lnTo>
                  <a:lnTo>
                    <a:pt x="795206" y="556687"/>
                  </a:lnTo>
                  <a:lnTo>
                    <a:pt x="801545" y="563186"/>
                  </a:lnTo>
                  <a:lnTo>
                    <a:pt x="822772" y="563186"/>
                  </a:lnTo>
                  <a:lnTo>
                    <a:pt x="829138" y="554709"/>
                  </a:lnTo>
                  <a:lnTo>
                    <a:pt x="829138" y="537754"/>
                  </a:lnTo>
                  <a:lnTo>
                    <a:pt x="822772" y="529277"/>
                  </a:lnTo>
                  <a:close/>
                </a:path>
                <a:path w="9542780" h="6570345">
                  <a:moveTo>
                    <a:pt x="822772" y="573642"/>
                  </a:moveTo>
                  <a:lnTo>
                    <a:pt x="801545" y="573642"/>
                  </a:lnTo>
                  <a:lnTo>
                    <a:pt x="795206" y="580142"/>
                  </a:lnTo>
                  <a:lnTo>
                    <a:pt x="795206" y="599075"/>
                  </a:lnTo>
                  <a:lnTo>
                    <a:pt x="801545" y="607552"/>
                  </a:lnTo>
                  <a:lnTo>
                    <a:pt x="822772" y="607552"/>
                  </a:lnTo>
                  <a:lnTo>
                    <a:pt x="829138" y="599075"/>
                  </a:lnTo>
                  <a:lnTo>
                    <a:pt x="829138" y="582119"/>
                  </a:lnTo>
                  <a:lnTo>
                    <a:pt x="822772" y="573642"/>
                  </a:lnTo>
                  <a:close/>
                </a:path>
                <a:path w="9542780" h="6570345">
                  <a:moveTo>
                    <a:pt x="822772" y="618290"/>
                  </a:moveTo>
                  <a:lnTo>
                    <a:pt x="801545" y="618290"/>
                  </a:lnTo>
                  <a:lnTo>
                    <a:pt x="795206" y="624507"/>
                  </a:lnTo>
                  <a:lnTo>
                    <a:pt x="795206" y="643723"/>
                  </a:lnTo>
                  <a:lnTo>
                    <a:pt x="801545" y="652200"/>
                  </a:lnTo>
                  <a:lnTo>
                    <a:pt x="822772" y="652200"/>
                  </a:lnTo>
                  <a:lnTo>
                    <a:pt x="829139" y="643723"/>
                  </a:lnTo>
                  <a:lnTo>
                    <a:pt x="829139" y="626767"/>
                  </a:lnTo>
                  <a:lnTo>
                    <a:pt x="822772" y="618290"/>
                  </a:lnTo>
                  <a:close/>
                </a:path>
                <a:path w="9542780" h="6570345">
                  <a:moveTo>
                    <a:pt x="822772" y="662656"/>
                  </a:moveTo>
                  <a:lnTo>
                    <a:pt x="801545" y="662656"/>
                  </a:lnTo>
                  <a:lnTo>
                    <a:pt x="795206" y="668873"/>
                  </a:lnTo>
                  <a:lnTo>
                    <a:pt x="795206" y="688088"/>
                  </a:lnTo>
                  <a:lnTo>
                    <a:pt x="801545" y="696565"/>
                  </a:lnTo>
                  <a:lnTo>
                    <a:pt x="822772" y="696565"/>
                  </a:lnTo>
                  <a:lnTo>
                    <a:pt x="829139" y="688088"/>
                  </a:lnTo>
                  <a:lnTo>
                    <a:pt x="829139" y="671134"/>
                  </a:lnTo>
                  <a:lnTo>
                    <a:pt x="822772" y="662656"/>
                  </a:lnTo>
                  <a:close/>
                </a:path>
                <a:path w="9542780" h="6570345">
                  <a:moveTo>
                    <a:pt x="822772" y="707021"/>
                  </a:moveTo>
                  <a:lnTo>
                    <a:pt x="801545" y="707021"/>
                  </a:lnTo>
                  <a:lnTo>
                    <a:pt x="795206" y="713521"/>
                  </a:lnTo>
                  <a:lnTo>
                    <a:pt x="795206" y="732453"/>
                  </a:lnTo>
                  <a:lnTo>
                    <a:pt x="801545" y="740931"/>
                  </a:lnTo>
                  <a:lnTo>
                    <a:pt x="822772" y="740931"/>
                  </a:lnTo>
                  <a:lnTo>
                    <a:pt x="829139" y="732453"/>
                  </a:lnTo>
                  <a:lnTo>
                    <a:pt x="829139" y="715498"/>
                  </a:lnTo>
                  <a:lnTo>
                    <a:pt x="822772" y="707021"/>
                  </a:lnTo>
                  <a:close/>
                </a:path>
                <a:path w="9542780" h="6570345">
                  <a:moveTo>
                    <a:pt x="822772" y="749409"/>
                  </a:moveTo>
                  <a:lnTo>
                    <a:pt x="801545" y="749409"/>
                  </a:lnTo>
                  <a:lnTo>
                    <a:pt x="795206" y="755907"/>
                  </a:lnTo>
                  <a:lnTo>
                    <a:pt x="795206" y="774840"/>
                  </a:lnTo>
                  <a:lnTo>
                    <a:pt x="801545" y="783318"/>
                  </a:lnTo>
                  <a:lnTo>
                    <a:pt x="822772" y="783318"/>
                  </a:lnTo>
                  <a:lnTo>
                    <a:pt x="829139" y="777101"/>
                  </a:lnTo>
                  <a:lnTo>
                    <a:pt x="829139" y="757886"/>
                  </a:lnTo>
                  <a:lnTo>
                    <a:pt x="822772" y="749409"/>
                  </a:lnTo>
                  <a:close/>
                </a:path>
                <a:path w="9542780" h="6570345">
                  <a:moveTo>
                    <a:pt x="822772" y="794057"/>
                  </a:moveTo>
                  <a:lnTo>
                    <a:pt x="801545" y="794057"/>
                  </a:lnTo>
                  <a:lnTo>
                    <a:pt x="795206" y="800273"/>
                  </a:lnTo>
                  <a:lnTo>
                    <a:pt x="795206" y="821467"/>
                  </a:lnTo>
                  <a:lnTo>
                    <a:pt x="801545" y="827684"/>
                  </a:lnTo>
                  <a:lnTo>
                    <a:pt x="822772" y="827684"/>
                  </a:lnTo>
                  <a:lnTo>
                    <a:pt x="829139" y="821467"/>
                  </a:lnTo>
                  <a:lnTo>
                    <a:pt x="829139" y="802534"/>
                  </a:lnTo>
                  <a:lnTo>
                    <a:pt x="822772" y="794057"/>
                  </a:lnTo>
                  <a:close/>
                </a:path>
                <a:path w="9542780" h="6570345">
                  <a:moveTo>
                    <a:pt x="822772" y="838422"/>
                  </a:moveTo>
                  <a:lnTo>
                    <a:pt x="801545" y="838422"/>
                  </a:lnTo>
                  <a:lnTo>
                    <a:pt x="795206" y="844638"/>
                  </a:lnTo>
                  <a:lnTo>
                    <a:pt x="795206" y="863855"/>
                  </a:lnTo>
                  <a:lnTo>
                    <a:pt x="801545" y="872332"/>
                  </a:lnTo>
                  <a:lnTo>
                    <a:pt x="822772" y="872332"/>
                  </a:lnTo>
                  <a:lnTo>
                    <a:pt x="829139" y="863855"/>
                  </a:lnTo>
                  <a:lnTo>
                    <a:pt x="829139" y="846899"/>
                  </a:lnTo>
                  <a:lnTo>
                    <a:pt x="822772" y="838422"/>
                  </a:lnTo>
                  <a:close/>
                </a:path>
                <a:path w="9542780" h="6570345">
                  <a:moveTo>
                    <a:pt x="822772" y="882788"/>
                  </a:moveTo>
                  <a:lnTo>
                    <a:pt x="801545" y="882788"/>
                  </a:lnTo>
                  <a:lnTo>
                    <a:pt x="795206" y="889287"/>
                  </a:lnTo>
                  <a:lnTo>
                    <a:pt x="795206" y="908220"/>
                  </a:lnTo>
                  <a:lnTo>
                    <a:pt x="801545" y="916697"/>
                  </a:lnTo>
                  <a:lnTo>
                    <a:pt x="822772" y="916697"/>
                  </a:lnTo>
                  <a:lnTo>
                    <a:pt x="829139" y="908220"/>
                  </a:lnTo>
                  <a:lnTo>
                    <a:pt x="829139" y="891265"/>
                  </a:lnTo>
                  <a:lnTo>
                    <a:pt x="822772" y="882788"/>
                  </a:lnTo>
                  <a:close/>
                </a:path>
                <a:path w="9542780" h="6570345">
                  <a:moveTo>
                    <a:pt x="822772" y="927435"/>
                  </a:moveTo>
                  <a:lnTo>
                    <a:pt x="801545" y="927435"/>
                  </a:lnTo>
                  <a:lnTo>
                    <a:pt x="795206" y="933653"/>
                  </a:lnTo>
                  <a:lnTo>
                    <a:pt x="795206" y="954846"/>
                  </a:lnTo>
                  <a:lnTo>
                    <a:pt x="801545" y="961063"/>
                  </a:lnTo>
                  <a:lnTo>
                    <a:pt x="822772" y="961063"/>
                  </a:lnTo>
                  <a:lnTo>
                    <a:pt x="829139" y="952585"/>
                  </a:lnTo>
                  <a:lnTo>
                    <a:pt x="829139" y="935913"/>
                  </a:lnTo>
                  <a:lnTo>
                    <a:pt x="822772" y="927435"/>
                  </a:lnTo>
                  <a:close/>
                </a:path>
                <a:path w="9542780" h="6570345">
                  <a:moveTo>
                    <a:pt x="822772" y="971801"/>
                  </a:moveTo>
                  <a:lnTo>
                    <a:pt x="801545" y="971801"/>
                  </a:lnTo>
                  <a:lnTo>
                    <a:pt x="795206" y="978018"/>
                  </a:lnTo>
                  <a:lnTo>
                    <a:pt x="795206" y="997233"/>
                  </a:lnTo>
                  <a:lnTo>
                    <a:pt x="801545" y="1005711"/>
                  </a:lnTo>
                  <a:lnTo>
                    <a:pt x="822772" y="1005711"/>
                  </a:lnTo>
                  <a:lnTo>
                    <a:pt x="829139" y="997233"/>
                  </a:lnTo>
                  <a:lnTo>
                    <a:pt x="829139" y="980278"/>
                  </a:lnTo>
                  <a:lnTo>
                    <a:pt x="822772" y="971801"/>
                  </a:lnTo>
                  <a:close/>
                </a:path>
                <a:path w="9542780" h="6570345">
                  <a:moveTo>
                    <a:pt x="822772" y="1016166"/>
                  </a:moveTo>
                  <a:lnTo>
                    <a:pt x="801545" y="1016166"/>
                  </a:lnTo>
                  <a:lnTo>
                    <a:pt x="795206" y="1022666"/>
                  </a:lnTo>
                  <a:lnTo>
                    <a:pt x="795206" y="1041599"/>
                  </a:lnTo>
                  <a:lnTo>
                    <a:pt x="801545" y="1050076"/>
                  </a:lnTo>
                  <a:lnTo>
                    <a:pt x="822772" y="1050076"/>
                  </a:lnTo>
                  <a:lnTo>
                    <a:pt x="829139" y="1041599"/>
                  </a:lnTo>
                  <a:lnTo>
                    <a:pt x="829139" y="1024643"/>
                  </a:lnTo>
                  <a:lnTo>
                    <a:pt x="822772" y="1016166"/>
                  </a:lnTo>
                  <a:close/>
                </a:path>
                <a:path w="9542780" h="6570345">
                  <a:moveTo>
                    <a:pt x="822772" y="1058553"/>
                  </a:moveTo>
                  <a:lnTo>
                    <a:pt x="801545" y="1058553"/>
                  </a:lnTo>
                  <a:lnTo>
                    <a:pt x="795206" y="1065053"/>
                  </a:lnTo>
                  <a:lnTo>
                    <a:pt x="795206" y="1086247"/>
                  </a:lnTo>
                  <a:lnTo>
                    <a:pt x="801545" y="1092464"/>
                  </a:lnTo>
                  <a:lnTo>
                    <a:pt x="822772" y="1092464"/>
                  </a:lnTo>
                  <a:lnTo>
                    <a:pt x="829139" y="1086247"/>
                  </a:lnTo>
                  <a:lnTo>
                    <a:pt x="829139" y="1067031"/>
                  </a:lnTo>
                  <a:lnTo>
                    <a:pt x="822772" y="1058553"/>
                  </a:lnTo>
                  <a:close/>
                </a:path>
                <a:path w="9542780" h="6570345">
                  <a:moveTo>
                    <a:pt x="822772" y="1102920"/>
                  </a:moveTo>
                  <a:lnTo>
                    <a:pt x="801545" y="1102920"/>
                  </a:lnTo>
                  <a:lnTo>
                    <a:pt x="795206" y="1109418"/>
                  </a:lnTo>
                  <a:lnTo>
                    <a:pt x="795206" y="1128351"/>
                  </a:lnTo>
                  <a:lnTo>
                    <a:pt x="801545" y="1136829"/>
                  </a:lnTo>
                  <a:lnTo>
                    <a:pt x="822772" y="1136829"/>
                  </a:lnTo>
                  <a:lnTo>
                    <a:pt x="829139" y="1130612"/>
                  </a:lnTo>
                  <a:lnTo>
                    <a:pt x="829139" y="1111397"/>
                  </a:lnTo>
                  <a:lnTo>
                    <a:pt x="822772" y="1102920"/>
                  </a:lnTo>
                  <a:close/>
                </a:path>
                <a:path w="9542780" h="6570345">
                  <a:moveTo>
                    <a:pt x="822772" y="1147566"/>
                  </a:moveTo>
                  <a:lnTo>
                    <a:pt x="801545" y="1147566"/>
                  </a:lnTo>
                  <a:lnTo>
                    <a:pt x="795206" y="1153784"/>
                  </a:lnTo>
                  <a:lnTo>
                    <a:pt x="795206" y="1172999"/>
                  </a:lnTo>
                  <a:lnTo>
                    <a:pt x="801545" y="1181477"/>
                  </a:lnTo>
                  <a:lnTo>
                    <a:pt x="822772" y="1181477"/>
                  </a:lnTo>
                  <a:lnTo>
                    <a:pt x="829139" y="1172999"/>
                  </a:lnTo>
                  <a:lnTo>
                    <a:pt x="829139" y="1156045"/>
                  </a:lnTo>
                  <a:lnTo>
                    <a:pt x="822772" y="1147566"/>
                  </a:lnTo>
                  <a:close/>
                </a:path>
                <a:path w="9542780" h="6570345">
                  <a:moveTo>
                    <a:pt x="822772" y="1191933"/>
                  </a:moveTo>
                  <a:lnTo>
                    <a:pt x="801545" y="1191933"/>
                  </a:lnTo>
                  <a:lnTo>
                    <a:pt x="795206" y="1198432"/>
                  </a:lnTo>
                  <a:lnTo>
                    <a:pt x="795206" y="1217364"/>
                  </a:lnTo>
                  <a:lnTo>
                    <a:pt x="801545" y="1225843"/>
                  </a:lnTo>
                  <a:lnTo>
                    <a:pt x="822772" y="1225843"/>
                  </a:lnTo>
                  <a:lnTo>
                    <a:pt x="829139" y="1217364"/>
                  </a:lnTo>
                  <a:lnTo>
                    <a:pt x="829139" y="1200410"/>
                  </a:lnTo>
                  <a:lnTo>
                    <a:pt x="822772" y="1191933"/>
                  </a:lnTo>
                  <a:close/>
                </a:path>
                <a:path w="9542780" h="6570345">
                  <a:moveTo>
                    <a:pt x="822772" y="1236581"/>
                  </a:moveTo>
                  <a:lnTo>
                    <a:pt x="801545" y="1236581"/>
                  </a:lnTo>
                  <a:lnTo>
                    <a:pt x="795206" y="1242797"/>
                  </a:lnTo>
                  <a:lnTo>
                    <a:pt x="795206" y="1261731"/>
                  </a:lnTo>
                  <a:lnTo>
                    <a:pt x="801545" y="1270208"/>
                  </a:lnTo>
                  <a:lnTo>
                    <a:pt x="822772" y="1270208"/>
                  </a:lnTo>
                  <a:lnTo>
                    <a:pt x="829139" y="1261731"/>
                  </a:lnTo>
                  <a:lnTo>
                    <a:pt x="829139" y="1244775"/>
                  </a:lnTo>
                  <a:lnTo>
                    <a:pt x="822772" y="1236581"/>
                  </a:lnTo>
                  <a:close/>
                </a:path>
                <a:path w="9542780" h="6570345">
                  <a:moveTo>
                    <a:pt x="822772" y="1280946"/>
                  </a:moveTo>
                  <a:lnTo>
                    <a:pt x="801545" y="1280946"/>
                  </a:lnTo>
                  <a:lnTo>
                    <a:pt x="795206" y="1287162"/>
                  </a:lnTo>
                  <a:lnTo>
                    <a:pt x="795206" y="1306379"/>
                  </a:lnTo>
                  <a:lnTo>
                    <a:pt x="801545" y="1314856"/>
                  </a:lnTo>
                  <a:lnTo>
                    <a:pt x="822772" y="1314856"/>
                  </a:lnTo>
                  <a:lnTo>
                    <a:pt x="829139" y="1306379"/>
                  </a:lnTo>
                  <a:lnTo>
                    <a:pt x="829139" y="1289423"/>
                  </a:lnTo>
                  <a:lnTo>
                    <a:pt x="822772" y="1280946"/>
                  </a:lnTo>
                  <a:close/>
                </a:path>
                <a:path w="9542780" h="6570345">
                  <a:moveTo>
                    <a:pt x="822772" y="1325312"/>
                  </a:moveTo>
                  <a:lnTo>
                    <a:pt x="801545" y="1325312"/>
                  </a:lnTo>
                  <a:lnTo>
                    <a:pt x="795206" y="1331810"/>
                  </a:lnTo>
                  <a:lnTo>
                    <a:pt x="795206" y="1350744"/>
                  </a:lnTo>
                  <a:lnTo>
                    <a:pt x="801545" y="1359221"/>
                  </a:lnTo>
                  <a:lnTo>
                    <a:pt x="822772" y="1359221"/>
                  </a:lnTo>
                  <a:lnTo>
                    <a:pt x="829139" y="1350744"/>
                  </a:lnTo>
                  <a:lnTo>
                    <a:pt x="829139" y="1333789"/>
                  </a:lnTo>
                  <a:lnTo>
                    <a:pt x="822772" y="1325312"/>
                  </a:lnTo>
                  <a:close/>
                </a:path>
                <a:path w="9542780" h="6570345">
                  <a:moveTo>
                    <a:pt x="822772" y="1367698"/>
                  </a:moveTo>
                  <a:lnTo>
                    <a:pt x="801545" y="1367698"/>
                  </a:lnTo>
                  <a:lnTo>
                    <a:pt x="795206" y="1374198"/>
                  </a:lnTo>
                  <a:lnTo>
                    <a:pt x="795206" y="1393131"/>
                  </a:lnTo>
                  <a:lnTo>
                    <a:pt x="801545" y="1401608"/>
                  </a:lnTo>
                  <a:lnTo>
                    <a:pt x="822772" y="1401608"/>
                  </a:lnTo>
                  <a:lnTo>
                    <a:pt x="829139" y="1395110"/>
                  </a:lnTo>
                  <a:lnTo>
                    <a:pt x="829139" y="1376177"/>
                  </a:lnTo>
                  <a:lnTo>
                    <a:pt x="822772" y="1367698"/>
                  </a:lnTo>
                  <a:close/>
                </a:path>
                <a:path w="9542780" h="6570345">
                  <a:moveTo>
                    <a:pt x="822772" y="1412064"/>
                  </a:moveTo>
                  <a:lnTo>
                    <a:pt x="801545" y="1412064"/>
                  </a:lnTo>
                  <a:lnTo>
                    <a:pt x="795206" y="1418564"/>
                  </a:lnTo>
                  <a:lnTo>
                    <a:pt x="795206" y="1439757"/>
                  </a:lnTo>
                  <a:lnTo>
                    <a:pt x="801545" y="1445975"/>
                  </a:lnTo>
                  <a:lnTo>
                    <a:pt x="822772" y="1445975"/>
                  </a:lnTo>
                  <a:lnTo>
                    <a:pt x="829139" y="1439757"/>
                  </a:lnTo>
                  <a:lnTo>
                    <a:pt x="829139" y="1420541"/>
                  </a:lnTo>
                  <a:lnTo>
                    <a:pt x="822772" y="1412064"/>
                  </a:lnTo>
                  <a:close/>
                </a:path>
                <a:path w="9542780" h="6570345">
                  <a:moveTo>
                    <a:pt x="822772" y="1456712"/>
                  </a:moveTo>
                  <a:lnTo>
                    <a:pt x="801545" y="1456712"/>
                  </a:lnTo>
                  <a:lnTo>
                    <a:pt x="795206" y="1462929"/>
                  </a:lnTo>
                  <a:lnTo>
                    <a:pt x="795206" y="1484123"/>
                  </a:lnTo>
                  <a:lnTo>
                    <a:pt x="801545" y="1490623"/>
                  </a:lnTo>
                  <a:lnTo>
                    <a:pt x="822772" y="1490623"/>
                  </a:lnTo>
                  <a:lnTo>
                    <a:pt x="829139" y="1482144"/>
                  </a:lnTo>
                  <a:lnTo>
                    <a:pt x="829139" y="1465190"/>
                  </a:lnTo>
                  <a:lnTo>
                    <a:pt x="822772" y="1456712"/>
                  </a:lnTo>
                  <a:close/>
                </a:path>
                <a:path w="9542780" h="6570345">
                  <a:moveTo>
                    <a:pt x="822772" y="1501077"/>
                  </a:moveTo>
                  <a:lnTo>
                    <a:pt x="801545" y="1501077"/>
                  </a:lnTo>
                  <a:lnTo>
                    <a:pt x="795206" y="1507577"/>
                  </a:lnTo>
                  <a:lnTo>
                    <a:pt x="795206" y="1528771"/>
                  </a:lnTo>
                  <a:lnTo>
                    <a:pt x="801545" y="1534988"/>
                  </a:lnTo>
                  <a:lnTo>
                    <a:pt x="822772" y="1534988"/>
                  </a:lnTo>
                  <a:lnTo>
                    <a:pt x="829139" y="1526510"/>
                  </a:lnTo>
                  <a:lnTo>
                    <a:pt x="829139" y="1509555"/>
                  </a:lnTo>
                  <a:lnTo>
                    <a:pt x="822772" y="1501077"/>
                  </a:lnTo>
                  <a:close/>
                </a:path>
                <a:path w="9542780" h="6570345">
                  <a:moveTo>
                    <a:pt x="822772" y="1545443"/>
                  </a:moveTo>
                  <a:lnTo>
                    <a:pt x="801545" y="1545443"/>
                  </a:lnTo>
                  <a:lnTo>
                    <a:pt x="795206" y="1551942"/>
                  </a:lnTo>
                  <a:lnTo>
                    <a:pt x="795206" y="1573136"/>
                  </a:lnTo>
                  <a:lnTo>
                    <a:pt x="801545" y="1579352"/>
                  </a:lnTo>
                  <a:lnTo>
                    <a:pt x="822772" y="1579352"/>
                  </a:lnTo>
                  <a:lnTo>
                    <a:pt x="829139" y="1570875"/>
                  </a:lnTo>
                  <a:lnTo>
                    <a:pt x="829139" y="1553921"/>
                  </a:lnTo>
                  <a:lnTo>
                    <a:pt x="822772" y="1545443"/>
                  </a:lnTo>
                  <a:close/>
                </a:path>
                <a:path w="9542780" h="6570345">
                  <a:moveTo>
                    <a:pt x="822772" y="1590092"/>
                  </a:moveTo>
                  <a:lnTo>
                    <a:pt x="801545" y="1590092"/>
                  </a:lnTo>
                  <a:lnTo>
                    <a:pt x="795206" y="1596308"/>
                  </a:lnTo>
                  <a:lnTo>
                    <a:pt x="795206" y="1615523"/>
                  </a:lnTo>
                  <a:lnTo>
                    <a:pt x="801545" y="1624001"/>
                  </a:lnTo>
                  <a:lnTo>
                    <a:pt x="822772" y="1624001"/>
                  </a:lnTo>
                  <a:lnTo>
                    <a:pt x="829139" y="1615523"/>
                  </a:lnTo>
                  <a:lnTo>
                    <a:pt x="829139" y="1598569"/>
                  </a:lnTo>
                  <a:lnTo>
                    <a:pt x="822772" y="1590092"/>
                  </a:lnTo>
                  <a:close/>
                </a:path>
                <a:path w="9542780" h="6570345">
                  <a:moveTo>
                    <a:pt x="822772" y="1634456"/>
                  </a:moveTo>
                  <a:lnTo>
                    <a:pt x="801545" y="1634456"/>
                  </a:lnTo>
                  <a:lnTo>
                    <a:pt x="795206" y="1640956"/>
                  </a:lnTo>
                  <a:lnTo>
                    <a:pt x="795206" y="1659888"/>
                  </a:lnTo>
                  <a:lnTo>
                    <a:pt x="801545" y="1668367"/>
                  </a:lnTo>
                  <a:lnTo>
                    <a:pt x="822772" y="1668367"/>
                  </a:lnTo>
                  <a:lnTo>
                    <a:pt x="829139" y="1659888"/>
                  </a:lnTo>
                  <a:lnTo>
                    <a:pt x="829139" y="1642934"/>
                  </a:lnTo>
                  <a:lnTo>
                    <a:pt x="822772" y="1634456"/>
                  </a:lnTo>
                  <a:close/>
                </a:path>
                <a:path w="9542780" h="6570345">
                  <a:moveTo>
                    <a:pt x="822772" y="1676844"/>
                  </a:moveTo>
                  <a:lnTo>
                    <a:pt x="801545" y="1676844"/>
                  </a:lnTo>
                  <a:lnTo>
                    <a:pt x="795206" y="1683061"/>
                  </a:lnTo>
                  <a:lnTo>
                    <a:pt x="795206" y="1704254"/>
                  </a:lnTo>
                  <a:lnTo>
                    <a:pt x="801545" y="1710754"/>
                  </a:lnTo>
                  <a:lnTo>
                    <a:pt x="822772" y="1710754"/>
                  </a:lnTo>
                  <a:lnTo>
                    <a:pt x="829139" y="1704254"/>
                  </a:lnTo>
                  <a:lnTo>
                    <a:pt x="829139" y="1685321"/>
                  </a:lnTo>
                  <a:lnTo>
                    <a:pt x="822772" y="1676844"/>
                  </a:lnTo>
                  <a:close/>
                </a:path>
                <a:path w="9542780" h="6570345">
                  <a:moveTo>
                    <a:pt x="822772" y="1721209"/>
                  </a:moveTo>
                  <a:lnTo>
                    <a:pt x="801545" y="1721209"/>
                  </a:lnTo>
                  <a:lnTo>
                    <a:pt x="795206" y="1727709"/>
                  </a:lnTo>
                  <a:lnTo>
                    <a:pt x="795206" y="1748903"/>
                  </a:lnTo>
                  <a:lnTo>
                    <a:pt x="801545" y="1755119"/>
                  </a:lnTo>
                  <a:lnTo>
                    <a:pt x="822772" y="1755119"/>
                  </a:lnTo>
                  <a:lnTo>
                    <a:pt x="829139" y="1748903"/>
                  </a:lnTo>
                  <a:lnTo>
                    <a:pt x="829139" y="1729686"/>
                  </a:lnTo>
                  <a:lnTo>
                    <a:pt x="822772" y="1721209"/>
                  </a:lnTo>
                  <a:close/>
                </a:path>
                <a:path w="9542780" h="6570345">
                  <a:moveTo>
                    <a:pt x="822772" y="1765857"/>
                  </a:moveTo>
                  <a:lnTo>
                    <a:pt x="801545" y="1765857"/>
                  </a:lnTo>
                  <a:lnTo>
                    <a:pt x="795206" y="1772074"/>
                  </a:lnTo>
                  <a:lnTo>
                    <a:pt x="795206" y="1793267"/>
                  </a:lnTo>
                  <a:lnTo>
                    <a:pt x="801545" y="1799767"/>
                  </a:lnTo>
                  <a:lnTo>
                    <a:pt x="822772" y="1799767"/>
                  </a:lnTo>
                  <a:lnTo>
                    <a:pt x="829139" y="1791290"/>
                  </a:lnTo>
                  <a:lnTo>
                    <a:pt x="829139" y="1774334"/>
                  </a:lnTo>
                  <a:lnTo>
                    <a:pt x="822772" y="1765857"/>
                  </a:lnTo>
                  <a:close/>
                </a:path>
                <a:path w="9542780" h="6570345">
                  <a:moveTo>
                    <a:pt x="822772" y="1810223"/>
                  </a:moveTo>
                  <a:lnTo>
                    <a:pt x="801545" y="1810223"/>
                  </a:lnTo>
                  <a:lnTo>
                    <a:pt x="795206" y="1816722"/>
                  </a:lnTo>
                  <a:lnTo>
                    <a:pt x="795206" y="1837634"/>
                  </a:lnTo>
                  <a:lnTo>
                    <a:pt x="801545" y="1844132"/>
                  </a:lnTo>
                  <a:lnTo>
                    <a:pt x="822772" y="1844132"/>
                  </a:lnTo>
                  <a:lnTo>
                    <a:pt x="829139" y="1835655"/>
                  </a:lnTo>
                  <a:lnTo>
                    <a:pt x="829139" y="1818700"/>
                  </a:lnTo>
                  <a:lnTo>
                    <a:pt x="822772" y="1810223"/>
                  </a:lnTo>
                  <a:close/>
                </a:path>
                <a:path w="9542780" h="6570345">
                  <a:moveTo>
                    <a:pt x="822772" y="1854588"/>
                  </a:moveTo>
                  <a:lnTo>
                    <a:pt x="801545" y="1854588"/>
                  </a:lnTo>
                  <a:lnTo>
                    <a:pt x="795206" y="1861088"/>
                  </a:lnTo>
                  <a:lnTo>
                    <a:pt x="795206" y="1880021"/>
                  </a:lnTo>
                  <a:lnTo>
                    <a:pt x="801545" y="1888498"/>
                  </a:lnTo>
                  <a:lnTo>
                    <a:pt x="822772" y="1888498"/>
                  </a:lnTo>
                  <a:lnTo>
                    <a:pt x="829139" y="1880021"/>
                  </a:lnTo>
                  <a:lnTo>
                    <a:pt x="829139" y="1863065"/>
                  </a:lnTo>
                  <a:lnTo>
                    <a:pt x="822772" y="1854588"/>
                  </a:lnTo>
                  <a:close/>
                </a:path>
                <a:path w="9542780" h="6570345">
                  <a:moveTo>
                    <a:pt x="822772" y="1899236"/>
                  </a:moveTo>
                  <a:lnTo>
                    <a:pt x="801545" y="1899236"/>
                  </a:lnTo>
                  <a:lnTo>
                    <a:pt x="795206" y="1905453"/>
                  </a:lnTo>
                  <a:lnTo>
                    <a:pt x="795206" y="1924668"/>
                  </a:lnTo>
                  <a:lnTo>
                    <a:pt x="801545" y="1933147"/>
                  </a:lnTo>
                  <a:lnTo>
                    <a:pt x="822772" y="1933147"/>
                  </a:lnTo>
                  <a:lnTo>
                    <a:pt x="829139" y="1924668"/>
                  </a:lnTo>
                  <a:lnTo>
                    <a:pt x="829139" y="1907713"/>
                  </a:lnTo>
                  <a:lnTo>
                    <a:pt x="822772" y="1899236"/>
                  </a:lnTo>
                  <a:close/>
                </a:path>
                <a:path w="9542780" h="6570345">
                  <a:moveTo>
                    <a:pt x="822772" y="3885225"/>
                  </a:moveTo>
                  <a:lnTo>
                    <a:pt x="801545" y="3885225"/>
                  </a:lnTo>
                  <a:lnTo>
                    <a:pt x="795206" y="3891555"/>
                  </a:lnTo>
                  <a:lnTo>
                    <a:pt x="795206" y="3910629"/>
                  </a:lnTo>
                  <a:lnTo>
                    <a:pt x="801545" y="3919079"/>
                  </a:lnTo>
                  <a:lnTo>
                    <a:pt x="822772" y="3919079"/>
                  </a:lnTo>
                  <a:lnTo>
                    <a:pt x="829139" y="3912749"/>
                  </a:lnTo>
                  <a:lnTo>
                    <a:pt x="829139" y="3893675"/>
                  </a:lnTo>
                  <a:lnTo>
                    <a:pt x="822772" y="3885225"/>
                  </a:lnTo>
                  <a:close/>
                </a:path>
                <a:path w="9542780" h="6570345">
                  <a:moveTo>
                    <a:pt x="822772" y="3929675"/>
                  </a:moveTo>
                  <a:lnTo>
                    <a:pt x="801545" y="3929675"/>
                  </a:lnTo>
                  <a:lnTo>
                    <a:pt x="795206" y="3936033"/>
                  </a:lnTo>
                  <a:lnTo>
                    <a:pt x="795206" y="3955079"/>
                  </a:lnTo>
                  <a:lnTo>
                    <a:pt x="801545" y="3963556"/>
                  </a:lnTo>
                  <a:lnTo>
                    <a:pt x="822772" y="3963556"/>
                  </a:lnTo>
                  <a:lnTo>
                    <a:pt x="829139" y="3955079"/>
                  </a:lnTo>
                  <a:lnTo>
                    <a:pt x="829139" y="3938153"/>
                  </a:lnTo>
                  <a:lnTo>
                    <a:pt x="822772" y="3929675"/>
                  </a:lnTo>
                  <a:close/>
                </a:path>
                <a:path w="9542780" h="6570345">
                  <a:moveTo>
                    <a:pt x="822772" y="3974125"/>
                  </a:moveTo>
                  <a:lnTo>
                    <a:pt x="801545" y="3974125"/>
                  </a:lnTo>
                  <a:lnTo>
                    <a:pt x="795206" y="3980483"/>
                  </a:lnTo>
                  <a:lnTo>
                    <a:pt x="795206" y="3999558"/>
                  </a:lnTo>
                  <a:lnTo>
                    <a:pt x="801545" y="4008006"/>
                  </a:lnTo>
                  <a:lnTo>
                    <a:pt x="822772" y="4008006"/>
                  </a:lnTo>
                  <a:lnTo>
                    <a:pt x="829139" y="3999558"/>
                  </a:lnTo>
                  <a:lnTo>
                    <a:pt x="829139" y="3982603"/>
                  </a:lnTo>
                  <a:lnTo>
                    <a:pt x="822772" y="3974125"/>
                  </a:lnTo>
                  <a:close/>
                </a:path>
                <a:path w="9542780" h="6570345">
                  <a:moveTo>
                    <a:pt x="822772" y="4018603"/>
                  </a:moveTo>
                  <a:lnTo>
                    <a:pt x="801545" y="4018603"/>
                  </a:lnTo>
                  <a:lnTo>
                    <a:pt x="795206" y="4024962"/>
                  </a:lnTo>
                  <a:lnTo>
                    <a:pt x="795206" y="4044008"/>
                  </a:lnTo>
                  <a:lnTo>
                    <a:pt x="801545" y="4052486"/>
                  </a:lnTo>
                  <a:lnTo>
                    <a:pt x="822772" y="4052486"/>
                  </a:lnTo>
                  <a:lnTo>
                    <a:pt x="829139" y="4044008"/>
                  </a:lnTo>
                  <a:lnTo>
                    <a:pt x="829139" y="4027082"/>
                  </a:lnTo>
                  <a:lnTo>
                    <a:pt x="822772" y="4018603"/>
                  </a:lnTo>
                  <a:close/>
                </a:path>
                <a:path w="9542780" h="6570345">
                  <a:moveTo>
                    <a:pt x="822772" y="4063055"/>
                  </a:moveTo>
                  <a:lnTo>
                    <a:pt x="801545" y="4063055"/>
                  </a:lnTo>
                  <a:lnTo>
                    <a:pt x="795206" y="4069412"/>
                  </a:lnTo>
                  <a:lnTo>
                    <a:pt x="795206" y="4088486"/>
                  </a:lnTo>
                  <a:lnTo>
                    <a:pt x="801545" y="4096936"/>
                  </a:lnTo>
                  <a:lnTo>
                    <a:pt x="822772" y="4096936"/>
                  </a:lnTo>
                  <a:lnTo>
                    <a:pt x="829139" y="4088486"/>
                  </a:lnTo>
                  <a:lnTo>
                    <a:pt x="829139" y="4071532"/>
                  </a:lnTo>
                  <a:lnTo>
                    <a:pt x="822772" y="4063055"/>
                  </a:lnTo>
                  <a:close/>
                </a:path>
                <a:path w="9542780" h="6570345">
                  <a:moveTo>
                    <a:pt x="822772" y="4107533"/>
                  </a:moveTo>
                  <a:lnTo>
                    <a:pt x="801545" y="4107533"/>
                  </a:lnTo>
                  <a:lnTo>
                    <a:pt x="795206" y="4113890"/>
                  </a:lnTo>
                  <a:lnTo>
                    <a:pt x="795206" y="4132936"/>
                  </a:lnTo>
                  <a:lnTo>
                    <a:pt x="801545" y="4141414"/>
                  </a:lnTo>
                  <a:lnTo>
                    <a:pt x="822772" y="4141414"/>
                  </a:lnTo>
                  <a:lnTo>
                    <a:pt x="829139" y="4132936"/>
                  </a:lnTo>
                  <a:lnTo>
                    <a:pt x="829139" y="4116010"/>
                  </a:lnTo>
                  <a:lnTo>
                    <a:pt x="822772" y="4107533"/>
                  </a:lnTo>
                  <a:close/>
                </a:path>
                <a:path w="9542780" h="6570345">
                  <a:moveTo>
                    <a:pt x="822772" y="4149863"/>
                  </a:moveTo>
                  <a:lnTo>
                    <a:pt x="801545" y="4149863"/>
                  </a:lnTo>
                  <a:lnTo>
                    <a:pt x="795206" y="4156222"/>
                  </a:lnTo>
                  <a:lnTo>
                    <a:pt x="795206" y="4175296"/>
                  </a:lnTo>
                  <a:lnTo>
                    <a:pt x="801545" y="4183745"/>
                  </a:lnTo>
                  <a:lnTo>
                    <a:pt x="822772" y="4183745"/>
                  </a:lnTo>
                  <a:lnTo>
                    <a:pt x="829139" y="4177416"/>
                  </a:lnTo>
                  <a:lnTo>
                    <a:pt x="829139" y="4158341"/>
                  </a:lnTo>
                  <a:lnTo>
                    <a:pt x="822772" y="4149863"/>
                  </a:lnTo>
                  <a:close/>
                </a:path>
                <a:path w="9542780" h="6570345">
                  <a:moveTo>
                    <a:pt x="822772" y="4194342"/>
                  </a:moveTo>
                  <a:lnTo>
                    <a:pt x="801545" y="4194342"/>
                  </a:lnTo>
                  <a:lnTo>
                    <a:pt x="795206" y="4200700"/>
                  </a:lnTo>
                  <a:lnTo>
                    <a:pt x="795206" y="4221866"/>
                  </a:lnTo>
                  <a:lnTo>
                    <a:pt x="801545" y="4228223"/>
                  </a:lnTo>
                  <a:lnTo>
                    <a:pt x="822772" y="4228223"/>
                  </a:lnTo>
                  <a:lnTo>
                    <a:pt x="829139" y="4221866"/>
                  </a:lnTo>
                  <a:lnTo>
                    <a:pt x="829139" y="4202819"/>
                  </a:lnTo>
                  <a:lnTo>
                    <a:pt x="822772" y="4194342"/>
                  </a:lnTo>
                  <a:close/>
                </a:path>
                <a:path w="9542780" h="6570345">
                  <a:moveTo>
                    <a:pt x="822772" y="4238792"/>
                  </a:moveTo>
                  <a:lnTo>
                    <a:pt x="801545" y="4238792"/>
                  </a:lnTo>
                  <a:lnTo>
                    <a:pt x="795206" y="4245150"/>
                  </a:lnTo>
                  <a:lnTo>
                    <a:pt x="795206" y="4266316"/>
                  </a:lnTo>
                  <a:lnTo>
                    <a:pt x="801545" y="4272673"/>
                  </a:lnTo>
                  <a:lnTo>
                    <a:pt x="822772" y="4272673"/>
                  </a:lnTo>
                  <a:lnTo>
                    <a:pt x="829139" y="4264224"/>
                  </a:lnTo>
                  <a:lnTo>
                    <a:pt x="829139" y="4247269"/>
                  </a:lnTo>
                  <a:lnTo>
                    <a:pt x="822772" y="4238792"/>
                  </a:lnTo>
                  <a:close/>
                </a:path>
                <a:path w="9542780" h="6570345">
                  <a:moveTo>
                    <a:pt x="822772" y="4283270"/>
                  </a:moveTo>
                  <a:lnTo>
                    <a:pt x="801545" y="4283270"/>
                  </a:lnTo>
                  <a:lnTo>
                    <a:pt x="795206" y="4289629"/>
                  </a:lnTo>
                  <a:lnTo>
                    <a:pt x="795206" y="4308675"/>
                  </a:lnTo>
                  <a:lnTo>
                    <a:pt x="801545" y="4317152"/>
                  </a:lnTo>
                  <a:lnTo>
                    <a:pt x="822772" y="4317152"/>
                  </a:lnTo>
                  <a:lnTo>
                    <a:pt x="829139" y="4308675"/>
                  </a:lnTo>
                  <a:lnTo>
                    <a:pt x="829139" y="4291749"/>
                  </a:lnTo>
                  <a:lnTo>
                    <a:pt x="822772" y="4283270"/>
                  </a:lnTo>
                  <a:close/>
                </a:path>
                <a:path w="9542780" h="6570345">
                  <a:moveTo>
                    <a:pt x="822772" y="4547937"/>
                  </a:moveTo>
                  <a:lnTo>
                    <a:pt x="801545" y="4547937"/>
                  </a:lnTo>
                  <a:lnTo>
                    <a:pt x="795206" y="4554296"/>
                  </a:lnTo>
                  <a:lnTo>
                    <a:pt x="795206" y="4573342"/>
                  </a:lnTo>
                  <a:lnTo>
                    <a:pt x="801545" y="4581819"/>
                  </a:lnTo>
                  <a:lnTo>
                    <a:pt x="822772" y="4581819"/>
                  </a:lnTo>
                  <a:lnTo>
                    <a:pt x="829139" y="4573342"/>
                  </a:lnTo>
                  <a:lnTo>
                    <a:pt x="829139" y="4556414"/>
                  </a:lnTo>
                  <a:lnTo>
                    <a:pt x="822772" y="4547937"/>
                  </a:lnTo>
                  <a:close/>
                </a:path>
                <a:path w="9542780" h="6570345">
                  <a:moveTo>
                    <a:pt x="822772" y="4592387"/>
                  </a:moveTo>
                  <a:lnTo>
                    <a:pt x="801545" y="4592387"/>
                  </a:lnTo>
                  <a:lnTo>
                    <a:pt x="795206" y="4598746"/>
                  </a:lnTo>
                  <a:lnTo>
                    <a:pt x="795206" y="4617792"/>
                  </a:lnTo>
                  <a:lnTo>
                    <a:pt x="801545" y="4626269"/>
                  </a:lnTo>
                  <a:lnTo>
                    <a:pt x="822772" y="4626269"/>
                  </a:lnTo>
                  <a:lnTo>
                    <a:pt x="829139" y="4617792"/>
                  </a:lnTo>
                  <a:lnTo>
                    <a:pt x="829139" y="4600865"/>
                  </a:lnTo>
                  <a:lnTo>
                    <a:pt x="822772" y="4592387"/>
                  </a:lnTo>
                  <a:close/>
                </a:path>
                <a:path w="9542780" h="6570345">
                  <a:moveTo>
                    <a:pt x="778225" y="131118"/>
                  </a:moveTo>
                  <a:lnTo>
                    <a:pt x="759150" y="131118"/>
                  </a:lnTo>
                  <a:lnTo>
                    <a:pt x="750660" y="137618"/>
                  </a:lnTo>
                  <a:lnTo>
                    <a:pt x="750660" y="156551"/>
                  </a:lnTo>
                  <a:lnTo>
                    <a:pt x="757027" y="165028"/>
                  </a:lnTo>
                  <a:lnTo>
                    <a:pt x="778225" y="165028"/>
                  </a:lnTo>
                  <a:lnTo>
                    <a:pt x="784593" y="158812"/>
                  </a:lnTo>
                  <a:lnTo>
                    <a:pt x="784593" y="139595"/>
                  </a:lnTo>
                  <a:lnTo>
                    <a:pt x="778225" y="131118"/>
                  </a:lnTo>
                  <a:close/>
                </a:path>
                <a:path w="9542780" h="6570345">
                  <a:moveTo>
                    <a:pt x="778225" y="220131"/>
                  </a:moveTo>
                  <a:lnTo>
                    <a:pt x="759150" y="220131"/>
                  </a:lnTo>
                  <a:lnTo>
                    <a:pt x="750660" y="226349"/>
                  </a:lnTo>
                  <a:lnTo>
                    <a:pt x="750660" y="245564"/>
                  </a:lnTo>
                  <a:lnTo>
                    <a:pt x="757027" y="254041"/>
                  </a:lnTo>
                  <a:lnTo>
                    <a:pt x="778225" y="254041"/>
                  </a:lnTo>
                  <a:lnTo>
                    <a:pt x="784593" y="245564"/>
                  </a:lnTo>
                  <a:lnTo>
                    <a:pt x="784593" y="228610"/>
                  </a:lnTo>
                  <a:lnTo>
                    <a:pt x="778225" y="220131"/>
                  </a:lnTo>
                  <a:close/>
                </a:path>
                <a:path w="9542780" h="6570345">
                  <a:moveTo>
                    <a:pt x="778225" y="264497"/>
                  </a:moveTo>
                  <a:lnTo>
                    <a:pt x="759150" y="264497"/>
                  </a:lnTo>
                  <a:lnTo>
                    <a:pt x="750660" y="270996"/>
                  </a:lnTo>
                  <a:lnTo>
                    <a:pt x="750660" y="292190"/>
                  </a:lnTo>
                  <a:lnTo>
                    <a:pt x="757027" y="298408"/>
                  </a:lnTo>
                  <a:lnTo>
                    <a:pt x="778225" y="298408"/>
                  </a:lnTo>
                  <a:lnTo>
                    <a:pt x="784593" y="289929"/>
                  </a:lnTo>
                  <a:lnTo>
                    <a:pt x="784593" y="272975"/>
                  </a:lnTo>
                  <a:lnTo>
                    <a:pt x="778225" y="264497"/>
                  </a:lnTo>
                  <a:close/>
                </a:path>
                <a:path w="9542780" h="6570345">
                  <a:moveTo>
                    <a:pt x="778225" y="309145"/>
                  </a:moveTo>
                  <a:lnTo>
                    <a:pt x="759150" y="309145"/>
                  </a:lnTo>
                  <a:lnTo>
                    <a:pt x="750660" y="315362"/>
                  </a:lnTo>
                  <a:lnTo>
                    <a:pt x="750660" y="334577"/>
                  </a:lnTo>
                  <a:lnTo>
                    <a:pt x="757027" y="343054"/>
                  </a:lnTo>
                  <a:lnTo>
                    <a:pt x="778225" y="343054"/>
                  </a:lnTo>
                  <a:lnTo>
                    <a:pt x="784593" y="334577"/>
                  </a:lnTo>
                  <a:lnTo>
                    <a:pt x="784593" y="317623"/>
                  </a:lnTo>
                  <a:lnTo>
                    <a:pt x="778225" y="309145"/>
                  </a:lnTo>
                  <a:close/>
                </a:path>
                <a:path w="9542780" h="6570345">
                  <a:moveTo>
                    <a:pt x="778225" y="353510"/>
                  </a:moveTo>
                  <a:lnTo>
                    <a:pt x="759150" y="353510"/>
                  </a:lnTo>
                  <a:lnTo>
                    <a:pt x="750660" y="360010"/>
                  </a:lnTo>
                  <a:lnTo>
                    <a:pt x="750660" y="378943"/>
                  </a:lnTo>
                  <a:lnTo>
                    <a:pt x="757027" y="387421"/>
                  </a:lnTo>
                  <a:lnTo>
                    <a:pt x="767641" y="387421"/>
                  </a:lnTo>
                  <a:lnTo>
                    <a:pt x="778225" y="385160"/>
                  </a:lnTo>
                  <a:lnTo>
                    <a:pt x="784593" y="378943"/>
                  </a:lnTo>
                  <a:lnTo>
                    <a:pt x="784593" y="361988"/>
                  </a:lnTo>
                  <a:lnTo>
                    <a:pt x="778225" y="353510"/>
                  </a:lnTo>
                  <a:close/>
                </a:path>
                <a:path w="9542780" h="6570345">
                  <a:moveTo>
                    <a:pt x="778225" y="397877"/>
                  </a:moveTo>
                  <a:lnTo>
                    <a:pt x="759150" y="397877"/>
                  </a:lnTo>
                  <a:lnTo>
                    <a:pt x="750660" y="404375"/>
                  </a:lnTo>
                  <a:lnTo>
                    <a:pt x="750660" y="425569"/>
                  </a:lnTo>
                  <a:lnTo>
                    <a:pt x="757027" y="431786"/>
                  </a:lnTo>
                  <a:lnTo>
                    <a:pt x="767641" y="431786"/>
                  </a:lnTo>
                  <a:lnTo>
                    <a:pt x="778225" y="429808"/>
                  </a:lnTo>
                  <a:lnTo>
                    <a:pt x="784593" y="423308"/>
                  </a:lnTo>
                  <a:lnTo>
                    <a:pt x="784593" y="406354"/>
                  </a:lnTo>
                  <a:lnTo>
                    <a:pt x="778225" y="397877"/>
                  </a:lnTo>
                  <a:close/>
                </a:path>
                <a:path w="9542780" h="6570345">
                  <a:moveTo>
                    <a:pt x="778225" y="440263"/>
                  </a:moveTo>
                  <a:lnTo>
                    <a:pt x="759150" y="440263"/>
                  </a:lnTo>
                  <a:lnTo>
                    <a:pt x="750660" y="446763"/>
                  </a:lnTo>
                  <a:lnTo>
                    <a:pt x="750660" y="465696"/>
                  </a:lnTo>
                  <a:lnTo>
                    <a:pt x="757027" y="474173"/>
                  </a:lnTo>
                  <a:lnTo>
                    <a:pt x="778225" y="474173"/>
                  </a:lnTo>
                  <a:lnTo>
                    <a:pt x="784593" y="467956"/>
                  </a:lnTo>
                  <a:lnTo>
                    <a:pt x="784593" y="448741"/>
                  </a:lnTo>
                  <a:lnTo>
                    <a:pt x="778225" y="440263"/>
                  </a:lnTo>
                  <a:close/>
                </a:path>
                <a:path w="9542780" h="6570345">
                  <a:moveTo>
                    <a:pt x="778225" y="484911"/>
                  </a:moveTo>
                  <a:lnTo>
                    <a:pt x="759150" y="484911"/>
                  </a:lnTo>
                  <a:lnTo>
                    <a:pt x="750660" y="491128"/>
                  </a:lnTo>
                  <a:lnTo>
                    <a:pt x="750660" y="510344"/>
                  </a:lnTo>
                  <a:lnTo>
                    <a:pt x="757027" y="518539"/>
                  </a:lnTo>
                  <a:lnTo>
                    <a:pt x="778225" y="518539"/>
                  </a:lnTo>
                  <a:lnTo>
                    <a:pt x="784593" y="512321"/>
                  </a:lnTo>
                  <a:lnTo>
                    <a:pt x="784593" y="493389"/>
                  </a:lnTo>
                  <a:lnTo>
                    <a:pt x="778225" y="484911"/>
                  </a:lnTo>
                  <a:close/>
                </a:path>
                <a:path w="9542780" h="6570345">
                  <a:moveTo>
                    <a:pt x="778225" y="529277"/>
                  </a:moveTo>
                  <a:lnTo>
                    <a:pt x="759150" y="529277"/>
                  </a:lnTo>
                  <a:lnTo>
                    <a:pt x="750660" y="535494"/>
                  </a:lnTo>
                  <a:lnTo>
                    <a:pt x="750660" y="556687"/>
                  </a:lnTo>
                  <a:lnTo>
                    <a:pt x="757027" y="563186"/>
                  </a:lnTo>
                  <a:lnTo>
                    <a:pt x="778225" y="563186"/>
                  </a:lnTo>
                  <a:lnTo>
                    <a:pt x="784593" y="554709"/>
                  </a:lnTo>
                  <a:lnTo>
                    <a:pt x="784593" y="537754"/>
                  </a:lnTo>
                  <a:lnTo>
                    <a:pt x="778225" y="529277"/>
                  </a:lnTo>
                  <a:close/>
                </a:path>
                <a:path w="9542780" h="6570345">
                  <a:moveTo>
                    <a:pt x="778225" y="573642"/>
                  </a:moveTo>
                  <a:lnTo>
                    <a:pt x="759150" y="573642"/>
                  </a:lnTo>
                  <a:lnTo>
                    <a:pt x="750660" y="580142"/>
                  </a:lnTo>
                  <a:lnTo>
                    <a:pt x="750660" y="599075"/>
                  </a:lnTo>
                  <a:lnTo>
                    <a:pt x="757027" y="607552"/>
                  </a:lnTo>
                  <a:lnTo>
                    <a:pt x="778225" y="607552"/>
                  </a:lnTo>
                  <a:lnTo>
                    <a:pt x="784593" y="599075"/>
                  </a:lnTo>
                  <a:lnTo>
                    <a:pt x="784593" y="582119"/>
                  </a:lnTo>
                  <a:lnTo>
                    <a:pt x="778225" y="573642"/>
                  </a:lnTo>
                  <a:close/>
                </a:path>
                <a:path w="9542780" h="6570345">
                  <a:moveTo>
                    <a:pt x="778225" y="618290"/>
                  </a:moveTo>
                  <a:lnTo>
                    <a:pt x="759150" y="618290"/>
                  </a:lnTo>
                  <a:lnTo>
                    <a:pt x="750660" y="624507"/>
                  </a:lnTo>
                  <a:lnTo>
                    <a:pt x="750660" y="643723"/>
                  </a:lnTo>
                  <a:lnTo>
                    <a:pt x="757027" y="652200"/>
                  </a:lnTo>
                  <a:lnTo>
                    <a:pt x="778225" y="652200"/>
                  </a:lnTo>
                  <a:lnTo>
                    <a:pt x="784593" y="643723"/>
                  </a:lnTo>
                  <a:lnTo>
                    <a:pt x="784593" y="626767"/>
                  </a:lnTo>
                  <a:lnTo>
                    <a:pt x="778225" y="618290"/>
                  </a:lnTo>
                  <a:close/>
                </a:path>
                <a:path w="9542780" h="6570345">
                  <a:moveTo>
                    <a:pt x="778225" y="662656"/>
                  </a:moveTo>
                  <a:lnTo>
                    <a:pt x="759150" y="662656"/>
                  </a:lnTo>
                  <a:lnTo>
                    <a:pt x="750660" y="668873"/>
                  </a:lnTo>
                  <a:lnTo>
                    <a:pt x="750660" y="688088"/>
                  </a:lnTo>
                  <a:lnTo>
                    <a:pt x="757027" y="696565"/>
                  </a:lnTo>
                  <a:lnTo>
                    <a:pt x="767641" y="696565"/>
                  </a:lnTo>
                  <a:lnTo>
                    <a:pt x="778225" y="694305"/>
                  </a:lnTo>
                  <a:lnTo>
                    <a:pt x="784593" y="688088"/>
                  </a:lnTo>
                  <a:lnTo>
                    <a:pt x="784593" y="671134"/>
                  </a:lnTo>
                  <a:lnTo>
                    <a:pt x="778225" y="662656"/>
                  </a:lnTo>
                  <a:close/>
                </a:path>
                <a:path w="9542780" h="6570345">
                  <a:moveTo>
                    <a:pt x="778225" y="707021"/>
                  </a:moveTo>
                  <a:lnTo>
                    <a:pt x="759150" y="707021"/>
                  </a:lnTo>
                  <a:lnTo>
                    <a:pt x="750660" y="713521"/>
                  </a:lnTo>
                  <a:lnTo>
                    <a:pt x="750660" y="732453"/>
                  </a:lnTo>
                  <a:lnTo>
                    <a:pt x="757027" y="740931"/>
                  </a:lnTo>
                  <a:lnTo>
                    <a:pt x="767641" y="740931"/>
                  </a:lnTo>
                  <a:lnTo>
                    <a:pt x="778225" y="738953"/>
                  </a:lnTo>
                  <a:lnTo>
                    <a:pt x="784593" y="732453"/>
                  </a:lnTo>
                  <a:lnTo>
                    <a:pt x="784593" y="715498"/>
                  </a:lnTo>
                  <a:lnTo>
                    <a:pt x="778225" y="707021"/>
                  </a:lnTo>
                  <a:close/>
                </a:path>
                <a:path w="9542780" h="6570345">
                  <a:moveTo>
                    <a:pt x="778225" y="749409"/>
                  </a:moveTo>
                  <a:lnTo>
                    <a:pt x="759150" y="749409"/>
                  </a:lnTo>
                  <a:lnTo>
                    <a:pt x="750660" y="755907"/>
                  </a:lnTo>
                  <a:lnTo>
                    <a:pt x="750660" y="774840"/>
                  </a:lnTo>
                  <a:lnTo>
                    <a:pt x="757027" y="783318"/>
                  </a:lnTo>
                  <a:lnTo>
                    <a:pt x="778225" y="783318"/>
                  </a:lnTo>
                  <a:lnTo>
                    <a:pt x="784593" y="777101"/>
                  </a:lnTo>
                  <a:lnTo>
                    <a:pt x="784593" y="757886"/>
                  </a:lnTo>
                  <a:lnTo>
                    <a:pt x="778225" y="749409"/>
                  </a:lnTo>
                  <a:close/>
                </a:path>
                <a:path w="9542780" h="6570345">
                  <a:moveTo>
                    <a:pt x="778225" y="794057"/>
                  </a:moveTo>
                  <a:lnTo>
                    <a:pt x="759150" y="794057"/>
                  </a:lnTo>
                  <a:lnTo>
                    <a:pt x="750660" y="800273"/>
                  </a:lnTo>
                  <a:lnTo>
                    <a:pt x="750660" y="821467"/>
                  </a:lnTo>
                  <a:lnTo>
                    <a:pt x="757027" y="827684"/>
                  </a:lnTo>
                  <a:lnTo>
                    <a:pt x="778225" y="827684"/>
                  </a:lnTo>
                  <a:lnTo>
                    <a:pt x="784593" y="821467"/>
                  </a:lnTo>
                  <a:lnTo>
                    <a:pt x="784593" y="802534"/>
                  </a:lnTo>
                  <a:lnTo>
                    <a:pt x="778225" y="794057"/>
                  </a:lnTo>
                  <a:close/>
                </a:path>
                <a:path w="9542780" h="6570345">
                  <a:moveTo>
                    <a:pt x="778225" y="838422"/>
                  </a:moveTo>
                  <a:lnTo>
                    <a:pt x="759150" y="838422"/>
                  </a:lnTo>
                  <a:lnTo>
                    <a:pt x="750660" y="844638"/>
                  </a:lnTo>
                  <a:lnTo>
                    <a:pt x="750660" y="863855"/>
                  </a:lnTo>
                  <a:lnTo>
                    <a:pt x="757027" y="872332"/>
                  </a:lnTo>
                  <a:lnTo>
                    <a:pt x="778225" y="872332"/>
                  </a:lnTo>
                  <a:lnTo>
                    <a:pt x="784593" y="863855"/>
                  </a:lnTo>
                  <a:lnTo>
                    <a:pt x="784593" y="846899"/>
                  </a:lnTo>
                  <a:lnTo>
                    <a:pt x="778225" y="838422"/>
                  </a:lnTo>
                  <a:close/>
                </a:path>
                <a:path w="9542780" h="6570345">
                  <a:moveTo>
                    <a:pt x="778225" y="882788"/>
                  </a:moveTo>
                  <a:lnTo>
                    <a:pt x="759150" y="882788"/>
                  </a:lnTo>
                  <a:lnTo>
                    <a:pt x="750660" y="889287"/>
                  </a:lnTo>
                  <a:lnTo>
                    <a:pt x="750660" y="908220"/>
                  </a:lnTo>
                  <a:lnTo>
                    <a:pt x="757027" y="916697"/>
                  </a:lnTo>
                  <a:lnTo>
                    <a:pt x="778225" y="916697"/>
                  </a:lnTo>
                  <a:lnTo>
                    <a:pt x="784593" y="908220"/>
                  </a:lnTo>
                  <a:lnTo>
                    <a:pt x="784593" y="891265"/>
                  </a:lnTo>
                  <a:lnTo>
                    <a:pt x="778225" y="882788"/>
                  </a:lnTo>
                  <a:close/>
                </a:path>
                <a:path w="9542780" h="6570345">
                  <a:moveTo>
                    <a:pt x="778225" y="927435"/>
                  </a:moveTo>
                  <a:lnTo>
                    <a:pt x="759150" y="927435"/>
                  </a:lnTo>
                  <a:lnTo>
                    <a:pt x="750660" y="933653"/>
                  </a:lnTo>
                  <a:lnTo>
                    <a:pt x="750660" y="954846"/>
                  </a:lnTo>
                  <a:lnTo>
                    <a:pt x="757027" y="961063"/>
                  </a:lnTo>
                  <a:lnTo>
                    <a:pt x="778225" y="961063"/>
                  </a:lnTo>
                  <a:lnTo>
                    <a:pt x="784593" y="952585"/>
                  </a:lnTo>
                  <a:lnTo>
                    <a:pt x="784593" y="935913"/>
                  </a:lnTo>
                  <a:lnTo>
                    <a:pt x="778225" y="927435"/>
                  </a:lnTo>
                  <a:close/>
                </a:path>
                <a:path w="9542780" h="6570345">
                  <a:moveTo>
                    <a:pt x="778225" y="971801"/>
                  </a:moveTo>
                  <a:lnTo>
                    <a:pt x="759150" y="971801"/>
                  </a:lnTo>
                  <a:lnTo>
                    <a:pt x="750660" y="978018"/>
                  </a:lnTo>
                  <a:lnTo>
                    <a:pt x="750660" y="997233"/>
                  </a:lnTo>
                  <a:lnTo>
                    <a:pt x="757027" y="1005711"/>
                  </a:lnTo>
                  <a:lnTo>
                    <a:pt x="767641" y="1005711"/>
                  </a:lnTo>
                  <a:lnTo>
                    <a:pt x="778225" y="1003451"/>
                  </a:lnTo>
                  <a:lnTo>
                    <a:pt x="784593" y="997233"/>
                  </a:lnTo>
                  <a:lnTo>
                    <a:pt x="784593" y="980278"/>
                  </a:lnTo>
                  <a:lnTo>
                    <a:pt x="778225" y="971801"/>
                  </a:lnTo>
                  <a:close/>
                </a:path>
                <a:path w="9542780" h="6570345">
                  <a:moveTo>
                    <a:pt x="778225" y="1016166"/>
                  </a:moveTo>
                  <a:lnTo>
                    <a:pt x="759150" y="1016166"/>
                  </a:lnTo>
                  <a:lnTo>
                    <a:pt x="750660" y="1022666"/>
                  </a:lnTo>
                  <a:lnTo>
                    <a:pt x="750660" y="1041599"/>
                  </a:lnTo>
                  <a:lnTo>
                    <a:pt x="757027" y="1050076"/>
                  </a:lnTo>
                  <a:lnTo>
                    <a:pt x="767641" y="1050076"/>
                  </a:lnTo>
                  <a:lnTo>
                    <a:pt x="778225" y="1048097"/>
                  </a:lnTo>
                  <a:lnTo>
                    <a:pt x="784593" y="1041599"/>
                  </a:lnTo>
                  <a:lnTo>
                    <a:pt x="784593" y="1024643"/>
                  </a:lnTo>
                  <a:lnTo>
                    <a:pt x="778225" y="1016166"/>
                  </a:lnTo>
                  <a:close/>
                </a:path>
                <a:path w="9542780" h="6570345">
                  <a:moveTo>
                    <a:pt x="778225" y="1058553"/>
                  </a:moveTo>
                  <a:lnTo>
                    <a:pt x="759150" y="1058553"/>
                  </a:lnTo>
                  <a:lnTo>
                    <a:pt x="750660" y="1065053"/>
                  </a:lnTo>
                  <a:lnTo>
                    <a:pt x="750660" y="1086247"/>
                  </a:lnTo>
                  <a:lnTo>
                    <a:pt x="757027" y="1092464"/>
                  </a:lnTo>
                  <a:lnTo>
                    <a:pt x="778225" y="1092464"/>
                  </a:lnTo>
                  <a:lnTo>
                    <a:pt x="784593" y="1086247"/>
                  </a:lnTo>
                  <a:lnTo>
                    <a:pt x="784593" y="1067031"/>
                  </a:lnTo>
                  <a:lnTo>
                    <a:pt x="778225" y="1058553"/>
                  </a:lnTo>
                  <a:close/>
                </a:path>
                <a:path w="9542780" h="6570345">
                  <a:moveTo>
                    <a:pt x="778225" y="1102920"/>
                  </a:moveTo>
                  <a:lnTo>
                    <a:pt x="759150" y="1102920"/>
                  </a:lnTo>
                  <a:lnTo>
                    <a:pt x="750660" y="1109418"/>
                  </a:lnTo>
                  <a:lnTo>
                    <a:pt x="750660" y="1128351"/>
                  </a:lnTo>
                  <a:lnTo>
                    <a:pt x="757027" y="1136829"/>
                  </a:lnTo>
                  <a:lnTo>
                    <a:pt x="778225" y="1136829"/>
                  </a:lnTo>
                  <a:lnTo>
                    <a:pt x="784593" y="1130612"/>
                  </a:lnTo>
                  <a:lnTo>
                    <a:pt x="784593" y="1111397"/>
                  </a:lnTo>
                  <a:lnTo>
                    <a:pt x="778225" y="1102920"/>
                  </a:lnTo>
                  <a:close/>
                </a:path>
                <a:path w="9542780" h="6570345">
                  <a:moveTo>
                    <a:pt x="778225" y="1147566"/>
                  </a:moveTo>
                  <a:lnTo>
                    <a:pt x="759150" y="1147566"/>
                  </a:lnTo>
                  <a:lnTo>
                    <a:pt x="750660" y="1153784"/>
                  </a:lnTo>
                  <a:lnTo>
                    <a:pt x="750660" y="1172999"/>
                  </a:lnTo>
                  <a:lnTo>
                    <a:pt x="757027" y="1181477"/>
                  </a:lnTo>
                  <a:lnTo>
                    <a:pt x="778225" y="1181477"/>
                  </a:lnTo>
                  <a:lnTo>
                    <a:pt x="784593" y="1172999"/>
                  </a:lnTo>
                  <a:lnTo>
                    <a:pt x="784593" y="1156045"/>
                  </a:lnTo>
                  <a:lnTo>
                    <a:pt x="778225" y="1147566"/>
                  </a:lnTo>
                  <a:close/>
                </a:path>
                <a:path w="9542780" h="6570345">
                  <a:moveTo>
                    <a:pt x="778225" y="1191933"/>
                  </a:moveTo>
                  <a:lnTo>
                    <a:pt x="759150" y="1191933"/>
                  </a:lnTo>
                  <a:lnTo>
                    <a:pt x="750660" y="1198432"/>
                  </a:lnTo>
                  <a:lnTo>
                    <a:pt x="750660" y="1217364"/>
                  </a:lnTo>
                  <a:lnTo>
                    <a:pt x="757027" y="1225843"/>
                  </a:lnTo>
                  <a:lnTo>
                    <a:pt x="778225" y="1225843"/>
                  </a:lnTo>
                  <a:lnTo>
                    <a:pt x="784593" y="1217364"/>
                  </a:lnTo>
                  <a:lnTo>
                    <a:pt x="784593" y="1200410"/>
                  </a:lnTo>
                  <a:lnTo>
                    <a:pt x="778225" y="1191933"/>
                  </a:lnTo>
                  <a:close/>
                </a:path>
                <a:path w="9542780" h="6570345">
                  <a:moveTo>
                    <a:pt x="778225" y="1236581"/>
                  </a:moveTo>
                  <a:lnTo>
                    <a:pt x="759150" y="1236581"/>
                  </a:lnTo>
                  <a:lnTo>
                    <a:pt x="750660" y="1242797"/>
                  </a:lnTo>
                  <a:lnTo>
                    <a:pt x="750660" y="1261731"/>
                  </a:lnTo>
                  <a:lnTo>
                    <a:pt x="757027" y="1270208"/>
                  </a:lnTo>
                  <a:lnTo>
                    <a:pt x="778225" y="1270208"/>
                  </a:lnTo>
                  <a:lnTo>
                    <a:pt x="784593" y="1261731"/>
                  </a:lnTo>
                  <a:lnTo>
                    <a:pt x="784593" y="1244775"/>
                  </a:lnTo>
                  <a:lnTo>
                    <a:pt x="778225" y="1236581"/>
                  </a:lnTo>
                  <a:close/>
                </a:path>
                <a:path w="9542780" h="6570345">
                  <a:moveTo>
                    <a:pt x="778225" y="1280946"/>
                  </a:moveTo>
                  <a:lnTo>
                    <a:pt x="759150" y="1280946"/>
                  </a:lnTo>
                  <a:lnTo>
                    <a:pt x="750660" y="1287162"/>
                  </a:lnTo>
                  <a:lnTo>
                    <a:pt x="750660" y="1306379"/>
                  </a:lnTo>
                  <a:lnTo>
                    <a:pt x="757027" y="1314856"/>
                  </a:lnTo>
                  <a:lnTo>
                    <a:pt x="767641" y="1314856"/>
                  </a:lnTo>
                  <a:lnTo>
                    <a:pt x="778225" y="1312595"/>
                  </a:lnTo>
                  <a:lnTo>
                    <a:pt x="784593" y="1306379"/>
                  </a:lnTo>
                  <a:lnTo>
                    <a:pt x="784593" y="1289423"/>
                  </a:lnTo>
                  <a:lnTo>
                    <a:pt x="778225" y="1280946"/>
                  </a:lnTo>
                  <a:close/>
                </a:path>
                <a:path w="9542780" h="6570345">
                  <a:moveTo>
                    <a:pt x="778225" y="1325312"/>
                  </a:moveTo>
                  <a:lnTo>
                    <a:pt x="759150" y="1325312"/>
                  </a:lnTo>
                  <a:lnTo>
                    <a:pt x="750660" y="1331810"/>
                  </a:lnTo>
                  <a:lnTo>
                    <a:pt x="750660" y="1350744"/>
                  </a:lnTo>
                  <a:lnTo>
                    <a:pt x="757027" y="1359221"/>
                  </a:lnTo>
                  <a:lnTo>
                    <a:pt x="767641" y="1359221"/>
                  </a:lnTo>
                  <a:lnTo>
                    <a:pt x="778225" y="1357243"/>
                  </a:lnTo>
                  <a:lnTo>
                    <a:pt x="784593" y="1350744"/>
                  </a:lnTo>
                  <a:lnTo>
                    <a:pt x="784593" y="1333789"/>
                  </a:lnTo>
                  <a:lnTo>
                    <a:pt x="778225" y="1325312"/>
                  </a:lnTo>
                  <a:close/>
                </a:path>
                <a:path w="9542780" h="6570345">
                  <a:moveTo>
                    <a:pt x="778225" y="1367698"/>
                  </a:moveTo>
                  <a:lnTo>
                    <a:pt x="759150" y="1367698"/>
                  </a:lnTo>
                  <a:lnTo>
                    <a:pt x="750660" y="1374198"/>
                  </a:lnTo>
                  <a:lnTo>
                    <a:pt x="750660" y="1393131"/>
                  </a:lnTo>
                  <a:lnTo>
                    <a:pt x="757027" y="1401608"/>
                  </a:lnTo>
                  <a:lnTo>
                    <a:pt x="778225" y="1401608"/>
                  </a:lnTo>
                  <a:lnTo>
                    <a:pt x="784593" y="1395110"/>
                  </a:lnTo>
                  <a:lnTo>
                    <a:pt x="784593" y="1376177"/>
                  </a:lnTo>
                  <a:lnTo>
                    <a:pt x="778225" y="1367698"/>
                  </a:lnTo>
                  <a:close/>
                </a:path>
                <a:path w="9542780" h="6570345">
                  <a:moveTo>
                    <a:pt x="778225" y="1412064"/>
                  </a:moveTo>
                  <a:lnTo>
                    <a:pt x="759150" y="1412064"/>
                  </a:lnTo>
                  <a:lnTo>
                    <a:pt x="750660" y="1418564"/>
                  </a:lnTo>
                  <a:lnTo>
                    <a:pt x="750660" y="1439757"/>
                  </a:lnTo>
                  <a:lnTo>
                    <a:pt x="757027" y="1445975"/>
                  </a:lnTo>
                  <a:lnTo>
                    <a:pt x="778225" y="1445975"/>
                  </a:lnTo>
                  <a:lnTo>
                    <a:pt x="784593" y="1439757"/>
                  </a:lnTo>
                  <a:lnTo>
                    <a:pt x="784593" y="1420541"/>
                  </a:lnTo>
                  <a:lnTo>
                    <a:pt x="778225" y="1412064"/>
                  </a:lnTo>
                  <a:close/>
                </a:path>
                <a:path w="9542780" h="6570345">
                  <a:moveTo>
                    <a:pt x="778225" y="1456712"/>
                  </a:moveTo>
                  <a:lnTo>
                    <a:pt x="759150" y="1456712"/>
                  </a:lnTo>
                  <a:lnTo>
                    <a:pt x="750660" y="1462929"/>
                  </a:lnTo>
                  <a:lnTo>
                    <a:pt x="750660" y="1484123"/>
                  </a:lnTo>
                  <a:lnTo>
                    <a:pt x="757027" y="1490623"/>
                  </a:lnTo>
                  <a:lnTo>
                    <a:pt x="778225" y="1490623"/>
                  </a:lnTo>
                  <a:lnTo>
                    <a:pt x="784593" y="1482144"/>
                  </a:lnTo>
                  <a:lnTo>
                    <a:pt x="784593" y="1465190"/>
                  </a:lnTo>
                  <a:lnTo>
                    <a:pt x="778225" y="1456712"/>
                  </a:lnTo>
                  <a:close/>
                </a:path>
                <a:path w="9542780" h="6570345">
                  <a:moveTo>
                    <a:pt x="778225" y="1501077"/>
                  </a:moveTo>
                  <a:lnTo>
                    <a:pt x="759150" y="1501077"/>
                  </a:lnTo>
                  <a:lnTo>
                    <a:pt x="750660" y="1507577"/>
                  </a:lnTo>
                  <a:lnTo>
                    <a:pt x="750660" y="1528771"/>
                  </a:lnTo>
                  <a:lnTo>
                    <a:pt x="757027" y="1534988"/>
                  </a:lnTo>
                  <a:lnTo>
                    <a:pt x="778225" y="1534988"/>
                  </a:lnTo>
                  <a:lnTo>
                    <a:pt x="784593" y="1526510"/>
                  </a:lnTo>
                  <a:lnTo>
                    <a:pt x="784593" y="1509555"/>
                  </a:lnTo>
                  <a:lnTo>
                    <a:pt x="778225" y="1501077"/>
                  </a:lnTo>
                  <a:close/>
                </a:path>
                <a:path w="9542780" h="6570345">
                  <a:moveTo>
                    <a:pt x="778225" y="1545443"/>
                  </a:moveTo>
                  <a:lnTo>
                    <a:pt x="759150" y="1545443"/>
                  </a:lnTo>
                  <a:lnTo>
                    <a:pt x="750660" y="1551942"/>
                  </a:lnTo>
                  <a:lnTo>
                    <a:pt x="750660" y="1573136"/>
                  </a:lnTo>
                  <a:lnTo>
                    <a:pt x="757027" y="1579352"/>
                  </a:lnTo>
                  <a:lnTo>
                    <a:pt x="778225" y="1579352"/>
                  </a:lnTo>
                  <a:lnTo>
                    <a:pt x="784593" y="1570875"/>
                  </a:lnTo>
                  <a:lnTo>
                    <a:pt x="784593" y="1553921"/>
                  </a:lnTo>
                  <a:lnTo>
                    <a:pt x="778225" y="1545443"/>
                  </a:lnTo>
                  <a:close/>
                </a:path>
                <a:path w="9542780" h="6570345">
                  <a:moveTo>
                    <a:pt x="778225" y="1590092"/>
                  </a:moveTo>
                  <a:lnTo>
                    <a:pt x="759150" y="1590092"/>
                  </a:lnTo>
                  <a:lnTo>
                    <a:pt x="750660" y="1596308"/>
                  </a:lnTo>
                  <a:lnTo>
                    <a:pt x="750660" y="1615523"/>
                  </a:lnTo>
                  <a:lnTo>
                    <a:pt x="757027" y="1624001"/>
                  </a:lnTo>
                  <a:lnTo>
                    <a:pt x="767641" y="1624001"/>
                  </a:lnTo>
                  <a:lnTo>
                    <a:pt x="778225" y="1621740"/>
                  </a:lnTo>
                  <a:lnTo>
                    <a:pt x="784593" y="1615523"/>
                  </a:lnTo>
                  <a:lnTo>
                    <a:pt x="784593" y="1598569"/>
                  </a:lnTo>
                  <a:lnTo>
                    <a:pt x="778225" y="1590092"/>
                  </a:lnTo>
                  <a:close/>
                </a:path>
                <a:path w="9542780" h="6570345">
                  <a:moveTo>
                    <a:pt x="778225" y="1634456"/>
                  </a:moveTo>
                  <a:lnTo>
                    <a:pt x="759150" y="1634456"/>
                  </a:lnTo>
                  <a:lnTo>
                    <a:pt x="750660" y="1640956"/>
                  </a:lnTo>
                  <a:lnTo>
                    <a:pt x="750660" y="1659888"/>
                  </a:lnTo>
                  <a:lnTo>
                    <a:pt x="757027" y="1668367"/>
                  </a:lnTo>
                  <a:lnTo>
                    <a:pt x="767641" y="1668367"/>
                  </a:lnTo>
                  <a:lnTo>
                    <a:pt x="778225" y="1666388"/>
                  </a:lnTo>
                  <a:lnTo>
                    <a:pt x="784593" y="1659888"/>
                  </a:lnTo>
                  <a:lnTo>
                    <a:pt x="784593" y="1642934"/>
                  </a:lnTo>
                  <a:lnTo>
                    <a:pt x="778225" y="1634456"/>
                  </a:lnTo>
                  <a:close/>
                </a:path>
                <a:path w="9542780" h="6570345">
                  <a:moveTo>
                    <a:pt x="778225" y="1676844"/>
                  </a:moveTo>
                  <a:lnTo>
                    <a:pt x="759150" y="1676844"/>
                  </a:lnTo>
                  <a:lnTo>
                    <a:pt x="750660" y="1683061"/>
                  </a:lnTo>
                  <a:lnTo>
                    <a:pt x="750660" y="1704254"/>
                  </a:lnTo>
                  <a:lnTo>
                    <a:pt x="757027" y="1710754"/>
                  </a:lnTo>
                  <a:lnTo>
                    <a:pt x="778225" y="1710754"/>
                  </a:lnTo>
                  <a:lnTo>
                    <a:pt x="784593" y="1704254"/>
                  </a:lnTo>
                  <a:lnTo>
                    <a:pt x="784593" y="1685321"/>
                  </a:lnTo>
                  <a:lnTo>
                    <a:pt x="778225" y="1676844"/>
                  </a:lnTo>
                  <a:close/>
                </a:path>
                <a:path w="9542780" h="6570345">
                  <a:moveTo>
                    <a:pt x="778225" y="1721209"/>
                  </a:moveTo>
                  <a:lnTo>
                    <a:pt x="759150" y="1721209"/>
                  </a:lnTo>
                  <a:lnTo>
                    <a:pt x="750660" y="1727709"/>
                  </a:lnTo>
                  <a:lnTo>
                    <a:pt x="750660" y="1748903"/>
                  </a:lnTo>
                  <a:lnTo>
                    <a:pt x="757027" y="1755119"/>
                  </a:lnTo>
                  <a:lnTo>
                    <a:pt x="778225" y="1755119"/>
                  </a:lnTo>
                  <a:lnTo>
                    <a:pt x="784593" y="1748903"/>
                  </a:lnTo>
                  <a:lnTo>
                    <a:pt x="784593" y="1729686"/>
                  </a:lnTo>
                  <a:lnTo>
                    <a:pt x="778225" y="1721209"/>
                  </a:lnTo>
                  <a:close/>
                </a:path>
                <a:path w="9542780" h="6570345">
                  <a:moveTo>
                    <a:pt x="778225" y="1765857"/>
                  </a:moveTo>
                  <a:lnTo>
                    <a:pt x="759150" y="1765857"/>
                  </a:lnTo>
                  <a:lnTo>
                    <a:pt x="750660" y="1772074"/>
                  </a:lnTo>
                  <a:lnTo>
                    <a:pt x="750660" y="1793267"/>
                  </a:lnTo>
                  <a:lnTo>
                    <a:pt x="757027" y="1799767"/>
                  </a:lnTo>
                  <a:lnTo>
                    <a:pt x="778225" y="1799767"/>
                  </a:lnTo>
                  <a:lnTo>
                    <a:pt x="784593" y="1791290"/>
                  </a:lnTo>
                  <a:lnTo>
                    <a:pt x="784593" y="1774334"/>
                  </a:lnTo>
                  <a:lnTo>
                    <a:pt x="778225" y="1765857"/>
                  </a:lnTo>
                  <a:close/>
                </a:path>
                <a:path w="9542780" h="6570345">
                  <a:moveTo>
                    <a:pt x="778225" y="1810223"/>
                  </a:moveTo>
                  <a:lnTo>
                    <a:pt x="759150" y="1810223"/>
                  </a:lnTo>
                  <a:lnTo>
                    <a:pt x="750660" y="1816722"/>
                  </a:lnTo>
                  <a:lnTo>
                    <a:pt x="750660" y="1837634"/>
                  </a:lnTo>
                  <a:lnTo>
                    <a:pt x="757027" y="1844132"/>
                  </a:lnTo>
                  <a:lnTo>
                    <a:pt x="778225" y="1844132"/>
                  </a:lnTo>
                  <a:lnTo>
                    <a:pt x="784593" y="1835655"/>
                  </a:lnTo>
                  <a:lnTo>
                    <a:pt x="784593" y="1818700"/>
                  </a:lnTo>
                  <a:lnTo>
                    <a:pt x="778225" y="1810223"/>
                  </a:lnTo>
                  <a:close/>
                </a:path>
                <a:path w="9542780" h="6570345">
                  <a:moveTo>
                    <a:pt x="778225" y="1854588"/>
                  </a:moveTo>
                  <a:lnTo>
                    <a:pt x="759150" y="1854588"/>
                  </a:lnTo>
                  <a:lnTo>
                    <a:pt x="750660" y="1861088"/>
                  </a:lnTo>
                  <a:lnTo>
                    <a:pt x="750660" y="1880021"/>
                  </a:lnTo>
                  <a:lnTo>
                    <a:pt x="757027" y="1888498"/>
                  </a:lnTo>
                  <a:lnTo>
                    <a:pt x="778225" y="1888498"/>
                  </a:lnTo>
                  <a:lnTo>
                    <a:pt x="784593" y="1880021"/>
                  </a:lnTo>
                  <a:lnTo>
                    <a:pt x="784593" y="1863065"/>
                  </a:lnTo>
                  <a:lnTo>
                    <a:pt x="778225" y="1854588"/>
                  </a:lnTo>
                  <a:close/>
                </a:path>
                <a:path w="9542780" h="6570345">
                  <a:moveTo>
                    <a:pt x="778225" y="1899236"/>
                  </a:moveTo>
                  <a:lnTo>
                    <a:pt x="759150" y="1899236"/>
                  </a:lnTo>
                  <a:lnTo>
                    <a:pt x="750660" y="1905453"/>
                  </a:lnTo>
                  <a:lnTo>
                    <a:pt x="750660" y="1924668"/>
                  </a:lnTo>
                  <a:lnTo>
                    <a:pt x="757027" y="1933147"/>
                  </a:lnTo>
                  <a:lnTo>
                    <a:pt x="767641" y="1933147"/>
                  </a:lnTo>
                  <a:lnTo>
                    <a:pt x="778225" y="1930886"/>
                  </a:lnTo>
                  <a:lnTo>
                    <a:pt x="784593" y="1924668"/>
                  </a:lnTo>
                  <a:lnTo>
                    <a:pt x="784593" y="1907713"/>
                  </a:lnTo>
                  <a:lnTo>
                    <a:pt x="778225" y="1899236"/>
                  </a:lnTo>
                  <a:close/>
                </a:path>
                <a:path w="9542780" h="6570345">
                  <a:moveTo>
                    <a:pt x="778225" y="1943601"/>
                  </a:moveTo>
                  <a:lnTo>
                    <a:pt x="759150" y="1943601"/>
                  </a:lnTo>
                  <a:lnTo>
                    <a:pt x="750660" y="1950101"/>
                  </a:lnTo>
                  <a:lnTo>
                    <a:pt x="750660" y="1971295"/>
                  </a:lnTo>
                  <a:lnTo>
                    <a:pt x="757027" y="1977511"/>
                  </a:lnTo>
                  <a:lnTo>
                    <a:pt x="767641" y="1977511"/>
                  </a:lnTo>
                  <a:lnTo>
                    <a:pt x="778225" y="1975251"/>
                  </a:lnTo>
                  <a:lnTo>
                    <a:pt x="784593" y="1969034"/>
                  </a:lnTo>
                  <a:lnTo>
                    <a:pt x="784593" y="1952078"/>
                  </a:lnTo>
                  <a:lnTo>
                    <a:pt x="778225" y="1943601"/>
                  </a:lnTo>
                  <a:close/>
                </a:path>
                <a:path w="9542780" h="6570345">
                  <a:moveTo>
                    <a:pt x="778225" y="3885225"/>
                  </a:moveTo>
                  <a:lnTo>
                    <a:pt x="759151" y="3885225"/>
                  </a:lnTo>
                  <a:lnTo>
                    <a:pt x="750660" y="3891555"/>
                  </a:lnTo>
                  <a:lnTo>
                    <a:pt x="750660" y="3910629"/>
                  </a:lnTo>
                  <a:lnTo>
                    <a:pt x="757027" y="3919079"/>
                  </a:lnTo>
                  <a:lnTo>
                    <a:pt x="778225" y="3919079"/>
                  </a:lnTo>
                  <a:lnTo>
                    <a:pt x="784593" y="3912749"/>
                  </a:lnTo>
                  <a:lnTo>
                    <a:pt x="784593" y="3893675"/>
                  </a:lnTo>
                  <a:lnTo>
                    <a:pt x="778225" y="3885225"/>
                  </a:lnTo>
                  <a:close/>
                </a:path>
                <a:path w="9542780" h="6570345">
                  <a:moveTo>
                    <a:pt x="778225" y="3929675"/>
                  </a:moveTo>
                  <a:lnTo>
                    <a:pt x="759151" y="3929675"/>
                  </a:lnTo>
                  <a:lnTo>
                    <a:pt x="750660" y="3936033"/>
                  </a:lnTo>
                  <a:lnTo>
                    <a:pt x="750660" y="3955079"/>
                  </a:lnTo>
                  <a:lnTo>
                    <a:pt x="757027" y="3963556"/>
                  </a:lnTo>
                  <a:lnTo>
                    <a:pt x="778225" y="3963556"/>
                  </a:lnTo>
                  <a:lnTo>
                    <a:pt x="784593" y="3955079"/>
                  </a:lnTo>
                  <a:lnTo>
                    <a:pt x="784593" y="3938153"/>
                  </a:lnTo>
                  <a:lnTo>
                    <a:pt x="778225" y="3929675"/>
                  </a:lnTo>
                  <a:close/>
                </a:path>
                <a:path w="9542780" h="6570345">
                  <a:moveTo>
                    <a:pt x="778225" y="3974125"/>
                  </a:moveTo>
                  <a:lnTo>
                    <a:pt x="759151" y="3974125"/>
                  </a:lnTo>
                  <a:lnTo>
                    <a:pt x="750660" y="3980483"/>
                  </a:lnTo>
                  <a:lnTo>
                    <a:pt x="750660" y="3999558"/>
                  </a:lnTo>
                  <a:lnTo>
                    <a:pt x="757027" y="4008006"/>
                  </a:lnTo>
                  <a:lnTo>
                    <a:pt x="778225" y="4008006"/>
                  </a:lnTo>
                  <a:lnTo>
                    <a:pt x="784593" y="3999558"/>
                  </a:lnTo>
                  <a:lnTo>
                    <a:pt x="784593" y="3982603"/>
                  </a:lnTo>
                  <a:lnTo>
                    <a:pt x="778225" y="3974125"/>
                  </a:lnTo>
                  <a:close/>
                </a:path>
                <a:path w="9542780" h="6570345">
                  <a:moveTo>
                    <a:pt x="778225" y="4018603"/>
                  </a:moveTo>
                  <a:lnTo>
                    <a:pt x="759151" y="4018603"/>
                  </a:lnTo>
                  <a:lnTo>
                    <a:pt x="750660" y="4024962"/>
                  </a:lnTo>
                  <a:lnTo>
                    <a:pt x="750660" y="4044008"/>
                  </a:lnTo>
                  <a:lnTo>
                    <a:pt x="757027" y="4052486"/>
                  </a:lnTo>
                  <a:lnTo>
                    <a:pt x="778225" y="4052486"/>
                  </a:lnTo>
                  <a:lnTo>
                    <a:pt x="784593" y="4044008"/>
                  </a:lnTo>
                  <a:lnTo>
                    <a:pt x="784593" y="4027082"/>
                  </a:lnTo>
                  <a:lnTo>
                    <a:pt x="778225" y="4018603"/>
                  </a:lnTo>
                  <a:close/>
                </a:path>
                <a:path w="9542780" h="6570345">
                  <a:moveTo>
                    <a:pt x="778225" y="4063055"/>
                  </a:moveTo>
                  <a:lnTo>
                    <a:pt x="759151" y="4063055"/>
                  </a:lnTo>
                  <a:lnTo>
                    <a:pt x="750660" y="4069412"/>
                  </a:lnTo>
                  <a:lnTo>
                    <a:pt x="750660" y="4088486"/>
                  </a:lnTo>
                  <a:lnTo>
                    <a:pt x="757027" y="4096936"/>
                  </a:lnTo>
                  <a:lnTo>
                    <a:pt x="767641" y="4096936"/>
                  </a:lnTo>
                  <a:lnTo>
                    <a:pt x="778225" y="4094816"/>
                  </a:lnTo>
                  <a:lnTo>
                    <a:pt x="784593" y="4088486"/>
                  </a:lnTo>
                  <a:lnTo>
                    <a:pt x="784593" y="4071532"/>
                  </a:lnTo>
                  <a:lnTo>
                    <a:pt x="778225" y="4063055"/>
                  </a:lnTo>
                  <a:close/>
                </a:path>
                <a:path w="9542780" h="6570345">
                  <a:moveTo>
                    <a:pt x="778225" y="4107533"/>
                  </a:moveTo>
                  <a:lnTo>
                    <a:pt x="759151" y="4107533"/>
                  </a:lnTo>
                  <a:lnTo>
                    <a:pt x="750660" y="4113890"/>
                  </a:lnTo>
                  <a:lnTo>
                    <a:pt x="750660" y="4132936"/>
                  </a:lnTo>
                  <a:lnTo>
                    <a:pt x="757027" y="4141414"/>
                  </a:lnTo>
                  <a:lnTo>
                    <a:pt x="767641" y="4141414"/>
                  </a:lnTo>
                  <a:lnTo>
                    <a:pt x="778225" y="4139295"/>
                  </a:lnTo>
                  <a:lnTo>
                    <a:pt x="784593" y="4132936"/>
                  </a:lnTo>
                  <a:lnTo>
                    <a:pt x="784593" y="4116010"/>
                  </a:lnTo>
                  <a:lnTo>
                    <a:pt x="778225" y="4107533"/>
                  </a:lnTo>
                  <a:close/>
                </a:path>
                <a:path w="9542780" h="6570345">
                  <a:moveTo>
                    <a:pt x="778225" y="4149863"/>
                  </a:moveTo>
                  <a:lnTo>
                    <a:pt x="759151" y="4149863"/>
                  </a:lnTo>
                  <a:lnTo>
                    <a:pt x="750660" y="4156222"/>
                  </a:lnTo>
                  <a:lnTo>
                    <a:pt x="750660" y="4175296"/>
                  </a:lnTo>
                  <a:lnTo>
                    <a:pt x="757027" y="4183745"/>
                  </a:lnTo>
                  <a:lnTo>
                    <a:pt x="778225" y="4183745"/>
                  </a:lnTo>
                  <a:lnTo>
                    <a:pt x="784593" y="4177416"/>
                  </a:lnTo>
                  <a:lnTo>
                    <a:pt x="784593" y="4158341"/>
                  </a:lnTo>
                  <a:lnTo>
                    <a:pt x="778225" y="4149863"/>
                  </a:lnTo>
                  <a:close/>
                </a:path>
                <a:path w="9542780" h="6570345">
                  <a:moveTo>
                    <a:pt x="733708" y="175766"/>
                  </a:moveTo>
                  <a:lnTo>
                    <a:pt x="714604" y="175766"/>
                  </a:lnTo>
                  <a:lnTo>
                    <a:pt x="706142" y="181983"/>
                  </a:lnTo>
                  <a:lnTo>
                    <a:pt x="706142" y="201199"/>
                  </a:lnTo>
                  <a:lnTo>
                    <a:pt x="712510" y="209676"/>
                  </a:lnTo>
                  <a:lnTo>
                    <a:pt x="733708" y="209676"/>
                  </a:lnTo>
                  <a:lnTo>
                    <a:pt x="740075" y="203177"/>
                  </a:lnTo>
                  <a:lnTo>
                    <a:pt x="740075" y="184243"/>
                  </a:lnTo>
                  <a:lnTo>
                    <a:pt x="733708" y="175766"/>
                  </a:lnTo>
                  <a:close/>
                </a:path>
                <a:path w="9542780" h="6570345">
                  <a:moveTo>
                    <a:pt x="733708" y="220131"/>
                  </a:moveTo>
                  <a:lnTo>
                    <a:pt x="714604" y="220131"/>
                  </a:lnTo>
                  <a:lnTo>
                    <a:pt x="706142" y="226349"/>
                  </a:lnTo>
                  <a:lnTo>
                    <a:pt x="706142" y="245564"/>
                  </a:lnTo>
                  <a:lnTo>
                    <a:pt x="712510" y="254041"/>
                  </a:lnTo>
                  <a:lnTo>
                    <a:pt x="733708" y="254041"/>
                  </a:lnTo>
                  <a:lnTo>
                    <a:pt x="740075" y="245564"/>
                  </a:lnTo>
                  <a:lnTo>
                    <a:pt x="740075" y="228610"/>
                  </a:lnTo>
                  <a:lnTo>
                    <a:pt x="733708" y="220131"/>
                  </a:lnTo>
                  <a:close/>
                </a:path>
                <a:path w="9542780" h="6570345">
                  <a:moveTo>
                    <a:pt x="733708" y="264497"/>
                  </a:moveTo>
                  <a:lnTo>
                    <a:pt x="714604" y="264497"/>
                  </a:lnTo>
                  <a:lnTo>
                    <a:pt x="706142" y="270996"/>
                  </a:lnTo>
                  <a:lnTo>
                    <a:pt x="706142" y="292190"/>
                  </a:lnTo>
                  <a:lnTo>
                    <a:pt x="712510" y="298408"/>
                  </a:lnTo>
                  <a:lnTo>
                    <a:pt x="733708" y="298408"/>
                  </a:lnTo>
                  <a:lnTo>
                    <a:pt x="740075" y="289929"/>
                  </a:lnTo>
                  <a:lnTo>
                    <a:pt x="740075" y="272975"/>
                  </a:lnTo>
                  <a:lnTo>
                    <a:pt x="733708" y="264497"/>
                  </a:lnTo>
                  <a:close/>
                </a:path>
                <a:path w="9542780" h="6570345">
                  <a:moveTo>
                    <a:pt x="733708" y="309145"/>
                  </a:moveTo>
                  <a:lnTo>
                    <a:pt x="714604" y="309145"/>
                  </a:lnTo>
                  <a:lnTo>
                    <a:pt x="706142" y="315362"/>
                  </a:lnTo>
                  <a:lnTo>
                    <a:pt x="706142" y="334577"/>
                  </a:lnTo>
                  <a:lnTo>
                    <a:pt x="712510" y="343054"/>
                  </a:lnTo>
                  <a:lnTo>
                    <a:pt x="733708" y="343054"/>
                  </a:lnTo>
                  <a:lnTo>
                    <a:pt x="740075" y="334577"/>
                  </a:lnTo>
                  <a:lnTo>
                    <a:pt x="740075" y="317623"/>
                  </a:lnTo>
                  <a:lnTo>
                    <a:pt x="733708" y="309145"/>
                  </a:lnTo>
                  <a:close/>
                </a:path>
                <a:path w="9542780" h="6570345">
                  <a:moveTo>
                    <a:pt x="733708" y="353510"/>
                  </a:moveTo>
                  <a:lnTo>
                    <a:pt x="714604" y="353510"/>
                  </a:lnTo>
                  <a:lnTo>
                    <a:pt x="706142" y="360010"/>
                  </a:lnTo>
                  <a:lnTo>
                    <a:pt x="706142" y="378943"/>
                  </a:lnTo>
                  <a:lnTo>
                    <a:pt x="712510" y="387421"/>
                  </a:lnTo>
                  <a:lnTo>
                    <a:pt x="723094" y="387421"/>
                  </a:lnTo>
                  <a:lnTo>
                    <a:pt x="733708" y="385160"/>
                  </a:lnTo>
                  <a:lnTo>
                    <a:pt x="740075" y="378943"/>
                  </a:lnTo>
                  <a:lnTo>
                    <a:pt x="740075" y="361988"/>
                  </a:lnTo>
                  <a:lnTo>
                    <a:pt x="733708" y="353510"/>
                  </a:lnTo>
                  <a:close/>
                </a:path>
                <a:path w="9542780" h="6570345">
                  <a:moveTo>
                    <a:pt x="733708" y="397877"/>
                  </a:moveTo>
                  <a:lnTo>
                    <a:pt x="714604" y="397877"/>
                  </a:lnTo>
                  <a:lnTo>
                    <a:pt x="706142" y="404375"/>
                  </a:lnTo>
                  <a:lnTo>
                    <a:pt x="706142" y="425569"/>
                  </a:lnTo>
                  <a:lnTo>
                    <a:pt x="712510" y="431786"/>
                  </a:lnTo>
                  <a:lnTo>
                    <a:pt x="723094" y="431786"/>
                  </a:lnTo>
                  <a:lnTo>
                    <a:pt x="733708" y="429808"/>
                  </a:lnTo>
                  <a:lnTo>
                    <a:pt x="740075" y="423308"/>
                  </a:lnTo>
                  <a:lnTo>
                    <a:pt x="740075" y="406354"/>
                  </a:lnTo>
                  <a:lnTo>
                    <a:pt x="733708" y="397877"/>
                  </a:lnTo>
                  <a:close/>
                </a:path>
                <a:path w="9542780" h="6570345">
                  <a:moveTo>
                    <a:pt x="733708" y="440263"/>
                  </a:moveTo>
                  <a:lnTo>
                    <a:pt x="714604" y="440263"/>
                  </a:lnTo>
                  <a:lnTo>
                    <a:pt x="706142" y="446763"/>
                  </a:lnTo>
                  <a:lnTo>
                    <a:pt x="706142" y="465696"/>
                  </a:lnTo>
                  <a:lnTo>
                    <a:pt x="712510" y="474173"/>
                  </a:lnTo>
                  <a:lnTo>
                    <a:pt x="733708" y="474173"/>
                  </a:lnTo>
                  <a:lnTo>
                    <a:pt x="740075" y="467956"/>
                  </a:lnTo>
                  <a:lnTo>
                    <a:pt x="740075" y="448741"/>
                  </a:lnTo>
                  <a:lnTo>
                    <a:pt x="733708" y="440263"/>
                  </a:lnTo>
                  <a:close/>
                </a:path>
                <a:path w="9542780" h="6570345">
                  <a:moveTo>
                    <a:pt x="733708" y="484911"/>
                  </a:moveTo>
                  <a:lnTo>
                    <a:pt x="714604" y="484911"/>
                  </a:lnTo>
                  <a:lnTo>
                    <a:pt x="706142" y="491128"/>
                  </a:lnTo>
                  <a:lnTo>
                    <a:pt x="706142" y="510344"/>
                  </a:lnTo>
                  <a:lnTo>
                    <a:pt x="712510" y="518539"/>
                  </a:lnTo>
                  <a:lnTo>
                    <a:pt x="733708" y="518539"/>
                  </a:lnTo>
                  <a:lnTo>
                    <a:pt x="740075" y="512321"/>
                  </a:lnTo>
                  <a:lnTo>
                    <a:pt x="740075" y="493389"/>
                  </a:lnTo>
                  <a:lnTo>
                    <a:pt x="733708" y="484911"/>
                  </a:lnTo>
                  <a:close/>
                </a:path>
                <a:path w="9542780" h="6570345">
                  <a:moveTo>
                    <a:pt x="733708" y="529277"/>
                  </a:moveTo>
                  <a:lnTo>
                    <a:pt x="714604" y="529277"/>
                  </a:lnTo>
                  <a:lnTo>
                    <a:pt x="706142" y="535494"/>
                  </a:lnTo>
                  <a:lnTo>
                    <a:pt x="706142" y="556687"/>
                  </a:lnTo>
                  <a:lnTo>
                    <a:pt x="712510" y="563186"/>
                  </a:lnTo>
                  <a:lnTo>
                    <a:pt x="733708" y="563186"/>
                  </a:lnTo>
                  <a:lnTo>
                    <a:pt x="740075" y="554709"/>
                  </a:lnTo>
                  <a:lnTo>
                    <a:pt x="740075" y="537754"/>
                  </a:lnTo>
                  <a:lnTo>
                    <a:pt x="733708" y="529277"/>
                  </a:lnTo>
                  <a:close/>
                </a:path>
                <a:path w="9542780" h="6570345">
                  <a:moveTo>
                    <a:pt x="733708" y="573642"/>
                  </a:moveTo>
                  <a:lnTo>
                    <a:pt x="714604" y="573642"/>
                  </a:lnTo>
                  <a:lnTo>
                    <a:pt x="706142" y="580142"/>
                  </a:lnTo>
                  <a:lnTo>
                    <a:pt x="706142" y="599075"/>
                  </a:lnTo>
                  <a:lnTo>
                    <a:pt x="712510" y="607552"/>
                  </a:lnTo>
                  <a:lnTo>
                    <a:pt x="733708" y="607552"/>
                  </a:lnTo>
                  <a:lnTo>
                    <a:pt x="740075" y="599075"/>
                  </a:lnTo>
                  <a:lnTo>
                    <a:pt x="740075" y="582119"/>
                  </a:lnTo>
                  <a:lnTo>
                    <a:pt x="733708" y="573642"/>
                  </a:lnTo>
                  <a:close/>
                </a:path>
                <a:path w="9542780" h="6570345">
                  <a:moveTo>
                    <a:pt x="733708" y="618290"/>
                  </a:moveTo>
                  <a:lnTo>
                    <a:pt x="714604" y="618290"/>
                  </a:lnTo>
                  <a:lnTo>
                    <a:pt x="706142" y="624507"/>
                  </a:lnTo>
                  <a:lnTo>
                    <a:pt x="706142" y="643723"/>
                  </a:lnTo>
                  <a:lnTo>
                    <a:pt x="712510" y="652200"/>
                  </a:lnTo>
                  <a:lnTo>
                    <a:pt x="733708" y="652200"/>
                  </a:lnTo>
                  <a:lnTo>
                    <a:pt x="740075" y="643723"/>
                  </a:lnTo>
                  <a:lnTo>
                    <a:pt x="740075" y="626767"/>
                  </a:lnTo>
                  <a:lnTo>
                    <a:pt x="733708" y="618290"/>
                  </a:lnTo>
                  <a:close/>
                </a:path>
                <a:path w="9542780" h="6570345">
                  <a:moveTo>
                    <a:pt x="733708" y="662656"/>
                  </a:moveTo>
                  <a:lnTo>
                    <a:pt x="714604" y="662656"/>
                  </a:lnTo>
                  <a:lnTo>
                    <a:pt x="706142" y="668873"/>
                  </a:lnTo>
                  <a:lnTo>
                    <a:pt x="706142" y="688088"/>
                  </a:lnTo>
                  <a:lnTo>
                    <a:pt x="712510" y="696565"/>
                  </a:lnTo>
                  <a:lnTo>
                    <a:pt x="723094" y="696565"/>
                  </a:lnTo>
                  <a:lnTo>
                    <a:pt x="733708" y="694305"/>
                  </a:lnTo>
                  <a:lnTo>
                    <a:pt x="740075" y="688088"/>
                  </a:lnTo>
                  <a:lnTo>
                    <a:pt x="740075" y="671134"/>
                  </a:lnTo>
                  <a:lnTo>
                    <a:pt x="733708" y="662656"/>
                  </a:lnTo>
                  <a:close/>
                </a:path>
                <a:path w="9542780" h="6570345">
                  <a:moveTo>
                    <a:pt x="733708" y="707021"/>
                  </a:moveTo>
                  <a:lnTo>
                    <a:pt x="714604" y="707021"/>
                  </a:lnTo>
                  <a:lnTo>
                    <a:pt x="706142" y="713521"/>
                  </a:lnTo>
                  <a:lnTo>
                    <a:pt x="706142" y="732453"/>
                  </a:lnTo>
                  <a:lnTo>
                    <a:pt x="712510" y="740931"/>
                  </a:lnTo>
                  <a:lnTo>
                    <a:pt x="723094" y="740931"/>
                  </a:lnTo>
                  <a:lnTo>
                    <a:pt x="733708" y="738953"/>
                  </a:lnTo>
                  <a:lnTo>
                    <a:pt x="740075" y="732453"/>
                  </a:lnTo>
                  <a:lnTo>
                    <a:pt x="740075" y="715498"/>
                  </a:lnTo>
                  <a:lnTo>
                    <a:pt x="733708" y="707021"/>
                  </a:lnTo>
                  <a:close/>
                </a:path>
                <a:path w="9542780" h="6570345">
                  <a:moveTo>
                    <a:pt x="733708" y="749409"/>
                  </a:moveTo>
                  <a:lnTo>
                    <a:pt x="714604" y="749409"/>
                  </a:lnTo>
                  <a:lnTo>
                    <a:pt x="706142" y="755907"/>
                  </a:lnTo>
                  <a:lnTo>
                    <a:pt x="706142" y="774840"/>
                  </a:lnTo>
                  <a:lnTo>
                    <a:pt x="712510" y="783318"/>
                  </a:lnTo>
                  <a:lnTo>
                    <a:pt x="733708" y="783318"/>
                  </a:lnTo>
                  <a:lnTo>
                    <a:pt x="740075" y="777101"/>
                  </a:lnTo>
                  <a:lnTo>
                    <a:pt x="740075" y="757886"/>
                  </a:lnTo>
                  <a:lnTo>
                    <a:pt x="733708" y="749409"/>
                  </a:lnTo>
                  <a:close/>
                </a:path>
                <a:path w="9542780" h="6570345">
                  <a:moveTo>
                    <a:pt x="733708" y="794057"/>
                  </a:moveTo>
                  <a:lnTo>
                    <a:pt x="714604" y="794057"/>
                  </a:lnTo>
                  <a:lnTo>
                    <a:pt x="706142" y="800273"/>
                  </a:lnTo>
                  <a:lnTo>
                    <a:pt x="706142" y="821467"/>
                  </a:lnTo>
                  <a:lnTo>
                    <a:pt x="712510" y="827684"/>
                  </a:lnTo>
                  <a:lnTo>
                    <a:pt x="733708" y="827684"/>
                  </a:lnTo>
                  <a:lnTo>
                    <a:pt x="740075" y="821467"/>
                  </a:lnTo>
                  <a:lnTo>
                    <a:pt x="740075" y="802534"/>
                  </a:lnTo>
                  <a:lnTo>
                    <a:pt x="733708" y="794057"/>
                  </a:lnTo>
                  <a:close/>
                </a:path>
                <a:path w="9542780" h="6570345">
                  <a:moveTo>
                    <a:pt x="733708" y="838422"/>
                  </a:moveTo>
                  <a:lnTo>
                    <a:pt x="714604" y="838422"/>
                  </a:lnTo>
                  <a:lnTo>
                    <a:pt x="706142" y="844638"/>
                  </a:lnTo>
                  <a:lnTo>
                    <a:pt x="706142" y="863855"/>
                  </a:lnTo>
                  <a:lnTo>
                    <a:pt x="712510" y="872332"/>
                  </a:lnTo>
                  <a:lnTo>
                    <a:pt x="733708" y="872332"/>
                  </a:lnTo>
                  <a:lnTo>
                    <a:pt x="740075" y="863855"/>
                  </a:lnTo>
                  <a:lnTo>
                    <a:pt x="740075" y="846899"/>
                  </a:lnTo>
                  <a:lnTo>
                    <a:pt x="733708" y="838422"/>
                  </a:lnTo>
                  <a:close/>
                </a:path>
                <a:path w="9542780" h="6570345">
                  <a:moveTo>
                    <a:pt x="733708" y="882788"/>
                  </a:moveTo>
                  <a:lnTo>
                    <a:pt x="714604" y="882788"/>
                  </a:lnTo>
                  <a:lnTo>
                    <a:pt x="706142" y="889287"/>
                  </a:lnTo>
                  <a:lnTo>
                    <a:pt x="706142" y="908220"/>
                  </a:lnTo>
                  <a:lnTo>
                    <a:pt x="712510" y="916697"/>
                  </a:lnTo>
                  <a:lnTo>
                    <a:pt x="733708" y="916697"/>
                  </a:lnTo>
                  <a:lnTo>
                    <a:pt x="740075" y="908220"/>
                  </a:lnTo>
                  <a:lnTo>
                    <a:pt x="740075" y="891265"/>
                  </a:lnTo>
                  <a:lnTo>
                    <a:pt x="733708" y="882788"/>
                  </a:lnTo>
                  <a:close/>
                </a:path>
                <a:path w="9542780" h="6570345">
                  <a:moveTo>
                    <a:pt x="733708" y="927435"/>
                  </a:moveTo>
                  <a:lnTo>
                    <a:pt x="714604" y="927435"/>
                  </a:lnTo>
                  <a:lnTo>
                    <a:pt x="706142" y="933653"/>
                  </a:lnTo>
                  <a:lnTo>
                    <a:pt x="706142" y="954846"/>
                  </a:lnTo>
                  <a:lnTo>
                    <a:pt x="712510" y="961063"/>
                  </a:lnTo>
                  <a:lnTo>
                    <a:pt x="733708" y="961063"/>
                  </a:lnTo>
                  <a:lnTo>
                    <a:pt x="740075" y="952585"/>
                  </a:lnTo>
                  <a:lnTo>
                    <a:pt x="740075" y="935913"/>
                  </a:lnTo>
                  <a:lnTo>
                    <a:pt x="733708" y="927435"/>
                  </a:lnTo>
                  <a:close/>
                </a:path>
                <a:path w="9542780" h="6570345">
                  <a:moveTo>
                    <a:pt x="733708" y="971801"/>
                  </a:moveTo>
                  <a:lnTo>
                    <a:pt x="714604" y="971801"/>
                  </a:lnTo>
                  <a:lnTo>
                    <a:pt x="706142" y="978018"/>
                  </a:lnTo>
                  <a:lnTo>
                    <a:pt x="706142" y="997233"/>
                  </a:lnTo>
                  <a:lnTo>
                    <a:pt x="712510" y="1005711"/>
                  </a:lnTo>
                  <a:lnTo>
                    <a:pt x="723094" y="1005711"/>
                  </a:lnTo>
                  <a:lnTo>
                    <a:pt x="733708" y="1003451"/>
                  </a:lnTo>
                  <a:lnTo>
                    <a:pt x="740075" y="997233"/>
                  </a:lnTo>
                  <a:lnTo>
                    <a:pt x="740075" y="980278"/>
                  </a:lnTo>
                  <a:lnTo>
                    <a:pt x="733708" y="971801"/>
                  </a:lnTo>
                  <a:close/>
                </a:path>
                <a:path w="9542780" h="6570345">
                  <a:moveTo>
                    <a:pt x="733708" y="1016166"/>
                  </a:moveTo>
                  <a:lnTo>
                    <a:pt x="714604" y="1016166"/>
                  </a:lnTo>
                  <a:lnTo>
                    <a:pt x="706142" y="1022666"/>
                  </a:lnTo>
                  <a:lnTo>
                    <a:pt x="706142" y="1041599"/>
                  </a:lnTo>
                  <a:lnTo>
                    <a:pt x="712510" y="1050076"/>
                  </a:lnTo>
                  <a:lnTo>
                    <a:pt x="723094" y="1050076"/>
                  </a:lnTo>
                  <a:lnTo>
                    <a:pt x="733708" y="1048097"/>
                  </a:lnTo>
                  <a:lnTo>
                    <a:pt x="740075" y="1041599"/>
                  </a:lnTo>
                  <a:lnTo>
                    <a:pt x="740075" y="1024643"/>
                  </a:lnTo>
                  <a:lnTo>
                    <a:pt x="733708" y="1016166"/>
                  </a:lnTo>
                  <a:close/>
                </a:path>
                <a:path w="9542780" h="6570345">
                  <a:moveTo>
                    <a:pt x="733708" y="1058553"/>
                  </a:moveTo>
                  <a:lnTo>
                    <a:pt x="714604" y="1058553"/>
                  </a:lnTo>
                  <a:lnTo>
                    <a:pt x="706142" y="1065053"/>
                  </a:lnTo>
                  <a:lnTo>
                    <a:pt x="706142" y="1086247"/>
                  </a:lnTo>
                  <a:lnTo>
                    <a:pt x="712510" y="1092464"/>
                  </a:lnTo>
                  <a:lnTo>
                    <a:pt x="733708" y="1092464"/>
                  </a:lnTo>
                  <a:lnTo>
                    <a:pt x="740075" y="1086247"/>
                  </a:lnTo>
                  <a:lnTo>
                    <a:pt x="740075" y="1067031"/>
                  </a:lnTo>
                  <a:lnTo>
                    <a:pt x="733708" y="1058553"/>
                  </a:lnTo>
                  <a:close/>
                </a:path>
                <a:path w="9542780" h="6570345">
                  <a:moveTo>
                    <a:pt x="733708" y="1102920"/>
                  </a:moveTo>
                  <a:lnTo>
                    <a:pt x="714604" y="1102920"/>
                  </a:lnTo>
                  <a:lnTo>
                    <a:pt x="706142" y="1109418"/>
                  </a:lnTo>
                  <a:lnTo>
                    <a:pt x="706142" y="1128351"/>
                  </a:lnTo>
                  <a:lnTo>
                    <a:pt x="712510" y="1136829"/>
                  </a:lnTo>
                  <a:lnTo>
                    <a:pt x="733708" y="1136829"/>
                  </a:lnTo>
                  <a:lnTo>
                    <a:pt x="740075" y="1130612"/>
                  </a:lnTo>
                  <a:lnTo>
                    <a:pt x="740075" y="1111397"/>
                  </a:lnTo>
                  <a:lnTo>
                    <a:pt x="733708" y="1102920"/>
                  </a:lnTo>
                  <a:close/>
                </a:path>
                <a:path w="9542780" h="6570345">
                  <a:moveTo>
                    <a:pt x="733708" y="1147566"/>
                  </a:moveTo>
                  <a:lnTo>
                    <a:pt x="714604" y="1147566"/>
                  </a:lnTo>
                  <a:lnTo>
                    <a:pt x="706142" y="1153784"/>
                  </a:lnTo>
                  <a:lnTo>
                    <a:pt x="706142" y="1172999"/>
                  </a:lnTo>
                  <a:lnTo>
                    <a:pt x="712510" y="1181477"/>
                  </a:lnTo>
                  <a:lnTo>
                    <a:pt x="733708" y="1181477"/>
                  </a:lnTo>
                  <a:lnTo>
                    <a:pt x="740075" y="1172999"/>
                  </a:lnTo>
                  <a:lnTo>
                    <a:pt x="740075" y="1156045"/>
                  </a:lnTo>
                  <a:lnTo>
                    <a:pt x="733708" y="1147566"/>
                  </a:lnTo>
                  <a:close/>
                </a:path>
                <a:path w="9542780" h="6570345">
                  <a:moveTo>
                    <a:pt x="733708" y="1191933"/>
                  </a:moveTo>
                  <a:lnTo>
                    <a:pt x="714604" y="1191933"/>
                  </a:lnTo>
                  <a:lnTo>
                    <a:pt x="706142" y="1198432"/>
                  </a:lnTo>
                  <a:lnTo>
                    <a:pt x="706142" y="1217364"/>
                  </a:lnTo>
                  <a:lnTo>
                    <a:pt x="712510" y="1225843"/>
                  </a:lnTo>
                  <a:lnTo>
                    <a:pt x="733708" y="1225843"/>
                  </a:lnTo>
                  <a:lnTo>
                    <a:pt x="740075" y="1217364"/>
                  </a:lnTo>
                  <a:lnTo>
                    <a:pt x="740075" y="1200410"/>
                  </a:lnTo>
                  <a:lnTo>
                    <a:pt x="733708" y="1191933"/>
                  </a:lnTo>
                  <a:close/>
                </a:path>
                <a:path w="9542780" h="6570345">
                  <a:moveTo>
                    <a:pt x="733708" y="1236581"/>
                  </a:moveTo>
                  <a:lnTo>
                    <a:pt x="714604" y="1236581"/>
                  </a:lnTo>
                  <a:lnTo>
                    <a:pt x="706142" y="1242797"/>
                  </a:lnTo>
                  <a:lnTo>
                    <a:pt x="706142" y="1261731"/>
                  </a:lnTo>
                  <a:lnTo>
                    <a:pt x="712510" y="1270208"/>
                  </a:lnTo>
                  <a:lnTo>
                    <a:pt x="733708" y="1270208"/>
                  </a:lnTo>
                  <a:lnTo>
                    <a:pt x="740075" y="1261731"/>
                  </a:lnTo>
                  <a:lnTo>
                    <a:pt x="740075" y="1244775"/>
                  </a:lnTo>
                  <a:lnTo>
                    <a:pt x="733708" y="1236581"/>
                  </a:lnTo>
                  <a:close/>
                </a:path>
                <a:path w="9542780" h="6570345">
                  <a:moveTo>
                    <a:pt x="733708" y="1280946"/>
                  </a:moveTo>
                  <a:lnTo>
                    <a:pt x="714604" y="1280946"/>
                  </a:lnTo>
                  <a:lnTo>
                    <a:pt x="706142" y="1287162"/>
                  </a:lnTo>
                  <a:lnTo>
                    <a:pt x="706142" y="1306379"/>
                  </a:lnTo>
                  <a:lnTo>
                    <a:pt x="712510" y="1314856"/>
                  </a:lnTo>
                  <a:lnTo>
                    <a:pt x="723094" y="1314856"/>
                  </a:lnTo>
                  <a:lnTo>
                    <a:pt x="733708" y="1312595"/>
                  </a:lnTo>
                  <a:lnTo>
                    <a:pt x="740075" y="1306379"/>
                  </a:lnTo>
                  <a:lnTo>
                    <a:pt x="740075" y="1289423"/>
                  </a:lnTo>
                  <a:lnTo>
                    <a:pt x="733708" y="1280946"/>
                  </a:lnTo>
                  <a:close/>
                </a:path>
                <a:path w="9542780" h="6570345">
                  <a:moveTo>
                    <a:pt x="733708" y="1325312"/>
                  </a:moveTo>
                  <a:lnTo>
                    <a:pt x="714604" y="1325312"/>
                  </a:lnTo>
                  <a:lnTo>
                    <a:pt x="706142" y="1331810"/>
                  </a:lnTo>
                  <a:lnTo>
                    <a:pt x="706142" y="1350744"/>
                  </a:lnTo>
                  <a:lnTo>
                    <a:pt x="712510" y="1359221"/>
                  </a:lnTo>
                  <a:lnTo>
                    <a:pt x="723094" y="1359221"/>
                  </a:lnTo>
                  <a:lnTo>
                    <a:pt x="733708" y="1357243"/>
                  </a:lnTo>
                  <a:lnTo>
                    <a:pt x="740075" y="1350744"/>
                  </a:lnTo>
                  <a:lnTo>
                    <a:pt x="740075" y="1333789"/>
                  </a:lnTo>
                  <a:lnTo>
                    <a:pt x="733708" y="1325312"/>
                  </a:lnTo>
                  <a:close/>
                </a:path>
                <a:path w="9542780" h="6570345">
                  <a:moveTo>
                    <a:pt x="733708" y="1367698"/>
                  </a:moveTo>
                  <a:lnTo>
                    <a:pt x="714604" y="1367698"/>
                  </a:lnTo>
                  <a:lnTo>
                    <a:pt x="706142" y="1374198"/>
                  </a:lnTo>
                  <a:lnTo>
                    <a:pt x="706142" y="1393131"/>
                  </a:lnTo>
                  <a:lnTo>
                    <a:pt x="712510" y="1401608"/>
                  </a:lnTo>
                  <a:lnTo>
                    <a:pt x="733708" y="1401608"/>
                  </a:lnTo>
                  <a:lnTo>
                    <a:pt x="740075" y="1395110"/>
                  </a:lnTo>
                  <a:lnTo>
                    <a:pt x="740075" y="1376177"/>
                  </a:lnTo>
                  <a:lnTo>
                    <a:pt x="733708" y="1367698"/>
                  </a:lnTo>
                  <a:close/>
                </a:path>
                <a:path w="9542780" h="6570345">
                  <a:moveTo>
                    <a:pt x="733708" y="1412064"/>
                  </a:moveTo>
                  <a:lnTo>
                    <a:pt x="714604" y="1412064"/>
                  </a:lnTo>
                  <a:lnTo>
                    <a:pt x="706142" y="1418564"/>
                  </a:lnTo>
                  <a:lnTo>
                    <a:pt x="706142" y="1439757"/>
                  </a:lnTo>
                  <a:lnTo>
                    <a:pt x="712510" y="1445975"/>
                  </a:lnTo>
                  <a:lnTo>
                    <a:pt x="733708" y="1445975"/>
                  </a:lnTo>
                  <a:lnTo>
                    <a:pt x="740075" y="1439757"/>
                  </a:lnTo>
                  <a:lnTo>
                    <a:pt x="740075" y="1420541"/>
                  </a:lnTo>
                  <a:lnTo>
                    <a:pt x="733708" y="1412064"/>
                  </a:lnTo>
                  <a:close/>
                </a:path>
                <a:path w="9542780" h="6570345">
                  <a:moveTo>
                    <a:pt x="733708" y="1456712"/>
                  </a:moveTo>
                  <a:lnTo>
                    <a:pt x="714604" y="1456712"/>
                  </a:lnTo>
                  <a:lnTo>
                    <a:pt x="706142" y="1462929"/>
                  </a:lnTo>
                  <a:lnTo>
                    <a:pt x="706142" y="1484123"/>
                  </a:lnTo>
                  <a:lnTo>
                    <a:pt x="712510" y="1490623"/>
                  </a:lnTo>
                  <a:lnTo>
                    <a:pt x="733708" y="1490623"/>
                  </a:lnTo>
                  <a:lnTo>
                    <a:pt x="740075" y="1482144"/>
                  </a:lnTo>
                  <a:lnTo>
                    <a:pt x="740075" y="1465190"/>
                  </a:lnTo>
                  <a:lnTo>
                    <a:pt x="733708" y="1456712"/>
                  </a:lnTo>
                  <a:close/>
                </a:path>
                <a:path w="9542780" h="6570345">
                  <a:moveTo>
                    <a:pt x="733708" y="1501077"/>
                  </a:moveTo>
                  <a:lnTo>
                    <a:pt x="714604" y="1501077"/>
                  </a:lnTo>
                  <a:lnTo>
                    <a:pt x="706142" y="1507577"/>
                  </a:lnTo>
                  <a:lnTo>
                    <a:pt x="706142" y="1528771"/>
                  </a:lnTo>
                  <a:lnTo>
                    <a:pt x="712510" y="1534988"/>
                  </a:lnTo>
                  <a:lnTo>
                    <a:pt x="733708" y="1534988"/>
                  </a:lnTo>
                  <a:lnTo>
                    <a:pt x="740075" y="1526510"/>
                  </a:lnTo>
                  <a:lnTo>
                    <a:pt x="740075" y="1509555"/>
                  </a:lnTo>
                  <a:lnTo>
                    <a:pt x="733708" y="1501077"/>
                  </a:lnTo>
                  <a:close/>
                </a:path>
                <a:path w="9542780" h="6570345">
                  <a:moveTo>
                    <a:pt x="733708" y="1545443"/>
                  </a:moveTo>
                  <a:lnTo>
                    <a:pt x="714604" y="1545443"/>
                  </a:lnTo>
                  <a:lnTo>
                    <a:pt x="706142" y="1551942"/>
                  </a:lnTo>
                  <a:lnTo>
                    <a:pt x="706142" y="1573136"/>
                  </a:lnTo>
                  <a:lnTo>
                    <a:pt x="712510" y="1579352"/>
                  </a:lnTo>
                  <a:lnTo>
                    <a:pt x="733708" y="1579352"/>
                  </a:lnTo>
                  <a:lnTo>
                    <a:pt x="740075" y="1570875"/>
                  </a:lnTo>
                  <a:lnTo>
                    <a:pt x="740075" y="1553921"/>
                  </a:lnTo>
                  <a:lnTo>
                    <a:pt x="733708" y="1545443"/>
                  </a:lnTo>
                  <a:close/>
                </a:path>
                <a:path w="9542780" h="6570345">
                  <a:moveTo>
                    <a:pt x="733708" y="1590092"/>
                  </a:moveTo>
                  <a:lnTo>
                    <a:pt x="714604" y="1590092"/>
                  </a:lnTo>
                  <a:lnTo>
                    <a:pt x="706142" y="1596308"/>
                  </a:lnTo>
                  <a:lnTo>
                    <a:pt x="706142" y="1615523"/>
                  </a:lnTo>
                  <a:lnTo>
                    <a:pt x="712510" y="1624001"/>
                  </a:lnTo>
                  <a:lnTo>
                    <a:pt x="723094" y="1624001"/>
                  </a:lnTo>
                  <a:lnTo>
                    <a:pt x="733708" y="1621740"/>
                  </a:lnTo>
                  <a:lnTo>
                    <a:pt x="740075" y="1615523"/>
                  </a:lnTo>
                  <a:lnTo>
                    <a:pt x="740075" y="1598569"/>
                  </a:lnTo>
                  <a:lnTo>
                    <a:pt x="733708" y="1590092"/>
                  </a:lnTo>
                  <a:close/>
                </a:path>
                <a:path w="9542780" h="6570345">
                  <a:moveTo>
                    <a:pt x="733708" y="1634456"/>
                  </a:moveTo>
                  <a:lnTo>
                    <a:pt x="714604" y="1634456"/>
                  </a:lnTo>
                  <a:lnTo>
                    <a:pt x="706142" y="1640956"/>
                  </a:lnTo>
                  <a:lnTo>
                    <a:pt x="706142" y="1659888"/>
                  </a:lnTo>
                  <a:lnTo>
                    <a:pt x="712510" y="1668367"/>
                  </a:lnTo>
                  <a:lnTo>
                    <a:pt x="723094" y="1668367"/>
                  </a:lnTo>
                  <a:lnTo>
                    <a:pt x="733708" y="1666388"/>
                  </a:lnTo>
                  <a:lnTo>
                    <a:pt x="740075" y="1659888"/>
                  </a:lnTo>
                  <a:lnTo>
                    <a:pt x="740075" y="1642934"/>
                  </a:lnTo>
                  <a:lnTo>
                    <a:pt x="733708" y="1634456"/>
                  </a:lnTo>
                  <a:close/>
                </a:path>
                <a:path w="9542780" h="6570345">
                  <a:moveTo>
                    <a:pt x="733708" y="1676844"/>
                  </a:moveTo>
                  <a:lnTo>
                    <a:pt x="714604" y="1676844"/>
                  </a:lnTo>
                  <a:lnTo>
                    <a:pt x="706142" y="1683061"/>
                  </a:lnTo>
                  <a:lnTo>
                    <a:pt x="706142" y="1704254"/>
                  </a:lnTo>
                  <a:lnTo>
                    <a:pt x="712510" y="1710754"/>
                  </a:lnTo>
                  <a:lnTo>
                    <a:pt x="733708" y="1710754"/>
                  </a:lnTo>
                  <a:lnTo>
                    <a:pt x="740075" y="1704254"/>
                  </a:lnTo>
                  <a:lnTo>
                    <a:pt x="740075" y="1685321"/>
                  </a:lnTo>
                  <a:lnTo>
                    <a:pt x="733708" y="1676844"/>
                  </a:lnTo>
                  <a:close/>
                </a:path>
                <a:path w="9542780" h="6570345">
                  <a:moveTo>
                    <a:pt x="733708" y="1721209"/>
                  </a:moveTo>
                  <a:lnTo>
                    <a:pt x="714604" y="1721209"/>
                  </a:lnTo>
                  <a:lnTo>
                    <a:pt x="706142" y="1727709"/>
                  </a:lnTo>
                  <a:lnTo>
                    <a:pt x="706142" y="1748903"/>
                  </a:lnTo>
                  <a:lnTo>
                    <a:pt x="712510" y="1755119"/>
                  </a:lnTo>
                  <a:lnTo>
                    <a:pt x="733708" y="1755119"/>
                  </a:lnTo>
                  <a:lnTo>
                    <a:pt x="740075" y="1748903"/>
                  </a:lnTo>
                  <a:lnTo>
                    <a:pt x="740075" y="1729686"/>
                  </a:lnTo>
                  <a:lnTo>
                    <a:pt x="733708" y="1721209"/>
                  </a:lnTo>
                  <a:close/>
                </a:path>
                <a:path w="9542780" h="6570345">
                  <a:moveTo>
                    <a:pt x="733708" y="1765857"/>
                  </a:moveTo>
                  <a:lnTo>
                    <a:pt x="714604" y="1765857"/>
                  </a:lnTo>
                  <a:lnTo>
                    <a:pt x="706142" y="1772074"/>
                  </a:lnTo>
                  <a:lnTo>
                    <a:pt x="706142" y="1793267"/>
                  </a:lnTo>
                  <a:lnTo>
                    <a:pt x="712510" y="1799767"/>
                  </a:lnTo>
                  <a:lnTo>
                    <a:pt x="733708" y="1799767"/>
                  </a:lnTo>
                  <a:lnTo>
                    <a:pt x="740075" y="1791290"/>
                  </a:lnTo>
                  <a:lnTo>
                    <a:pt x="740075" y="1774334"/>
                  </a:lnTo>
                  <a:lnTo>
                    <a:pt x="733708" y="1765857"/>
                  </a:lnTo>
                  <a:close/>
                </a:path>
                <a:path w="9542780" h="6570345">
                  <a:moveTo>
                    <a:pt x="733708" y="1810223"/>
                  </a:moveTo>
                  <a:lnTo>
                    <a:pt x="714604" y="1810223"/>
                  </a:lnTo>
                  <a:lnTo>
                    <a:pt x="706142" y="1816722"/>
                  </a:lnTo>
                  <a:lnTo>
                    <a:pt x="706142" y="1837634"/>
                  </a:lnTo>
                  <a:lnTo>
                    <a:pt x="712510" y="1844132"/>
                  </a:lnTo>
                  <a:lnTo>
                    <a:pt x="733708" y="1844132"/>
                  </a:lnTo>
                  <a:lnTo>
                    <a:pt x="740075" y="1835655"/>
                  </a:lnTo>
                  <a:lnTo>
                    <a:pt x="740075" y="1818700"/>
                  </a:lnTo>
                  <a:lnTo>
                    <a:pt x="733708" y="1810223"/>
                  </a:lnTo>
                  <a:close/>
                </a:path>
                <a:path w="9542780" h="6570345">
                  <a:moveTo>
                    <a:pt x="733708" y="1854588"/>
                  </a:moveTo>
                  <a:lnTo>
                    <a:pt x="714604" y="1854588"/>
                  </a:lnTo>
                  <a:lnTo>
                    <a:pt x="706142" y="1861088"/>
                  </a:lnTo>
                  <a:lnTo>
                    <a:pt x="706142" y="1880021"/>
                  </a:lnTo>
                  <a:lnTo>
                    <a:pt x="712510" y="1888498"/>
                  </a:lnTo>
                  <a:lnTo>
                    <a:pt x="733708" y="1888498"/>
                  </a:lnTo>
                  <a:lnTo>
                    <a:pt x="740075" y="1880021"/>
                  </a:lnTo>
                  <a:lnTo>
                    <a:pt x="740075" y="1863065"/>
                  </a:lnTo>
                  <a:lnTo>
                    <a:pt x="733708" y="1854588"/>
                  </a:lnTo>
                  <a:close/>
                </a:path>
                <a:path w="9542780" h="6570345">
                  <a:moveTo>
                    <a:pt x="733708" y="1899236"/>
                  </a:moveTo>
                  <a:lnTo>
                    <a:pt x="714604" y="1899236"/>
                  </a:lnTo>
                  <a:lnTo>
                    <a:pt x="706142" y="1905453"/>
                  </a:lnTo>
                  <a:lnTo>
                    <a:pt x="706142" y="1924668"/>
                  </a:lnTo>
                  <a:lnTo>
                    <a:pt x="712510" y="1933147"/>
                  </a:lnTo>
                  <a:lnTo>
                    <a:pt x="723094" y="1933147"/>
                  </a:lnTo>
                  <a:lnTo>
                    <a:pt x="733708" y="1930886"/>
                  </a:lnTo>
                  <a:lnTo>
                    <a:pt x="740075" y="1924668"/>
                  </a:lnTo>
                  <a:lnTo>
                    <a:pt x="740075" y="1907713"/>
                  </a:lnTo>
                  <a:lnTo>
                    <a:pt x="733708" y="1899236"/>
                  </a:lnTo>
                  <a:close/>
                </a:path>
                <a:path w="9542780" h="6570345">
                  <a:moveTo>
                    <a:pt x="733708" y="1943601"/>
                  </a:moveTo>
                  <a:lnTo>
                    <a:pt x="714604" y="1943601"/>
                  </a:lnTo>
                  <a:lnTo>
                    <a:pt x="706142" y="1950101"/>
                  </a:lnTo>
                  <a:lnTo>
                    <a:pt x="706142" y="1971295"/>
                  </a:lnTo>
                  <a:lnTo>
                    <a:pt x="712510" y="1977511"/>
                  </a:lnTo>
                  <a:lnTo>
                    <a:pt x="723094" y="1977511"/>
                  </a:lnTo>
                  <a:lnTo>
                    <a:pt x="733708" y="1975251"/>
                  </a:lnTo>
                  <a:lnTo>
                    <a:pt x="740075" y="1969034"/>
                  </a:lnTo>
                  <a:lnTo>
                    <a:pt x="740075" y="1952078"/>
                  </a:lnTo>
                  <a:lnTo>
                    <a:pt x="733708" y="1943601"/>
                  </a:lnTo>
                  <a:close/>
                </a:path>
                <a:path w="9542780" h="6570345">
                  <a:moveTo>
                    <a:pt x="733708" y="1985989"/>
                  </a:moveTo>
                  <a:lnTo>
                    <a:pt x="714604" y="1985989"/>
                  </a:lnTo>
                  <a:lnTo>
                    <a:pt x="706142" y="1992205"/>
                  </a:lnTo>
                  <a:lnTo>
                    <a:pt x="706142" y="2013399"/>
                  </a:lnTo>
                  <a:lnTo>
                    <a:pt x="712510" y="2019899"/>
                  </a:lnTo>
                  <a:lnTo>
                    <a:pt x="733708" y="2019899"/>
                  </a:lnTo>
                  <a:lnTo>
                    <a:pt x="740075" y="2013399"/>
                  </a:lnTo>
                  <a:lnTo>
                    <a:pt x="740075" y="1994466"/>
                  </a:lnTo>
                  <a:lnTo>
                    <a:pt x="733708" y="1985989"/>
                  </a:lnTo>
                  <a:close/>
                </a:path>
                <a:path w="9542780" h="6570345">
                  <a:moveTo>
                    <a:pt x="733708" y="2030355"/>
                  </a:moveTo>
                  <a:lnTo>
                    <a:pt x="714604" y="2030355"/>
                  </a:lnTo>
                  <a:lnTo>
                    <a:pt x="706142" y="2036853"/>
                  </a:lnTo>
                  <a:lnTo>
                    <a:pt x="706142" y="2058047"/>
                  </a:lnTo>
                  <a:lnTo>
                    <a:pt x="712510" y="2064264"/>
                  </a:lnTo>
                  <a:lnTo>
                    <a:pt x="733708" y="2064264"/>
                  </a:lnTo>
                  <a:lnTo>
                    <a:pt x="740075" y="2058047"/>
                  </a:lnTo>
                  <a:lnTo>
                    <a:pt x="740075" y="2038832"/>
                  </a:lnTo>
                  <a:lnTo>
                    <a:pt x="733708" y="2030355"/>
                  </a:lnTo>
                  <a:close/>
                </a:path>
                <a:path w="9542780" h="6570345">
                  <a:moveTo>
                    <a:pt x="733708" y="3929675"/>
                  </a:moveTo>
                  <a:lnTo>
                    <a:pt x="714604" y="3929675"/>
                  </a:lnTo>
                  <a:lnTo>
                    <a:pt x="706142" y="3936033"/>
                  </a:lnTo>
                  <a:lnTo>
                    <a:pt x="706142" y="3955079"/>
                  </a:lnTo>
                  <a:lnTo>
                    <a:pt x="712510" y="3963556"/>
                  </a:lnTo>
                  <a:lnTo>
                    <a:pt x="733708" y="3963556"/>
                  </a:lnTo>
                  <a:lnTo>
                    <a:pt x="740075" y="3955079"/>
                  </a:lnTo>
                  <a:lnTo>
                    <a:pt x="740075" y="3938153"/>
                  </a:lnTo>
                  <a:lnTo>
                    <a:pt x="733708" y="3929675"/>
                  </a:lnTo>
                  <a:close/>
                </a:path>
                <a:path w="9542780" h="6570345">
                  <a:moveTo>
                    <a:pt x="733708" y="3974125"/>
                  </a:moveTo>
                  <a:lnTo>
                    <a:pt x="714604" y="3974125"/>
                  </a:lnTo>
                  <a:lnTo>
                    <a:pt x="706142" y="3980483"/>
                  </a:lnTo>
                  <a:lnTo>
                    <a:pt x="706142" y="3999558"/>
                  </a:lnTo>
                  <a:lnTo>
                    <a:pt x="712510" y="4008006"/>
                  </a:lnTo>
                  <a:lnTo>
                    <a:pt x="733708" y="4008006"/>
                  </a:lnTo>
                  <a:lnTo>
                    <a:pt x="740075" y="3999558"/>
                  </a:lnTo>
                  <a:lnTo>
                    <a:pt x="740075" y="3982603"/>
                  </a:lnTo>
                  <a:lnTo>
                    <a:pt x="733708" y="3974125"/>
                  </a:lnTo>
                  <a:close/>
                </a:path>
                <a:path w="9542780" h="6570345">
                  <a:moveTo>
                    <a:pt x="733708" y="4018603"/>
                  </a:moveTo>
                  <a:lnTo>
                    <a:pt x="714604" y="4018603"/>
                  </a:lnTo>
                  <a:lnTo>
                    <a:pt x="706142" y="4024962"/>
                  </a:lnTo>
                  <a:lnTo>
                    <a:pt x="706142" y="4044008"/>
                  </a:lnTo>
                  <a:lnTo>
                    <a:pt x="712510" y="4052486"/>
                  </a:lnTo>
                  <a:lnTo>
                    <a:pt x="733708" y="4052486"/>
                  </a:lnTo>
                  <a:lnTo>
                    <a:pt x="740075" y="4044008"/>
                  </a:lnTo>
                  <a:lnTo>
                    <a:pt x="740075" y="4027082"/>
                  </a:lnTo>
                  <a:lnTo>
                    <a:pt x="733708" y="4018603"/>
                  </a:lnTo>
                  <a:close/>
                </a:path>
                <a:path w="9542780" h="6570345">
                  <a:moveTo>
                    <a:pt x="733708" y="4063055"/>
                  </a:moveTo>
                  <a:lnTo>
                    <a:pt x="714604" y="4063055"/>
                  </a:lnTo>
                  <a:lnTo>
                    <a:pt x="706142" y="4069412"/>
                  </a:lnTo>
                  <a:lnTo>
                    <a:pt x="706142" y="4088486"/>
                  </a:lnTo>
                  <a:lnTo>
                    <a:pt x="712510" y="4096936"/>
                  </a:lnTo>
                  <a:lnTo>
                    <a:pt x="723094" y="4096936"/>
                  </a:lnTo>
                  <a:lnTo>
                    <a:pt x="733708" y="4094816"/>
                  </a:lnTo>
                  <a:lnTo>
                    <a:pt x="740075" y="4088486"/>
                  </a:lnTo>
                  <a:lnTo>
                    <a:pt x="740075" y="4071532"/>
                  </a:lnTo>
                  <a:lnTo>
                    <a:pt x="733708" y="4063055"/>
                  </a:lnTo>
                  <a:close/>
                </a:path>
                <a:path w="9542780" h="6570345">
                  <a:moveTo>
                    <a:pt x="733708" y="4107533"/>
                  </a:moveTo>
                  <a:lnTo>
                    <a:pt x="714604" y="4107533"/>
                  </a:lnTo>
                  <a:lnTo>
                    <a:pt x="706142" y="4113890"/>
                  </a:lnTo>
                  <a:lnTo>
                    <a:pt x="706142" y="4132936"/>
                  </a:lnTo>
                  <a:lnTo>
                    <a:pt x="712510" y="4141414"/>
                  </a:lnTo>
                  <a:lnTo>
                    <a:pt x="723094" y="4141414"/>
                  </a:lnTo>
                  <a:lnTo>
                    <a:pt x="733708" y="4139295"/>
                  </a:lnTo>
                  <a:lnTo>
                    <a:pt x="740075" y="4132936"/>
                  </a:lnTo>
                  <a:lnTo>
                    <a:pt x="740075" y="4116010"/>
                  </a:lnTo>
                  <a:lnTo>
                    <a:pt x="733708" y="4107533"/>
                  </a:lnTo>
                  <a:close/>
                </a:path>
                <a:path w="9542780" h="6570345">
                  <a:moveTo>
                    <a:pt x="733708" y="4149863"/>
                  </a:moveTo>
                  <a:lnTo>
                    <a:pt x="714604" y="4149863"/>
                  </a:lnTo>
                  <a:lnTo>
                    <a:pt x="706142" y="4156222"/>
                  </a:lnTo>
                  <a:lnTo>
                    <a:pt x="706142" y="4175296"/>
                  </a:lnTo>
                  <a:lnTo>
                    <a:pt x="712510" y="4183745"/>
                  </a:lnTo>
                  <a:lnTo>
                    <a:pt x="733708" y="4183745"/>
                  </a:lnTo>
                  <a:lnTo>
                    <a:pt x="740075" y="4177416"/>
                  </a:lnTo>
                  <a:lnTo>
                    <a:pt x="740075" y="4158341"/>
                  </a:lnTo>
                  <a:lnTo>
                    <a:pt x="733708" y="4149863"/>
                  </a:lnTo>
                  <a:close/>
                </a:path>
                <a:path w="9542780" h="6570345">
                  <a:moveTo>
                    <a:pt x="689161" y="175766"/>
                  </a:moveTo>
                  <a:lnTo>
                    <a:pt x="670087" y="175766"/>
                  </a:lnTo>
                  <a:lnTo>
                    <a:pt x="661596" y="181983"/>
                  </a:lnTo>
                  <a:lnTo>
                    <a:pt x="661596" y="201199"/>
                  </a:lnTo>
                  <a:lnTo>
                    <a:pt x="667964" y="209676"/>
                  </a:lnTo>
                  <a:lnTo>
                    <a:pt x="689161" y="209676"/>
                  </a:lnTo>
                  <a:lnTo>
                    <a:pt x="695529" y="203177"/>
                  </a:lnTo>
                  <a:lnTo>
                    <a:pt x="695529" y="184243"/>
                  </a:lnTo>
                  <a:lnTo>
                    <a:pt x="689161" y="175766"/>
                  </a:lnTo>
                  <a:close/>
                </a:path>
                <a:path w="9542780" h="6570345">
                  <a:moveTo>
                    <a:pt x="689161" y="220131"/>
                  </a:moveTo>
                  <a:lnTo>
                    <a:pt x="670087" y="220131"/>
                  </a:lnTo>
                  <a:lnTo>
                    <a:pt x="661596" y="226349"/>
                  </a:lnTo>
                  <a:lnTo>
                    <a:pt x="661596" y="245564"/>
                  </a:lnTo>
                  <a:lnTo>
                    <a:pt x="667964" y="254041"/>
                  </a:lnTo>
                  <a:lnTo>
                    <a:pt x="689161" y="254041"/>
                  </a:lnTo>
                  <a:lnTo>
                    <a:pt x="695529" y="245564"/>
                  </a:lnTo>
                  <a:lnTo>
                    <a:pt x="695529" y="228610"/>
                  </a:lnTo>
                  <a:lnTo>
                    <a:pt x="689161" y="220131"/>
                  </a:lnTo>
                  <a:close/>
                </a:path>
                <a:path w="9542780" h="6570345">
                  <a:moveTo>
                    <a:pt x="689161" y="264497"/>
                  </a:moveTo>
                  <a:lnTo>
                    <a:pt x="670087" y="264497"/>
                  </a:lnTo>
                  <a:lnTo>
                    <a:pt x="661596" y="270996"/>
                  </a:lnTo>
                  <a:lnTo>
                    <a:pt x="661596" y="292190"/>
                  </a:lnTo>
                  <a:lnTo>
                    <a:pt x="667964" y="298408"/>
                  </a:lnTo>
                  <a:lnTo>
                    <a:pt x="689161" y="298408"/>
                  </a:lnTo>
                  <a:lnTo>
                    <a:pt x="695529" y="289929"/>
                  </a:lnTo>
                  <a:lnTo>
                    <a:pt x="695529" y="272975"/>
                  </a:lnTo>
                  <a:lnTo>
                    <a:pt x="689161" y="264497"/>
                  </a:lnTo>
                  <a:close/>
                </a:path>
                <a:path w="9542780" h="6570345">
                  <a:moveTo>
                    <a:pt x="689161" y="309145"/>
                  </a:moveTo>
                  <a:lnTo>
                    <a:pt x="670087" y="309145"/>
                  </a:lnTo>
                  <a:lnTo>
                    <a:pt x="661596" y="315362"/>
                  </a:lnTo>
                  <a:lnTo>
                    <a:pt x="661596" y="334577"/>
                  </a:lnTo>
                  <a:lnTo>
                    <a:pt x="667964" y="343054"/>
                  </a:lnTo>
                  <a:lnTo>
                    <a:pt x="689161" y="343054"/>
                  </a:lnTo>
                  <a:lnTo>
                    <a:pt x="695529" y="334577"/>
                  </a:lnTo>
                  <a:lnTo>
                    <a:pt x="695529" y="317623"/>
                  </a:lnTo>
                  <a:lnTo>
                    <a:pt x="689161" y="309145"/>
                  </a:lnTo>
                  <a:close/>
                </a:path>
                <a:path w="9542780" h="6570345">
                  <a:moveTo>
                    <a:pt x="689161" y="353510"/>
                  </a:moveTo>
                  <a:lnTo>
                    <a:pt x="670087" y="353510"/>
                  </a:lnTo>
                  <a:lnTo>
                    <a:pt x="661596" y="360010"/>
                  </a:lnTo>
                  <a:lnTo>
                    <a:pt x="661596" y="378943"/>
                  </a:lnTo>
                  <a:lnTo>
                    <a:pt x="667964" y="387421"/>
                  </a:lnTo>
                  <a:lnTo>
                    <a:pt x="678577" y="387421"/>
                  </a:lnTo>
                  <a:lnTo>
                    <a:pt x="689161" y="385160"/>
                  </a:lnTo>
                  <a:lnTo>
                    <a:pt x="695529" y="378943"/>
                  </a:lnTo>
                  <a:lnTo>
                    <a:pt x="695529" y="361988"/>
                  </a:lnTo>
                  <a:lnTo>
                    <a:pt x="689161" y="353510"/>
                  </a:lnTo>
                  <a:close/>
                </a:path>
                <a:path w="9542780" h="6570345">
                  <a:moveTo>
                    <a:pt x="689161" y="397877"/>
                  </a:moveTo>
                  <a:lnTo>
                    <a:pt x="670087" y="397877"/>
                  </a:lnTo>
                  <a:lnTo>
                    <a:pt x="661596" y="404375"/>
                  </a:lnTo>
                  <a:lnTo>
                    <a:pt x="661596" y="425569"/>
                  </a:lnTo>
                  <a:lnTo>
                    <a:pt x="667964" y="431786"/>
                  </a:lnTo>
                  <a:lnTo>
                    <a:pt x="678577" y="431786"/>
                  </a:lnTo>
                  <a:lnTo>
                    <a:pt x="689161" y="429808"/>
                  </a:lnTo>
                  <a:lnTo>
                    <a:pt x="695529" y="423308"/>
                  </a:lnTo>
                  <a:lnTo>
                    <a:pt x="695529" y="406354"/>
                  </a:lnTo>
                  <a:lnTo>
                    <a:pt x="689161" y="397877"/>
                  </a:lnTo>
                  <a:close/>
                </a:path>
                <a:path w="9542780" h="6570345">
                  <a:moveTo>
                    <a:pt x="689161" y="440263"/>
                  </a:moveTo>
                  <a:lnTo>
                    <a:pt x="670087" y="440263"/>
                  </a:lnTo>
                  <a:lnTo>
                    <a:pt x="661596" y="446763"/>
                  </a:lnTo>
                  <a:lnTo>
                    <a:pt x="661596" y="465696"/>
                  </a:lnTo>
                  <a:lnTo>
                    <a:pt x="667964" y="474173"/>
                  </a:lnTo>
                  <a:lnTo>
                    <a:pt x="689161" y="474173"/>
                  </a:lnTo>
                  <a:lnTo>
                    <a:pt x="695529" y="467956"/>
                  </a:lnTo>
                  <a:lnTo>
                    <a:pt x="695529" y="448741"/>
                  </a:lnTo>
                  <a:lnTo>
                    <a:pt x="689161" y="440263"/>
                  </a:lnTo>
                  <a:close/>
                </a:path>
                <a:path w="9542780" h="6570345">
                  <a:moveTo>
                    <a:pt x="689161" y="484911"/>
                  </a:moveTo>
                  <a:lnTo>
                    <a:pt x="670087" y="484911"/>
                  </a:lnTo>
                  <a:lnTo>
                    <a:pt x="661596" y="491128"/>
                  </a:lnTo>
                  <a:lnTo>
                    <a:pt x="661596" y="510344"/>
                  </a:lnTo>
                  <a:lnTo>
                    <a:pt x="667964" y="518539"/>
                  </a:lnTo>
                  <a:lnTo>
                    <a:pt x="689161" y="518539"/>
                  </a:lnTo>
                  <a:lnTo>
                    <a:pt x="695529" y="512321"/>
                  </a:lnTo>
                  <a:lnTo>
                    <a:pt x="695529" y="493389"/>
                  </a:lnTo>
                  <a:lnTo>
                    <a:pt x="689161" y="484911"/>
                  </a:lnTo>
                  <a:close/>
                </a:path>
                <a:path w="9542780" h="6570345">
                  <a:moveTo>
                    <a:pt x="689161" y="529277"/>
                  </a:moveTo>
                  <a:lnTo>
                    <a:pt x="670087" y="529277"/>
                  </a:lnTo>
                  <a:lnTo>
                    <a:pt x="661596" y="535494"/>
                  </a:lnTo>
                  <a:lnTo>
                    <a:pt x="661596" y="556687"/>
                  </a:lnTo>
                  <a:lnTo>
                    <a:pt x="667964" y="563186"/>
                  </a:lnTo>
                  <a:lnTo>
                    <a:pt x="689161" y="563186"/>
                  </a:lnTo>
                  <a:lnTo>
                    <a:pt x="695529" y="554709"/>
                  </a:lnTo>
                  <a:lnTo>
                    <a:pt x="695529" y="537754"/>
                  </a:lnTo>
                  <a:lnTo>
                    <a:pt x="689161" y="529277"/>
                  </a:lnTo>
                  <a:close/>
                </a:path>
                <a:path w="9542780" h="6570345">
                  <a:moveTo>
                    <a:pt x="689161" y="573642"/>
                  </a:moveTo>
                  <a:lnTo>
                    <a:pt x="670087" y="573642"/>
                  </a:lnTo>
                  <a:lnTo>
                    <a:pt x="661596" y="580142"/>
                  </a:lnTo>
                  <a:lnTo>
                    <a:pt x="661596" y="599075"/>
                  </a:lnTo>
                  <a:lnTo>
                    <a:pt x="667964" y="607552"/>
                  </a:lnTo>
                  <a:lnTo>
                    <a:pt x="689161" y="607552"/>
                  </a:lnTo>
                  <a:lnTo>
                    <a:pt x="695529" y="599075"/>
                  </a:lnTo>
                  <a:lnTo>
                    <a:pt x="695529" y="582119"/>
                  </a:lnTo>
                  <a:lnTo>
                    <a:pt x="689161" y="573642"/>
                  </a:lnTo>
                  <a:close/>
                </a:path>
                <a:path w="9542780" h="6570345">
                  <a:moveTo>
                    <a:pt x="689161" y="618290"/>
                  </a:moveTo>
                  <a:lnTo>
                    <a:pt x="670087" y="618290"/>
                  </a:lnTo>
                  <a:lnTo>
                    <a:pt x="661596" y="624507"/>
                  </a:lnTo>
                  <a:lnTo>
                    <a:pt x="661596" y="643723"/>
                  </a:lnTo>
                  <a:lnTo>
                    <a:pt x="667964" y="652200"/>
                  </a:lnTo>
                  <a:lnTo>
                    <a:pt x="689161" y="652200"/>
                  </a:lnTo>
                  <a:lnTo>
                    <a:pt x="695529" y="643723"/>
                  </a:lnTo>
                  <a:lnTo>
                    <a:pt x="695529" y="626767"/>
                  </a:lnTo>
                  <a:lnTo>
                    <a:pt x="689161" y="618290"/>
                  </a:lnTo>
                  <a:close/>
                </a:path>
                <a:path w="9542780" h="6570345">
                  <a:moveTo>
                    <a:pt x="689161" y="662656"/>
                  </a:moveTo>
                  <a:lnTo>
                    <a:pt x="670085" y="662656"/>
                  </a:lnTo>
                  <a:lnTo>
                    <a:pt x="661596" y="668873"/>
                  </a:lnTo>
                  <a:lnTo>
                    <a:pt x="661596" y="688088"/>
                  </a:lnTo>
                  <a:lnTo>
                    <a:pt x="667964" y="696565"/>
                  </a:lnTo>
                  <a:lnTo>
                    <a:pt x="678577" y="696565"/>
                  </a:lnTo>
                  <a:lnTo>
                    <a:pt x="689161" y="694305"/>
                  </a:lnTo>
                  <a:lnTo>
                    <a:pt x="695529" y="688088"/>
                  </a:lnTo>
                  <a:lnTo>
                    <a:pt x="695529" y="671134"/>
                  </a:lnTo>
                  <a:lnTo>
                    <a:pt x="689161" y="662656"/>
                  </a:lnTo>
                  <a:close/>
                </a:path>
                <a:path w="9542780" h="6570345">
                  <a:moveTo>
                    <a:pt x="689161" y="707021"/>
                  </a:moveTo>
                  <a:lnTo>
                    <a:pt x="670087" y="707021"/>
                  </a:lnTo>
                  <a:lnTo>
                    <a:pt x="661596" y="713521"/>
                  </a:lnTo>
                  <a:lnTo>
                    <a:pt x="661596" y="732453"/>
                  </a:lnTo>
                  <a:lnTo>
                    <a:pt x="667964" y="740931"/>
                  </a:lnTo>
                  <a:lnTo>
                    <a:pt x="678577" y="740931"/>
                  </a:lnTo>
                  <a:lnTo>
                    <a:pt x="689161" y="738953"/>
                  </a:lnTo>
                  <a:lnTo>
                    <a:pt x="695529" y="732453"/>
                  </a:lnTo>
                  <a:lnTo>
                    <a:pt x="695529" y="715498"/>
                  </a:lnTo>
                  <a:lnTo>
                    <a:pt x="689161" y="707021"/>
                  </a:lnTo>
                  <a:close/>
                </a:path>
                <a:path w="9542780" h="6570345">
                  <a:moveTo>
                    <a:pt x="689161" y="749409"/>
                  </a:moveTo>
                  <a:lnTo>
                    <a:pt x="670087" y="749409"/>
                  </a:lnTo>
                  <a:lnTo>
                    <a:pt x="661596" y="755907"/>
                  </a:lnTo>
                  <a:lnTo>
                    <a:pt x="661596" y="774840"/>
                  </a:lnTo>
                  <a:lnTo>
                    <a:pt x="667964" y="783318"/>
                  </a:lnTo>
                  <a:lnTo>
                    <a:pt x="689161" y="783318"/>
                  </a:lnTo>
                  <a:lnTo>
                    <a:pt x="695529" y="777101"/>
                  </a:lnTo>
                  <a:lnTo>
                    <a:pt x="695529" y="757886"/>
                  </a:lnTo>
                  <a:lnTo>
                    <a:pt x="689161" y="749409"/>
                  </a:lnTo>
                  <a:close/>
                </a:path>
                <a:path w="9542780" h="6570345">
                  <a:moveTo>
                    <a:pt x="689161" y="794057"/>
                  </a:moveTo>
                  <a:lnTo>
                    <a:pt x="670087" y="794057"/>
                  </a:lnTo>
                  <a:lnTo>
                    <a:pt x="661596" y="800273"/>
                  </a:lnTo>
                  <a:lnTo>
                    <a:pt x="661596" y="821467"/>
                  </a:lnTo>
                  <a:lnTo>
                    <a:pt x="667964" y="827684"/>
                  </a:lnTo>
                  <a:lnTo>
                    <a:pt x="689161" y="827684"/>
                  </a:lnTo>
                  <a:lnTo>
                    <a:pt x="695529" y="821467"/>
                  </a:lnTo>
                  <a:lnTo>
                    <a:pt x="695529" y="802534"/>
                  </a:lnTo>
                  <a:lnTo>
                    <a:pt x="689161" y="794057"/>
                  </a:lnTo>
                  <a:close/>
                </a:path>
                <a:path w="9542780" h="6570345">
                  <a:moveTo>
                    <a:pt x="689161" y="838422"/>
                  </a:moveTo>
                  <a:lnTo>
                    <a:pt x="670087" y="838422"/>
                  </a:lnTo>
                  <a:lnTo>
                    <a:pt x="661596" y="844638"/>
                  </a:lnTo>
                  <a:lnTo>
                    <a:pt x="661596" y="863855"/>
                  </a:lnTo>
                  <a:lnTo>
                    <a:pt x="667964" y="872332"/>
                  </a:lnTo>
                  <a:lnTo>
                    <a:pt x="689161" y="872332"/>
                  </a:lnTo>
                  <a:lnTo>
                    <a:pt x="695529" y="863855"/>
                  </a:lnTo>
                  <a:lnTo>
                    <a:pt x="695529" y="846899"/>
                  </a:lnTo>
                  <a:lnTo>
                    <a:pt x="689161" y="838422"/>
                  </a:lnTo>
                  <a:close/>
                </a:path>
                <a:path w="9542780" h="6570345">
                  <a:moveTo>
                    <a:pt x="689161" y="882788"/>
                  </a:moveTo>
                  <a:lnTo>
                    <a:pt x="670087" y="882788"/>
                  </a:lnTo>
                  <a:lnTo>
                    <a:pt x="661596" y="889287"/>
                  </a:lnTo>
                  <a:lnTo>
                    <a:pt x="661596" y="908220"/>
                  </a:lnTo>
                  <a:lnTo>
                    <a:pt x="667964" y="916697"/>
                  </a:lnTo>
                  <a:lnTo>
                    <a:pt x="689161" y="916697"/>
                  </a:lnTo>
                  <a:lnTo>
                    <a:pt x="695529" y="908220"/>
                  </a:lnTo>
                  <a:lnTo>
                    <a:pt x="695529" y="891265"/>
                  </a:lnTo>
                  <a:lnTo>
                    <a:pt x="689161" y="882788"/>
                  </a:lnTo>
                  <a:close/>
                </a:path>
                <a:path w="9542780" h="6570345">
                  <a:moveTo>
                    <a:pt x="689161" y="927435"/>
                  </a:moveTo>
                  <a:lnTo>
                    <a:pt x="670087" y="927435"/>
                  </a:lnTo>
                  <a:lnTo>
                    <a:pt x="661596" y="933653"/>
                  </a:lnTo>
                  <a:lnTo>
                    <a:pt x="661596" y="954846"/>
                  </a:lnTo>
                  <a:lnTo>
                    <a:pt x="667964" y="961063"/>
                  </a:lnTo>
                  <a:lnTo>
                    <a:pt x="689161" y="961063"/>
                  </a:lnTo>
                  <a:lnTo>
                    <a:pt x="695529" y="952585"/>
                  </a:lnTo>
                  <a:lnTo>
                    <a:pt x="695529" y="935913"/>
                  </a:lnTo>
                  <a:lnTo>
                    <a:pt x="689161" y="927435"/>
                  </a:lnTo>
                  <a:close/>
                </a:path>
                <a:path w="9542780" h="6570345">
                  <a:moveTo>
                    <a:pt x="689161" y="971801"/>
                  </a:moveTo>
                  <a:lnTo>
                    <a:pt x="670087" y="971801"/>
                  </a:lnTo>
                  <a:lnTo>
                    <a:pt x="661596" y="978018"/>
                  </a:lnTo>
                  <a:lnTo>
                    <a:pt x="661596" y="997233"/>
                  </a:lnTo>
                  <a:lnTo>
                    <a:pt x="667964" y="1005711"/>
                  </a:lnTo>
                  <a:lnTo>
                    <a:pt x="678577" y="1005711"/>
                  </a:lnTo>
                  <a:lnTo>
                    <a:pt x="689161" y="1003451"/>
                  </a:lnTo>
                  <a:lnTo>
                    <a:pt x="695529" y="997233"/>
                  </a:lnTo>
                  <a:lnTo>
                    <a:pt x="695529" y="980278"/>
                  </a:lnTo>
                  <a:lnTo>
                    <a:pt x="689161" y="971801"/>
                  </a:lnTo>
                  <a:close/>
                </a:path>
                <a:path w="9542780" h="6570345">
                  <a:moveTo>
                    <a:pt x="689161" y="1016166"/>
                  </a:moveTo>
                  <a:lnTo>
                    <a:pt x="670087" y="1016166"/>
                  </a:lnTo>
                  <a:lnTo>
                    <a:pt x="661596" y="1022666"/>
                  </a:lnTo>
                  <a:lnTo>
                    <a:pt x="661596" y="1041599"/>
                  </a:lnTo>
                  <a:lnTo>
                    <a:pt x="667964" y="1050076"/>
                  </a:lnTo>
                  <a:lnTo>
                    <a:pt x="678577" y="1050076"/>
                  </a:lnTo>
                  <a:lnTo>
                    <a:pt x="689161" y="1048097"/>
                  </a:lnTo>
                  <a:lnTo>
                    <a:pt x="695529" y="1041599"/>
                  </a:lnTo>
                  <a:lnTo>
                    <a:pt x="695529" y="1024643"/>
                  </a:lnTo>
                  <a:lnTo>
                    <a:pt x="689161" y="1016166"/>
                  </a:lnTo>
                  <a:close/>
                </a:path>
                <a:path w="9542780" h="6570345">
                  <a:moveTo>
                    <a:pt x="689161" y="1058553"/>
                  </a:moveTo>
                  <a:lnTo>
                    <a:pt x="670087" y="1058553"/>
                  </a:lnTo>
                  <a:lnTo>
                    <a:pt x="661596" y="1065053"/>
                  </a:lnTo>
                  <a:lnTo>
                    <a:pt x="661596" y="1086247"/>
                  </a:lnTo>
                  <a:lnTo>
                    <a:pt x="667964" y="1092464"/>
                  </a:lnTo>
                  <a:lnTo>
                    <a:pt x="689161" y="1092464"/>
                  </a:lnTo>
                  <a:lnTo>
                    <a:pt x="695529" y="1086247"/>
                  </a:lnTo>
                  <a:lnTo>
                    <a:pt x="695529" y="1067031"/>
                  </a:lnTo>
                  <a:lnTo>
                    <a:pt x="689161" y="1058553"/>
                  </a:lnTo>
                  <a:close/>
                </a:path>
                <a:path w="9542780" h="6570345">
                  <a:moveTo>
                    <a:pt x="689161" y="1102920"/>
                  </a:moveTo>
                  <a:lnTo>
                    <a:pt x="670087" y="1102920"/>
                  </a:lnTo>
                  <a:lnTo>
                    <a:pt x="661596" y="1109418"/>
                  </a:lnTo>
                  <a:lnTo>
                    <a:pt x="661596" y="1128351"/>
                  </a:lnTo>
                  <a:lnTo>
                    <a:pt x="667964" y="1136829"/>
                  </a:lnTo>
                  <a:lnTo>
                    <a:pt x="689161" y="1136829"/>
                  </a:lnTo>
                  <a:lnTo>
                    <a:pt x="695529" y="1130612"/>
                  </a:lnTo>
                  <a:lnTo>
                    <a:pt x="695529" y="1111397"/>
                  </a:lnTo>
                  <a:lnTo>
                    <a:pt x="689161" y="1102920"/>
                  </a:lnTo>
                  <a:close/>
                </a:path>
                <a:path w="9542780" h="6570345">
                  <a:moveTo>
                    <a:pt x="689161" y="1147566"/>
                  </a:moveTo>
                  <a:lnTo>
                    <a:pt x="670087" y="1147566"/>
                  </a:lnTo>
                  <a:lnTo>
                    <a:pt x="661596" y="1153784"/>
                  </a:lnTo>
                  <a:lnTo>
                    <a:pt x="661596" y="1172999"/>
                  </a:lnTo>
                  <a:lnTo>
                    <a:pt x="667964" y="1181477"/>
                  </a:lnTo>
                  <a:lnTo>
                    <a:pt x="689161" y="1181477"/>
                  </a:lnTo>
                  <a:lnTo>
                    <a:pt x="695529" y="1172999"/>
                  </a:lnTo>
                  <a:lnTo>
                    <a:pt x="695529" y="1156045"/>
                  </a:lnTo>
                  <a:lnTo>
                    <a:pt x="689161" y="1147566"/>
                  </a:lnTo>
                  <a:close/>
                </a:path>
                <a:path w="9542780" h="6570345">
                  <a:moveTo>
                    <a:pt x="689161" y="1191933"/>
                  </a:moveTo>
                  <a:lnTo>
                    <a:pt x="670087" y="1191933"/>
                  </a:lnTo>
                  <a:lnTo>
                    <a:pt x="661596" y="1198432"/>
                  </a:lnTo>
                  <a:lnTo>
                    <a:pt x="661596" y="1217364"/>
                  </a:lnTo>
                  <a:lnTo>
                    <a:pt x="667964" y="1225843"/>
                  </a:lnTo>
                  <a:lnTo>
                    <a:pt x="689161" y="1225843"/>
                  </a:lnTo>
                  <a:lnTo>
                    <a:pt x="695529" y="1217364"/>
                  </a:lnTo>
                  <a:lnTo>
                    <a:pt x="695529" y="1200410"/>
                  </a:lnTo>
                  <a:lnTo>
                    <a:pt x="689161" y="1191933"/>
                  </a:lnTo>
                  <a:close/>
                </a:path>
                <a:path w="9542780" h="6570345">
                  <a:moveTo>
                    <a:pt x="689161" y="1236581"/>
                  </a:moveTo>
                  <a:lnTo>
                    <a:pt x="670087" y="1236581"/>
                  </a:lnTo>
                  <a:lnTo>
                    <a:pt x="661596" y="1242797"/>
                  </a:lnTo>
                  <a:lnTo>
                    <a:pt x="661596" y="1261731"/>
                  </a:lnTo>
                  <a:lnTo>
                    <a:pt x="667964" y="1270208"/>
                  </a:lnTo>
                  <a:lnTo>
                    <a:pt x="689161" y="1270208"/>
                  </a:lnTo>
                  <a:lnTo>
                    <a:pt x="695529" y="1261731"/>
                  </a:lnTo>
                  <a:lnTo>
                    <a:pt x="695529" y="1244775"/>
                  </a:lnTo>
                  <a:lnTo>
                    <a:pt x="689161" y="1236581"/>
                  </a:lnTo>
                  <a:close/>
                </a:path>
                <a:path w="9542780" h="6570345">
                  <a:moveTo>
                    <a:pt x="689161" y="1280946"/>
                  </a:moveTo>
                  <a:lnTo>
                    <a:pt x="670087" y="1280946"/>
                  </a:lnTo>
                  <a:lnTo>
                    <a:pt x="661596" y="1287162"/>
                  </a:lnTo>
                  <a:lnTo>
                    <a:pt x="661596" y="1306379"/>
                  </a:lnTo>
                  <a:lnTo>
                    <a:pt x="667964" y="1314856"/>
                  </a:lnTo>
                  <a:lnTo>
                    <a:pt x="678577" y="1314856"/>
                  </a:lnTo>
                  <a:lnTo>
                    <a:pt x="689161" y="1312595"/>
                  </a:lnTo>
                  <a:lnTo>
                    <a:pt x="695529" y="1306379"/>
                  </a:lnTo>
                  <a:lnTo>
                    <a:pt x="695529" y="1289423"/>
                  </a:lnTo>
                  <a:lnTo>
                    <a:pt x="689161" y="1280946"/>
                  </a:lnTo>
                  <a:close/>
                </a:path>
                <a:path w="9542780" h="6570345">
                  <a:moveTo>
                    <a:pt x="689161" y="1325312"/>
                  </a:moveTo>
                  <a:lnTo>
                    <a:pt x="670087" y="1325312"/>
                  </a:lnTo>
                  <a:lnTo>
                    <a:pt x="661596" y="1331810"/>
                  </a:lnTo>
                  <a:lnTo>
                    <a:pt x="661596" y="1350744"/>
                  </a:lnTo>
                  <a:lnTo>
                    <a:pt x="667964" y="1359221"/>
                  </a:lnTo>
                  <a:lnTo>
                    <a:pt x="678577" y="1359221"/>
                  </a:lnTo>
                  <a:lnTo>
                    <a:pt x="689161" y="1357243"/>
                  </a:lnTo>
                  <a:lnTo>
                    <a:pt x="695529" y="1350744"/>
                  </a:lnTo>
                  <a:lnTo>
                    <a:pt x="695529" y="1333789"/>
                  </a:lnTo>
                  <a:lnTo>
                    <a:pt x="689161" y="1325312"/>
                  </a:lnTo>
                  <a:close/>
                </a:path>
                <a:path w="9542780" h="6570345">
                  <a:moveTo>
                    <a:pt x="689161" y="1367698"/>
                  </a:moveTo>
                  <a:lnTo>
                    <a:pt x="670087" y="1367698"/>
                  </a:lnTo>
                  <a:lnTo>
                    <a:pt x="661596" y="1374198"/>
                  </a:lnTo>
                  <a:lnTo>
                    <a:pt x="661596" y="1393131"/>
                  </a:lnTo>
                  <a:lnTo>
                    <a:pt x="667964" y="1401608"/>
                  </a:lnTo>
                  <a:lnTo>
                    <a:pt x="689161" y="1401608"/>
                  </a:lnTo>
                  <a:lnTo>
                    <a:pt x="695529" y="1395110"/>
                  </a:lnTo>
                  <a:lnTo>
                    <a:pt x="695529" y="1376177"/>
                  </a:lnTo>
                  <a:lnTo>
                    <a:pt x="689161" y="1367698"/>
                  </a:lnTo>
                  <a:close/>
                </a:path>
                <a:path w="9542780" h="6570345">
                  <a:moveTo>
                    <a:pt x="689161" y="1412064"/>
                  </a:moveTo>
                  <a:lnTo>
                    <a:pt x="670087" y="1412064"/>
                  </a:lnTo>
                  <a:lnTo>
                    <a:pt x="661596" y="1418564"/>
                  </a:lnTo>
                  <a:lnTo>
                    <a:pt x="661596" y="1439757"/>
                  </a:lnTo>
                  <a:lnTo>
                    <a:pt x="667964" y="1445975"/>
                  </a:lnTo>
                  <a:lnTo>
                    <a:pt x="689161" y="1445975"/>
                  </a:lnTo>
                  <a:lnTo>
                    <a:pt x="695529" y="1439757"/>
                  </a:lnTo>
                  <a:lnTo>
                    <a:pt x="695529" y="1420541"/>
                  </a:lnTo>
                  <a:lnTo>
                    <a:pt x="689161" y="1412064"/>
                  </a:lnTo>
                  <a:close/>
                </a:path>
                <a:path w="9542780" h="6570345">
                  <a:moveTo>
                    <a:pt x="689161" y="1456712"/>
                  </a:moveTo>
                  <a:lnTo>
                    <a:pt x="670087" y="1456712"/>
                  </a:lnTo>
                  <a:lnTo>
                    <a:pt x="661596" y="1462929"/>
                  </a:lnTo>
                  <a:lnTo>
                    <a:pt x="661596" y="1484123"/>
                  </a:lnTo>
                  <a:lnTo>
                    <a:pt x="667964" y="1490623"/>
                  </a:lnTo>
                  <a:lnTo>
                    <a:pt x="689161" y="1490623"/>
                  </a:lnTo>
                  <a:lnTo>
                    <a:pt x="695529" y="1482144"/>
                  </a:lnTo>
                  <a:lnTo>
                    <a:pt x="695529" y="1465190"/>
                  </a:lnTo>
                  <a:lnTo>
                    <a:pt x="689161" y="1456712"/>
                  </a:lnTo>
                  <a:close/>
                </a:path>
                <a:path w="9542780" h="6570345">
                  <a:moveTo>
                    <a:pt x="689161" y="1501077"/>
                  </a:moveTo>
                  <a:lnTo>
                    <a:pt x="670087" y="1501077"/>
                  </a:lnTo>
                  <a:lnTo>
                    <a:pt x="661596" y="1507577"/>
                  </a:lnTo>
                  <a:lnTo>
                    <a:pt x="661596" y="1528771"/>
                  </a:lnTo>
                  <a:lnTo>
                    <a:pt x="667964" y="1534988"/>
                  </a:lnTo>
                  <a:lnTo>
                    <a:pt x="689161" y="1534988"/>
                  </a:lnTo>
                  <a:lnTo>
                    <a:pt x="695529" y="1526510"/>
                  </a:lnTo>
                  <a:lnTo>
                    <a:pt x="695529" y="1509555"/>
                  </a:lnTo>
                  <a:lnTo>
                    <a:pt x="689161" y="1501077"/>
                  </a:lnTo>
                  <a:close/>
                </a:path>
                <a:path w="9542780" h="6570345">
                  <a:moveTo>
                    <a:pt x="689161" y="1545443"/>
                  </a:moveTo>
                  <a:lnTo>
                    <a:pt x="670087" y="1545443"/>
                  </a:lnTo>
                  <a:lnTo>
                    <a:pt x="661596" y="1551942"/>
                  </a:lnTo>
                  <a:lnTo>
                    <a:pt x="661596" y="1573136"/>
                  </a:lnTo>
                  <a:lnTo>
                    <a:pt x="667964" y="1579352"/>
                  </a:lnTo>
                  <a:lnTo>
                    <a:pt x="689161" y="1579352"/>
                  </a:lnTo>
                  <a:lnTo>
                    <a:pt x="695529" y="1570875"/>
                  </a:lnTo>
                  <a:lnTo>
                    <a:pt x="695529" y="1553921"/>
                  </a:lnTo>
                  <a:lnTo>
                    <a:pt x="689161" y="1545443"/>
                  </a:lnTo>
                  <a:close/>
                </a:path>
                <a:path w="9542780" h="6570345">
                  <a:moveTo>
                    <a:pt x="689161" y="1590092"/>
                  </a:moveTo>
                  <a:lnTo>
                    <a:pt x="670087" y="1590092"/>
                  </a:lnTo>
                  <a:lnTo>
                    <a:pt x="661596" y="1596308"/>
                  </a:lnTo>
                  <a:lnTo>
                    <a:pt x="661596" y="1615523"/>
                  </a:lnTo>
                  <a:lnTo>
                    <a:pt x="667964" y="1624001"/>
                  </a:lnTo>
                  <a:lnTo>
                    <a:pt x="678577" y="1624001"/>
                  </a:lnTo>
                  <a:lnTo>
                    <a:pt x="689161" y="1621740"/>
                  </a:lnTo>
                  <a:lnTo>
                    <a:pt x="695529" y="1615523"/>
                  </a:lnTo>
                  <a:lnTo>
                    <a:pt x="695529" y="1598569"/>
                  </a:lnTo>
                  <a:lnTo>
                    <a:pt x="689161" y="1590092"/>
                  </a:lnTo>
                  <a:close/>
                </a:path>
                <a:path w="9542780" h="6570345">
                  <a:moveTo>
                    <a:pt x="689161" y="1634456"/>
                  </a:moveTo>
                  <a:lnTo>
                    <a:pt x="670087" y="1634456"/>
                  </a:lnTo>
                  <a:lnTo>
                    <a:pt x="661596" y="1640956"/>
                  </a:lnTo>
                  <a:lnTo>
                    <a:pt x="661596" y="1659888"/>
                  </a:lnTo>
                  <a:lnTo>
                    <a:pt x="667964" y="1668367"/>
                  </a:lnTo>
                  <a:lnTo>
                    <a:pt x="678577" y="1668367"/>
                  </a:lnTo>
                  <a:lnTo>
                    <a:pt x="689161" y="1666388"/>
                  </a:lnTo>
                  <a:lnTo>
                    <a:pt x="695529" y="1659888"/>
                  </a:lnTo>
                  <a:lnTo>
                    <a:pt x="695529" y="1642934"/>
                  </a:lnTo>
                  <a:lnTo>
                    <a:pt x="689161" y="1634456"/>
                  </a:lnTo>
                  <a:close/>
                </a:path>
                <a:path w="9542780" h="6570345">
                  <a:moveTo>
                    <a:pt x="689161" y="1676844"/>
                  </a:moveTo>
                  <a:lnTo>
                    <a:pt x="670087" y="1676844"/>
                  </a:lnTo>
                  <a:lnTo>
                    <a:pt x="661596" y="1683061"/>
                  </a:lnTo>
                  <a:lnTo>
                    <a:pt x="661596" y="1704254"/>
                  </a:lnTo>
                  <a:lnTo>
                    <a:pt x="667964" y="1710754"/>
                  </a:lnTo>
                  <a:lnTo>
                    <a:pt x="689161" y="1710754"/>
                  </a:lnTo>
                  <a:lnTo>
                    <a:pt x="695529" y="1704254"/>
                  </a:lnTo>
                  <a:lnTo>
                    <a:pt x="695529" y="1685321"/>
                  </a:lnTo>
                  <a:lnTo>
                    <a:pt x="689161" y="1676844"/>
                  </a:lnTo>
                  <a:close/>
                </a:path>
                <a:path w="9542780" h="6570345">
                  <a:moveTo>
                    <a:pt x="689161" y="1721209"/>
                  </a:moveTo>
                  <a:lnTo>
                    <a:pt x="670087" y="1721209"/>
                  </a:lnTo>
                  <a:lnTo>
                    <a:pt x="661596" y="1727709"/>
                  </a:lnTo>
                  <a:lnTo>
                    <a:pt x="661596" y="1748903"/>
                  </a:lnTo>
                  <a:lnTo>
                    <a:pt x="667964" y="1755119"/>
                  </a:lnTo>
                  <a:lnTo>
                    <a:pt x="689161" y="1755119"/>
                  </a:lnTo>
                  <a:lnTo>
                    <a:pt x="695529" y="1748903"/>
                  </a:lnTo>
                  <a:lnTo>
                    <a:pt x="695529" y="1729686"/>
                  </a:lnTo>
                  <a:lnTo>
                    <a:pt x="689161" y="1721209"/>
                  </a:lnTo>
                  <a:close/>
                </a:path>
                <a:path w="9542780" h="6570345">
                  <a:moveTo>
                    <a:pt x="689161" y="1765857"/>
                  </a:moveTo>
                  <a:lnTo>
                    <a:pt x="670087" y="1765857"/>
                  </a:lnTo>
                  <a:lnTo>
                    <a:pt x="661596" y="1772074"/>
                  </a:lnTo>
                  <a:lnTo>
                    <a:pt x="661596" y="1793267"/>
                  </a:lnTo>
                  <a:lnTo>
                    <a:pt x="667964" y="1799767"/>
                  </a:lnTo>
                  <a:lnTo>
                    <a:pt x="689161" y="1799767"/>
                  </a:lnTo>
                  <a:lnTo>
                    <a:pt x="695529" y="1791290"/>
                  </a:lnTo>
                  <a:lnTo>
                    <a:pt x="695529" y="1774334"/>
                  </a:lnTo>
                  <a:lnTo>
                    <a:pt x="689161" y="1765857"/>
                  </a:lnTo>
                  <a:close/>
                </a:path>
                <a:path w="9542780" h="6570345">
                  <a:moveTo>
                    <a:pt x="689161" y="1810223"/>
                  </a:moveTo>
                  <a:lnTo>
                    <a:pt x="670087" y="1810223"/>
                  </a:lnTo>
                  <a:lnTo>
                    <a:pt x="661596" y="1816722"/>
                  </a:lnTo>
                  <a:lnTo>
                    <a:pt x="661596" y="1837634"/>
                  </a:lnTo>
                  <a:lnTo>
                    <a:pt x="667964" y="1844132"/>
                  </a:lnTo>
                  <a:lnTo>
                    <a:pt x="689161" y="1844132"/>
                  </a:lnTo>
                  <a:lnTo>
                    <a:pt x="695529" y="1835655"/>
                  </a:lnTo>
                  <a:lnTo>
                    <a:pt x="695529" y="1818700"/>
                  </a:lnTo>
                  <a:lnTo>
                    <a:pt x="689161" y="1810223"/>
                  </a:lnTo>
                  <a:close/>
                </a:path>
                <a:path w="9542780" h="6570345">
                  <a:moveTo>
                    <a:pt x="689161" y="1854588"/>
                  </a:moveTo>
                  <a:lnTo>
                    <a:pt x="670087" y="1854588"/>
                  </a:lnTo>
                  <a:lnTo>
                    <a:pt x="661596" y="1861088"/>
                  </a:lnTo>
                  <a:lnTo>
                    <a:pt x="661596" y="1880021"/>
                  </a:lnTo>
                  <a:lnTo>
                    <a:pt x="667964" y="1888498"/>
                  </a:lnTo>
                  <a:lnTo>
                    <a:pt x="689161" y="1888498"/>
                  </a:lnTo>
                  <a:lnTo>
                    <a:pt x="695529" y="1880021"/>
                  </a:lnTo>
                  <a:lnTo>
                    <a:pt x="695529" y="1863065"/>
                  </a:lnTo>
                  <a:lnTo>
                    <a:pt x="689161" y="1854588"/>
                  </a:lnTo>
                  <a:close/>
                </a:path>
                <a:path w="9542780" h="6570345">
                  <a:moveTo>
                    <a:pt x="689161" y="1899236"/>
                  </a:moveTo>
                  <a:lnTo>
                    <a:pt x="670087" y="1899236"/>
                  </a:lnTo>
                  <a:lnTo>
                    <a:pt x="661596" y="1905453"/>
                  </a:lnTo>
                  <a:lnTo>
                    <a:pt x="661596" y="1924668"/>
                  </a:lnTo>
                  <a:lnTo>
                    <a:pt x="667964" y="1933147"/>
                  </a:lnTo>
                  <a:lnTo>
                    <a:pt x="678577" y="1933147"/>
                  </a:lnTo>
                  <a:lnTo>
                    <a:pt x="689161" y="1930886"/>
                  </a:lnTo>
                  <a:lnTo>
                    <a:pt x="695529" y="1924668"/>
                  </a:lnTo>
                  <a:lnTo>
                    <a:pt x="695529" y="1907713"/>
                  </a:lnTo>
                  <a:lnTo>
                    <a:pt x="689161" y="1899236"/>
                  </a:lnTo>
                  <a:close/>
                </a:path>
                <a:path w="9542780" h="6570345">
                  <a:moveTo>
                    <a:pt x="689161" y="1943601"/>
                  </a:moveTo>
                  <a:lnTo>
                    <a:pt x="670087" y="1943601"/>
                  </a:lnTo>
                  <a:lnTo>
                    <a:pt x="661596" y="1950101"/>
                  </a:lnTo>
                  <a:lnTo>
                    <a:pt x="661596" y="1971295"/>
                  </a:lnTo>
                  <a:lnTo>
                    <a:pt x="667964" y="1977511"/>
                  </a:lnTo>
                  <a:lnTo>
                    <a:pt x="678577" y="1977511"/>
                  </a:lnTo>
                  <a:lnTo>
                    <a:pt x="689161" y="1975251"/>
                  </a:lnTo>
                  <a:lnTo>
                    <a:pt x="695529" y="1969034"/>
                  </a:lnTo>
                  <a:lnTo>
                    <a:pt x="695529" y="1952078"/>
                  </a:lnTo>
                  <a:lnTo>
                    <a:pt x="689161" y="1943601"/>
                  </a:lnTo>
                  <a:close/>
                </a:path>
                <a:path w="9542780" h="6570345">
                  <a:moveTo>
                    <a:pt x="689161" y="1985989"/>
                  </a:moveTo>
                  <a:lnTo>
                    <a:pt x="670087" y="1985989"/>
                  </a:lnTo>
                  <a:lnTo>
                    <a:pt x="661596" y="1992205"/>
                  </a:lnTo>
                  <a:lnTo>
                    <a:pt x="661596" y="2013399"/>
                  </a:lnTo>
                  <a:lnTo>
                    <a:pt x="667964" y="2019899"/>
                  </a:lnTo>
                  <a:lnTo>
                    <a:pt x="689161" y="2019899"/>
                  </a:lnTo>
                  <a:lnTo>
                    <a:pt x="695529" y="2013399"/>
                  </a:lnTo>
                  <a:lnTo>
                    <a:pt x="695529" y="1994466"/>
                  </a:lnTo>
                  <a:lnTo>
                    <a:pt x="689161" y="1985989"/>
                  </a:lnTo>
                  <a:close/>
                </a:path>
                <a:path w="9542780" h="6570345">
                  <a:moveTo>
                    <a:pt x="689161" y="2030355"/>
                  </a:moveTo>
                  <a:lnTo>
                    <a:pt x="670087" y="2030355"/>
                  </a:lnTo>
                  <a:lnTo>
                    <a:pt x="661596" y="2036853"/>
                  </a:lnTo>
                  <a:lnTo>
                    <a:pt x="661596" y="2058047"/>
                  </a:lnTo>
                  <a:lnTo>
                    <a:pt x="667964" y="2064264"/>
                  </a:lnTo>
                  <a:lnTo>
                    <a:pt x="689161" y="2064264"/>
                  </a:lnTo>
                  <a:lnTo>
                    <a:pt x="695529" y="2058047"/>
                  </a:lnTo>
                  <a:lnTo>
                    <a:pt x="695529" y="2038832"/>
                  </a:lnTo>
                  <a:lnTo>
                    <a:pt x="689161" y="2030355"/>
                  </a:lnTo>
                  <a:close/>
                </a:path>
                <a:path w="9542780" h="6570345">
                  <a:moveTo>
                    <a:pt x="689161" y="3929675"/>
                  </a:moveTo>
                  <a:lnTo>
                    <a:pt x="670087" y="3929675"/>
                  </a:lnTo>
                  <a:lnTo>
                    <a:pt x="661597" y="3936033"/>
                  </a:lnTo>
                  <a:lnTo>
                    <a:pt x="661597" y="3955079"/>
                  </a:lnTo>
                  <a:lnTo>
                    <a:pt x="667964" y="3963556"/>
                  </a:lnTo>
                  <a:lnTo>
                    <a:pt x="689161" y="3963556"/>
                  </a:lnTo>
                  <a:lnTo>
                    <a:pt x="695529" y="3955079"/>
                  </a:lnTo>
                  <a:lnTo>
                    <a:pt x="695529" y="3938153"/>
                  </a:lnTo>
                  <a:lnTo>
                    <a:pt x="689161" y="3929675"/>
                  </a:lnTo>
                  <a:close/>
                </a:path>
                <a:path w="9542780" h="6570345">
                  <a:moveTo>
                    <a:pt x="689161" y="3974125"/>
                  </a:moveTo>
                  <a:lnTo>
                    <a:pt x="670087" y="3974125"/>
                  </a:lnTo>
                  <a:lnTo>
                    <a:pt x="661597" y="3980483"/>
                  </a:lnTo>
                  <a:lnTo>
                    <a:pt x="661597" y="3999558"/>
                  </a:lnTo>
                  <a:lnTo>
                    <a:pt x="667964" y="4008006"/>
                  </a:lnTo>
                  <a:lnTo>
                    <a:pt x="689161" y="4008006"/>
                  </a:lnTo>
                  <a:lnTo>
                    <a:pt x="695529" y="3999558"/>
                  </a:lnTo>
                  <a:lnTo>
                    <a:pt x="695529" y="3982603"/>
                  </a:lnTo>
                  <a:lnTo>
                    <a:pt x="689161" y="3974125"/>
                  </a:lnTo>
                  <a:close/>
                </a:path>
                <a:path w="9542780" h="6570345">
                  <a:moveTo>
                    <a:pt x="689161" y="4018603"/>
                  </a:moveTo>
                  <a:lnTo>
                    <a:pt x="670087" y="4018603"/>
                  </a:lnTo>
                  <a:lnTo>
                    <a:pt x="661597" y="4024962"/>
                  </a:lnTo>
                  <a:lnTo>
                    <a:pt x="661597" y="4044008"/>
                  </a:lnTo>
                  <a:lnTo>
                    <a:pt x="667964" y="4052486"/>
                  </a:lnTo>
                  <a:lnTo>
                    <a:pt x="689161" y="4052486"/>
                  </a:lnTo>
                  <a:lnTo>
                    <a:pt x="695529" y="4044008"/>
                  </a:lnTo>
                  <a:lnTo>
                    <a:pt x="695529" y="4027082"/>
                  </a:lnTo>
                  <a:lnTo>
                    <a:pt x="689161" y="4018603"/>
                  </a:lnTo>
                  <a:close/>
                </a:path>
                <a:path w="9542780" h="6570345">
                  <a:moveTo>
                    <a:pt x="689161" y="4063055"/>
                  </a:moveTo>
                  <a:lnTo>
                    <a:pt x="670087" y="4063055"/>
                  </a:lnTo>
                  <a:lnTo>
                    <a:pt x="661597" y="4069412"/>
                  </a:lnTo>
                  <a:lnTo>
                    <a:pt x="661597" y="4088486"/>
                  </a:lnTo>
                  <a:lnTo>
                    <a:pt x="667964" y="4096936"/>
                  </a:lnTo>
                  <a:lnTo>
                    <a:pt x="678577" y="4096936"/>
                  </a:lnTo>
                  <a:lnTo>
                    <a:pt x="689161" y="4094816"/>
                  </a:lnTo>
                  <a:lnTo>
                    <a:pt x="695529" y="4088486"/>
                  </a:lnTo>
                  <a:lnTo>
                    <a:pt x="695529" y="4071532"/>
                  </a:lnTo>
                  <a:lnTo>
                    <a:pt x="689161" y="4063055"/>
                  </a:lnTo>
                  <a:close/>
                </a:path>
                <a:path w="9542780" h="6570345">
                  <a:moveTo>
                    <a:pt x="689161" y="4107533"/>
                  </a:moveTo>
                  <a:lnTo>
                    <a:pt x="670087" y="4107533"/>
                  </a:lnTo>
                  <a:lnTo>
                    <a:pt x="661597" y="4113890"/>
                  </a:lnTo>
                  <a:lnTo>
                    <a:pt x="661597" y="4132936"/>
                  </a:lnTo>
                  <a:lnTo>
                    <a:pt x="667964" y="4141414"/>
                  </a:lnTo>
                  <a:lnTo>
                    <a:pt x="678577" y="4141414"/>
                  </a:lnTo>
                  <a:lnTo>
                    <a:pt x="689161" y="4139295"/>
                  </a:lnTo>
                  <a:lnTo>
                    <a:pt x="695529" y="4132936"/>
                  </a:lnTo>
                  <a:lnTo>
                    <a:pt x="695529" y="4116010"/>
                  </a:lnTo>
                  <a:lnTo>
                    <a:pt x="689161" y="4107533"/>
                  </a:lnTo>
                  <a:close/>
                </a:path>
                <a:path w="9542780" h="6570345">
                  <a:moveTo>
                    <a:pt x="689161" y="4149863"/>
                  </a:moveTo>
                  <a:lnTo>
                    <a:pt x="670087" y="4149863"/>
                  </a:lnTo>
                  <a:lnTo>
                    <a:pt x="661597" y="4156222"/>
                  </a:lnTo>
                  <a:lnTo>
                    <a:pt x="661597" y="4175296"/>
                  </a:lnTo>
                  <a:lnTo>
                    <a:pt x="667964" y="4183745"/>
                  </a:lnTo>
                  <a:lnTo>
                    <a:pt x="689161" y="4183745"/>
                  </a:lnTo>
                  <a:lnTo>
                    <a:pt x="695529" y="4177416"/>
                  </a:lnTo>
                  <a:lnTo>
                    <a:pt x="695529" y="4158341"/>
                  </a:lnTo>
                  <a:lnTo>
                    <a:pt x="689161" y="4149863"/>
                  </a:lnTo>
                  <a:close/>
                </a:path>
                <a:path w="9542780" h="6570345">
                  <a:moveTo>
                    <a:pt x="646766" y="220131"/>
                  </a:moveTo>
                  <a:lnTo>
                    <a:pt x="627663" y="220131"/>
                  </a:lnTo>
                  <a:lnTo>
                    <a:pt x="619201" y="226349"/>
                  </a:lnTo>
                  <a:lnTo>
                    <a:pt x="619201" y="245564"/>
                  </a:lnTo>
                  <a:lnTo>
                    <a:pt x="625568" y="254041"/>
                  </a:lnTo>
                  <a:lnTo>
                    <a:pt x="644644" y="254041"/>
                  </a:lnTo>
                  <a:lnTo>
                    <a:pt x="653134" y="245564"/>
                  </a:lnTo>
                  <a:lnTo>
                    <a:pt x="653134" y="228610"/>
                  </a:lnTo>
                  <a:lnTo>
                    <a:pt x="646766" y="220131"/>
                  </a:lnTo>
                  <a:close/>
                </a:path>
                <a:path w="9542780" h="6570345">
                  <a:moveTo>
                    <a:pt x="646766" y="264497"/>
                  </a:moveTo>
                  <a:lnTo>
                    <a:pt x="627663" y="264497"/>
                  </a:lnTo>
                  <a:lnTo>
                    <a:pt x="619201" y="270996"/>
                  </a:lnTo>
                  <a:lnTo>
                    <a:pt x="619201" y="292190"/>
                  </a:lnTo>
                  <a:lnTo>
                    <a:pt x="625568" y="298408"/>
                  </a:lnTo>
                  <a:lnTo>
                    <a:pt x="644644" y="298408"/>
                  </a:lnTo>
                  <a:lnTo>
                    <a:pt x="653134" y="289929"/>
                  </a:lnTo>
                  <a:lnTo>
                    <a:pt x="653134" y="272975"/>
                  </a:lnTo>
                  <a:lnTo>
                    <a:pt x="646766" y="264497"/>
                  </a:lnTo>
                  <a:close/>
                </a:path>
                <a:path w="9542780" h="6570345">
                  <a:moveTo>
                    <a:pt x="646766" y="309145"/>
                  </a:moveTo>
                  <a:lnTo>
                    <a:pt x="627663" y="309145"/>
                  </a:lnTo>
                  <a:lnTo>
                    <a:pt x="619201" y="315362"/>
                  </a:lnTo>
                  <a:lnTo>
                    <a:pt x="619201" y="334577"/>
                  </a:lnTo>
                  <a:lnTo>
                    <a:pt x="625568" y="343054"/>
                  </a:lnTo>
                  <a:lnTo>
                    <a:pt x="644644" y="343054"/>
                  </a:lnTo>
                  <a:lnTo>
                    <a:pt x="653134" y="334577"/>
                  </a:lnTo>
                  <a:lnTo>
                    <a:pt x="653134" y="317623"/>
                  </a:lnTo>
                  <a:lnTo>
                    <a:pt x="646766" y="309145"/>
                  </a:lnTo>
                  <a:close/>
                </a:path>
                <a:path w="9542780" h="6570345">
                  <a:moveTo>
                    <a:pt x="646766" y="353510"/>
                  </a:moveTo>
                  <a:lnTo>
                    <a:pt x="627663" y="353510"/>
                  </a:lnTo>
                  <a:lnTo>
                    <a:pt x="619201" y="360010"/>
                  </a:lnTo>
                  <a:lnTo>
                    <a:pt x="619201" y="378943"/>
                  </a:lnTo>
                  <a:lnTo>
                    <a:pt x="625568" y="387421"/>
                  </a:lnTo>
                  <a:lnTo>
                    <a:pt x="636154" y="387421"/>
                  </a:lnTo>
                  <a:lnTo>
                    <a:pt x="644644" y="385160"/>
                  </a:lnTo>
                  <a:lnTo>
                    <a:pt x="653134" y="378943"/>
                  </a:lnTo>
                  <a:lnTo>
                    <a:pt x="653134" y="361988"/>
                  </a:lnTo>
                  <a:lnTo>
                    <a:pt x="646766" y="353510"/>
                  </a:lnTo>
                  <a:close/>
                </a:path>
                <a:path w="9542780" h="6570345">
                  <a:moveTo>
                    <a:pt x="646766" y="397877"/>
                  </a:moveTo>
                  <a:lnTo>
                    <a:pt x="627663" y="397877"/>
                  </a:lnTo>
                  <a:lnTo>
                    <a:pt x="619201" y="404375"/>
                  </a:lnTo>
                  <a:lnTo>
                    <a:pt x="619201" y="425569"/>
                  </a:lnTo>
                  <a:lnTo>
                    <a:pt x="625568" y="431786"/>
                  </a:lnTo>
                  <a:lnTo>
                    <a:pt x="636154" y="431786"/>
                  </a:lnTo>
                  <a:lnTo>
                    <a:pt x="644644" y="429808"/>
                  </a:lnTo>
                  <a:lnTo>
                    <a:pt x="653134" y="423308"/>
                  </a:lnTo>
                  <a:lnTo>
                    <a:pt x="653134" y="406354"/>
                  </a:lnTo>
                  <a:lnTo>
                    <a:pt x="646766" y="397877"/>
                  </a:lnTo>
                  <a:close/>
                </a:path>
                <a:path w="9542780" h="6570345">
                  <a:moveTo>
                    <a:pt x="646766" y="440263"/>
                  </a:moveTo>
                  <a:lnTo>
                    <a:pt x="627663" y="440263"/>
                  </a:lnTo>
                  <a:lnTo>
                    <a:pt x="619201" y="446763"/>
                  </a:lnTo>
                  <a:lnTo>
                    <a:pt x="619201" y="465696"/>
                  </a:lnTo>
                  <a:lnTo>
                    <a:pt x="625568" y="474173"/>
                  </a:lnTo>
                  <a:lnTo>
                    <a:pt x="644644" y="474173"/>
                  </a:lnTo>
                  <a:lnTo>
                    <a:pt x="653134" y="467956"/>
                  </a:lnTo>
                  <a:lnTo>
                    <a:pt x="653134" y="448741"/>
                  </a:lnTo>
                  <a:lnTo>
                    <a:pt x="646766" y="440263"/>
                  </a:lnTo>
                  <a:close/>
                </a:path>
                <a:path w="9542780" h="6570345">
                  <a:moveTo>
                    <a:pt x="646766" y="484911"/>
                  </a:moveTo>
                  <a:lnTo>
                    <a:pt x="627663" y="484911"/>
                  </a:lnTo>
                  <a:lnTo>
                    <a:pt x="619201" y="491128"/>
                  </a:lnTo>
                  <a:lnTo>
                    <a:pt x="619201" y="510344"/>
                  </a:lnTo>
                  <a:lnTo>
                    <a:pt x="625568" y="518539"/>
                  </a:lnTo>
                  <a:lnTo>
                    <a:pt x="644644" y="518539"/>
                  </a:lnTo>
                  <a:lnTo>
                    <a:pt x="653134" y="512321"/>
                  </a:lnTo>
                  <a:lnTo>
                    <a:pt x="653134" y="493389"/>
                  </a:lnTo>
                  <a:lnTo>
                    <a:pt x="646766" y="484911"/>
                  </a:lnTo>
                  <a:close/>
                </a:path>
                <a:path w="9542780" h="6570345">
                  <a:moveTo>
                    <a:pt x="646766" y="529277"/>
                  </a:moveTo>
                  <a:lnTo>
                    <a:pt x="627663" y="529277"/>
                  </a:lnTo>
                  <a:lnTo>
                    <a:pt x="619201" y="535494"/>
                  </a:lnTo>
                  <a:lnTo>
                    <a:pt x="619201" y="556687"/>
                  </a:lnTo>
                  <a:lnTo>
                    <a:pt x="625568" y="563186"/>
                  </a:lnTo>
                  <a:lnTo>
                    <a:pt x="644644" y="563186"/>
                  </a:lnTo>
                  <a:lnTo>
                    <a:pt x="653134" y="554709"/>
                  </a:lnTo>
                  <a:lnTo>
                    <a:pt x="653134" y="537754"/>
                  </a:lnTo>
                  <a:lnTo>
                    <a:pt x="646766" y="529277"/>
                  </a:lnTo>
                  <a:close/>
                </a:path>
                <a:path w="9542780" h="6570345">
                  <a:moveTo>
                    <a:pt x="646766" y="573642"/>
                  </a:moveTo>
                  <a:lnTo>
                    <a:pt x="627663" y="573642"/>
                  </a:lnTo>
                  <a:lnTo>
                    <a:pt x="619201" y="580142"/>
                  </a:lnTo>
                  <a:lnTo>
                    <a:pt x="619201" y="599075"/>
                  </a:lnTo>
                  <a:lnTo>
                    <a:pt x="625568" y="607552"/>
                  </a:lnTo>
                  <a:lnTo>
                    <a:pt x="644644" y="607552"/>
                  </a:lnTo>
                  <a:lnTo>
                    <a:pt x="653134" y="599075"/>
                  </a:lnTo>
                  <a:lnTo>
                    <a:pt x="653134" y="582119"/>
                  </a:lnTo>
                  <a:lnTo>
                    <a:pt x="646766" y="573642"/>
                  </a:lnTo>
                  <a:close/>
                </a:path>
                <a:path w="9542780" h="6570345">
                  <a:moveTo>
                    <a:pt x="646766" y="618290"/>
                  </a:moveTo>
                  <a:lnTo>
                    <a:pt x="627663" y="618290"/>
                  </a:lnTo>
                  <a:lnTo>
                    <a:pt x="619201" y="624507"/>
                  </a:lnTo>
                  <a:lnTo>
                    <a:pt x="619201" y="643723"/>
                  </a:lnTo>
                  <a:lnTo>
                    <a:pt x="625568" y="652200"/>
                  </a:lnTo>
                  <a:lnTo>
                    <a:pt x="644644" y="652200"/>
                  </a:lnTo>
                  <a:lnTo>
                    <a:pt x="653134" y="643723"/>
                  </a:lnTo>
                  <a:lnTo>
                    <a:pt x="653134" y="626767"/>
                  </a:lnTo>
                  <a:lnTo>
                    <a:pt x="646766" y="618290"/>
                  </a:lnTo>
                  <a:close/>
                </a:path>
                <a:path w="9542780" h="6570345">
                  <a:moveTo>
                    <a:pt x="646766" y="662655"/>
                  </a:moveTo>
                  <a:lnTo>
                    <a:pt x="627663" y="662655"/>
                  </a:lnTo>
                  <a:lnTo>
                    <a:pt x="619201" y="668873"/>
                  </a:lnTo>
                  <a:lnTo>
                    <a:pt x="619201" y="688088"/>
                  </a:lnTo>
                  <a:lnTo>
                    <a:pt x="625568" y="696565"/>
                  </a:lnTo>
                  <a:lnTo>
                    <a:pt x="636154" y="696565"/>
                  </a:lnTo>
                  <a:lnTo>
                    <a:pt x="644644" y="694305"/>
                  </a:lnTo>
                  <a:lnTo>
                    <a:pt x="653134" y="688088"/>
                  </a:lnTo>
                  <a:lnTo>
                    <a:pt x="653134" y="671134"/>
                  </a:lnTo>
                  <a:lnTo>
                    <a:pt x="646766" y="662655"/>
                  </a:lnTo>
                  <a:close/>
                </a:path>
                <a:path w="9542780" h="6570345">
                  <a:moveTo>
                    <a:pt x="646766" y="707021"/>
                  </a:moveTo>
                  <a:lnTo>
                    <a:pt x="627663" y="707021"/>
                  </a:lnTo>
                  <a:lnTo>
                    <a:pt x="619201" y="713521"/>
                  </a:lnTo>
                  <a:lnTo>
                    <a:pt x="619201" y="732453"/>
                  </a:lnTo>
                  <a:lnTo>
                    <a:pt x="625568" y="740931"/>
                  </a:lnTo>
                  <a:lnTo>
                    <a:pt x="636154" y="740931"/>
                  </a:lnTo>
                  <a:lnTo>
                    <a:pt x="644644" y="738953"/>
                  </a:lnTo>
                  <a:lnTo>
                    <a:pt x="653134" y="732453"/>
                  </a:lnTo>
                  <a:lnTo>
                    <a:pt x="653134" y="715498"/>
                  </a:lnTo>
                  <a:lnTo>
                    <a:pt x="646766" y="707021"/>
                  </a:lnTo>
                  <a:close/>
                </a:path>
                <a:path w="9542780" h="6570345">
                  <a:moveTo>
                    <a:pt x="646766" y="749409"/>
                  </a:moveTo>
                  <a:lnTo>
                    <a:pt x="627663" y="749409"/>
                  </a:lnTo>
                  <a:lnTo>
                    <a:pt x="619201" y="755907"/>
                  </a:lnTo>
                  <a:lnTo>
                    <a:pt x="619201" y="774840"/>
                  </a:lnTo>
                  <a:lnTo>
                    <a:pt x="625568" y="783318"/>
                  </a:lnTo>
                  <a:lnTo>
                    <a:pt x="644644" y="783318"/>
                  </a:lnTo>
                  <a:lnTo>
                    <a:pt x="653134" y="777101"/>
                  </a:lnTo>
                  <a:lnTo>
                    <a:pt x="653134" y="757886"/>
                  </a:lnTo>
                  <a:lnTo>
                    <a:pt x="646766" y="749409"/>
                  </a:lnTo>
                  <a:close/>
                </a:path>
                <a:path w="9542780" h="6570345">
                  <a:moveTo>
                    <a:pt x="646766" y="794057"/>
                  </a:moveTo>
                  <a:lnTo>
                    <a:pt x="627663" y="794057"/>
                  </a:lnTo>
                  <a:lnTo>
                    <a:pt x="619201" y="800273"/>
                  </a:lnTo>
                  <a:lnTo>
                    <a:pt x="619201" y="821467"/>
                  </a:lnTo>
                  <a:lnTo>
                    <a:pt x="625568" y="827684"/>
                  </a:lnTo>
                  <a:lnTo>
                    <a:pt x="644644" y="827684"/>
                  </a:lnTo>
                  <a:lnTo>
                    <a:pt x="653134" y="821467"/>
                  </a:lnTo>
                  <a:lnTo>
                    <a:pt x="653134" y="802534"/>
                  </a:lnTo>
                  <a:lnTo>
                    <a:pt x="646766" y="794057"/>
                  </a:lnTo>
                  <a:close/>
                </a:path>
                <a:path w="9542780" h="6570345">
                  <a:moveTo>
                    <a:pt x="646766" y="838422"/>
                  </a:moveTo>
                  <a:lnTo>
                    <a:pt x="627663" y="838422"/>
                  </a:lnTo>
                  <a:lnTo>
                    <a:pt x="619201" y="844638"/>
                  </a:lnTo>
                  <a:lnTo>
                    <a:pt x="619201" y="863855"/>
                  </a:lnTo>
                  <a:lnTo>
                    <a:pt x="625568" y="872332"/>
                  </a:lnTo>
                  <a:lnTo>
                    <a:pt x="644644" y="872332"/>
                  </a:lnTo>
                  <a:lnTo>
                    <a:pt x="653134" y="863855"/>
                  </a:lnTo>
                  <a:lnTo>
                    <a:pt x="653134" y="846899"/>
                  </a:lnTo>
                  <a:lnTo>
                    <a:pt x="646766" y="838422"/>
                  </a:lnTo>
                  <a:close/>
                </a:path>
                <a:path w="9542780" h="6570345">
                  <a:moveTo>
                    <a:pt x="646766" y="882788"/>
                  </a:moveTo>
                  <a:lnTo>
                    <a:pt x="627663" y="882788"/>
                  </a:lnTo>
                  <a:lnTo>
                    <a:pt x="619201" y="889287"/>
                  </a:lnTo>
                  <a:lnTo>
                    <a:pt x="619201" y="908220"/>
                  </a:lnTo>
                  <a:lnTo>
                    <a:pt x="625568" y="916697"/>
                  </a:lnTo>
                  <a:lnTo>
                    <a:pt x="644644" y="916697"/>
                  </a:lnTo>
                  <a:lnTo>
                    <a:pt x="653134" y="908220"/>
                  </a:lnTo>
                  <a:lnTo>
                    <a:pt x="653134" y="891265"/>
                  </a:lnTo>
                  <a:lnTo>
                    <a:pt x="646766" y="882788"/>
                  </a:lnTo>
                  <a:close/>
                </a:path>
                <a:path w="9542780" h="6570345">
                  <a:moveTo>
                    <a:pt x="646766" y="927435"/>
                  </a:moveTo>
                  <a:lnTo>
                    <a:pt x="627663" y="927435"/>
                  </a:lnTo>
                  <a:lnTo>
                    <a:pt x="619201" y="933653"/>
                  </a:lnTo>
                  <a:lnTo>
                    <a:pt x="619201" y="954845"/>
                  </a:lnTo>
                  <a:lnTo>
                    <a:pt x="625568" y="961063"/>
                  </a:lnTo>
                  <a:lnTo>
                    <a:pt x="644644" y="961063"/>
                  </a:lnTo>
                  <a:lnTo>
                    <a:pt x="653134" y="952585"/>
                  </a:lnTo>
                  <a:lnTo>
                    <a:pt x="653134" y="935913"/>
                  </a:lnTo>
                  <a:lnTo>
                    <a:pt x="646766" y="927435"/>
                  </a:lnTo>
                  <a:close/>
                </a:path>
                <a:path w="9542780" h="6570345">
                  <a:moveTo>
                    <a:pt x="646766" y="971801"/>
                  </a:moveTo>
                  <a:lnTo>
                    <a:pt x="627663" y="971801"/>
                  </a:lnTo>
                  <a:lnTo>
                    <a:pt x="619201" y="978018"/>
                  </a:lnTo>
                  <a:lnTo>
                    <a:pt x="619201" y="997233"/>
                  </a:lnTo>
                  <a:lnTo>
                    <a:pt x="625568" y="1005711"/>
                  </a:lnTo>
                  <a:lnTo>
                    <a:pt x="636154" y="1005711"/>
                  </a:lnTo>
                  <a:lnTo>
                    <a:pt x="644644" y="1003449"/>
                  </a:lnTo>
                  <a:lnTo>
                    <a:pt x="653134" y="997233"/>
                  </a:lnTo>
                  <a:lnTo>
                    <a:pt x="653134" y="980278"/>
                  </a:lnTo>
                  <a:lnTo>
                    <a:pt x="646766" y="971801"/>
                  </a:lnTo>
                  <a:close/>
                </a:path>
                <a:path w="9542780" h="6570345">
                  <a:moveTo>
                    <a:pt x="646766" y="1016166"/>
                  </a:moveTo>
                  <a:lnTo>
                    <a:pt x="627663" y="1016166"/>
                  </a:lnTo>
                  <a:lnTo>
                    <a:pt x="619201" y="1022666"/>
                  </a:lnTo>
                  <a:lnTo>
                    <a:pt x="619201" y="1041599"/>
                  </a:lnTo>
                  <a:lnTo>
                    <a:pt x="625568" y="1050076"/>
                  </a:lnTo>
                  <a:lnTo>
                    <a:pt x="636154" y="1050076"/>
                  </a:lnTo>
                  <a:lnTo>
                    <a:pt x="644644" y="1048097"/>
                  </a:lnTo>
                  <a:lnTo>
                    <a:pt x="653134" y="1041599"/>
                  </a:lnTo>
                  <a:lnTo>
                    <a:pt x="653134" y="1024643"/>
                  </a:lnTo>
                  <a:lnTo>
                    <a:pt x="646766" y="1016166"/>
                  </a:lnTo>
                  <a:close/>
                </a:path>
                <a:path w="9542780" h="6570345">
                  <a:moveTo>
                    <a:pt x="646766" y="1058553"/>
                  </a:moveTo>
                  <a:lnTo>
                    <a:pt x="627663" y="1058553"/>
                  </a:lnTo>
                  <a:lnTo>
                    <a:pt x="619201" y="1065053"/>
                  </a:lnTo>
                  <a:lnTo>
                    <a:pt x="619201" y="1086247"/>
                  </a:lnTo>
                  <a:lnTo>
                    <a:pt x="625568" y="1092464"/>
                  </a:lnTo>
                  <a:lnTo>
                    <a:pt x="644644" y="1092464"/>
                  </a:lnTo>
                  <a:lnTo>
                    <a:pt x="653134" y="1086247"/>
                  </a:lnTo>
                  <a:lnTo>
                    <a:pt x="653134" y="1067031"/>
                  </a:lnTo>
                  <a:lnTo>
                    <a:pt x="646766" y="1058553"/>
                  </a:lnTo>
                  <a:close/>
                </a:path>
                <a:path w="9542780" h="6570345">
                  <a:moveTo>
                    <a:pt x="646766" y="1102920"/>
                  </a:moveTo>
                  <a:lnTo>
                    <a:pt x="627663" y="1102920"/>
                  </a:lnTo>
                  <a:lnTo>
                    <a:pt x="619201" y="1109418"/>
                  </a:lnTo>
                  <a:lnTo>
                    <a:pt x="619201" y="1128351"/>
                  </a:lnTo>
                  <a:lnTo>
                    <a:pt x="625568" y="1136829"/>
                  </a:lnTo>
                  <a:lnTo>
                    <a:pt x="644644" y="1136829"/>
                  </a:lnTo>
                  <a:lnTo>
                    <a:pt x="653134" y="1130612"/>
                  </a:lnTo>
                  <a:lnTo>
                    <a:pt x="653134" y="1111397"/>
                  </a:lnTo>
                  <a:lnTo>
                    <a:pt x="646766" y="1102920"/>
                  </a:lnTo>
                  <a:close/>
                </a:path>
                <a:path w="9542780" h="6570345">
                  <a:moveTo>
                    <a:pt x="646766" y="1147566"/>
                  </a:moveTo>
                  <a:lnTo>
                    <a:pt x="627663" y="1147566"/>
                  </a:lnTo>
                  <a:lnTo>
                    <a:pt x="619201" y="1153784"/>
                  </a:lnTo>
                  <a:lnTo>
                    <a:pt x="619201" y="1172999"/>
                  </a:lnTo>
                  <a:lnTo>
                    <a:pt x="625568" y="1181477"/>
                  </a:lnTo>
                  <a:lnTo>
                    <a:pt x="644644" y="1181477"/>
                  </a:lnTo>
                  <a:lnTo>
                    <a:pt x="653134" y="1172999"/>
                  </a:lnTo>
                  <a:lnTo>
                    <a:pt x="653134" y="1156045"/>
                  </a:lnTo>
                  <a:lnTo>
                    <a:pt x="646766" y="1147566"/>
                  </a:lnTo>
                  <a:close/>
                </a:path>
                <a:path w="9542780" h="6570345">
                  <a:moveTo>
                    <a:pt x="646766" y="1191933"/>
                  </a:moveTo>
                  <a:lnTo>
                    <a:pt x="627663" y="1191933"/>
                  </a:lnTo>
                  <a:lnTo>
                    <a:pt x="619201" y="1198432"/>
                  </a:lnTo>
                  <a:lnTo>
                    <a:pt x="619201" y="1217364"/>
                  </a:lnTo>
                  <a:lnTo>
                    <a:pt x="625568" y="1225843"/>
                  </a:lnTo>
                  <a:lnTo>
                    <a:pt x="644644" y="1225843"/>
                  </a:lnTo>
                  <a:lnTo>
                    <a:pt x="653134" y="1217364"/>
                  </a:lnTo>
                  <a:lnTo>
                    <a:pt x="653134" y="1200410"/>
                  </a:lnTo>
                  <a:lnTo>
                    <a:pt x="646766" y="1191933"/>
                  </a:lnTo>
                  <a:close/>
                </a:path>
                <a:path w="9542780" h="6570345">
                  <a:moveTo>
                    <a:pt x="646766" y="1236581"/>
                  </a:moveTo>
                  <a:lnTo>
                    <a:pt x="627663" y="1236581"/>
                  </a:lnTo>
                  <a:lnTo>
                    <a:pt x="619201" y="1242797"/>
                  </a:lnTo>
                  <a:lnTo>
                    <a:pt x="619201" y="1261731"/>
                  </a:lnTo>
                  <a:lnTo>
                    <a:pt x="625568" y="1270208"/>
                  </a:lnTo>
                  <a:lnTo>
                    <a:pt x="644644" y="1270208"/>
                  </a:lnTo>
                  <a:lnTo>
                    <a:pt x="653134" y="1261731"/>
                  </a:lnTo>
                  <a:lnTo>
                    <a:pt x="653134" y="1244775"/>
                  </a:lnTo>
                  <a:lnTo>
                    <a:pt x="646766" y="1236581"/>
                  </a:lnTo>
                  <a:close/>
                </a:path>
                <a:path w="9542780" h="6570345">
                  <a:moveTo>
                    <a:pt x="646766" y="1280946"/>
                  </a:moveTo>
                  <a:lnTo>
                    <a:pt x="627663" y="1280946"/>
                  </a:lnTo>
                  <a:lnTo>
                    <a:pt x="619201" y="1287162"/>
                  </a:lnTo>
                  <a:lnTo>
                    <a:pt x="619201" y="1306379"/>
                  </a:lnTo>
                  <a:lnTo>
                    <a:pt x="625568" y="1314856"/>
                  </a:lnTo>
                  <a:lnTo>
                    <a:pt x="636154" y="1314856"/>
                  </a:lnTo>
                  <a:lnTo>
                    <a:pt x="644644" y="1312595"/>
                  </a:lnTo>
                  <a:lnTo>
                    <a:pt x="653134" y="1306379"/>
                  </a:lnTo>
                  <a:lnTo>
                    <a:pt x="653134" y="1289423"/>
                  </a:lnTo>
                  <a:lnTo>
                    <a:pt x="646766" y="1280946"/>
                  </a:lnTo>
                  <a:close/>
                </a:path>
                <a:path w="9542780" h="6570345">
                  <a:moveTo>
                    <a:pt x="646766" y="1325312"/>
                  </a:moveTo>
                  <a:lnTo>
                    <a:pt x="627664" y="1325312"/>
                  </a:lnTo>
                  <a:lnTo>
                    <a:pt x="619201" y="1331810"/>
                  </a:lnTo>
                  <a:lnTo>
                    <a:pt x="619201" y="1350744"/>
                  </a:lnTo>
                  <a:lnTo>
                    <a:pt x="625568" y="1359221"/>
                  </a:lnTo>
                  <a:lnTo>
                    <a:pt x="636154" y="1359221"/>
                  </a:lnTo>
                  <a:lnTo>
                    <a:pt x="644644" y="1357243"/>
                  </a:lnTo>
                  <a:lnTo>
                    <a:pt x="653134" y="1350744"/>
                  </a:lnTo>
                  <a:lnTo>
                    <a:pt x="653134" y="1333789"/>
                  </a:lnTo>
                  <a:lnTo>
                    <a:pt x="646766" y="1325312"/>
                  </a:lnTo>
                  <a:close/>
                </a:path>
                <a:path w="9542780" h="6570345">
                  <a:moveTo>
                    <a:pt x="646766" y="1367698"/>
                  </a:moveTo>
                  <a:lnTo>
                    <a:pt x="627664" y="1367698"/>
                  </a:lnTo>
                  <a:lnTo>
                    <a:pt x="619201" y="1374198"/>
                  </a:lnTo>
                  <a:lnTo>
                    <a:pt x="619201" y="1393131"/>
                  </a:lnTo>
                  <a:lnTo>
                    <a:pt x="625568" y="1401608"/>
                  </a:lnTo>
                  <a:lnTo>
                    <a:pt x="644644" y="1401608"/>
                  </a:lnTo>
                  <a:lnTo>
                    <a:pt x="653134" y="1395110"/>
                  </a:lnTo>
                  <a:lnTo>
                    <a:pt x="653134" y="1376177"/>
                  </a:lnTo>
                  <a:lnTo>
                    <a:pt x="646766" y="1367698"/>
                  </a:lnTo>
                  <a:close/>
                </a:path>
                <a:path w="9542780" h="6570345">
                  <a:moveTo>
                    <a:pt x="646766" y="1412064"/>
                  </a:moveTo>
                  <a:lnTo>
                    <a:pt x="627664" y="1412064"/>
                  </a:lnTo>
                  <a:lnTo>
                    <a:pt x="619201" y="1418564"/>
                  </a:lnTo>
                  <a:lnTo>
                    <a:pt x="619201" y="1439757"/>
                  </a:lnTo>
                  <a:lnTo>
                    <a:pt x="625568" y="1445975"/>
                  </a:lnTo>
                  <a:lnTo>
                    <a:pt x="644644" y="1445975"/>
                  </a:lnTo>
                  <a:lnTo>
                    <a:pt x="653134" y="1439757"/>
                  </a:lnTo>
                  <a:lnTo>
                    <a:pt x="653134" y="1420541"/>
                  </a:lnTo>
                  <a:lnTo>
                    <a:pt x="646766" y="1412064"/>
                  </a:lnTo>
                  <a:close/>
                </a:path>
                <a:path w="9542780" h="6570345">
                  <a:moveTo>
                    <a:pt x="646766" y="1456712"/>
                  </a:moveTo>
                  <a:lnTo>
                    <a:pt x="627664" y="1456712"/>
                  </a:lnTo>
                  <a:lnTo>
                    <a:pt x="619201" y="1462929"/>
                  </a:lnTo>
                  <a:lnTo>
                    <a:pt x="619201" y="1484123"/>
                  </a:lnTo>
                  <a:lnTo>
                    <a:pt x="625568" y="1490623"/>
                  </a:lnTo>
                  <a:lnTo>
                    <a:pt x="644644" y="1490623"/>
                  </a:lnTo>
                  <a:lnTo>
                    <a:pt x="653134" y="1482144"/>
                  </a:lnTo>
                  <a:lnTo>
                    <a:pt x="653134" y="1465190"/>
                  </a:lnTo>
                  <a:lnTo>
                    <a:pt x="646766" y="1456712"/>
                  </a:lnTo>
                  <a:close/>
                </a:path>
                <a:path w="9542780" h="6570345">
                  <a:moveTo>
                    <a:pt x="646766" y="1501077"/>
                  </a:moveTo>
                  <a:lnTo>
                    <a:pt x="627664" y="1501077"/>
                  </a:lnTo>
                  <a:lnTo>
                    <a:pt x="619201" y="1507577"/>
                  </a:lnTo>
                  <a:lnTo>
                    <a:pt x="619202" y="1528771"/>
                  </a:lnTo>
                  <a:lnTo>
                    <a:pt x="625568" y="1534988"/>
                  </a:lnTo>
                  <a:lnTo>
                    <a:pt x="644644" y="1534988"/>
                  </a:lnTo>
                  <a:lnTo>
                    <a:pt x="653134" y="1526510"/>
                  </a:lnTo>
                  <a:lnTo>
                    <a:pt x="653134" y="1509555"/>
                  </a:lnTo>
                  <a:lnTo>
                    <a:pt x="646766" y="1501077"/>
                  </a:lnTo>
                  <a:close/>
                </a:path>
                <a:path w="9542780" h="6570345">
                  <a:moveTo>
                    <a:pt x="646766" y="1545443"/>
                  </a:moveTo>
                  <a:lnTo>
                    <a:pt x="627664" y="1545443"/>
                  </a:lnTo>
                  <a:lnTo>
                    <a:pt x="619202" y="1551942"/>
                  </a:lnTo>
                  <a:lnTo>
                    <a:pt x="619202" y="1573136"/>
                  </a:lnTo>
                  <a:lnTo>
                    <a:pt x="625568" y="1579352"/>
                  </a:lnTo>
                  <a:lnTo>
                    <a:pt x="644644" y="1579352"/>
                  </a:lnTo>
                  <a:lnTo>
                    <a:pt x="653134" y="1570875"/>
                  </a:lnTo>
                  <a:lnTo>
                    <a:pt x="653134" y="1553921"/>
                  </a:lnTo>
                  <a:lnTo>
                    <a:pt x="646766" y="1545443"/>
                  </a:lnTo>
                  <a:close/>
                </a:path>
                <a:path w="9542780" h="6570345">
                  <a:moveTo>
                    <a:pt x="646766" y="1590092"/>
                  </a:moveTo>
                  <a:lnTo>
                    <a:pt x="627664" y="1590092"/>
                  </a:lnTo>
                  <a:lnTo>
                    <a:pt x="619202" y="1596308"/>
                  </a:lnTo>
                  <a:lnTo>
                    <a:pt x="619202" y="1615523"/>
                  </a:lnTo>
                  <a:lnTo>
                    <a:pt x="625568" y="1624001"/>
                  </a:lnTo>
                  <a:lnTo>
                    <a:pt x="636154" y="1624001"/>
                  </a:lnTo>
                  <a:lnTo>
                    <a:pt x="644644" y="1621740"/>
                  </a:lnTo>
                  <a:lnTo>
                    <a:pt x="653134" y="1615523"/>
                  </a:lnTo>
                  <a:lnTo>
                    <a:pt x="653134" y="1598569"/>
                  </a:lnTo>
                  <a:lnTo>
                    <a:pt x="646766" y="1590092"/>
                  </a:lnTo>
                  <a:close/>
                </a:path>
                <a:path w="9542780" h="6570345">
                  <a:moveTo>
                    <a:pt x="646766" y="1634456"/>
                  </a:moveTo>
                  <a:lnTo>
                    <a:pt x="627664" y="1634456"/>
                  </a:lnTo>
                  <a:lnTo>
                    <a:pt x="619202" y="1640956"/>
                  </a:lnTo>
                  <a:lnTo>
                    <a:pt x="619202" y="1659888"/>
                  </a:lnTo>
                  <a:lnTo>
                    <a:pt x="625568" y="1668367"/>
                  </a:lnTo>
                  <a:lnTo>
                    <a:pt x="636154" y="1668367"/>
                  </a:lnTo>
                  <a:lnTo>
                    <a:pt x="644644" y="1666388"/>
                  </a:lnTo>
                  <a:lnTo>
                    <a:pt x="653134" y="1659888"/>
                  </a:lnTo>
                  <a:lnTo>
                    <a:pt x="653134" y="1642934"/>
                  </a:lnTo>
                  <a:lnTo>
                    <a:pt x="646766" y="1634456"/>
                  </a:lnTo>
                  <a:close/>
                </a:path>
                <a:path w="9542780" h="6570345">
                  <a:moveTo>
                    <a:pt x="646766" y="1676844"/>
                  </a:moveTo>
                  <a:lnTo>
                    <a:pt x="627664" y="1676844"/>
                  </a:lnTo>
                  <a:lnTo>
                    <a:pt x="619202" y="1683061"/>
                  </a:lnTo>
                  <a:lnTo>
                    <a:pt x="619202" y="1704254"/>
                  </a:lnTo>
                  <a:lnTo>
                    <a:pt x="625568" y="1710754"/>
                  </a:lnTo>
                  <a:lnTo>
                    <a:pt x="644644" y="1710754"/>
                  </a:lnTo>
                  <a:lnTo>
                    <a:pt x="653134" y="1704254"/>
                  </a:lnTo>
                  <a:lnTo>
                    <a:pt x="653134" y="1685321"/>
                  </a:lnTo>
                  <a:lnTo>
                    <a:pt x="646766" y="1676844"/>
                  </a:lnTo>
                  <a:close/>
                </a:path>
                <a:path w="9542780" h="6570345">
                  <a:moveTo>
                    <a:pt x="646766" y="1721209"/>
                  </a:moveTo>
                  <a:lnTo>
                    <a:pt x="627664" y="1721209"/>
                  </a:lnTo>
                  <a:lnTo>
                    <a:pt x="619202" y="1727709"/>
                  </a:lnTo>
                  <a:lnTo>
                    <a:pt x="619202" y="1748903"/>
                  </a:lnTo>
                  <a:lnTo>
                    <a:pt x="625568" y="1755119"/>
                  </a:lnTo>
                  <a:lnTo>
                    <a:pt x="644644" y="1755119"/>
                  </a:lnTo>
                  <a:lnTo>
                    <a:pt x="653134" y="1748903"/>
                  </a:lnTo>
                  <a:lnTo>
                    <a:pt x="653134" y="1729686"/>
                  </a:lnTo>
                  <a:lnTo>
                    <a:pt x="646766" y="1721209"/>
                  </a:lnTo>
                  <a:close/>
                </a:path>
                <a:path w="9542780" h="6570345">
                  <a:moveTo>
                    <a:pt x="646766" y="1765857"/>
                  </a:moveTo>
                  <a:lnTo>
                    <a:pt x="627664" y="1765857"/>
                  </a:lnTo>
                  <a:lnTo>
                    <a:pt x="619202" y="1772074"/>
                  </a:lnTo>
                  <a:lnTo>
                    <a:pt x="619202" y="1793267"/>
                  </a:lnTo>
                  <a:lnTo>
                    <a:pt x="625568" y="1799767"/>
                  </a:lnTo>
                  <a:lnTo>
                    <a:pt x="644644" y="1799767"/>
                  </a:lnTo>
                  <a:lnTo>
                    <a:pt x="653134" y="1791290"/>
                  </a:lnTo>
                  <a:lnTo>
                    <a:pt x="653134" y="1774334"/>
                  </a:lnTo>
                  <a:lnTo>
                    <a:pt x="646766" y="1765857"/>
                  </a:lnTo>
                  <a:close/>
                </a:path>
                <a:path w="9542780" h="6570345">
                  <a:moveTo>
                    <a:pt x="646766" y="1810223"/>
                  </a:moveTo>
                  <a:lnTo>
                    <a:pt x="627664" y="1810223"/>
                  </a:lnTo>
                  <a:lnTo>
                    <a:pt x="619202" y="1816722"/>
                  </a:lnTo>
                  <a:lnTo>
                    <a:pt x="619202" y="1837634"/>
                  </a:lnTo>
                  <a:lnTo>
                    <a:pt x="625568" y="1844132"/>
                  </a:lnTo>
                  <a:lnTo>
                    <a:pt x="644644" y="1844132"/>
                  </a:lnTo>
                  <a:lnTo>
                    <a:pt x="653134" y="1835655"/>
                  </a:lnTo>
                  <a:lnTo>
                    <a:pt x="653134" y="1818700"/>
                  </a:lnTo>
                  <a:lnTo>
                    <a:pt x="646766" y="1810223"/>
                  </a:lnTo>
                  <a:close/>
                </a:path>
                <a:path w="9542780" h="6570345">
                  <a:moveTo>
                    <a:pt x="646766" y="1854588"/>
                  </a:moveTo>
                  <a:lnTo>
                    <a:pt x="627664" y="1854588"/>
                  </a:lnTo>
                  <a:lnTo>
                    <a:pt x="619202" y="1861088"/>
                  </a:lnTo>
                  <a:lnTo>
                    <a:pt x="619202" y="1880021"/>
                  </a:lnTo>
                  <a:lnTo>
                    <a:pt x="625568" y="1888498"/>
                  </a:lnTo>
                  <a:lnTo>
                    <a:pt x="644644" y="1888498"/>
                  </a:lnTo>
                  <a:lnTo>
                    <a:pt x="653134" y="1880021"/>
                  </a:lnTo>
                  <a:lnTo>
                    <a:pt x="653134" y="1863065"/>
                  </a:lnTo>
                  <a:lnTo>
                    <a:pt x="646766" y="1854588"/>
                  </a:lnTo>
                  <a:close/>
                </a:path>
                <a:path w="9542780" h="6570345">
                  <a:moveTo>
                    <a:pt x="646766" y="1899236"/>
                  </a:moveTo>
                  <a:lnTo>
                    <a:pt x="627664" y="1899236"/>
                  </a:lnTo>
                  <a:lnTo>
                    <a:pt x="619202" y="1905453"/>
                  </a:lnTo>
                  <a:lnTo>
                    <a:pt x="619202" y="1924668"/>
                  </a:lnTo>
                  <a:lnTo>
                    <a:pt x="625568" y="1933147"/>
                  </a:lnTo>
                  <a:lnTo>
                    <a:pt x="636154" y="1933147"/>
                  </a:lnTo>
                  <a:lnTo>
                    <a:pt x="644644" y="1930886"/>
                  </a:lnTo>
                  <a:lnTo>
                    <a:pt x="653134" y="1924668"/>
                  </a:lnTo>
                  <a:lnTo>
                    <a:pt x="653134" y="1907713"/>
                  </a:lnTo>
                  <a:lnTo>
                    <a:pt x="646766" y="1899236"/>
                  </a:lnTo>
                  <a:close/>
                </a:path>
                <a:path w="9542780" h="6570345">
                  <a:moveTo>
                    <a:pt x="646766" y="1943601"/>
                  </a:moveTo>
                  <a:lnTo>
                    <a:pt x="627664" y="1943601"/>
                  </a:lnTo>
                  <a:lnTo>
                    <a:pt x="619202" y="1950101"/>
                  </a:lnTo>
                  <a:lnTo>
                    <a:pt x="619202" y="1971295"/>
                  </a:lnTo>
                  <a:lnTo>
                    <a:pt x="625568" y="1977511"/>
                  </a:lnTo>
                  <a:lnTo>
                    <a:pt x="636154" y="1977511"/>
                  </a:lnTo>
                  <a:lnTo>
                    <a:pt x="644644" y="1975251"/>
                  </a:lnTo>
                  <a:lnTo>
                    <a:pt x="653134" y="1969034"/>
                  </a:lnTo>
                  <a:lnTo>
                    <a:pt x="653134" y="1952078"/>
                  </a:lnTo>
                  <a:lnTo>
                    <a:pt x="646766" y="1943601"/>
                  </a:lnTo>
                  <a:close/>
                </a:path>
                <a:path w="9542780" h="6570345">
                  <a:moveTo>
                    <a:pt x="646766" y="1985989"/>
                  </a:moveTo>
                  <a:lnTo>
                    <a:pt x="627664" y="1985989"/>
                  </a:lnTo>
                  <a:lnTo>
                    <a:pt x="619202" y="1992205"/>
                  </a:lnTo>
                  <a:lnTo>
                    <a:pt x="619202" y="2013399"/>
                  </a:lnTo>
                  <a:lnTo>
                    <a:pt x="625568" y="2019899"/>
                  </a:lnTo>
                  <a:lnTo>
                    <a:pt x="644644" y="2019899"/>
                  </a:lnTo>
                  <a:lnTo>
                    <a:pt x="653134" y="2013399"/>
                  </a:lnTo>
                  <a:lnTo>
                    <a:pt x="653134" y="1994466"/>
                  </a:lnTo>
                  <a:lnTo>
                    <a:pt x="646766" y="1985989"/>
                  </a:lnTo>
                  <a:close/>
                </a:path>
                <a:path w="9542780" h="6570345">
                  <a:moveTo>
                    <a:pt x="646766" y="2030355"/>
                  </a:moveTo>
                  <a:lnTo>
                    <a:pt x="627664" y="2030355"/>
                  </a:lnTo>
                  <a:lnTo>
                    <a:pt x="619202" y="2036853"/>
                  </a:lnTo>
                  <a:lnTo>
                    <a:pt x="619202" y="2058047"/>
                  </a:lnTo>
                  <a:lnTo>
                    <a:pt x="625568" y="2064264"/>
                  </a:lnTo>
                  <a:lnTo>
                    <a:pt x="644644" y="2064264"/>
                  </a:lnTo>
                  <a:lnTo>
                    <a:pt x="653134" y="2058047"/>
                  </a:lnTo>
                  <a:lnTo>
                    <a:pt x="653134" y="2038832"/>
                  </a:lnTo>
                  <a:lnTo>
                    <a:pt x="646766" y="2030355"/>
                  </a:lnTo>
                  <a:close/>
                </a:path>
                <a:path w="9542780" h="6570345">
                  <a:moveTo>
                    <a:pt x="646766" y="2075003"/>
                  </a:moveTo>
                  <a:lnTo>
                    <a:pt x="627664" y="2075003"/>
                  </a:lnTo>
                  <a:lnTo>
                    <a:pt x="619202" y="2081220"/>
                  </a:lnTo>
                  <a:lnTo>
                    <a:pt x="619202" y="2102413"/>
                  </a:lnTo>
                  <a:lnTo>
                    <a:pt x="625568" y="2108912"/>
                  </a:lnTo>
                  <a:lnTo>
                    <a:pt x="644644" y="2108912"/>
                  </a:lnTo>
                  <a:lnTo>
                    <a:pt x="653134" y="2100435"/>
                  </a:lnTo>
                  <a:lnTo>
                    <a:pt x="653134" y="2083480"/>
                  </a:lnTo>
                  <a:lnTo>
                    <a:pt x="646766" y="2075003"/>
                  </a:lnTo>
                  <a:close/>
                </a:path>
                <a:path w="9542780" h="6570345">
                  <a:moveTo>
                    <a:pt x="646767" y="3885225"/>
                  </a:moveTo>
                  <a:lnTo>
                    <a:pt x="627664" y="3885225"/>
                  </a:lnTo>
                  <a:lnTo>
                    <a:pt x="619202" y="3891555"/>
                  </a:lnTo>
                  <a:lnTo>
                    <a:pt x="619202" y="3910629"/>
                  </a:lnTo>
                  <a:lnTo>
                    <a:pt x="625570" y="3919079"/>
                  </a:lnTo>
                  <a:lnTo>
                    <a:pt x="644644" y="3919079"/>
                  </a:lnTo>
                  <a:lnTo>
                    <a:pt x="653134" y="3912749"/>
                  </a:lnTo>
                  <a:lnTo>
                    <a:pt x="653134" y="3893675"/>
                  </a:lnTo>
                  <a:lnTo>
                    <a:pt x="646767" y="3885225"/>
                  </a:lnTo>
                  <a:close/>
                </a:path>
                <a:path w="9542780" h="6570345">
                  <a:moveTo>
                    <a:pt x="646767" y="3929675"/>
                  </a:moveTo>
                  <a:lnTo>
                    <a:pt x="627664" y="3929675"/>
                  </a:lnTo>
                  <a:lnTo>
                    <a:pt x="619202" y="3936033"/>
                  </a:lnTo>
                  <a:lnTo>
                    <a:pt x="619202" y="3955079"/>
                  </a:lnTo>
                  <a:lnTo>
                    <a:pt x="625570" y="3963556"/>
                  </a:lnTo>
                  <a:lnTo>
                    <a:pt x="644644" y="3963556"/>
                  </a:lnTo>
                  <a:lnTo>
                    <a:pt x="653134" y="3955079"/>
                  </a:lnTo>
                  <a:lnTo>
                    <a:pt x="653134" y="3938153"/>
                  </a:lnTo>
                  <a:lnTo>
                    <a:pt x="646767" y="3929675"/>
                  </a:lnTo>
                  <a:close/>
                </a:path>
                <a:path w="9542780" h="6570345">
                  <a:moveTo>
                    <a:pt x="646767" y="3974125"/>
                  </a:moveTo>
                  <a:lnTo>
                    <a:pt x="627664" y="3974125"/>
                  </a:lnTo>
                  <a:lnTo>
                    <a:pt x="619202" y="3980483"/>
                  </a:lnTo>
                  <a:lnTo>
                    <a:pt x="619202" y="3999558"/>
                  </a:lnTo>
                  <a:lnTo>
                    <a:pt x="625570" y="4008006"/>
                  </a:lnTo>
                  <a:lnTo>
                    <a:pt x="644644" y="4008006"/>
                  </a:lnTo>
                  <a:lnTo>
                    <a:pt x="653134" y="3999558"/>
                  </a:lnTo>
                  <a:lnTo>
                    <a:pt x="653134" y="3982603"/>
                  </a:lnTo>
                  <a:lnTo>
                    <a:pt x="646767" y="3974125"/>
                  </a:lnTo>
                  <a:close/>
                </a:path>
                <a:path w="9542780" h="6570345">
                  <a:moveTo>
                    <a:pt x="646767" y="4018603"/>
                  </a:moveTo>
                  <a:lnTo>
                    <a:pt x="627664" y="4018603"/>
                  </a:lnTo>
                  <a:lnTo>
                    <a:pt x="619202" y="4024962"/>
                  </a:lnTo>
                  <a:lnTo>
                    <a:pt x="619202" y="4044008"/>
                  </a:lnTo>
                  <a:lnTo>
                    <a:pt x="625570" y="4052486"/>
                  </a:lnTo>
                  <a:lnTo>
                    <a:pt x="644644" y="4052486"/>
                  </a:lnTo>
                  <a:lnTo>
                    <a:pt x="653134" y="4044008"/>
                  </a:lnTo>
                  <a:lnTo>
                    <a:pt x="653134" y="4027082"/>
                  </a:lnTo>
                  <a:lnTo>
                    <a:pt x="646767" y="4018603"/>
                  </a:lnTo>
                  <a:close/>
                </a:path>
                <a:path w="9542780" h="6570345">
                  <a:moveTo>
                    <a:pt x="646767" y="4063055"/>
                  </a:moveTo>
                  <a:lnTo>
                    <a:pt x="627664" y="4063055"/>
                  </a:lnTo>
                  <a:lnTo>
                    <a:pt x="619202" y="4069412"/>
                  </a:lnTo>
                  <a:lnTo>
                    <a:pt x="619202" y="4088486"/>
                  </a:lnTo>
                  <a:lnTo>
                    <a:pt x="625570" y="4096936"/>
                  </a:lnTo>
                  <a:lnTo>
                    <a:pt x="636154" y="4096936"/>
                  </a:lnTo>
                  <a:lnTo>
                    <a:pt x="644644" y="4094816"/>
                  </a:lnTo>
                  <a:lnTo>
                    <a:pt x="653134" y="4088486"/>
                  </a:lnTo>
                  <a:lnTo>
                    <a:pt x="653134" y="4071532"/>
                  </a:lnTo>
                  <a:lnTo>
                    <a:pt x="646767" y="4063055"/>
                  </a:lnTo>
                  <a:close/>
                </a:path>
                <a:path w="9542780" h="6570345">
                  <a:moveTo>
                    <a:pt x="602221" y="264497"/>
                  </a:moveTo>
                  <a:lnTo>
                    <a:pt x="583145" y="264497"/>
                  </a:lnTo>
                  <a:lnTo>
                    <a:pt x="574655" y="270996"/>
                  </a:lnTo>
                  <a:lnTo>
                    <a:pt x="574655" y="292190"/>
                  </a:lnTo>
                  <a:lnTo>
                    <a:pt x="581023" y="298408"/>
                  </a:lnTo>
                  <a:lnTo>
                    <a:pt x="600099" y="298408"/>
                  </a:lnTo>
                  <a:lnTo>
                    <a:pt x="608589" y="289929"/>
                  </a:lnTo>
                  <a:lnTo>
                    <a:pt x="608589" y="272975"/>
                  </a:lnTo>
                  <a:lnTo>
                    <a:pt x="602221" y="264497"/>
                  </a:lnTo>
                  <a:close/>
                </a:path>
                <a:path w="9542780" h="6570345">
                  <a:moveTo>
                    <a:pt x="602221" y="309145"/>
                  </a:moveTo>
                  <a:lnTo>
                    <a:pt x="583145" y="309145"/>
                  </a:lnTo>
                  <a:lnTo>
                    <a:pt x="574655" y="315362"/>
                  </a:lnTo>
                  <a:lnTo>
                    <a:pt x="574655" y="334577"/>
                  </a:lnTo>
                  <a:lnTo>
                    <a:pt x="581023" y="343054"/>
                  </a:lnTo>
                  <a:lnTo>
                    <a:pt x="600099" y="343054"/>
                  </a:lnTo>
                  <a:lnTo>
                    <a:pt x="608589" y="334577"/>
                  </a:lnTo>
                  <a:lnTo>
                    <a:pt x="608589" y="317623"/>
                  </a:lnTo>
                  <a:lnTo>
                    <a:pt x="602221" y="309145"/>
                  </a:lnTo>
                  <a:close/>
                </a:path>
                <a:path w="9542780" h="6570345">
                  <a:moveTo>
                    <a:pt x="602221" y="353510"/>
                  </a:moveTo>
                  <a:lnTo>
                    <a:pt x="583145" y="353510"/>
                  </a:lnTo>
                  <a:lnTo>
                    <a:pt x="574655" y="360010"/>
                  </a:lnTo>
                  <a:lnTo>
                    <a:pt x="574655" y="378943"/>
                  </a:lnTo>
                  <a:lnTo>
                    <a:pt x="581023" y="387421"/>
                  </a:lnTo>
                  <a:lnTo>
                    <a:pt x="591637" y="387421"/>
                  </a:lnTo>
                  <a:lnTo>
                    <a:pt x="600099" y="385160"/>
                  </a:lnTo>
                  <a:lnTo>
                    <a:pt x="608589" y="378943"/>
                  </a:lnTo>
                  <a:lnTo>
                    <a:pt x="608589" y="361988"/>
                  </a:lnTo>
                  <a:lnTo>
                    <a:pt x="602221" y="353510"/>
                  </a:lnTo>
                  <a:close/>
                </a:path>
                <a:path w="9542780" h="6570345">
                  <a:moveTo>
                    <a:pt x="602221" y="397877"/>
                  </a:moveTo>
                  <a:lnTo>
                    <a:pt x="583145" y="397877"/>
                  </a:lnTo>
                  <a:lnTo>
                    <a:pt x="574655" y="404375"/>
                  </a:lnTo>
                  <a:lnTo>
                    <a:pt x="574655" y="425569"/>
                  </a:lnTo>
                  <a:lnTo>
                    <a:pt x="581023" y="431786"/>
                  </a:lnTo>
                  <a:lnTo>
                    <a:pt x="591637" y="431786"/>
                  </a:lnTo>
                  <a:lnTo>
                    <a:pt x="600099" y="429808"/>
                  </a:lnTo>
                  <a:lnTo>
                    <a:pt x="608589" y="423308"/>
                  </a:lnTo>
                  <a:lnTo>
                    <a:pt x="608589" y="406354"/>
                  </a:lnTo>
                  <a:lnTo>
                    <a:pt x="602221" y="397877"/>
                  </a:lnTo>
                  <a:close/>
                </a:path>
                <a:path w="9542780" h="6570345">
                  <a:moveTo>
                    <a:pt x="602221" y="440263"/>
                  </a:moveTo>
                  <a:lnTo>
                    <a:pt x="583145" y="440263"/>
                  </a:lnTo>
                  <a:lnTo>
                    <a:pt x="574655" y="446763"/>
                  </a:lnTo>
                  <a:lnTo>
                    <a:pt x="574655" y="465696"/>
                  </a:lnTo>
                  <a:lnTo>
                    <a:pt x="581023" y="474173"/>
                  </a:lnTo>
                  <a:lnTo>
                    <a:pt x="600099" y="474173"/>
                  </a:lnTo>
                  <a:lnTo>
                    <a:pt x="608589" y="467956"/>
                  </a:lnTo>
                  <a:lnTo>
                    <a:pt x="608589" y="448741"/>
                  </a:lnTo>
                  <a:lnTo>
                    <a:pt x="602221" y="440263"/>
                  </a:lnTo>
                  <a:close/>
                </a:path>
                <a:path w="9542780" h="6570345">
                  <a:moveTo>
                    <a:pt x="602221" y="484911"/>
                  </a:moveTo>
                  <a:lnTo>
                    <a:pt x="583145" y="484911"/>
                  </a:lnTo>
                  <a:lnTo>
                    <a:pt x="574655" y="491128"/>
                  </a:lnTo>
                  <a:lnTo>
                    <a:pt x="574655" y="510344"/>
                  </a:lnTo>
                  <a:lnTo>
                    <a:pt x="581023" y="518539"/>
                  </a:lnTo>
                  <a:lnTo>
                    <a:pt x="600099" y="518539"/>
                  </a:lnTo>
                  <a:lnTo>
                    <a:pt x="608589" y="512321"/>
                  </a:lnTo>
                  <a:lnTo>
                    <a:pt x="608589" y="493389"/>
                  </a:lnTo>
                  <a:lnTo>
                    <a:pt x="602221" y="484911"/>
                  </a:lnTo>
                  <a:close/>
                </a:path>
                <a:path w="9542780" h="6570345">
                  <a:moveTo>
                    <a:pt x="602221" y="529277"/>
                  </a:moveTo>
                  <a:lnTo>
                    <a:pt x="583145" y="529277"/>
                  </a:lnTo>
                  <a:lnTo>
                    <a:pt x="574655" y="535494"/>
                  </a:lnTo>
                  <a:lnTo>
                    <a:pt x="574655" y="556687"/>
                  </a:lnTo>
                  <a:lnTo>
                    <a:pt x="581023" y="563186"/>
                  </a:lnTo>
                  <a:lnTo>
                    <a:pt x="600099" y="563186"/>
                  </a:lnTo>
                  <a:lnTo>
                    <a:pt x="608589" y="554709"/>
                  </a:lnTo>
                  <a:lnTo>
                    <a:pt x="608589" y="537754"/>
                  </a:lnTo>
                  <a:lnTo>
                    <a:pt x="602221" y="529277"/>
                  </a:lnTo>
                  <a:close/>
                </a:path>
                <a:path w="9542780" h="6570345">
                  <a:moveTo>
                    <a:pt x="602221" y="573642"/>
                  </a:moveTo>
                  <a:lnTo>
                    <a:pt x="583145" y="573642"/>
                  </a:lnTo>
                  <a:lnTo>
                    <a:pt x="574655" y="580142"/>
                  </a:lnTo>
                  <a:lnTo>
                    <a:pt x="574655" y="599075"/>
                  </a:lnTo>
                  <a:lnTo>
                    <a:pt x="581023" y="607552"/>
                  </a:lnTo>
                  <a:lnTo>
                    <a:pt x="600099" y="607552"/>
                  </a:lnTo>
                  <a:lnTo>
                    <a:pt x="608589" y="599075"/>
                  </a:lnTo>
                  <a:lnTo>
                    <a:pt x="608589" y="582119"/>
                  </a:lnTo>
                  <a:lnTo>
                    <a:pt x="602221" y="573642"/>
                  </a:lnTo>
                  <a:close/>
                </a:path>
                <a:path w="9542780" h="6570345">
                  <a:moveTo>
                    <a:pt x="602221" y="618290"/>
                  </a:moveTo>
                  <a:lnTo>
                    <a:pt x="583145" y="618290"/>
                  </a:lnTo>
                  <a:lnTo>
                    <a:pt x="574655" y="624507"/>
                  </a:lnTo>
                  <a:lnTo>
                    <a:pt x="574655" y="643723"/>
                  </a:lnTo>
                  <a:lnTo>
                    <a:pt x="581023" y="652200"/>
                  </a:lnTo>
                  <a:lnTo>
                    <a:pt x="600099" y="652200"/>
                  </a:lnTo>
                  <a:lnTo>
                    <a:pt x="608589" y="643723"/>
                  </a:lnTo>
                  <a:lnTo>
                    <a:pt x="608589" y="626767"/>
                  </a:lnTo>
                  <a:lnTo>
                    <a:pt x="602221" y="618290"/>
                  </a:lnTo>
                  <a:close/>
                </a:path>
                <a:path w="9542780" h="6570345">
                  <a:moveTo>
                    <a:pt x="602221" y="662655"/>
                  </a:moveTo>
                  <a:lnTo>
                    <a:pt x="583145" y="662655"/>
                  </a:lnTo>
                  <a:lnTo>
                    <a:pt x="574655" y="668873"/>
                  </a:lnTo>
                  <a:lnTo>
                    <a:pt x="574655" y="688088"/>
                  </a:lnTo>
                  <a:lnTo>
                    <a:pt x="581023" y="696565"/>
                  </a:lnTo>
                  <a:lnTo>
                    <a:pt x="591637" y="696565"/>
                  </a:lnTo>
                  <a:lnTo>
                    <a:pt x="600099" y="694305"/>
                  </a:lnTo>
                  <a:lnTo>
                    <a:pt x="608589" y="688088"/>
                  </a:lnTo>
                  <a:lnTo>
                    <a:pt x="608589" y="671134"/>
                  </a:lnTo>
                  <a:lnTo>
                    <a:pt x="602221" y="662655"/>
                  </a:lnTo>
                  <a:close/>
                </a:path>
                <a:path w="9542780" h="6570345">
                  <a:moveTo>
                    <a:pt x="602221" y="707021"/>
                  </a:moveTo>
                  <a:lnTo>
                    <a:pt x="583145" y="707021"/>
                  </a:lnTo>
                  <a:lnTo>
                    <a:pt x="574655" y="713521"/>
                  </a:lnTo>
                  <a:lnTo>
                    <a:pt x="574655" y="732453"/>
                  </a:lnTo>
                  <a:lnTo>
                    <a:pt x="581023" y="740931"/>
                  </a:lnTo>
                  <a:lnTo>
                    <a:pt x="591637" y="740931"/>
                  </a:lnTo>
                  <a:lnTo>
                    <a:pt x="600099" y="738953"/>
                  </a:lnTo>
                  <a:lnTo>
                    <a:pt x="608589" y="732453"/>
                  </a:lnTo>
                  <a:lnTo>
                    <a:pt x="608589" y="715498"/>
                  </a:lnTo>
                  <a:lnTo>
                    <a:pt x="602221" y="707021"/>
                  </a:lnTo>
                  <a:close/>
                </a:path>
                <a:path w="9542780" h="6570345">
                  <a:moveTo>
                    <a:pt x="602221" y="749409"/>
                  </a:moveTo>
                  <a:lnTo>
                    <a:pt x="583145" y="749409"/>
                  </a:lnTo>
                  <a:lnTo>
                    <a:pt x="574655" y="755907"/>
                  </a:lnTo>
                  <a:lnTo>
                    <a:pt x="574655" y="774840"/>
                  </a:lnTo>
                  <a:lnTo>
                    <a:pt x="581023" y="783318"/>
                  </a:lnTo>
                  <a:lnTo>
                    <a:pt x="600099" y="783318"/>
                  </a:lnTo>
                  <a:lnTo>
                    <a:pt x="608589" y="777101"/>
                  </a:lnTo>
                  <a:lnTo>
                    <a:pt x="608589" y="757886"/>
                  </a:lnTo>
                  <a:lnTo>
                    <a:pt x="602221" y="749409"/>
                  </a:lnTo>
                  <a:close/>
                </a:path>
                <a:path w="9542780" h="6570345">
                  <a:moveTo>
                    <a:pt x="602221" y="794057"/>
                  </a:moveTo>
                  <a:lnTo>
                    <a:pt x="583145" y="794057"/>
                  </a:lnTo>
                  <a:lnTo>
                    <a:pt x="574655" y="800273"/>
                  </a:lnTo>
                  <a:lnTo>
                    <a:pt x="574655" y="821467"/>
                  </a:lnTo>
                  <a:lnTo>
                    <a:pt x="581023" y="827684"/>
                  </a:lnTo>
                  <a:lnTo>
                    <a:pt x="600099" y="827684"/>
                  </a:lnTo>
                  <a:lnTo>
                    <a:pt x="608589" y="821467"/>
                  </a:lnTo>
                  <a:lnTo>
                    <a:pt x="608589" y="802534"/>
                  </a:lnTo>
                  <a:lnTo>
                    <a:pt x="602221" y="794057"/>
                  </a:lnTo>
                  <a:close/>
                </a:path>
                <a:path w="9542780" h="6570345">
                  <a:moveTo>
                    <a:pt x="602221" y="838422"/>
                  </a:moveTo>
                  <a:lnTo>
                    <a:pt x="583145" y="838422"/>
                  </a:lnTo>
                  <a:lnTo>
                    <a:pt x="574655" y="844638"/>
                  </a:lnTo>
                  <a:lnTo>
                    <a:pt x="574655" y="863855"/>
                  </a:lnTo>
                  <a:lnTo>
                    <a:pt x="581023" y="872332"/>
                  </a:lnTo>
                  <a:lnTo>
                    <a:pt x="600099" y="872332"/>
                  </a:lnTo>
                  <a:lnTo>
                    <a:pt x="608589" y="863855"/>
                  </a:lnTo>
                  <a:lnTo>
                    <a:pt x="608589" y="846899"/>
                  </a:lnTo>
                  <a:lnTo>
                    <a:pt x="602221" y="838422"/>
                  </a:lnTo>
                  <a:close/>
                </a:path>
                <a:path w="9542780" h="6570345">
                  <a:moveTo>
                    <a:pt x="602221" y="882788"/>
                  </a:moveTo>
                  <a:lnTo>
                    <a:pt x="583145" y="882788"/>
                  </a:lnTo>
                  <a:lnTo>
                    <a:pt x="574655" y="889287"/>
                  </a:lnTo>
                  <a:lnTo>
                    <a:pt x="574655" y="908220"/>
                  </a:lnTo>
                  <a:lnTo>
                    <a:pt x="581023" y="916697"/>
                  </a:lnTo>
                  <a:lnTo>
                    <a:pt x="600099" y="916697"/>
                  </a:lnTo>
                  <a:lnTo>
                    <a:pt x="608589" y="908220"/>
                  </a:lnTo>
                  <a:lnTo>
                    <a:pt x="608589" y="891265"/>
                  </a:lnTo>
                  <a:lnTo>
                    <a:pt x="602221" y="882788"/>
                  </a:lnTo>
                  <a:close/>
                </a:path>
                <a:path w="9542780" h="6570345">
                  <a:moveTo>
                    <a:pt x="602221" y="927435"/>
                  </a:moveTo>
                  <a:lnTo>
                    <a:pt x="583145" y="927435"/>
                  </a:lnTo>
                  <a:lnTo>
                    <a:pt x="574655" y="933653"/>
                  </a:lnTo>
                  <a:lnTo>
                    <a:pt x="574655" y="954845"/>
                  </a:lnTo>
                  <a:lnTo>
                    <a:pt x="581023" y="961063"/>
                  </a:lnTo>
                  <a:lnTo>
                    <a:pt x="600099" y="961063"/>
                  </a:lnTo>
                  <a:lnTo>
                    <a:pt x="608589" y="952585"/>
                  </a:lnTo>
                  <a:lnTo>
                    <a:pt x="608589" y="935913"/>
                  </a:lnTo>
                  <a:lnTo>
                    <a:pt x="602221" y="927435"/>
                  </a:lnTo>
                  <a:close/>
                </a:path>
                <a:path w="9542780" h="6570345">
                  <a:moveTo>
                    <a:pt x="602221" y="971801"/>
                  </a:moveTo>
                  <a:lnTo>
                    <a:pt x="583145" y="971801"/>
                  </a:lnTo>
                  <a:lnTo>
                    <a:pt x="574655" y="978018"/>
                  </a:lnTo>
                  <a:lnTo>
                    <a:pt x="574655" y="997233"/>
                  </a:lnTo>
                  <a:lnTo>
                    <a:pt x="581023" y="1005711"/>
                  </a:lnTo>
                  <a:lnTo>
                    <a:pt x="591637" y="1005711"/>
                  </a:lnTo>
                  <a:lnTo>
                    <a:pt x="600099" y="1003449"/>
                  </a:lnTo>
                  <a:lnTo>
                    <a:pt x="608589" y="997233"/>
                  </a:lnTo>
                  <a:lnTo>
                    <a:pt x="608589" y="980278"/>
                  </a:lnTo>
                  <a:lnTo>
                    <a:pt x="602221" y="971801"/>
                  </a:lnTo>
                  <a:close/>
                </a:path>
                <a:path w="9542780" h="6570345">
                  <a:moveTo>
                    <a:pt x="602221" y="1016166"/>
                  </a:moveTo>
                  <a:lnTo>
                    <a:pt x="583145" y="1016166"/>
                  </a:lnTo>
                  <a:lnTo>
                    <a:pt x="574655" y="1022666"/>
                  </a:lnTo>
                  <a:lnTo>
                    <a:pt x="574655" y="1041599"/>
                  </a:lnTo>
                  <a:lnTo>
                    <a:pt x="581023" y="1050076"/>
                  </a:lnTo>
                  <a:lnTo>
                    <a:pt x="591637" y="1050076"/>
                  </a:lnTo>
                  <a:lnTo>
                    <a:pt x="600099" y="1048097"/>
                  </a:lnTo>
                  <a:lnTo>
                    <a:pt x="608589" y="1041599"/>
                  </a:lnTo>
                  <a:lnTo>
                    <a:pt x="608589" y="1024643"/>
                  </a:lnTo>
                  <a:lnTo>
                    <a:pt x="602221" y="1016166"/>
                  </a:lnTo>
                  <a:close/>
                </a:path>
                <a:path w="9542780" h="6570345">
                  <a:moveTo>
                    <a:pt x="602221" y="1058553"/>
                  </a:moveTo>
                  <a:lnTo>
                    <a:pt x="583145" y="1058553"/>
                  </a:lnTo>
                  <a:lnTo>
                    <a:pt x="574655" y="1065053"/>
                  </a:lnTo>
                  <a:lnTo>
                    <a:pt x="574655" y="1086247"/>
                  </a:lnTo>
                  <a:lnTo>
                    <a:pt x="581023" y="1092464"/>
                  </a:lnTo>
                  <a:lnTo>
                    <a:pt x="600099" y="1092464"/>
                  </a:lnTo>
                  <a:lnTo>
                    <a:pt x="608589" y="1086247"/>
                  </a:lnTo>
                  <a:lnTo>
                    <a:pt x="608589" y="1067031"/>
                  </a:lnTo>
                  <a:lnTo>
                    <a:pt x="602221" y="1058553"/>
                  </a:lnTo>
                  <a:close/>
                </a:path>
                <a:path w="9542780" h="6570345">
                  <a:moveTo>
                    <a:pt x="602221" y="1102920"/>
                  </a:moveTo>
                  <a:lnTo>
                    <a:pt x="583145" y="1102920"/>
                  </a:lnTo>
                  <a:lnTo>
                    <a:pt x="574655" y="1109418"/>
                  </a:lnTo>
                  <a:lnTo>
                    <a:pt x="574655" y="1128351"/>
                  </a:lnTo>
                  <a:lnTo>
                    <a:pt x="581023" y="1136829"/>
                  </a:lnTo>
                  <a:lnTo>
                    <a:pt x="600099" y="1136829"/>
                  </a:lnTo>
                  <a:lnTo>
                    <a:pt x="608589" y="1130612"/>
                  </a:lnTo>
                  <a:lnTo>
                    <a:pt x="608589" y="1111397"/>
                  </a:lnTo>
                  <a:lnTo>
                    <a:pt x="602221" y="1102920"/>
                  </a:lnTo>
                  <a:close/>
                </a:path>
                <a:path w="9542780" h="6570345">
                  <a:moveTo>
                    <a:pt x="602221" y="1147566"/>
                  </a:moveTo>
                  <a:lnTo>
                    <a:pt x="583145" y="1147566"/>
                  </a:lnTo>
                  <a:lnTo>
                    <a:pt x="574655" y="1153784"/>
                  </a:lnTo>
                  <a:lnTo>
                    <a:pt x="574655" y="1172999"/>
                  </a:lnTo>
                  <a:lnTo>
                    <a:pt x="581023" y="1181477"/>
                  </a:lnTo>
                  <a:lnTo>
                    <a:pt x="600099" y="1181477"/>
                  </a:lnTo>
                  <a:lnTo>
                    <a:pt x="608589" y="1172999"/>
                  </a:lnTo>
                  <a:lnTo>
                    <a:pt x="608589" y="1156045"/>
                  </a:lnTo>
                  <a:lnTo>
                    <a:pt x="602221" y="1147566"/>
                  </a:lnTo>
                  <a:close/>
                </a:path>
                <a:path w="9542780" h="6570345">
                  <a:moveTo>
                    <a:pt x="602221" y="1191933"/>
                  </a:moveTo>
                  <a:lnTo>
                    <a:pt x="583145" y="1191933"/>
                  </a:lnTo>
                  <a:lnTo>
                    <a:pt x="574655" y="1198431"/>
                  </a:lnTo>
                  <a:lnTo>
                    <a:pt x="574655" y="1217364"/>
                  </a:lnTo>
                  <a:lnTo>
                    <a:pt x="581023" y="1225843"/>
                  </a:lnTo>
                  <a:lnTo>
                    <a:pt x="600099" y="1225843"/>
                  </a:lnTo>
                  <a:lnTo>
                    <a:pt x="608589" y="1217364"/>
                  </a:lnTo>
                  <a:lnTo>
                    <a:pt x="608589" y="1200410"/>
                  </a:lnTo>
                  <a:lnTo>
                    <a:pt x="602221" y="1191933"/>
                  </a:lnTo>
                  <a:close/>
                </a:path>
                <a:path w="9542780" h="6570345">
                  <a:moveTo>
                    <a:pt x="602221" y="1236581"/>
                  </a:moveTo>
                  <a:lnTo>
                    <a:pt x="583145" y="1236581"/>
                  </a:lnTo>
                  <a:lnTo>
                    <a:pt x="574655" y="1242797"/>
                  </a:lnTo>
                  <a:lnTo>
                    <a:pt x="574655" y="1261731"/>
                  </a:lnTo>
                  <a:lnTo>
                    <a:pt x="581023" y="1270208"/>
                  </a:lnTo>
                  <a:lnTo>
                    <a:pt x="600099" y="1270208"/>
                  </a:lnTo>
                  <a:lnTo>
                    <a:pt x="608589" y="1261731"/>
                  </a:lnTo>
                  <a:lnTo>
                    <a:pt x="608589" y="1244775"/>
                  </a:lnTo>
                  <a:lnTo>
                    <a:pt x="602221" y="1236581"/>
                  </a:lnTo>
                  <a:close/>
                </a:path>
                <a:path w="9542780" h="6570345">
                  <a:moveTo>
                    <a:pt x="602221" y="1280946"/>
                  </a:moveTo>
                  <a:lnTo>
                    <a:pt x="583145" y="1280946"/>
                  </a:lnTo>
                  <a:lnTo>
                    <a:pt x="574655" y="1287162"/>
                  </a:lnTo>
                  <a:lnTo>
                    <a:pt x="574655" y="1306379"/>
                  </a:lnTo>
                  <a:lnTo>
                    <a:pt x="581023" y="1314856"/>
                  </a:lnTo>
                  <a:lnTo>
                    <a:pt x="591637" y="1314856"/>
                  </a:lnTo>
                  <a:lnTo>
                    <a:pt x="600099" y="1312595"/>
                  </a:lnTo>
                  <a:lnTo>
                    <a:pt x="608589" y="1306379"/>
                  </a:lnTo>
                  <a:lnTo>
                    <a:pt x="608589" y="1289423"/>
                  </a:lnTo>
                  <a:lnTo>
                    <a:pt x="602221" y="1280946"/>
                  </a:lnTo>
                  <a:close/>
                </a:path>
                <a:path w="9542780" h="6570345">
                  <a:moveTo>
                    <a:pt x="602221" y="1325312"/>
                  </a:moveTo>
                  <a:lnTo>
                    <a:pt x="583145" y="1325312"/>
                  </a:lnTo>
                  <a:lnTo>
                    <a:pt x="574655" y="1331810"/>
                  </a:lnTo>
                  <a:lnTo>
                    <a:pt x="574655" y="1350744"/>
                  </a:lnTo>
                  <a:lnTo>
                    <a:pt x="581023" y="1359221"/>
                  </a:lnTo>
                  <a:lnTo>
                    <a:pt x="591637" y="1359221"/>
                  </a:lnTo>
                  <a:lnTo>
                    <a:pt x="600099" y="1357243"/>
                  </a:lnTo>
                  <a:lnTo>
                    <a:pt x="608589" y="1350744"/>
                  </a:lnTo>
                  <a:lnTo>
                    <a:pt x="608589" y="1333789"/>
                  </a:lnTo>
                  <a:lnTo>
                    <a:pt x="602221" y="1325312"/>
                  </a:lnTo>
                  <a:close/>
                </a:path>
                <a:path w="9542780" h="6570345">
                  <a:moveTo>
                    <a:pt x="602221" y="1367698"/>
                  </a:moveTo>
                  <a:lnTo>
                    <a:pt x="583145" y="1367698"/>
                  </a:lnTo>
                  <a:lnTo>
                    <a:pt x="574655" y="1374198"/>
                  </a:lnTo>
                  <a:lnTo>
                    <a:pt x="574655" y="1393131"/>
                  </a:lnTo>
                  <a:lnTo>
                    <a:pt x="581023" y="1401608"/>
                  </a:lnTo>
                  <a:lnTo>
                    <a:pt x="600099" y="1401608"/>
                  </a:lnTo>
                  <a:lnTo>
                    <a:pt x="608589" y="1395110"/>
                  </a:lnTo>
                  <a:lnTo>
                    <a:pt x="608589" y="1376177"/>
                  </a:lnTo>
                  <a:lnTo>
                    <a:pt x="602221" y="1367698"/>
                  </a:lnTo>
                  <a:close/>
                </a:path>
                <a:path w="9542780" h="6570345">
                  <a:moveTo>
                    <a:pt x="602221" y="1412064"/>
                  </a:moveTo>
                  <a:lnTo>
                    <a:pt x="583145" y="1412064"/>
                  </a:lnTo>
                  <a:lnTo>
                    <a:pt x="574655" y="1418564"/>
                  </a:lnTo>
                  <a:lnTo>
                    <a:pt x="574655" y="1439757"/>
                  </a:lnTo>
                  <a:lnTo>
                    <a:pt x="581023" y="1445975"/>
                  </a:lnTo>
                  <a:lnTo>
                    <a:pt x="600099" y="1445975"/>
                  </a:lnTo>
                  <a:lnTo>
                    <a:pt x="608589" y="1439757"/>
                  </a:lnTo>
                  <a:lnTo>
                    <a:pt x="608589" y="1420541"/>
                  </a:lnTo>
                  <a:lnTo>
                    <a:pt x="602221" y="1412064"/>
                  </a:lnTo>
                  <a:close/>
                </a:path>
                <a:path w="9542780" h="6570345">
                  <a:moveTo>
                    <a:pt x="602221" y="1456712"/>
                  </a:moveTo>
                  <a:lnTo>
                    <a:pt x="583145" y="1456712"/>
                  </a:lnTo>
                  <a:lnTo>
                    <a:pt x="574655" y="1462929"/>
                  </a:lnTo>
                  <a:lnTo>
                    <a:pt x="574655" y="1484123"/>
                  </a:lnTo>
                  <a:lnTo>
                    <a:pt x="581023" y="1490623"/>
                  </a:lnTo>
                  <a:lnTo>
                    <a:pt x="600099" y="1490623"/>
                  </a:lnTo>
                  <a:lnTo>
                    <a:pt x="608589" y="1482144"/>
                  </a:lnTo>
                  <a:lnTo>
                    <a:pt x="608589" y="1465190"/>
                  </a:lnTo>
                  <a:lnTo>
                    <a:pt x="602221" y="1456712"/>
                  </a:lnTo>
                  <a:close/>
                </a:path>
                <a:path w="9542780" h="6570345">
                  <a:moveTo>
                    <a:pt x="602221" y="1501077"/>
                  </a:moveTo>
                  <a:lnTo>
                    <a:pt x="583145" y="1501077"/>
                  </a:lnTo>
                  <a:lnTo>
                    <a:pt x="574655" y="1507577"/>
                  </a:lnTo>
                  <a:lnTo>
                    <a:pt x="574655" y="1528771"/>
                  </a:lnTo>
                  <a:lnTo>
                    <a:pt x="581023" y="1534988"/>
                  </a:lnTo>
                  <a:lnTo>
                    <a:pt x="600099" y="1534988"/>
                  </a:lnTo>
                  <a:lnTo>
                    <a:pt x="608589" y="1526510"/>
                  </a:lnTo>
                  <a:lnTo>
                    <a:pt x="608589" y="1509555"/>
                  </a:lnTo>
                  <a:lnTo>
                    <a:pt x="602221" y="1501077"/>
                  </a:lnTo>
                  <a:close/>
                </a:path>
                <a:path w="9542780" h="6570345">
                  <a:moveTo>
                    <a:pt x="602221" y="1545443"/>
                  </a:moveTo>
                  <a:lnTo>
                    <a:pt x="583145" y="1545443"/>
                  </a:lnTo>
                  <a:lnTo>
                    <a:pt x="574655" y="1551942"/>
                  </a:lnTo>
                  <a:lnTo>
                    <a:pt x="574655" y="1573136"/>
                  </a:lnTo>
                  <a:lnTo>
                    <a:pt x="581023" y="1579352"/>
                  </a:lnTo>
                  <a:lnTo>
                    <a:pt x="600099" y="1579352"/>
                  </a:lnTo>
                  <a:lnTo>
                    <a:pt x="608589" y="1570875"/>
                  </a:lnTo>
                  <a:lnTo>
                    <a:pt x="608589" y="1553921"/>
                  </a:lnTo>
                  <a:lnTo>
                    <a:pt x="602221" y="1545443"/>
                  </a:lnTo>
                  <a:close/>
                </a:path>
                <a:path w="9542780" h="6570345">
                  <a:moveTo>
                    <a:pt x="602221" y="1590092"/>
                  </a:moveTo>
                  <a:lnTo>
                    <a:pt x="583145" y="1590092"/>
                  </a:lnTo>
                  <a:lnTo>
                    <a:pt x="574655" y="1596308"/>
                  </a:lnTo>
                  <a:lnTo>
                    <a:pt x="574655" y="1615523"/>
                  </a:lnTo>
                  <a:lnTo>
                    <a:pt x="581023" y="1624001"/>
                  </a:lnTo>
                  <a:lnTo>
                    <a:pt x="591637" y="1624001"/>
                  </a:lnTo>
                  <a:lnTo>
                    <a:pt x="600099" y="1621740"/>
                  </a:lnTo>
                  <a:lnTo>
                    <a:pt x="608589" y="1615523"/>
                  </a:lnTo>
                  <a:lnTo>
                    <a:pt x="608589" y="1598569"/>
                  </a:lnTo>
                  <a:lnTo>
                    <a:pt x="602221" y="1590092"/>
                  </a:lnTo>
                  <a:close/>
                </a:path>
                <a:path w="9542780" h="6570345">
                  <a:moveTo>
                    <a:pt x="602221" y="1634456"/>
                  </a:moveTo>
                  <a:lnTo>
                    <a:pt x="583145" y="1634456"/>
                  </a:lnTo>
                  <a:lnTo>
                    <a:pt x="574655" y="1640956"/>
                  </a:lnTo>
                  <a:lnTo>
                    <a:pt x="574655" y="1659888"/>
                  </a:lnTo>
                  <a:lnTo>
                    <a:pt x="581023" y="1668367"/>
                  </a:lnTo>
                  <a:lnTo>
                    <a:pt x="591637" y="1668367"/>
                  </a:lnTo>
                  <a:lnTo>
                    <a:pt x="600099" y="1666388"/>
                  </a:lnTo>
                  <a:lnTo>
                    <a:pt x="608589" y="1659888"/>
                  </a:lnTo>
                  <a:lnTo>
                    <a:pt x="608589" y="1642934"/>
                  </a:lnTo>
                  <a:lnTo>
                    <a:pt x="602221" y="1634456"/>
                  </a:lnTo>
                  <a:close/>
                </a:path>
                <a:path w="9542780" h="6570345">
                  <a:moveTo>
                    <a:pt x="602221" y="1676844"/>
                  </a:moveTo>
                  <a:lnTo>
                    <a:pt x="583145" y="1676844"/>
                  </a:lnTo>
                  <a:lnTo>
                    <a:pt x="574655" y="1683061"/>
                  </a:lnTo>
                  <a:lnTo>
                    <a:pt x="574655" y="1704254"/>
                  </a:lnTo>
                  <a:lnTo>
                    <a:pt x="581023" y="1710754"/>
                  </a:lnTo>
                  <a:lnTo>
                    <a:pt x="600099" y="1710754"/>
                  </a:lnTo>
                  <a:lnTo>
                    <a:pt x="608589" y="1704254"/>
                  </a:lnTo>
                  <a:lnTo>
                    <a:pt x="608589" y="1685321"/>
                  </a:lnTo>
                  <a:lnTo>
                    <a:pt x="602221" y="1676844"/>
                  </a:lnTo>
                  <a:close/>
                </a:path>
                <a:path w="9542780" h="6570345">
                  <a:moveTo>
                    <a:pt x="602221" y="1721209"/>
                  </a:moveTo>
                  <a:lnTo>
                    <a:pt x="583145" y="1721209"/>
                  </a:lnTo>
                  <a:lnTo>
                    <a:pt x="574655" y="1727709"/>
                  </a:lnTo>
                  <a:lnTo>
                    <a:pt x="574655" y="1748903"/>
                  </a:lnTo>
                  <a:lnTo>
                    <a:pt x="581023" y="1755119"/>
                  </a:lnTo>
                  <a:lnTo>
                    <a:pt x="600099" y="1755119"/>
                  </a:lnTo>
                  <a:lnTo>
                    <a:pt x="608589" y="1748903"/>
                  </a:lnTo>
                  <a:lnTo>
                    <a:pt x="608589" y="1729686"/>
                  </a:lnTo>
                  <a:lnTo>
                    <a:pt x="602221" y="1721209"/>
                  </a:lnTo>
                  <a:close/>
                </a:path>
                <a:path w="9542780" h="6570345">
                  <a:moveTo>
                    <a:pt x="602221" y="1765857"/>
                  </a:moveTo>
                  <a:lnTo>
                    <a:pt x="583145" y="1765857"/>
                  </a:lnTo>
                  <a:lnTo>
                    <a:pt x="574655" y="1772074"/>
                  </a:lnTo>
                  <a:lnTo>
                    <a:pt x="574655" y="1793267"/>
                  </a:lnTo>
                  <a:lnTo>
                    <a:pt x="581023" y="1799767"/>
                  </a:lnTo>
                  <a:lnTo>
                    <a:pt x="600099" y="1799767"/>
                  </a:lnTo>
                  <a:lnTo>
                    <a:pt x="608589" y="1791290"/>
                  </a:lnTo>
                  <a:lnTo>
                    <a:pt x="608589" y="1774334"/>
                  </a:lnTo>
                  <a:lnTo>
                    <a:pt x="602221" y="1765857"/>
                  </a:lnTo>
                  <a:close/>
                </a:path>
                <a:path w="9542780" h="6570345">
                  <a:moveTo>
                    <a:pt x="602221" y="1810223"/>
                  </a:moveTo>
                  <a:lnTo>
                    <a:pt x="583145" y="1810223"/>
                  </a:lnTo>
                  <a:lnTo>
                    <a:pt x="574655" y="1816722"/>
                  </a:lnTo>
                  <a:lnTo>
                    <a:pt x="574655" y="1837634"/>
                  </a:lnTo>
                  <a:lnTo>
                    <a:pt x="581023" y="1844132"/>
                  </a:lnTo>
                  <a:lnTo>
                    <a:pt x="600099" y="1844132"/>
                  </a:lnTo>
                  <a:lnTo>
                    <a:pt x="608589" y="1835655"/>
                  </a:lnTo>
                  <a:lnTo>
                    <a:pt x="608589" y="1818700"/>
                  </a:lnTo>
                  <a:lnTo>
                    <a:pt x="602221" y="1810223"/>
                  </a:lnTo>
                  <a:close/>
                </a:path>
                <a:path w="9542780" h="6570345">
                  <a:moveTo>
                    <a:pt x="602221" y="1854588"/>
                  </a:moveTo>
                  <a:lnTo>
                    <a:pt x="583145" y="1854588"/>
                  </a:lnTo>
                  <a:lnTo>
                    <a:pt x="574655" y="1861088"/>
                  </a:lnTo>
                  <a:lnTo>
                    <a:pt x="574656" y="1880021"/>
                  </a:lnTo>
                  <a:lnTo>
                    <a:pt x="581023" y="1888498"/>
                  </a:lnTo>
                  <a:lnTo>
                    <a:pt x="600099" y="1888498"/>
                  </a:lnTo>
                  <a:lnTo>
                    <a:pt x="608589" y="1880021"/>
                  </a:lnTo>
                  <a:lnTo>
                    <a:pt x="608589" y="1863065"/>
                  </a:lnTo>
                  <a:lnTo>
                    <a:pt x="602221" y="1854588"/>
                  </a:lnTo>
                  <a:close/>
                </a:path>
                <a:path w="9542780" h="6570345">
                  <a:moveTo>
                    <a:pt x="602221" y="1899236"/>
                  </a:moveTo>
                  <a:lnTo>
                    <a:pt x="583145" y="1899236"/>
                  </a:lnTo>
                  <a:lnTo>
                    <a:pt x="574655" y="1905453"/>
                  </a:lnTo>
                  <a:lnTo>
                    <a:pt x="574655" y="1924668"/>
                  </a:lnTo>
                  <a:lnTo>
                    <a:pt x="581023" y="1933147"/>
                  </a:lnTo>
                  <a:lnTo>
                    <a:pt x="591637" y="1933147"/>
                  </a:lnTo>
                  <a:lnTo>
                    <a:pt x="600099" y="1930886"/>
                  </a:lnTo>
                  <a:lnTo>
                    <a:pt x="608589" y="1924668"/>
                  </a:lnTo>
                  <a:lnTo>
                    <a:pt x="608589" y="1907713"/>
                  </a:lnTo>
                  <a:lnTo>
                    <a:pt x="602221" y="1899236"/>
                  </a:lnTo>
                  <a:close/>
                </a:path>
                <a:path w="9542780" h="6570345">
                  <a:moveTo>
                    <a:pt x="602221" y="1943601"/>
                  </a:moveTo>
                  <a:lnTo>
                    <a:pt x="583145" y="1943601"/>
                  </a:lnTo>
                  <a:lnTo>
                    <a:pt x="574655" y="1950101"/>
                  </a:lnTo>
                  <a:lnTo>
                    <a:pt x="574655" y="1971295"/>
                  </a:lnTo>
                  <a:lnTo>
                    <a:pt x="581023" y="1977511"/>
                  </a:lnTo>
                  <a:lnTo>
                    <a:pt x="591637" y="1977511"/>
                  </a:lnTo>
                  <a:lnTo>
                    <a:pt x="600099" y="1975251"/>
                  </a:lnTo>
                  <a:lnTo>
                    <a:pt x="608589" y="1969034"/>
                  </a:lnTo>
                  <a:lnTo>
                    <a:pt x="608589" y="1952078"/>
                  </a:lnTo>
                  <a:lnTo>
                    <a:pt x="602221" y="1943601"/>
                  </a:lnTo>
                  <a:close/>
                </a:path>
                <a:path w="9542780" h="6570345">
                  <a:moveTo>
                    <a:pt x="602221" y="1985989"/>
                  </a:moveTo>
                  <a:lnTo>
                    <a:pt x="583145" y="1985989"/>
                  </a:lnTo>
                  <a:lnTo>
                    <a:pt x="574655" y="1992205"/>
                  </a:lnTo>
                  <a:lnTo>
                    <a:pt x="574655" y="2013399"/>
                  </a:lnTo>
                  <a:lnTo>
                    <a:pt x="581023" y="2019899"/>
                  </a:lnTo>
                  <a:lnTo>
                    <a:pt x="600099" y="2019899"/>
                  </a:lnTo>
                  <a:lnTo>
                    <a:pt x="608589" y="2013399"/>
                  </a:lnTo>
                  <a:lnTo>
                    <a:pt x="608589" y="1994466"/>
                  </a:lnTo>
                  <a:lnTo>
                    <a:pt x="602221" y="1985989"/>
                  </a:lnTo>
                  <a:close/>
                </a:path>
                <a:path w="9542780" h="6570345">
                  <a:moveTo>
                    <a:pt x="602221" y="2030355"/>
                  </a:moveTo>
                  <a:lnTo>
                    <a:pt x="583145" y="2030355"/>
                  </a:lnTo>
                  <a:lnTo>
                    <a:pt x="574655" y="2036853"/>
                  </a:lnTo>
                  <a:lnTo>
                    <a:pt x="574655" y="2058047"/>
                  </a:lnTo>
                  <a:lnTo>
                    <a:pt x="581023" y="2064264"/>
                  </a:lnTo>
                  <a:lnTo>
                    <a:pt x="600099" y="2064264"/>
                  </a:lnTo>
                  <a:lnTo>
                    <a:pt x="608589" y="2058047"/>
                  </a:lnTo>
                  <a:lnTo>
                    <a:pt x="608589" y="2038832"/>
                  </a:lnTo>
                  <a:lnTo>
                    <a:pt x="602221" y="2030355"/>
                  </a:lnTo>
                  <a:close/>
                </a:path>
                <a:path w="9542780" h="6570345">
                  <a:moveTo>
                    <a:pt x="602221" y="2075003"/>
                  </a:moveTo>
                  <a:lnTo>
                    <a:pt x="583145" y="2075003"/>
                  </a:lnTo>
                  <a:lnTo>
                    <a:pt x="574655" y="2081220"/>
                  </a:lnTo>
                  <a:lnTo>
                    <a:pt x="574655" y="2102413"/>
                  </a:lnTo>
                  <a:lnTo>
                    <a:pt x="581023" y="2108912"/>
                  </a:lnTo>
                  <a:lnTo>
                    <a:pt x="600099" y="2108912"/>
                  </a:lnTo>
                  <a:lnTo>
                    <a:pt x="608589" y="2100435"/>
                  </a:lnTo>
                  <a:lnTo>
                    <a:pt x="608589" y="2083480"/>
                  </a:lnTo>
                  <a:lnTo>
                    <a:pt x="602221" y="2075003"/>
                  </a:lnTo>
                  <a:close/>
                </a:path>
                <a:path w="9542780" h="6570345">
                  <a:moveTo>
                    <a:pt x="602221" y="2119368"/>
                  </a:moveTo>
                  <a:lnTo>
                    <a:pt x="583145" y="2119368"/>
                  </a:lnTo>
                  <a:lnTo>
                    <a:pt x="574655" y="2125585"/>
                  </a:lnTo>
                  <a:lnTo>
                    <a:pt x="574655" y="2144800"/>
                  </a:lnTo>
                  <a:lnTo>
                    <a:pt x="581023" y="2153278"/>
                  </a:lnTo>
                  <a:lnTo>
                    <a:pt x="600099" y="2153278"/>
                  </a:lnTo>
                  <a:lnTo>
                    <a:pt x="608589" y="2144800"/>
                  </a:lnTo>
                  <a:lnTo>
                    <a:pt x="608589" y="2127845"/>
                  </a:lnTo>
                  <a:lnTo>
                    <a:pt x="602221" y="2119368"/>
                  </a:lnTo>
                  <a:close/>
                </a:path>
                <a:path w="9542780" h="6570345">
                  <a:moveTo>
                    <a:pt x="602221" y="3840746"/>
                  </a:moveTo>
                  <a:lnTo>
                    <a:pt x="583145" y="3840746"/>
                  </a:lnTo>
                  <a:lnTo>
                    <a:pt x="574655" y="3847105"/>
                  </a:lnTo>
                  <a:lnTo>
                    <a:pt x="574655" y="3866151"/>
                  </a:lnTo>
                  <a:lnTo>
                    <a:pt x="581023" y="3874629"/>
                  </a:lnTo>
                  <a:lnTo>
                    <a:pt x="600099" y="3874629"/>
                  </a:lnTo>
                  <a:lnTo>
                    <a:pt x="608589" y="3868270"/>
                  </a:lnTo>
                  <a:lnTo>
                    <a:pt x="608589" y="3849223"/>
                  </a:lnTo>
                  <a:lnTo>
                    <a:pt x="602221" y="3840746"/>
                  </a:lnTo>
                  <a:close/>
                </a:path>
                <a:path w="9542780" h="6570345">
                  <a:moveTo>
                    <a:pt x="602221" y="3885225"/>
                  </a:moveTo>
                  <a:lnTo>
                    <a:pt x="583145" y="3885225"/>
                  </a:lnTo>
                  <a:lnTo>
                    <a:pt x="574655" y="3891555"/>
                  </a:lnTo>
                  <a:lnTo>
                    <a:pt x="574655" y="3910629"/>
                  </a:lnTo>
                  <a:lnTo>
                    <a:pt x="581023" y="3919079"/>
                  </a:lnTo>
                  <a:lnTo>
                    <a:pt x="600099" y="3919079"/>
                  </a:lnTo>
                  <a:lnTo>
                    <a:pt x="608589" y="3912749"/>
                  </a:lnTo>
                  <a:lnTo>
                    <a:pt x="608589" y="3893675"/>
                  </a:lnTo>
                  <a:lnTo>
                    <a:pt x="602221" y="3885225"/>
                  </a:lnTo>
                  <a:close/>
                </a:path>
                <a:path w="9542780" h="6570345">
                  <a:moveTo>
                    <a:pt x="602221" y="3929675"/>
                  </a:moveTo>
                  <a:lnTo>
                    <a:pt x="583145" y="3929675"/>
                  </a:lnTo>
                  <a:lnTo>
                    <a:pt x="574655" y="3936033"/>
                  </a:lnTo>
                  <a:lnTo>
                    <a:pt x="574655" y="3955079"/>
                  </a:lnTo>
                  <a:lnTo>
                    <a:pt x="581023" y="3963556"/>
                  </a:lnTo>
                  <a:lnTo>
                    <a:pt x="600099" y="3963556"/>
                  </a:lnTo>
                  <a:lnTo>
                    <a:pt x="608589" y="3955079"/>
                  </a:lnTo>
                  <a:lnTo>
                    <a:pt x="608589" y="3938153"/>
                  </a:lnTo>
                  <a:lnTo>
                    <a:pt x="602221" y="3929675"/>
                  </a:lnTo>
                  <a:close/>
                </a:path>
                <a:path w="9542780" h="6570345">
                  <a:moveTo>
                    <a:pt x="602221" y="3974125"/>
                  </a:moveTo>
                  <a:lnTo>
                    <a:pt x="583145" y="3974125"/>
                  </a:lnTo>
                  <a:lnTo>
                    <a:pt x="574655" y="3980483"/>
                  </a:lnTo>
                  <a:lnTo>
                    <a:pt x="574655" y="3999558"/>
                  </a:lnTo>
                  <a:lnTo>
                    <a:pt x="581023" y="4008006"/>
                  </a:lnTo>
                  <a:lnTo>
                    <a:pt x="600099" y="4008006"/>
                  </a:lnTo>
                  <a:lnTo>
                    <a:pt x="608589" y="3999558"/>
                  </a:lnTo>
                  <a:lnTo>
                    <a:pt x="608589" y="3982603"/>
                  </a:lnTo>
                  <a:lnTo>
                    <a:pt x="602221" y="3974125"/>
                  </a:lnTo>
                  <a:close/>
                </a:path>
                <a:path w="9542780" h="6570345">
                  <a:moveTo>
                    <a:pt x="602221" y="4018603"/>
                  </a:moveTo>
                  <a:lnTo>
                    <a:pt x="583145" y="4018603"/>
                  </a:lnTo>
                  <a:lnTo>
                    <a:pt x="574655" y="4024962"/>
                  </a:lnTo>
                  <a:lnTo>
                    <a:pt x="574655" y="4044008"/>
                  </a:lnTo>
                  <a:lnTo>
                    <a:pt x="581023" y="4052486"/>
                  </a:lnTo>
                  <a:lnTo>
                    <a:pt x="600099" y="4052486"/>
                  </a:lnTo>
                  <a:lnTo>
                    <a:pt x="608589" y="4044008"/>
                  </a:lnTo>
                  <a:lnTo>
                    <a:pt x="608589" y="4027082"/>
                  </a:lnTo>
                  <a:lnTo>
                    <a:pt x="602221" y="4018603"/>
                  </a:lnTo>
                  <a:close/>
                </a:path>
                <a:path w="9542780" h="6570345">
                  <a:moveTo>
                    <a:pt x="557703" y="264497"/>
                  </a:moveTo>
                  <a:lnTo>
                    <a:pt x="536506" y="264497"/>
                  </a:lnTo>
                  <a:lnTo>
                    <a:pt x="530138" y="272975"/>
                  </a:lnTo>
                  <a:lnTo>
                    <a:pt x="530138" y="289929"/>
                  </a:lnTo>
                  <a:lnTo>
                    <a:pt x="536506" y="298408"/>
                  </a:lnTo>
                  <a:lnTo>
                    <a:pt x="557703" y="298408"/>
                  </a:lnTo>
                  <a:lnTo>
                    <a:pt x="564071" y="289929"/>
                  </a:lnTo>
                  <a:lnTo>
                    <a:pt x="564071" y="272975"/>
                  </a:lnTo>
                  <a:lnTo>
                    <a:pt x="557703" y="264497"/>
                  </a:lnTo>
                  <a:close/>
                </a:path>
                <a:path w="9542780" h="6570345">
                  <a:moveTo>
                    <a:pt x="557703" y="309145"/>
                  </a:moveTo>
                  <a:lnTo>
                    <a:pt x="536506" y="309145"/>
                  </a:lnTo>
                  <a:lnTo>
                    <a:pt x="530138" y="315362"/>
                  </a:lnTo>
                  <a:lnTo>
                    <a:pt x="530138" y="334577"/>
                  </a:lnTo>
                  <a:lnTo>
                    <a:pt x="536506" y="343054"/>
                  </a:lnTo>
                  <a:lnTo>
                    <a:pt x="557703" y="343054"/>
                  </a:lnTo>
                  <a:lnTo>
                    <a:pt x="564071" y="334577"/>
                  </a:lnTo>
                  <a:lnTo>
                    <a:pt x="564071" y="317623"/>
                  </a:lnTo>
                  <a:lnTo>
                    <a:pt x="557703" y="309145"/>
                  </a:lnTo>
                  <a:close/>
                </a:path>
                <a:path w="9542780" h="6570345">
                  <a:moveTo>
                    <a:pt x="557703" y="353510"/>
                  </a:moveTo>
                  <a:lnTo>
                    <a:pt x="536506" y="353510"/>
                  </a:lnTo>
                  <a:lnTo>
                    <a:pt x="530138" y="360010"/>
                  </a:lnTo>
                  <a:lnTo>
                    <a:pt x="530138" y="378943"/>
                  </a:lnTo>
                  <a:lnTo>
                    <a:pt x="536506" y="387421"/>
                  </a:lnTo>
                  <a:lnTo>
                    <a:pt x="557703" y="387421"/>
                  </a:lnTo>
                  <a:lnTo>
                    <a:pt x="564071" y="378943"/>
                  </a:lnTo>
                  <a:lnTo>
                    <a:pt x="564071" y="361988"/>
                  </a:lnTo>
                  <a:lnTo>
                    <a:pt x="557703" y="353510"/>
                  </a:lnTo>
                  <a:close/>
                </a:path>
                <a:path w="9542780" h="6570345">
                  <a:moveTo>
                    <a:pt x="557703" y="397877"/>
                  </a:moveTo>
                  <a:lnTo>
                    <a:pt x="536506" y="397877"/>
                  </a:lnTo>
                  <a:lnTo>
                    <a:pt x="530138" y="404375"/>
                  </a:lnTo>
                  <a:lnTo>
                    <a:pt x="530138" y="425569"/>
                  </a:lnTo>
                  <a:lnTo>
                    <a:pt x="536506" y="431786"/>
                  </a:lnTo>
                  <a:lnTo>
                    <a:pt x="557703" y="431786"/>
                  </a:lnTo>
                  <a:lnTo>
                    <a:pt x="564071" y="423308"/>
                  </a:lnTo>
                  <a:lnTo>
                    <a:pt x="564071" y="406354"/>
                  </a:lnTo>
                  <a:lnTo>
                    <a:pt x="557703" y="397877"/>
                  </a:lnTo>
                  <a:close/>
                </a:path>
                <a:path w="9542780" h="6570345">
                  <a:moveTo>
                    <a:pt x="557703" y="440263"/>
                  </a:moveTo>
                  <a:lnTo>
                    <a:pt x="536506" y="440263"/>
                  </a:lnTo>
                  <a:lnTo>
                    <a:pt x="530138" y="448741"/>
                  </a:lnTo>
                  <a:lnTo>
                    <a:pt x="530138" y="465696"/>
                  </a:lnTo>
                  <a:lnTo>
                    <a:pt x="536506" y="474173"/>
                  </a:lnTo>
                  <a:lnTo>
                    <a:pt x="557703" y="474173"/>
                  </a:lnTo>
                  <a:lnTo>
                    <a:pt x="564071" y="467956"/>
                  </a:lnTo>
                  <a:lnTo>
                    <a:pt x="564071" y="448741"/>
                  </a:lnTo>
                  <a:lnTo>
                    <a:pt x="557703" y="440263"/>
                  </a:lnTo>
                  <a:close/>
                </a:path>
                <a:path w="9542780" h="6570345">
                  <a:moveTo>
                    <a:pt x="557703" y="484911"/>
                  </a:moveTo>
                  <a:lnTo>
                    <a:pt x="536506" y="484911"/>
                  </a:lnTo>
                  <a:lnTo>
                    <a:pt x="530138" y="493389"/>
                  </a:lnTo>
                  <a:lnTo>
                    <a:pt x="530138" y="510344"/>
                  </a:lnTo>
                  <a:lnTo>
                    <a:pt x="536506" y="518539"/>
                  </a:lnTo>
                  <a:lnTo>
                    <a:pt x="557703" y="518539"/>
                  </a:lnTo>
                  <a:lnTo>
                    <a:pt x="564071" y="512321"/>
                  </a:lnTo>
                  <a:lnTo>
                    <a:pt x="564071" y="493389"/>
                  </a:lnTo>
                  <a:lnTo>
                    <a:pt x="557703" y="484911"/>
                  </a:lnTo>
                  <a:close/>
                </a:path>
                <a:path w="9542780" h="6570345">
                  <a:moveTo>
                    <a:pt x="557703" y="529277"/>
                  </a:moveTo>
                  <a:lnTo>
                    <a:pt x="536506" y="529277"/>
                  </a:lnTo>
                  <a:lnTo>
                    <a:pt x="530138" y="537754"/>
                  </a:lnTo>
                  <a:lnTo>
                    <a:pt x="530138" y="554709"/>
                  </a:lnTo>
                  <a:lnTo>
                    <a:pt x="536506" y="563186"/>
                  </a:lnTo>
                  <a:lnTo>
                    <a:pt x="557703" y="563186"/>
                  </a:lnTo>
                  <a:lnTo>
                    <a:pt x="564071" y="554709"/>
                  </a:lnTo>
                  <a:lnTo>
                    <a:pt x="564071" y="537754"/>
                  </a:lnTo>
                  <a:lnTo>
                    <a:pt x="557703" y="529277"/>
                  </a:lnTo>
                  <a:close/>
                </a:path>
                <a:path w="9542780" h="6570345">
                  <a:moveTo>
                    <a:pt x="557703" y="573642"/>
                  </a:moveTo>
                  <a:lnTo>
                    <a:pt x="536506" y="573642"/>
                  </a:lnTo>
                  <a:lnTo>
                    <a:pt x="530138" y="582119"/>
                  </a:lnTo>
                  <a:lnTo>
                    <a:pt x="530138" y="599075"/>
                  </a:lnTo>
                  <a:lnTo>
                    <a:pt x="536506" y="607552"/>
                  </a:lnTo>
                  <a:lnTo>
                    <a:pt x="557703" y="607552"/>
                  </a:lnTo>
                  <a:lnTo>
                    <a:pt x="564071" y="599075"/>
                  </a:lnTo>
                  <a:lnTo>
                    <a:pt x="564071" y="582119"/>
                  </a:lnTo>
                  <a:lnTo>
                    <a:pt x="557703" y="573642"/>
                  </a:lnTo>
                  <a:close/>
                </a:path>
                <a:path w="9542780" h="6570345">
                  <a:moveTo>
                    <a:pt x="557703" y="618290"/>
                  </a:moveTo>
                  <a:lnTo>
                    <a:pt x="536506" y="618290"/>
                  </a:lnTo>
                  <a:lnTo>
                    <a:pt x="530138" y="624507"/>
                  </a:lnTo>
                  <a:lnTo>
                    <a:pt x="530138" y="643723"/>
                  </a:lnTo>
                  <a:lnTo>
                    <a:pt x="536506" y="652200"/>
                  </a:lnTo>
                  <a:lnTo>
                    <a:pt x="557703" y="652200"/>
                  </a:lnTo>
                  <a:lnTo>
                    <a:pt x="564071" y="643723"/>
                  </a:lnTo>
                  <a:lnTo>
                    <a:pt x="564071" y="626767"/>
                  </a:lnTo>
                  <a:lnTo>
                    <a:pt x="557703" y="618290"/>
                  </a:lnTo>
                  <a:close/>
                </a:path>
                <a:path w="9542780" h="6570345">
                  <a:moveTo>
                    <a:pt x="557703" y="662655"/>
                  </a:moveTo>
                  <a:lnTo>
                    <a:pt x="536506" y="662655"/>
                  </a:lnTo>
                  <a:lnTo>
                    <a:pt x="530138" y="668873"/>
                  </a:lnTo>
                  <a:lnTo>
                    <a:pt x="530138" y="688088"/>
                  </a:lnTo>
                  <a:lnTo>
                    <a:pt x="536506" y="696565"/>
                  </a:lnTo>
                  <a:lnTo>
                    <a:pt x="557703" y="696565"/>
                  </a:lnTo>
                  <a:lnTo>
                    <a:pt x="564071" y="688088"/>
                  </a:lnTo>
                  <a:lnTo>
                    <a:pt x="564071" y="671134"/>
                  </a:lnTo>
                  <a:lnTo>
                    <a:pt x="557703" y="662655"/>
                  </a:lnTo>
                  <a:close/>
                </a:path>
                <a:path w="9542780" h="6570345">
                  <a:moveTo>
                    <a:pt x="557703" y="707021"/>
                  </a:moveTo>
                  <a:lnTo>
                    <a:pt x="536506" y="707021"/>
                  </a:lnTo>
                  <a:lnTo>
                    <a:pt x="530138" y="713521"/>
                  </a:lnTo>
                  <a:lnTo>
                    <a:pt x="530138" y="732453"/>
                  </a:lnTo>
                  <a:lnTo>
                    <a:pt x="536506" y="740931"/>
                  </a:lnTo>
                  <a:lnTo>
                    <a:pt x="557703" y="740931"/>
                  </a:lnTo>
                  <a:lnTo>
                    <a:pt x="564071" y="732453"/>
                  </a:lnTo>
                  <a:lnTo>
                    <a:pt x="564071" y="715498"/>
                  </a:lnTo>
                  <a:lnTo>
                    <a:pt x="557703" y="707021"/>
                  </a:lnTo>
                  <a:close/>
                </a:path>
                <a:path w="9542780" h="6570345">
                  <a:moveTo>
                    <a:pt x="557703" y="749409"/>
                  </a:moveTo>
                  <a:lnTo>
                    <a:pt x="536506" y="749409"/>
                  </a:lnTo>
                  <a:lnTo>
                    <a:pt x="530138" y="757886"/>
                  </a:lnTo>
                  <a:lnTo>
                    <a:pt x="530138" y="774840"/>
                  </a:lnTo>
                  <a:lnTo>
                    <a:pt x="536506" y="783318"/>
                  </a:lnTo>
                  <a:lnTo>
                    <a:pt x="557703" y="783318"/>
                  </a:lnTo>
                  <a:lnTo>
                    <a:pt x="564071" y="777101"/>
                  </a:lnTo>
                  <a:lnTo>
                    <a:pt x="564071" y="757886"/>
                  </a:lnTo>
                  <a:lnTo>
                    <a:pt x="557703" y="749409"/>
                  </a:lnTo>
                  <a:close/>
                </a:path>
                <a:path w="9542780" h="6570345">
                  <a:moveTo>
                    <a:pt x="557703" y="794057"/>
                  </a:moveTo>
                  <a:lnTo>
                    <a:pt x="536506" y="794057"/>
                  </a:lnTo>
                  <a:lnTo>
                    <a:pt x="530138" y="802534"/>
                  </a:lnTo>
                  <a:lnTo>
                    <a:pt x="530138" y="819207"/>
                  </a:lnTo>
                  <a:lnTo>
                    <a:pt x="536506" y="827684"/>
                  </a:lnTo>
                  <a:lnTo>
                    <a:pt x="557703" y="827684"/>
                  </a:lnTo>
                  <a:lnTo>
                    <a:pt x="564071" y="821467"/>
                  </a:lnTo>
                  <a:lnTo>
                    <a:pt x="564071" y="802534"/>
                  </a:lnTo>
                  <a:lnTo>
                    <a:pt x="557703" y="794057"/>
                  </a:lnTo>
                  <a:close/>
                </a:path>
                <a:path w="9542780" h="6570345">
                  <a:moveTo>
                    <a:pt x="557703" y="838422"/>
                  </a:moveTo>
                  <a:lnTo>
                    <a:pt x="536506" y="838422"/>
                  </a:lnTo>
                  <a:lnTo>
                    <a:pt x="530138" y="846899"/>
                  </a:lnTo>
                  <a:lnTo>
                    <a:pt x="530138" y="863855"/>
                  </a:lnTo>
                  <a:lnTo>
                    <a:pt x="536506" y="872332"/>
                  </a:lnTo>
                  <a:lnTo>
                    <a:pt x="557703" y="872332"/>
                  </a:lnTo>
                  <a:lnTo>
                    <a:pt x="564071" y="863855"/>
                  </a:lnTo>
                  <a:lnTo>
                    <a:pt x="564071" y="846899"/>
                  </a:lnTo>
                  <a:lnTo>
                    <a:pt x="557703" y="838422"/>
                  </a:lnTo>
                  <a:close/>
                </a:path>
                <a:path w="9542780" h="6570345">
                  <a:moveTo>
                    <a:pt x="557703" y="882788"/>
                  </a:moveTo>
                  <a:lnTo>
                    <a:pt x="536506" y="882788"/>
                  </a:lnTo>
                  <a:lnTo>
                    <a:pt x="530138" y="891265"/>
                  </a:lnTo>
                  <a:lnTo>
                    <a:pt x="530138" y="908220"/>
                  </a:lnTo>
                  <a:lnTo>
                    <a:pt x="536506" y="916697"/>
                  </a:lnTo>
                  <a:lnTo>
                    <a:pt x="557703" y="916697"/>
                  </a:lnTo>
                  <a:lnTo>
                    <a:pt x="564071" y="908220"/>
                  </a:lnTo>
                  <a:lnTo>
                    <a:pt x="564071" y="891265"/>
                  </a:lnTo>
                  <a:lnTo>
                    <a:pt x="557703" y="882788"/>
                  </a:lnTo>
                  <a:close/>
                </a:path>
                <a:path w="9542780" h="6570345">
                  <a:moveTo>
                    <a:pt x="557703" y="927435"/>
                  </a:moveTo>
                  <a:lnTo>
                    <a:pt x="536506" y="927435"/>
                  </a:lnTo>
                  <a:lnTo>
                    <a:pt x="530138" y="933653"/>
                  </a:lnTo>
                  <a:lnTo>
                    <a:pt x="530138" y="954845"/>
                  </a:lnTo>
                  <a:lnTo>
                    <a:pt x="536506" y="961063"/>
                  </a:lnTo>
                  <a:lnTo>
                    <a:pt x="557703" y="961063"/>
                  </a:lnTo>
                  <a:lnTo>
                    <a:pt x="564071" y="952585"/>
                  </a:lnTo>
                  <a:lnTo>
                    <a:pt x="564071" y="935913"/>
                  </a:lnTo>
                  <a:lnTo>
                    <a:pt x="557703" y="927435"/>
                  </a:lnTo>
                  <a:close/>
                </a:path>
                <a:path w="9542780" h="6570345">
                  <a:moveTo>
                    <a:pt x="557703" y="971801"/>
                  </a:moveTo>
                  <a:lnTo>
                    <a:pt x="536506" y="971801"/>
                  </a:lnTo>
                  <a:lnTo>
                    <a:pt x="530138" y="978018"/>
                  </a:lnTo>
                  <a:lnTo>
                    <a:pt x="530138" y="997233"/>
                  </a:lnTo>
                  <a:lnTo>
                    <a:pt x="536506" y="1005711"/>
                  </a:lnTo>
                  <a:lnTo>
                    <a:pt x="557703" y="1005711"/>
                  </a:lnTo>
                  <a:lnTo>
                    <a:pt x="564071" y="997233"/>
                  </a:lnTo>
                  <a:lnTo>
                    <a:pt x="564071" y="980278"/>
                  </a:lnTo>
                  <a:lnTo>
                    <a:pt x="557703" y="971801"/>
                  </a:lnTo>
                  <a:close/>
                </a:path>
                <a:path w="9542780" h="6570345">
                  <a:moveTo>
                    <a:pt x="557703" y="1016166"/>
                  </a:moveTo>
                  <a:lnTo>
                    <a:pt x="536506" y="1016166"/>
                  </a:lnTo>
                  <a:lnTo>
                    <a:pt x="530138" y="1022666"/>
                  </a:lnTo>
                  <a:lnTo>
                    <a:pt x="530138" y="1041599"/>
                  </a:lnTo>
                  <a:lnTo>
                    <a:pt x="536506" y="1050076"/>
                  </a:lnTo>
                  <a:lnTo>
                    <a:pt x="557703" y="1050076"/>
                  </a:lnTo>
                  <a:lnTo>
                    <a:pt x="564071" y="1041599"/>
                  </a:lnTo>
                  <a:lnTo>
                    <a:pt x="564071" y="1024643"/>
                  </a:lnTo>
                  <a:lnTo>
                    <a:pt x="557703" y="1016166"/>
                  </a:lnTo>
                  <a:close/>
                </a:path>
                <a:path w="9542780" h="6570345">
                  <a:moveTo>
                    <a:pt x="557703" y="1058553"/>
                  </a:moveTo>
                  <a:lnTo>
                    <a:pt x="536506" y="1058553"/>
                  </a:lnTo>
                  <a:lnTo>
                    <a:pt x="530138" y="1067031"/>
                  </a:lnTo>
                  <a:lnTo>
                    <a:pt x="530138" y="1083986"/>
                  </a:lnTo>
                  <a:lnTo>
                    <a:pt x="536506" y="1092464"/>
                  </a:lnTo>
                  <a:lnTo>
                    <a:pt x="557703" y="1092464"/>
                  </a:lnTo>
                  <a:lnTo>
                    <a:pt x="564071" y="1086247"/>
                  </a:lnTo>
                  <a:lnTo>
                    <a:pt x="564071" y="1067031"/>
                  </a:lnTo>
                  <a:lnTo>
                    <a:pt x="557703" y="1058553"/>
                  </a:lnTo>
                  <a:close/>
                </a:path>
                <a:path w="9542780" h="6570345">
                  <a:moveTo>
                    <a:pt x="557703" y="1102920"/>
                  </a:moveTo>
                  <a:lnTo>
                    <a:pt x="536506" y="1102920"/>
                  </a:lnTo>
                  <a:lnTo>
                    <a:pt x="530138" y="1111397"/>
                  </a:lnTo>
                  <a:lnTo>
                    <a:pt x="530138" y="1128351"/>
                  </a:lnTo>
                  <a:lnTo>
                    <a:pt x="536506" y="1136829"/>
                  </a:lnTo>
                  <a:lnTo>
                    <a:pt x="557703" y="1136829"/>
                  </a:lnTo>
                  <a:lnTo>
                    <a:pt x="564071" y="1130612"/>
                  </a:lnTo>
                  <a:lnTo>
                    <a:pt x="564071" y="1111397"/>
                  </a:lnTo>
                  <a:lnTo>
                    <a:pt x="557703" y="1102920"/>
                  </a:lnTo>
                  <a:close/>
                </a:path>
                <a:path w="9542780" h="6570345">
                  <a:moveTo>
                    <a:pt x="557703" y="1147566"/>
                  </a:moveTo>
                  <a:lnTo>
                    <a:pt x="536506" y="1147566"/>
                  </a:lnTo>
                  <a:lnTo>
                    <a:pt x="530138" y="1156045"/>
                  </a:lnTo>
                  <a:lnTo>
                    <a:pt x="530138" y="1172999"/>
                  </a:lnTo>
                  <a:lnTo>
                    <a:pt x="536506" y="1181477"/>
                  </a:lnTo>
                  <a:lnTo>
                    <a:pt x="557703" y="1181477"/>
                  </a:lnTo>
                  <a:lnTo>
                    <a:pt x="564071" y="1172999"/>
                  </a:lnTo>
                  <a:lnTo>
                    <a:pt x="564071" y="1156045"/>
                  </a:lnTo>
                  <a:lnTo>
                    <a:pt x="557703" y="1147566"/>
                  </a:lnTo>
                  <a:close/>
                </a:path>
                <a:path w="9542780" h="6570345">
                  <a:moveTo>
                    <a:pt x="557703" y="1191933"/>
                  </a:moveTo>
                  <a:lnTo>
                    <a:pt x="536506" y="1191933"/>
                  </a:lnTo>
                  <a:lnTo>
                    <a:pt x="530138" y="1200410"/>
                  </a:lnTo>
                  <a:lnTo>
                    <a:pt x="530138" y="1217364"/>
                  </a:lnTo>
                  <a:lnTo>
                    <a:pt x="536506" y="1225843"/>
                  </a:lnTo>
                  <a:lnTo>
                    <a:pt x="557703" y="1225843"/>
                  </a:lnTo>
                  <a:lnTo>
                    <a:pt x="564071" y="1217364"/>
                  </a:lnTo>
                  <a:lnTo>
                    <a:pt x="564071" y="1200410"/>
                  </a:lnTo>
                  <a:lnTo>
                    <a:pt x="557703" y="1191933"/>
                  </a:lnTo>
                  <a:close/>
                </a:path>
                <a:path w="9542780" h="6570345">
                  <a:moveTo>
                    <a:pt x="557703" y="1236581"/>
                  </a:moveTo>
                  <a:lnTo>
                    <a:pt x="536506" y="1236581"/>
                  </a:lnTo>
                  <a:lnTo>
                    <a:pt x="530138" y="1244775"/>
                  </a:lnTo>
                  <a:lnTo>
                    <a:pt x="530138" y="1261731"/>
                  </a:lnTo>
                  <a:lnTo>
                    <a:pt x="536506" y="1270208"/>
                  </a:lnTo>
                  <a:lnTo>
                    <a:pt x="557703" y="1270208"/>
                  </a:lnTo>
                  <a:lnTo>
                    <a:pt x="564071" y="1261731"/>
                  </a:lnTo>
                  <a:lnTo>
                    <a:pt x="564071" y="1244775"/>
                  </a:lnTo>
                  <a:lnTo>
                    <a:pt x="557703" y="1236581"/>
                  </a:lnTo>
                  <a:close/>
                </a:path>
                <a:path w="9542780" h="6570345">
                  <a:moveTo>
                    <a:pt x="557703" y="1280946"/>
                  </a:moveTo>
                  <a:lnTo>
                    <a:pt x="536506" y="1280946"/>
                  </a:lnTo>
                  <a:lnTo>
                    <a:pt x="530138" y="1287162"/>
                  </a:lnTo>
                  <a:lnTo>
                    <a:pt x="530138" y="1306379"/>
                  </a:lnTo>
                  <a:lnTo>
                    <a:pt x="536506" y="1314856"/>
                  </a:lnTo>
                  <a:lnTo>
                    <a:pt x="557703" y="1314856"/>
                  </a:lnTo>
                  <a:lnTo>
                    <a:pt x="564071" y="1306379"/>
                  </a:lnTo>
                  <a:lnTo>
                    <a:pt x="564071" y="1289423"/>
                  </a:lnTo>
                  <a:lnTo>
                    <a:pt x="557703" y="1280946"/>
                  </a:lnTo>
                  <a:close/>
                </a:path>
                <a:path w="9542780" h="6570345">
                  <a:moveTo>
                    <a:pt x="557703" y="1325312"/>
                  </a:moveTo>
                  <a:lnTo>
                    <a:pt x="536506" y="1325312"/>
                  </a:lnTo>
                  <a:lnTo>
                    <a:pt x="530138" y="1331810"/>
                  </a:lnTo>
                  <a:lnTo>
                    <a:pt x="530138" y="1350744"/>
                  </a:lnTo>
                  <a:lnTo>
                    <a:pt x="536506" y="1359221"/>
                  </a:lnTo>
                  <a:lnTo>
                    <a:pt x="557703" y="1359221"/>
                  </a:lnTo>
                  <a:lnTo>
                    <a:pt x="564071" y="1350744"/>
                  </a:lnTo>
                  <a:lnTo>
                    <a:pt x="564071" y="1333789"/>
                  </a:lnTo>
                  <a:lnTo>
                    <a:pt x="557703" y="1325312"/>
                  </a:lnTo>
                  <a:close/>
                </a:path>
                <a:path w="9542780" h="6570345">
                  <a:moveTo>
                    <a:pt x="557703" y="1367698"/>
                  </a:moveTo>
                  <a:lnTo>
                    <a:pt x="536506" y="1367698"/>
                  </a:lnTo>
                  <a:lnTo>
                    <a:pt x="530138" y="1376177"/>
                  </a:lnTo>
                  <a:lnTo>
                    <a:pt x="530138" y="1393131"/>
                  </a:lnTo>
                  <a:lnTo>
                    <a:pt x="536506" y="1401608"/>
                  </a:lnTo>
                  <a:lnTo>
                    <a:pt x="557703" y="1401608"/>
                  </a:lnTo>
                  <a:lnTo>
                    <a:pt x="564071" y="1395110"/>
                  </a:lnTo>
                  <a:lnTo>
                    <a:pt x="564071" y="1376177"/>
                  </a:lnTo>
                  <a:lnTo>
                    <a:pt x="557703" y="1367698"/>
                  </a:lnTo>
                  <a:close/>
                </a:path>
                <a:path w="9542780" h="6570345">
                  <a:moveTo>
                    <a:pt x="557703" y="1412064"/>
                  </a:moveTo>
                  <a:lnTo>
                    <a:pt x="536506" y="1412064"/>
                  </a:lnTo>
                  <a:lnTo>
                    <a:pt x="530138" y="1420541"/>
                  </a:lnTo>
                  <a:lnTo>
                    <a:pt x="530138" y="1437496"/>
                  </a:lnTo>
                  <a:lnTo>
                    <a:pt x="536506" y="1445975"/>
                  </a:lnTo>
                  <a:lnTo>
                    <a:pt x="557703" y="1445975"/>
                  </a:lnTo>
                  <a:lnTo>
                    <a:pt x="564071" y="1439757"/>
                  </a:lnTo>
                  <a:lnTo>
                    <a:pt x="564071" y="1420541"/>
                  </a:lnTo>
                  <a:lnTo>
                    <a:pt x="557703" y="1412064"/>
                  </a:lnTo>
                  <a:close/>
                </a:path>
                <a:path w="9542780" h="6570345">
                  <a:moveTo>
                    <a:pt x="557703" y="1456712"/>
                  </a:moveTo>
                  <a:lnTo>
                    <a:pt x="536506" y="1456712"/>
                  </a:lnTo>
                  <a:lnTo>
                    <a:pt x="530138" y="1465190"/>
                  </a:lnTo>
                  <a:lnTo>
                    <a:pt x="530138" y="1482144"/>
                  </a:lnTo>
                  <a:lnTo>
                    <a:pt x="536506" y="1490621"/>
                  </a:lnTo>
                  <a:lnTo>
                    <a:pt x="557703" y="1490621"/>
                  </a:lnTo>
                  <a:lnTo>
                    <a:pt x="564071" y="1482144"/>
                  </a:lnTo>
                  <a:lnTo>
                    <a:pt x="564071" y="1465190"/>
                  </a:lnTo>
                  <a:lnTo>
                    <a:pt x="557703" y="1456712"/>
                  </a:lnTo>
                  <a:close/>
                </a:path>
                <a:path w="9542780" h="6570345">
                  <a:moveTo>
                    <a:pt x="557703" y="1501077"/>
                  </a:moveTo>
                  <a:lnTo>
                    <a:pt x="536506" y="1501077"/>
                  </a:lnTo>
                  <a:lnTo>
                    <a:pt x="530138" y="1509555"/>
                  </a:lnTo>
                  <a:lnTo>
                    <a:pt x="530138" y="1526510"/>
                  </a:lnTo>
                  <a:lnTo>
                    <a:pt x="536506" y="1534988"/>
                  </a:lnTo>
                  <a:lnTo>
                    <a:pt x="557703" y="1534988"/>
                  </a:lnTo>
                  <a:lnTo>
                    <a:pt x="564071" y="1526510"/>
                  </a:lnTo>
                  <a:lnTo>
                    <a:pt x="564071" y="1509555"/>
                  </a:lnTo>
                  <a:lnTo>
                    <a:pt x="557703" y="1501077"/>
                  </a:lnTo>
                  <a:close/>
                </a:path>
                <a:path w="9542780" h="6570345">
                  <a:moveTo>
                    <a:pt x="557703" y="1545443"/>
                  </a:moveTo>
                  <a:lnTo>
                    <a:pt x="536506" y="1545443"/>
                  </a:lnTo>
                  <a:lnTo>
                    <a:pt x="530138" y="1553921"/>
                  </a:lnTo>
                  <a:lnTo>
                    <a:pt x="530138" y="1570875"/>
                  </a:lnTo>
                  <a:lnTo>
                    <a:pt x="536506" y="1579352"/>
                  </a:lnTo>
                  <a:lnTo>
                    <a:pt x="557703" y="1579352"/>
                  </a:lnTo>
                  <a:lnTo>
                    <a:pt x="564071" y="1570875"/>
                  </a:lnTo>
                  <a:lnTo>
                    <a:pt x="564071" y="1553921"/>
                  </a:lnTo>
                  <a:lnTo>
                    <a:pt x="557703" y="1545443"/>
                  </a:lnTo>
                  <a:close/>
                </a:path>
                <a:path w="9542780" h="6570345">
                  <a:moveTo>
                    <a:pt x="557703" y="1590092"/>
                  </a:moveTo>
                  <a:lnTo>
                    <a:pt x="536506" y="1590092"/>
                  </a:lnTo>
                  <a:lnTo>
                    <a:pt x="530138" y="1596308"/>
                  </a:lnTo>
                  <a:lnTo>
                    <a:pt x="530138" y="1615523"/>
                  </a:lnTo>
                  <a:lnTo>
                    <a:pt x="536506" y="1624001"/>
                  </a:lnTo>
                  <a:lnTo>
                    <a:pt x="557703" y="1624001"/>
                  </a:lnTo>
                  <a:lnTo>
                    <a:pt x="564071" y="1615523"/>
                  </a:lnTo>
                  <a:lnTo>
                    <a:pt x="564071" y="1598569"/>
                  </a:lnTo>
                  <a:lnTo>
                    <a:pt x="557703" y="1590092"/>
                  </a:lnTo>
                  <a:close/>
                </a:path>
                <a:path w="9542780" h="6570345">
                  <a:moveTo>
                    <a:pt x="557703" y="1634456"/>
                  </a:moveTo>
                  <a:lnTo>
                    <a:pt x="536506" y="1634456"/>
                  </a:lnTo>
                  <a:lnTo>
                    <a:pt x="530138" y="1640956"/>
                  </a:lnTo>
                  <a:lnTo>
                    <a:pt x="530138" y="1659888"/>
                  </a:lnTo>
                  <a:lnTo>
                    <a:pt x="536506" y="1668367"/>
                  </a:lnTo>
                  <a:lnTo>
                    <a:pt x="557703" y="1668367"/>
                  </a:lnTo>
                  <a:lnTo>
                    <a:pt x="564071" y="1659888"/>
                  </a:lnTo>
                  <a:lnTo>
                    <a:pt x="564071" y="1642934"/>
                  </a:lnTo>
                  <a:lnTo>
                    <a:pt x="557703" y="1634456"/>
                  </a:lnTo>
                  <a:close/>
                </a:path>
                <a:path w="9542780" h="6570345">
                  <a:moveTo>
                    <a:pt x="557703" y="1676844"/>
                  </a:moveTo>
                  <a:lnTo>
                    <a:pt x="536506" y="1676844"/>
                  </a:lnTo>
                  <a:lnTo>
                    <a:pt x="530138" y="1685321"/>
                  </a:lnTo>
                  <a:lnTo>
                    <a:pt x="530138" y="1702276"/>
                  </a:lnTo>
                  <a:lnTo>
                    <a:pt x="536506" y="1710754"/>
                  </a:lnTo>
                  <a:lnTo>
                    <a:pt x="557703" y="1710754"/>
                  </a:lnTo>
                  <a:lnTo>
                    <a:pt x="564071" y="1704254"/>
                  </a:lnTo>
                  <a:lnTo>
                    <a:pt x="564071" y="1685321"/>
                  </a:lnTo>
                  <a:lnTo>
                    <a:pt x="557703" y="1676844"/>
                  </a:lnTo>
                  <a:close/>
                </a:path>
                <a:path w="9542780" h="6570345">
                  <a:moveTo>
                    <a:pt x="557703" y="1721209"/>
                  </a:moveTo>
                  <a:lnTo>
                    <a:pt x="536506" y="1721209"/>
                  </a:lnTo>
                  <a:lnTo>
                    <a:pt x="530138" y="1729686"/>
                  </a:lnTo>
                  <a:lnTo>
                    <a:pt x="530138" y="1746642"/>
                  </a:lnTo>
                  <a:lnTo>
                    <a:pt x="536506" y="1755119"/>
                  </a:lnTo>
                  <a:lnTo>
                    <a:pt x="557703" y="1755119"/>
                  </a:lnTo>
                  <a:lnTo>
                    <a:pt x="564071" y="1748903"/>
                  </a:lnTo>
                  <a:lnTo>
                    <a:pt x="564071" y="1729686"/>
                  </a:lnTo>
                  <a:lnTo>
                    <a:pt x="557703" y="1721209"/>
                  </a:lnTo>
                  <a:close/>
                </a:path>
                <a:path w="9542780" h="6570345">
                  <a:moveTo>
                    <a:pt x="557703" y="1765857"/>
                  </a:moveTo>
                  <a:lnTo>
                    <a:pt x="536506" y="1765857"/>
                  </a:lnTo>
                  <a:lnTo>
                    <a:pt x="530138" y="1774334"/>
                  </a:lnTo>
                  <a:lnTo>
                    <a:pt x="530138" y="1791290"/>
                  </a:lnTo>
                  <a:lnTo>
                    <a:pt x="536506" y="1799767"/>
                  </a:lnTo>
                  <a:lnTo>
                    <a:pt x="557703" y="1799767"/>
                  </a:lnTo>
                  <a:lnTo>
                    <a:pt x="564071" y="1791290"/>
                  </a:lnTo>
                  <a:lnTo>
                    <a:pt x="564071" y="1774334"/>
                  </a:lnTo>
                  <a:lnTo>
                    <a:pt x="557703" y="1765857"/>
                  </a:lnTo>
                  <a:close/>
                </a:path>
                <a:path w="9542780" h="6570345">
                  <a:moveTo>
                    <a:pt x="557703" y="1810223"/>
                  </a:moveTo>
                  <a:lnTo>
                    <a:pt x="536506" y="1810223"/>
                  </a:lnTo>
                  <a:lnTo>
                    <a:pt x="530138" y="1818700"/>
                  </a:lnTo>
                  <a:lnTo>
                    <a:pt x="530138" y="1835655"/>
                  </a:lnTo>
                  <a:lnTo>
                    <a:pt x="536506" y="1844132"/>
                  </a:lnTo>
                  <a:lnTo>
                    <a:pt x="557703" y="1844132"/>
                  </a:lnTo>
                  <a:lnTo>
                    <a:pt x="564071" y="1835655"/>
                  </a:lnTo>
                  <a:lnTo>
                    <a:pt x="564071" y="1818700"/>
                  </a:lnTo>
                  <a:lnTo>
                    <a:pt x="557703" y="1810223"/>
                  </a:lnTo>
                  <a:close/>
                </a:path>
                <a:path w="9542780" h="6570345">
                  <a:moveTo>
                    <a:pt x="557703" y="1854588"/>
                  </a:moveTo>
                  <a:lnTo>
                    <a:pt x="536506" y="1854588"/>
                  </a:lnTo>
                  <a:lnTo>
                    <a:pt x="530138" y="1863065"/>
                  </a:lnTo>
                  <a:lnTo>
                    <a:pt x="530138" y="1880020"/>
                  </a:lnTo>
                  <a:lnTo>
                    <a:pt x="536506" y="1888498"/>
                  </a:lnTo>
                  <a:lnTo>
                    <a:pt x="557703" y="1888498"/>
                  </a:lnTo>
                  <a:lnTo>
                    <a:pt x="564071" y="1880020"/>
                  </a:lnTo>
                  <a:lnTo>
                    <a:pt x="564071" y="1863065"/>
                  </a:lnTo>
                  <a:lnTo>
                    <a:pt x="557703" y="1854588"/>
                  </a:lnTo>
                  <a:close/>
                </a:path>
                <a:path w="9542780" h="6570345">
                  <a:moveTo>
                    <a:pt x="557703" y="1899236"/>
                  </a:moveTo>
                  <a:lnTo>
                    <a:pt x="536506" y="1899236"/>
                  </a:lnTo>
                  <a:lnTo>
                    <a:pt x="530138" y="1905453"/>
                  </a:lnTo>
                  <a:lnTo>
                    <a:pt x="530138" y="1924668"/>
                  </a:lnTo>
                  <a:lnTo>
                    <a:pt x="536506" y="1933147"/>
                  </a:lnTo>
                  <a:lnTo>
                    <a:pt x="557703" y="1933147"/>
                  </a:lnTo>
                  <a:lnTo>
                    <a:pt x="564071" y="1924668"/>
                  </a:lnTo>
                  <a:lnTo>
                    <a:pt x="564071" y="1907713"/>
                  </a:lnTo>
                  <a:lnTo>
                    <a:pt x="557703" y="1899236"/>
                  </a:lnTo>
                  <a:close/>
                </a:path>
                <a:path w="9542780" h="6570345">
                  <a:moveTo>
                    <a:pt x="557703" y="1943601"/>
                  </a:moveTo>
                  <a:lnTo>
                    <a:pt x="536506" y="1943601"/>
                  </a:lnTo>
                  <a:lnTo>
                    <a:pt x="530138" y="1950101"/>
                  </a:lnTo>
                  <a:lnTo>
                    <a:pt x="530138" y="1971295"/>
                  </a:lnTo>
                  <a:lnTo>
                    <a:pt x="536506" y="1977511"/>
                  </a:lnTo>
                  <a:lnTo>
                    <a:pt x="557703" y="1977511"/>
                  </a:lnTo>
                  <a:lnTo>
                    <a:pt x="564071" y="1969034"/>
                  </a:lnTo>
                  <a:lnTo>
                    <a:pt x="564071" y="1952078"/>
                  </a:lnTo>
                  <a:lnTo>
                    <a:pt x="557703" y="1943601"/>
                  </a:lnTo>
                  <a:close/>
                </a:path>
                <a:path w="9542780" h="6570345">
                  <a:moveTo>
                    <a:pt x="557703" y="1985989"/>
                  </a:moveTo>
                  <a:lnTo>
                    <a:pt x="536506" y="1985989"/>
                  </a:lnTo>
                  <a:lnTo>
                    <a:pt x="530138" y="1994466"/>
                  </a:lnTo>
                  <a:lnTo>
                    <a:pt x="530138" y="2011422"/>
                  </a:lnTo>
                  <a:lnTo>
                    <a:pt x="536506" y="2019899"/>
                  </a:lnTo>
                  <a:lnTo>
                    <a:pt x="557703" y="2019899"/>
                  </a:lnTo>
                  <a:lnTo>
                    <a:pt x="564071" y="2013399"/>
                  </a:lnTo>
                  <a:lnTo>
                    <a:pt x="564071" y="1994466"/>
                  </a:lnTo>
                  <a:lnTo>
                    <a:pt x="557703" y="1985989"/>
                  </a:lnTo>
                  <a:close/>
                </a:path>
                <a:path w="9542780" h="6570345">
                  <a:moveTo>
                    <a:pt x="557703" y="2030355"/>
                  </a:moveTo>
                  <a:lnTo>
                    <a:pt x="536506" y="2030355"/>
                  </a:lnTo>
                  <a:lnTo>
                    <a:pt x="530138" y="2038832"/>
                  </a:lnTo>
                  <a:lnTo>
                    <a:pt x="530138" y="2055787"/>
                  </a:lnTo>
                  <a:lnTo>
                    <a:pt x="536506" y="2064264"/>
                  </a:lnTo>
                  <a:lnTo>
                    <a:pt x="557703" y="2064264"/>
                  </a:lnTo>
                  <a:lnTo>
                    <a:pt x="564071" y="2058047"/>
                  </a:lnTo>
                  <a:lnTo>
                    <a:pt x="564071" y="2038832"/>
                  </a:lnTo>
                  <a:lnTo>
                    <a:pt x="557703" y="2030355"/>
                  </a:lnTo>
                  <a:close/>
                </a:path>
                <a:path w="9542780" h="6570345">
                  <a:moveTo>
                    <a:pt x="557703" y="2075003"/>
                  </a:moveTo>
                  <a:lnTo>
                    <a:pt x="536506" y="2075003"/>
                  </a:lnTo>
                  <a:lnTo>
                    <a:pt x="530138" y="2083480"/>
                  </a:lnTo>
                  <a:lnTo>
                    <a:pt x="530138" y="2100435"/>
                  </a:lnTo>
                  <a:lnTo>
                    <a:pt x="536506" y="2108912"/>
                  </a:lnTo>
                  <a:lnTo>
                    <a:pt x="557703" y="2108912"/>
                  </a:lnTo>
                  <a:lnTo>
                    <a:pt x="564071" y="2100435"/>
                  </a:lnTo>
                  <a:lnTo>
                    <a:pt x="564071" y="2083480"/>
                  </a:lnTo>
                  <a:lnTo>
                    <a:pt x="557703" y="2075003"/>
                  </a:lnTo>
                  <a:close/>
                </a:path>
                <a:path w="9542780" h="6570345">
                  <a:moveTo>
                    <a:pt x="557703" y="2119368"/>
                  </a:moveTo>
                  <a:lnTo>
                    <a:pt x="536506" y="2119368"/>
                  </a:lnTo>
                  <a:lnTo>
                    <a:pt x="530138" y="2125585"/>
                  </a:lnTo>
                  <a:lnTo>
                    <a:pt x="530138" y="2144800"/>
                  </a:lnTo>
                  <a:lnTo>
                    <a:pt x="536506" y="2153278"/>
                  </a:lnTo>
                  <a:lnTo>
                    <a:pt x="557703" y="2153278"/>
                  </a:lnTo>
                  <a:lnTo>
                    <a:pt x="564071" y="2144800"/>
                  </a:lnTo>
                  <a:lnTo>
                    <a:pt x="564071" y="2127845"/>
                  </a:lnTo>
                  <a:lnTo>
                    <a:pt x="557703" y="2119368"/>
                  </a:lnTo>
                  <a:close/>
                </a:path>
                <a:path w="9542780" h="6570345">
                  <a:moveTo>
                    <a:pt x="557703" y="3840746"/>
                  </a:moveTo>
                  <a:lnTo>
                    <a:pt x="536506" y="3840746"/>
                  </a:lnTo>
                  <a:lnTo>
                    <a:pt x="530138" y="3847105"/>
                  </a:lnTo>
                  <a:lnTo>
                    <a:pt x="530138" y="3866151"/>
                  </a:lnTo>
                  <a:lnTo>
                    <a:pt x="536506" y="3874629"/>
                  </a:lnTo>
                  <a:lnTo>
                    <a:pt x="557703" y="3874629"/>
                  </a:lnTo>
                  <a:lnTo>
                    <a:pt x="564071" y="3868270"/>
                  </a:lnTo>
                  <a:lnTo>
                    <a:pt x="564071" y="3849223"/>
                  </a:lnTo>
                  <a:lnTo>
                    <a:pt x="557703" y="3840746"/>
                  </a:lnTo>
                  <a:close/>
                </a:path>
                <a:path w="9542780" h="6570345">
                  <a:moveTo>
                    <a:pt x="557703" y="3885225"/>
                  </a:moveTo>
                  <a:lnTo>
                    <a:pt x="536506" y="3885225"/>
                  </a:lnTo>
                  <a:lnTo>
                    <a:pt x="530138" y="3891555"/>
                  </a:lnTo>
                  <a:lnTo>
                    <a:pt x="530138" y="3910629"/>
                  </a:lnTo>
                  <a:lnTo>
                    <a:pt x="536506" y="3919079"/>
                  </a:lnTo>
                  <a:lnTo>
                    <a:pt x="557703" y="3919079"/>
                  </a:lnTo>
                  <a:lnTo>
                    <a:pt x="564071" y="3912749"/>
                  </a:lnTo>
                  <a:lnTo>
                    <a:pt x="564071" y="3893675"/>
                  </a:lnTo>
                  <a:lnTo>
                    <a:pt x="557703" y="3885225"/>
                  </a:lnTo>
                  <a:close/>
                </a:path>
                <a:path w="9542780" h="6570345">
                  <a:moveTo>
                    <a:pt x="557703" y="3929675"/>
                  </a:moveTo>
                  <a:lnTo>
                    <a:pt x="536506" y="3929675"/>
                  </a:lnTo>
                  <a:lnTo>
                    <a:pt x="530138" y="3938153"/>
                  </a:lnTo>
                  <a:lnTo>
                    <a:pt x="530138" y="3955079"/>
                  </a:lnTo>
                  <a:lnTo>
                    <a:pt x="536506" y="3963556"/>
                  </a:lnTo>
                  <a:lnTo>
                    <a:pt x="557703" y="3963556"/>
                  </a:lnTo>
                  <a:lnTo>
                    <a:pt x="564071" y="3955079"/>
                  </a:lnTo>
                  <a:lnTo>
                    <a:pt x="564071" y="3938153"/>
                  </a:lnTo>
                  <a:lnTo>
                    <a:pt x="557703" y="3929675"/>
                  </a:lnTo>
                  <a:close/>
                </a:path>
                <a:path w="9542780" h="6570345">
                  <a:moveTo>
                    <a:pt x="557703" y="3974125"/>
                  </a:moveTo>
                  <a:lnTo>
                    <a:pt x="536506" y="3974125"/>
                  </a:lnTo>
                  <a:lnTo>
                    <a:pt x="530138" y="3980483"/>
                  </a:lnTo>
                  <a:lnTo>
                    <a:pt x="530138" y="3999558"/>
                  </a:lnTo>
                  <a:lnTo>
                    <a:pt x="536506" y="4008006"/>
                  </a:lnTo>
                  <a:lnTo>
                    <a:pt x="557703" y="4008006"/>
                  </a:lnTo>
                  <a:lnTo>
                    <a:pt x="564071" y="3999558"/>
                  </a:lnTo>
                  <a:lnTo>
                    <a:pt x="564071" y="3982603"/>
                  </a:lnTo>
                  <a:lnTo>
                    <a:pt x="557703" y="3974125"/>
                  </a:lnTo>
                  <a:close/>
                </a:path>
                <a:path w="9542780" h="6570345">
                  <a:moveTo>
                    <a:pt x="513157" y="309145"/>
                  </a:moveTo>
                  <a:lnTo>
                    <a:pt x="494083" y="309145"/>
                  </a:lnTo>
                  <a:lnTo>
                    <a:pt x="485592" y="315362"/>
                  </a:lnTo>
                  <a:lnTo>
                    <a:pt x="485592" y="334577"/>
                  </a:lnTo>
                  <a:lnTo>
                    <a:pt x="491959" y="343054"/>
                  </a:lnTo>
                  <a:lnTo>
                    <a:pt x="513157" y="343054"/>
                  </a:lnTo>
                  <a:lnTo>
                    <a:pt x="519525" y="334577"/>
                  </a:lnTo>
                  <a:lnTo>
                    <a:pt x="519525" y="317623"/>
                  </a:lnTo>
                  <a:lnTo>
                    <a:pt x="513157" y="309145"/>
                  </a:lnTo>
                  <a:close/>
                </a:path>
                <a:path w="9542780" h="6570345">
                  <a:moveTo>
                    <a:pt x="513157" y="353510"/>
                  </a:moveTo>
                  <a:lnTo>
                    <a:pt x="494083" y="353510"/>
                  </a:lnTo>
                  <a:lnTo>
                    <a:pt x="485592" y="360010"/>
                  </a:lnTo>
                  <a:lnTo>
                    <a:pt x="485592" y="378943"/>
                  </a:lnTo>
                  <a:lnTo>
                    <a:pt x="491959" y="387421"/>
                  </a:lnTo>
                  <a:lnTo>
                    <a:pt x="502573" y="387421"/>
                  </a:lnTo>
                  <a:lnTo>
                    <a:pt x="513157" y="385160"/>
                  </a:lnTo>
                  <a:lnTo>
                    <a:pt x="519525" y="378943"/>
                  </a:lnTo>
                  <a:lnTo>
                    <a:pt x="519525" y="361988"/>
                  </a:lnTo>
                  <a:lnTo>
                    <a:pt x="513157" y="353510"/>
                  </a:lnTo>
                  <a:close/>
                </a:path>
                <a:path w="9542780" h="6570345">
                  <a:moveTo>
                    <a:pt x="513157" y="397877"/>
                  </a:moveTo>
                  <a:lnTo>
                    <a:pt x="494083" y="397877"/>
                  </a:lnTo>
                  <a:lnTo>
                    <a:pt x="485592" y="404375"/>
                  </a:lnTo>
                  <a:lnTo>
                    <a:pt x="485592" y="425569"/>
                  </a:lnTo>
                  <a:lnTo>
                    <a:pt x="491959" y="431786"/>
                  </a:lnTo>
                  <a:lnTo>
                    <a:pt x="502573" y="431786"/>
                  </a:lnTo>
                  <a:lnTo>
                    <a:pt x="513157" y="429808"/>
                  </a:lnTo>
                  <a:lnTo>
                    <a:pt x="519525" y="423308"/>
                  </a:lnTo>
                  <a:lnTo>
                    <a:pt x="519525" y="406354"/>
                  </a:lnTo>
                  <a:lnTo>
                    <a:pt x="513157" y="397877"/>
                  </a:lnTo>
                  <a:close/>
                </a:path>
                <a:path w="9542780" h="6570345">
                  <a:moveTo>
                    <a:pt x="513157" y="440263"/>
                  </a:moveTo>
                  <a:lnTo>
                    <a:pt x="494083" y="440263"/>
                  </a:lnTo>
                  <a:lnTo>
                    <a:pt x="485592" y="446763"/>
                  </a:lnTo>
                  <a:lnTo>
                    <a:pt x="485592" y="465696"/>
                  </a:lnTo>
                  <a:lnTo>
                    <a:pt x="491959" y="474173"/>
                  </a:lnTo>
                  <a:lnTo>
                    <a:pt x="513157" y="474173"/>
                  </a:lnTo>
                  <a:lnTo>
                    <a:pt x="519525" y="467956"/>
                  </a:lnTo>
                  <a:lnTo>
                    <a:pt x="519525" y="448741"/>
                  </a:lnTo>
                  <a:lnTo>
                    <a:pt x="513157" y="440263"/>
                  </a:lnTo>
                  <a:close/>
                </a:path>
                <a:path w="9542780" h="6570345">
                  <a:moveTo>
                    <a:pt x="513157" y="484911"/>
                  </a:moveTo>
                  <a:lnTo>
                    <a:pt x="494083" y="484911"/>
                  </a:lnTo>
                  <a:lnTo>
                    <a:pt x="485592" y="491128"/>
                  </a:lnTo>
                  <a:lnTo>
                    <a:pt x="485592" y="510344"/>
                  </a:lnTo>
                  <a:lnTo>
                    <a:pt x="491959" y="518539"/>
                  </a:lnTo>
                  <a:lnTo>
                    <a:pt x="513157" y="518539"/>
                  </a:lnTo>
                  <a:lnTo>
                    <a:pt x="519525" y="512321"/>
                  </a:lnTo>
                  <a:lnTo>
                    <a:pt x="519525" y="493389"/>
                  </a:lnTo>
                  <a:lnTo>
                    <a:pt x="513157" y="484911"/>
                  </a:lnTo>
                  <a:close/>
                </a:path>
                <a:path w="9542780" h="6570345">
                  <a:moveTo>
                    <a:pt x="513157" y="529277"/>
                  </a:moveTo>
                  <a:lnTo>
                    <a:pt x="494083" y="529277"/>
                  </a:lnTo>
                  <a:lnTo>
                    <a:pt x="485592" y="535494"/>
                  </a:lnTo>
                  <a:lnTo>
                    <a:pt x="485592" y="556687"/>
                  </a:lnTo>
                  <a:lnTo>
                    <a:pt x="491959" y="563186"/>
                  </a:lnTo>
                  <a:lnTo>
                    <a:pt x="513157" y="563186"/>
                  </a:lnTo>
                  <a:lnTo>
                    <a:pt x="519525" y="554709"/>
                  </a:lnTo>
                  <a:lnTo>
                    <a:pt x="519525" y="537754"/>
                  </a:lnTo>
                  <a:lnTo>
                    <a:pt x="513157" y="529277"/>
                  </a:lnTo>
                  <a:close/>
                </a:path>
                <a:path w="9542780" h="6570345">
                  <a:moveTo>
                    <a:pt x="513157" y="573642"/>
                  </a:moveTo>
                  <a:lnTo>
                    <a:pt x="494083" y="573642"/>
                  </a:lnTo>
                  <a:lnTo>
                    <a:pt x="485592" y="580142"/>
                  </a:lnTo>
                  <a:lnTo>
                    <a:pt x="485592" y="599075"/>
                  </a:lnTo>
                  <a:lnTo>
                    <a:pt x="491959" y="607552"/>
                  </a:lnTo>
                  <a:lnTo>
                    <a:pt x="513157" y="607552"/>
                  </a:lnTo>
                  <a:lnTo>
                    <a:pt x="519525" y="599075"/>
                  </a:lnTo>
                  <a:lnTo>
                    <a:pt x="519525" y="582119"/>
                  </a:lnTo>
                  <a:lnTo>
                    <a:pt x="513157" y="573642"/>
                  </a:lnTo>
                  <a:close/>
                </a:path>
                <a:path w="9542780" h="6570345">
                  <a:moveTo>
                    <a:pt x="513157" y="618290"/>
                  </a:moveTo>
                  <a:lnTo>
                    <a:pt x="494083" y="618290"/>
                  </a:lnTo>
                  <a:lnTo>
                    <a:pt x="485592" y="624507"/>
                  </a:lnTo>
                  <a:lnTo>
                    <a:pt x="485592" y="643723"/>
                  </a:lnTo>
                  <a:lnTo>
                    <a:pt x="491959" y="652200"/>
                  </a:lnTo>
                  <a:lnTo>
                    <a:pt x="513157" y="652200"/>
                  </a:lnTo>
                  <a:lnTo>
                    <a:pt x="519525" y="643723"/>
                  </a:lnTo>
                  <a:lnTo>
                    <a:pt x="519525" y="626767"/>
                  </a:lnTo>
                  <a:lnTo>
                    <a:pt x="513157" y="618290"/>
                  </a:lnTo>
                  <a:close/>
                </a:path>
                <a:path w="9542780" h="6570345">
                  <a:moveTo>
                    <a:pt x="513157" y="662655"/>
                  </a:moveTo>
                  <a:lnTo>
                    <a:pt x="494083" y="662655"/>
                  </a:lnTo>
                  <a:lnTo>
                    <a:pt x="485592" y="668873"/>
                  </a:lnTo>
                  <a:lnTo>
                    <a:pt x="485592" y="688088"/>
                  </a:lnTo>
                  <a:lnTo>
                    <a:pt x="491959" y="696565"/>
                  </a:lnTo>
                  <a:lnTo>
                    <a:pt x="502573" y="696565"/>
                  </a:lnTo>
                  <a:lnTo>
                    <a:pt x="513157" y="694305"/>
                  </a:lnTo>
                  <a:lnTo>
                    <a:pt x="519525" y="688088"/>
                  </a:lnTo>
                  <a:lnTo>
                    <a:pt x="519525" y="671134"/>
                  </a:lnTo>
                  <a:lnTo>
                    <a:pt x="513157" y="662655"/>
                  </a:lnTo>
                  <a:close/>
                </a:path>
                <a:path w="9542780" h="6570345">
                  <a:moveTo>
                    <a:pt x="513157" y="707021"/>
                  </a:moveTo>
                  <a:lnTo>
                    <a:pt x="494083" y="707021"/>
                  </a:lnTo>
                  <a:lnTo>
                    <a:pt x="485592" y="713521"/>
                  </a:lnTo>
                  <a:lnTo>
                    <a:pt x="485592" y="732453"/>
                  </a:lnTo>
                  <a:lnTo>
                    <a:pt x="491959" y="740931"/>
                  </a:lnTo>
                  <a:lnTo>
                    <a:pt x="502573" y="740931"/>
                  </a:lnTo>
                  <a:lnTo>
                    <a:pt x="513157" y="738953"/>
                  </a:lnTo>
                  <a:lnTo>
                    <a:pt x="519525" y="732453"/>
                  </a:lnTo>
                  <a:lnTo>
                    <a:pt x="519525" y="715498"/>
                  </a:lnTo>
                  <a:lnTo>
                    <a:pt x="513157" y="707021"/>
                  </a:lnTo>
                  <a:close/>
                </a:path>
                <a:path w="9542780" h="6570345">
                  <a:moveTo>
                    <a:pt x="513157" y="749409"/>
                  </a:moveTo>
                  <a:lnTo>
                    <a:pt x="494083" y="749409"/>
                  </a:lnTo>
                  <a:lnTo>
                    <a:pt x="485592" y="755907"/>
                  </a:lnTo>
                  <a:lnTo>
                    <a:pt x="485592" y="774840"/>
                  </a:lnTo>
                  <a:lnTo>
                    <a:pt x="491959" y="783318"/>
                  </a:lnTo>
                  <a:lnTo>
                    <a:pt x="513157" y="783318"/>
                  </a:lnTo>
                  <a:lnTo>
                    <a:pt x="519525" y="777101"/>
                  </a:lnTo>
                  <a:lnTo>
                    <a:pt x="519525" y="757886"/>
                  </a:lnTo>
                  <a:lnTo>
                    <a:pt x="513157" y="749409"/>
                  </a:lnTo>
                  <a:close/>
                </a:path>
                <a:path w="9542780" h="6570345">
                  <a:moveTo>
                    <a:pt x="513157" y="794057"/>
                  </a:moveTo>
                  <a:lnTo>
                    <a:pt x="494083" y="794057"/>
                  </a:lnTo>
                  <a:lnTo>
                    <a:pt x="485592" y="800273"/>
                  </a:lnTo>
                  <a:lnTo>
                    <a:pt x="485592" y="821467"/>
                  </a:lnTo>
                  <a:lnTo>
                    <a:pt x="491959" y="827684"/>
                  </a:lnTo>
                  <a:lnTo>
                    <a:pt x="513157" y="827684"/>
                  </a:lnTo>
                  <a:lnTo>
                    <a:pt x="519525" y="821467"/>
                  </a:lnTo>
                  <a:lnTo>
                    <a:pt x="519525" y="802534"/>
                  </a:lnTo>
                  <a:lnTo>
                    <a:pt x="513157" y="794057"/>
                  </a:lnTo>
                  <a:close/>
                </a:path>
                <a:path w="9542780" h="6570345">
                  <a:moveTo>
                    <a:pt x="513157" y="838422"/>
                  </a:moveTo>
                  <a:lnTo>
                    <a:pt x="494083" y="838422"/>
                  </a:lnTo>
                  <a:lnTo>
                    <a:pt x="485592" y="844638"/>
                  </a:lnTo>
                  <a:lnTo>
                    <a:pt x="485592" y="863855"/>
                  </a:lnTo>
                  <a:lnTo>
                    <a:pt x="491959" y="872332"/>
                  </a:lnTo>
                  <a:lnTo>
                    <a:pt x="513157" y="872332"/>
                  </a:lnTo>
                  <a:lnTo>
                    <a:pt x="519525" y="863855"/>
                  </a:lnTo>
                  <a:lnTo>
                    <a:pt x="519525" y="846899"/>
                  </a:lnTo>
                  <a:lnTo>
                    <a:pt x="513157" y="838422"/>
                  </a:lnTo>
                  <a:close/>
                </a:path>
                <a:path w="9542780" h="6570345">
                  <a:moveTo>
                    <a:pt x="513157" y="882788"/>
                  </a:moveTo>
                  <a:lnTo>
                    <a:pt x="494083" y="882788"/>
                  </a:lnTo>
                  <a:lnTo>
                    <a:pt x="485592" y="889287"/>
                  </a:lnTo>
                  <a:lnTo>
                    <a:pt x="485592" y="908220"/>
                  </a:lnTo>
                  <a:lnTo>
                    <a:pt x="491959" y="916697"/>
                  </a:lnTo>
                  <a:lnTo>
                    <a:pt x="513157" y="916697"/>
                  </a:lnTo>
                  <a:lnTo>
                    <a:pt x="519525" y="908220"/>
                  </a:lnTo>
                  <a:lnTo>
                    <a:pt x="519525" y="891265"/>
                  </a:lnTo>
                  <a:lnTo>
                    <a:pt x="513157" y="882788"/>
                  </a:lnTo>
                  <a:close/>
                </a:path>
                <a:path w="9542780" h="6570345">
                  <a:moveTo>
                    <a:pt x="513157" y="927435"/>
                  </a:moveTo>
                  <a:lnTo>
                    <a:pt x="494083" y="927435"/>
                  </a:lnTo>
                  <a:lnTo>
                    <a:pt x="485592" y="933653"/>
                  </a:lnTo>
                  <a:lnTo>
                    <a:pt x="485592" y="954845"/>
                  </a:lnTo>
                  <a:lnTo>
                    <a:pt x="491959" y="961063"/>
                  </a:lnTo>
                  <a:lnTo>
                    <a:pt x="513157" y="961063"/>
                  </a:lnTo>
                  <a:lnTo>
                    <a:pt x="519525" y="952585"/>
                  </a:lnTo>
                  <a:lnTo>
                    <a:pt x="519525" y="935913"/>
                  </a:lnTo>
                  <a:lnTo>
                    <a:pt x="513157" y="927435"/>
                  </a:lnTo>
                  <a:close/>
                </a:path>
                <a:path w="9542780" h="6570345">
                  <a:moveTo>
                    <a:pt x="513157" y="971801"/>
                  </a:moveTo>
                  <a:lnTo>
                    <a:pt x="494083" y="971801"/>
                  </a:lnTo>
                  <a:lnTo>
                    <a:pt x="485592" y="978018"/>
                  </a:lnTo>
                  <a:lnTo>
                    <a:pt x="485592" y="997233"/>
                  </a:lnTo>
                  <a:lnTo>
                    <a:pt x="491959" y="1005711"/>
                  </a:lnTo>
                  <a:lnTo>
                    <a:pt x="502573" y="1005711"/>
                  </a:lnTo>
                  <a:lnTo>
                    <a:pt x="513157" y="1003449"/>
                  </a:lnTo>
                  <a:lnTo>
                    <a:pt x="519525" y="997233"/>
                  </a:lnTo>
                  <a:lnTo>
                    <a:pt x="519525" y="980278"/>
                  </a:lnTo>
                  <a:lnTo>
                    <a:pt x="513157" y="971801"/>
                  </a:lnTo>
                  <a:close/>
                </a:path>
                <a:path w="9542780" h="6570345">
                  <a:moveTo>
                    <a:pt x="513157" y="1016166"/>
                  </a:moveTo>
                  <a:lnTo>
                    <a:pt x="494083" y="1016166"/>
                  </a:lnTo>
                  <a:lnTo>
                    <a:pt x="485592" y="1022666"/>
                  </a:lnTo>
                  <a:lnTo>
                    <a:pt x="485592" y="1041599"/>
                  </a:lnTo>
                  <a:lnTo>
                    <a:pt x="491959" y="1050076"/>
                  </a:lnTo>
                  <a:lnTo>
                    <a:pt x="502573" y="1050076"/>
                  </a:lnTo>
                  <a:lnTo>
                    <a:pt x="513157" y="1048097"/>
                  </a:lnTo>
                  <a:lnTo>
                    <a:pt x="519525" y="1041599"/>
                  </a:lnTo>
                  <a:lnTo>
                    <a:pt x="519525" y="1024643"/>
                  </a:lnTo>
                  <a:lnTo>
                    <a:pt x="513157" y="1016166"/>
                  </a:lnTo>
                  <a:close/>
                </a:path>
                <a:path w="9542780" h="6570345">
                  <a:moveTo>
                    <a:pt x="513157" y="1058553"/>
                  </a:moveTo>
                  <a:lnTo>
                    <a:pt x="494083" y="1058553"/>
                  </a:lnTo>
                  <a:lnTo>
                    <a:pt x="485592" y="1065053"/>
                  </a:lnTo>
                  <a:lnTo>
                    <a:pt x="485592" y="1086247"/>
                  </a:lnTo>
                  <a:lnTo>
                    <a:pt x="491959" y="1092464"/>
                  </a:lnTo>
                  <a:lnTo>
                    <a:pt x="513157" y="1092464"/>
                  </a:lnTo>
                  <a:lnTo>
                    <a:pt x="519525" y="1086247"/>
                  </a:lnTo>
                  <a:lnTo>
                    <a:pt x="519525" y="1067031"/>
                  </a:lnTo>
                  <a:lnTo>
                    <a:pt x="513157" y="1058553"/>
                  </a:lnTo>
                  <a:close/>
                </a:path>
                <a:path w="9542780" h="6570345">
                  <a:moveTo>
                    <a:pt x="513157" y="1102920"/>
                  </a:moveTo>
                  <a:lnTo>
                    <a:pt x="494083" y="1102920"/>
                  </a:lnTo>
                  <a:lnTo>
                    <a:pt x="485592" y="1109418"/>
                  </a:lnTo>
                  <a:lnTo>
                    <a:pt x="485592" y="1128351"/>
                  </a:lnTo>
                  <a:lnTo>
                    <a:pt x="491959" y="1136829"/>
                  </a:lnTo>
                  <a:lnTo>
                    <a:pt x="513157" y="1136829"/>
                  </a:lnTo>
                  <a:lnTo>
                    <a:pt x="519525" y="1130612"/>
                  </a:lnTo>
                  <a:lnTo>
                    <a:pt x="519525" y="1111397"/>
                  </a:lnTo>
                  <a:lnTo>
                    <a:pt x="513157" y="1102920"/>
                  </a:lnTo>
                  <a:close/>
                </a:path>
                <a:path w="9542780" h="6570345">
                  <a:moveTo>
                    <a:pt x="513157" y="1147566"/>
                  </a:moveTo>
                  <a:lnTo>
                    <a:pt x="494083" y="1147566"/>
                  </a:lnTo>
                  <a:lnTo>
                    <a:pt x="485592" y="1153784"/>
                  </a:lnTo>
                  <a:lnTo>
                    <a:pt x="485592" y="1172999"/>
                  </a:lnTo>
                  <a:lnTo>
                    <a:pt x="491959" y="1181477"/>
                  </a:lnTo>
                  <a:lnTo>
                    <a:pt x="513157" y="1181477"/>
                  </a:lnTo>
                  <a:lnTo>
                    <a:pt x="519525" y="1172999"/>
                  </a:lnTo>
                  <a:lnTo>
                    <a:pt x="519525" y="1156045"/>
                  </a:lnTo>
                  <a:lnTo>
                    <a:pt x="513157" y="1147566"/>
                  </a:lnTo>
                  <a:close/>
                </a:path>
                <a:path w="9542780" h="6570345">
                  <a:moveTo>
                    <a:pt x="513157" y="1191933"/>
                  </a:moveTo>
                  <a:lnTo>
                    <a:pt x="494083" y="1191933"/>
                  </a:lnTo>
                  <a:lnTo>
                    <a:pt x="485592" y="1198431"/>
                  </a:lnTo>
                  <a:lnTo>
                    <a:pt x="485592" y="1217364"/>
                  </a:lnTo>
                  <a:lnTo>
                    <a:pt x="491959" y="1225843"/>
                  </a:lnTo>
                  <a:lnTo>
                    <a:pt x="513157" y="1225843"/>
                  </a:lnTo>
                  <a:lnTo>
                    <a:pt x="519525" y="1217364"/>
                  </a:lnTo>
                  <a:lnTo>
                    <a:pt x="519525" y="1200410"/>
                  </a:lnTo>
                  <a:lnTo>
                    <a:pt x="513157" y="1191933"/>
                  </a:lnTo>
                  <a:close/>
                </a:path>
                <a:path w="9542780" h="6570345">
                  <a:moveTo>
                    <a:pt x="513157" y="1236581"/>
                  </a:moveTo>
                  <a:lnTo>
                    <a:pt x="494083" y="1236581"/>
                  </a:lnTo>
                  <a:lnTo>
                    <a:pt x="485592" y="1242797"/>
                  </a:lnTo>
                  <a:lnTo>
                    <a:pt x="485592" y="1261731"/>
                  </a:lnTo>
                  <a:lnTo>
                    <a:pt x="491959" y="1270208"/>
                  </a:lnTo>
                  <a:lnTo>
                    <a:pt x="513157" y="1270208"/>
                  </a:lnTo>
                  <a:lnTo>
                    <a:pt x="519525" y="1261731"/>
                  </a:lnTo>
                  <a:lnTo>
                    <a:pt x="519525" y="1244775"/>
                  </a:lnTo>
                  <a:lnTo>
                    <a:pt x="513157" y="1236581"/>
                  </a:lnTo>
                  <a:close/>
                </a:path>
                <a:path w="9542780" h="6570345">
                  <a:moveTo>
                    <a:pt x="513157" y="1280946"/>
                  </a:moveTo>
                  <a:lnTo>
                    <a:pt x="494083" y="1280946"/>
                  </a:lnTo>
                  <a:lnTo>
                    <a:pt x="485592" y="1287162"/>
                  </a:lnTo>
                  <a:lnTo>
                    <a:pt x="485592" y="1306379"/>
                  </a:lnTo>
                  <a:lnTo>
                    <a:pt x="491959" y="1314856"/>
                  </a:lnTo>
                  <a:lnTo>
                    <a:pt x="502573" y="1314856"/>
                  </a:lnTo>
                  <a:lnTo>
                    <a:pt x="513157" y="1312595"/>
                  </a:lnTo>
                  <a:lnTo>
                    <a:pt x="519525" y="1306379"/>
                  </a:lnTo>
                  <a:lnTo>
                    <a:pt x="519525" y="1289423"/>
                  </a:lnTo>
                  <a:lnTo>
                    <a:pt x="513157" y="1280946"/>
                  </a:lnTo>
                  <a:close/>
                </a:path>
                <a:path w="9542780" h="6570345">
                  <a:moveTo>
                    <a:pt x="513157" y="1325312"/>
                  </a:moveTo>
                  <a:lnTo>
                    <a:pt x="494083" y="1325312"/>
                  </a:lnTo>
                  <a:lnTo>
                    <a:pt x="485592" y="1331810"/>
                  </a:lnTo>
                  <a:lnTo>
                    <a:pt x="485592" y="1350744"/>
                  </a:lnTo>
                  <a:lnTo>
                    <a:pt x="491959" y="1359221"/>
                  </a:lnTo>
                  <a:lnTo>
                    <a:pt x="502573" y="1359221"/>
                  </a:lnTo>
                  <a:lnTo>
                    <a:pt x="513157" y="1357243"/>
                  </a:lnTo>
                  <a:lnTo>
                    <a:pt x="519525" y="1350744"/>
                  </a:lnTo>
                  <a:lnTo>
                    <a:pt x="519525" y="1333789"/>
                  </a:lnTo>
                  <a:lnTo>
                    <a:pt x="513157" y="1325312"/>
                  </a:lnTo>
                  <a:close/>
                </a:path>
                <a:path w="9542780" h="6570345">
                  <a:moveTo>
                    <a:pt x="513157" y="1367698"/>
                  </a:moveTo>
                  <a:lnTo>
                    <a:pt x="494083" y="1367698"/>
                  </a:lnTo>
                  <a:lnTo>
                    <a:pt x="485592" y="1374198"/>
                  </a:lnTo>
                  <a:lnTo>
                    <a:pt x="485592" y="1393131"/>
                  </a:lnTo>
                  <a:lnTo>
                    <a:pt x="491959" y="1401608"/>
                  </a:lnTo>
                  <a:lnTo>
                    <a:pt x="513157" y="1401608"/>
                  </a:lnTo>
                  <a:lnTo>
                    <a:pt x="519525" y="1395110"/>
                  </a:lnTo>
                  <a:lnTo>
                    <a:pt x="519525" y="1376177"/>
                  </a:lnTo>
                  <a:lnTo>
                    <a:pt x="513157" y="1367698"/>
                  </a:lnTo>
                  <a:close/>
                </a:path>
                <a:path w="9542780" h="6570345">
                  <a:moveTo>
                    <a:pt x="513157" y="1412064"/>
                  </a:moveTo>
                  <a:lnTo>
                    <a:pt x="494083" y="1412064"/>
                  </a:lnTo>
                  <a:lnTo>
                    <a:pt x="485592" y="1418564"/>
                  </a:lnTo>
                  <a:lnTo>
                    <a:pt x="485592" y="1439757"/>
                  </a:lnTo>
                  <a:lnTo>
                    <a:pt x="491959" y="1445975"/>
                  </a:lnTo>
                  <a:lnTo>
                    <a:pt x="513157" y="1445975"/>
                  </a:lnTo>
                  <a:lnTo>
                    <a:pt x="519525" y="1439757"/>
                  </a:lnTo>
                  <a:lnTo>
                    <a:pt x="519525" y="1420541"/>
                  </a:lnTo>
                  <a:lnTo>
                    <a:pt x="513157" y="1412064"/>
                  </a:lnTo>
                  <a:close/>
                </a:path>
                <a:path w="9542780" h="6570345">
                  <a:moveTo>
                    <a:pt x="513157" y="1456712"/>
                  </a:moveTo>
                  <a:lnTo>
                    <a:pt x="494083" y="1456712"/>
                  </a:lnTo>
                  <a:lnTo>
                    <a:pt x="485592" y="1462929"/>
                  </a:lnTo>
                  <a:lnTo>
                    <a:pt x="485592" y="1484123"/>
                  </a:lnTo>
                  <a:lnTo>
                    <a:pt x="491959" y="1490621"/>
                  </a:lnTo>
                  <a:lnTo>
                    <a:pt x="513157" y="1490621"/>
                  </a:lnTo>
                  <a:lnTo>
                    <a:pt x="519525" y="1482144"/>
                  </a:lnTo>
                  <a:lnTo>
                    <a:pt x="519525" y="1465190"/>
                  </a:lnTo>
                  <a:lnTo>
                    <a:pt x="513157" y="1456712"/>
                  </a:lnTo>
                  <a:close/>
                </a:path>
                <a:path w="9542780" h="6570345">
                  <a:moveTo>
                    <a:pt x="513157" y="1501077"/>
                  </a:moveTo>
                  <a:lnTo>
                    <a:pt x="494083" y="1501077"/>
                  </a:lnTo>
                  <a:lnTo>
                    <a:pt x="485592" y="1507577"/>
                  </a:lnTo>
                  <a:lnTo>
                    <a:pt x="485592" y="1528771"/>
                  </a:lnTo>
                  <a:lnTo>
                    <a:pt x="491959" y="1534988"/>
                  </a:lnTo>
                  <a:lnTo>
                    <a:pt x="513157" y="1534988"/>
                  </a:lnTo>
                  <a:lnTo>
                    <a:pt x="519525" y="1526510"/>
                  </a:lnTo>
                  <a:lnTo>
                    <a:pt x="519525" y="1509555"/>
                  </a:lnTo>
                  <a:lnTo>
                    <a:pt x="513157" y="1501077"/>
                  </a:lnTo>
                  <a:close/>
                </a:path>
                <a:path w="9542780" h="6570345">
                  <a:moveTo>
                    <a:pt x="513157" y="1545443"/>
                  </a:moveTo>
                  <a:lnTo>
                    <a:pt x="494083" y="1545443"/>
                  </a:lnTo>
                  <a:lnTo>
                    <a:pt x="485592" y="1551942"/>
                  </a:lnTo>
                  <a:lnTo>
                    <a:pt x="485592" y="1573136"/>
                  </a:lnTo>
                  <a:lnTo>
                    <a:pt x="491959" y="1579352"/>
                  </a:lnTo>
                  <a:lnTo>
                    <a:pt x="513157" y="1579352"/>
                  </a:lnTo>
                  <a:lnTo>
                    <a:pt x="519525" y="1570875"/>
                  </a:lnTo>
                  <a:lnTo>
                    <a:pt x="519525" y="1553921"/>
                  </a:lnTo>
                  <a:lnTo>
                    <a:pt x="513157" y="1545443"/>
                  </a:lnTo>
                  <a:close/>
                </a:path>
                <a:path w="9542780" h="6570345">
                  <a:moveTo>
                    <a:pt x="513157" y="1590092"/>
                  </a:moveTo>
                  <a:lnTo>
                    <a:pt x="494083" y="1590092"/>
                  </a:lnTo>
                  <a:lnTo>
                    <a:pt x="485592" y="1596308"/>
                  </a:lnTo>
                  <a:lnTo>
                    <a:pt x="485592" y="1615523"/>
                  </a:lnTo>
                  <a:lnTo>
                    <a:pt x="491959" y="1624001"/>
                  </a:lnTo>
                  <a:lnTo>
                    <a:pt x="502573" y="1624001"/>
                  </a:lnTo>
                  <a:lnTo>
                    <a:pt x="513157" y="1621740"/>
                  </a:lnTo>
                  <a:lnTo>
                    <a:pt x="519525" y="1615523"/>
                  </a:lnTo>
                  <a:lnTo>
                    <a:pt x="519525" y="1598569"/>
                  </a:lnTo>
                  <a:lnTo>
                    <a:pt x="513157" y="1590092"/>
                  </a:lnTo>
                  <a:close/>
                </a:path>
                <a:path w="9542780" h="6570345">
                  <a:moveTo>
                    <a:pt x="513157" y="1634456"/>
                  </a:moveTo>
                  <a:lnTo>
                    <a:pt x="494083" y="1634456"/>
                  </a:lnTo>
                  <a:lnTo>
                    <a:pt x="485592" y="1640956"/>
                  </a:lnTo>
                  <a:lnTo>
                    <a:pt x="485592" y="1659888"/>
                  </a:lnTo>
                  <a:lnTo>
                    <a:pt x="491959" y="1668367"/>
                  </a:lnTo>
                  <a:lnTo>
                    <a:pt x="502573" y="1668367"/>
                  </a:lnTo>
                  <a:lnTo>
                    <a:pt x="513157" y="1666388"/>
                  </a:lnTo>
                  <a:lnTo>
                    <a:pt x="519525" y="1659888"/>
                  </a:lnTo>
                  <a:lnTo>
                    <a:pt x="519525" y="1642934"/>
                  </a:lnTo>
                  <a:lnTo>
                    <a:pt x="513157" y="1634456"/>
                  </a:lnTo>
                  <a:close/>
                </a:path>
                <a:path w="9542780" h="6570345">
                  <a:moveTo>
                    <a:pt x="513157" y="1676844"/>
                  </a:moveTo>
                  <a:lnTo>
                    <a:pt x="494083" y="1676844"/>
                  </a:lnTo>
                  <a:lnTo>
                    <a:pt x="485592" y="1683061"/>
                  </a:lnTo>
                  <a:lnTo>
                    <a:pt x="485592" y="1704254"/>
                  </a:lnTo>
                  <a:lnTo>
                    <a:pt x="491959" y="1710754"/>
                  </a:lnTo>
                  <a:lnTo>
                    <a:pt x="513157" y="1710754"/>
                  </a:lnTo>
                  <a:lnTo>
                    <a:pt x="519525" y="1704254"/>
                  </a:lnTo>
                  <a:lnTo>
                    <a:pt x="519525" y="1685321"/>
                  </a:lnTo>
                  <a:lnTo>
                    <a:pt x="513157" y="1676844"/>
                  </a:lnTo>
                  <a:close/>
                </a:path>
                <a:path w="9542780" h="6570345">
                  <a:moveTo>
                    <a:pt x="513157" y="1721209"/>
                  </a:moveTo>
                  <a:lnTo>
                    <a:pt x="494083" y="1721209"/>
                  </a:lnTo>
                  <a:lnTo>
                    <a:pt x="485592" y="1727709"/>
                  </a:lnTo>
                  <a:lnTo>
                    <a:pt x="485592" y="1748903"/>
                  </a:lnTo>
                  <a:lnTo>
                    <a:pt x="491959" y="1755119"/>
                  </a:lnTo>
                  <a:lnTo>
                    <a:pt x="513157" y="1755119"/>
                  </a:lnTo>
                  <a:lnTo>
                    <a:pt x="519525" y="1748903"/>
                  </a:lnTo>
                  <a:lnTo>
                    <a:pt x="519525" y="1729686"/>
                  </a:lnTo>
                  <a:lnTo>
                    <a:pt x="513157" y="1721209"/>
                  </a:lnTo>
                  <a:close/>
                </a:path>
                <a:path w="9542780" h="6570345">
                  <a:moveTo>
                    <a:pt x="513157" y="1765857"/>
                  </a:moveTo>
                  <a:lnTo>
                    <a:pt x="494083" y="1765857"/>
                  </a:lnTo>
                  <a:lnTo>
                    <a:pt x="485592" y="1772074"/>
                  </a:lnTo>
                  <a:lnTo>
                    <a:pt x="485592" y="1793267"/>
                  </a:lnTo>
                  <a:lnTo>
                    <a:pt x="491959" y="1799767"/>
                  </a:lnTo>
                  <a:lnTo>
                    <a:pt x="513157" y="1799767"/>
                  </a:lnTo>
                  <a:lnTo>
                    <a:pt x="519525" y="1791290"/>
                  </a:lnTo>
                  <a:lnTo>
                    <a:pt x="519525" y="1774334"/>
                  </a:lnTo>
                  <a:lnTo>
                    <a:pt x="513157" y="1765857"/>
                  </a:lnTo>
                  <a:close/>
                </a:path>
                <a:path w="9542780" h="6570345">
                  <a:moveTo>
                    <a:pt x="513157" y="1810223"/>
                  </a:moveTo>
                  <a:lnTo>
                    <a:pt x="494083" y="1810223"/>
                  </a:lnTo>
                  <a:lnTo>
                    <a:pt x="485592" y="1816722"/>
                  </a:lnTo>
                  <a:lnTo>
                    <a:pt x="485592" y="1837634"/>
                  </a:lnTo>
                  <a:lnTo>
                    <a:pt x="491959" y="1844132"/>
                  </a:lnTo>
                  <a:lnTo>
                    <a:pt x="513157" y="1844132"/>
                  </a:lnTo>
                  <a:lnTo>
                    <a:pt x="519525" y="1835655"/>
                  </a:lnTo>
                  <a:lnTo>
                    <a:pt x="519525" y="1818700"/>
                  </a:lnTo>
                  <a:lnTo>
                    <a:pt x="513157" y="1810223"/>
                  </a:lnTo>
                  <a:close/>
                </a:path>
                <a:path w="9542780" h="6570345">
                  <a:moveTo>
                    <a:pt x="513157" y="1854588"/>
                  </a:moveTo>
                  <a:lnTo>
                    <a:pt x="494083" y="1854588"/>
                  </a:lnTo>
                  <a:lnTo>
                    <a:pt x="485592" y="1861088"/>
                  </a:lnTo>
                  <a:lnTo>
                    <a:pt x="485592" y="1880020"/>
                  </a:lnTo>
                  <a:lnTo>
                    <a:pt x="491959" y="1888498"/>
                  </a:lnTo>
                  <a:lnTo>
                    <a:pt x="513157" y="1888498"/>
                  </a:lnTo>
                  <a:lnTo>
                    <a:pt x="519525" y="1880020"/>
                  </a:lnTo>
                  <a:lnTo>
                    <a:pt x="519525" y="1863065"/>
                  </a:lnTo>
                  <a:lnTo>
                    <a:pt x="513157" y="1854588"/>
                  </a:lnTo>
                  <a:close/>
                </a:path>
                <a:path w="9542780" h="6570345">
                  <a:moveTo>
                    <a:pt x="513157" y="1899236"/>
                  </a:moveTo>
                  <a:lnTo>
                    <a:pt x="494083" y="1899236"/>
                  </a:lnTo>
                  <a:lnTo>
                    <a:pt x="485592" y="1905453"/>
                  </a:lnTo>
                  <a:lnTo>
                    <a:pt x="485592" y="1924668"/>
                  </a:lnTo>
                  <a:lnTo>
                    <a:pt x="491959" y="1933147"/>
                  </a:lnTo>
                  <a:lnTo>
                    <a:pt x="502573" y="1933147"/>
                  </a:lnTo>
                  <a:lnTo>
                    <a:pt x="513157" y="1930886"/>
                  </a:lnTo>
                  <a:lnTo>
                    <a:pt x="519525" y="1924668"/>
                  </a:lnTo>
                  <a:lnTo>
                    <a:pt x="519525" y="1907713"/>
                  </a:lnTo>
                  <a:lnTo>
                    <a:pt x="513157" y="1899236"/>
                  </a:lnTo>
                  <a:close/>
                </a:path>
                <a:path w="9542780" h="6570345">
                  <a:moveTo>
                    <a:pt x="513157" y="1943601"/>
                  </a:moveTo>
                  <a:lnTo>
                    <a:pt x="494083" y="1943601"/>
                  </a:lnTo>
                  <a:lnTo>
                    <a:pt x="485592" y="1950101"/>
                  </a:lnTo>
                  <a:lnTo>
                    <a:pt x="485592" y="1971295"/>
                  </a:lnTo>
                  <a:lnTo>
                    <a:pt x="491959" y="1977511"/>
                  </a:lnTo>
                  <a:lnTo>
                    <a:pt x="502573" y="1977511"/>
                  </a:lnTo>
                  <a:lnTo>
                    <a:pt x="513157" y="1975251"/>
                  </a:lnTo>
                  <a:lnTo>
                    <a:pt x="519525" y="1969034"/>
                  </a:lnTo>
                  <a:lnTo>
                    <a:pt x="519525" y="1952078"/>
                  </a:lnTo>
                  <a:lnTo>
                    <a:pt x="513157" y="1943601"/>
                  </a:lnTo>
                  <a:close/>
                </a:path>
                <a:path w="9542780" h="6570345">
                  <a:moveTo>
                    <a:pt x="513157" y="1985989"/>
                  </a:moveTo>
                  <a:lnTo>
                    <a:pt x="494083" y="1985989"/>
                  </a:lnTo>
                  <a:lnTo>
                    <a:pt x="485592" y="1992205"/>
                  </a:lnTo>
                  <a:lnTo>
                    <a:pt x="485592" y="2013399"/>
                  </a:lnTo>
                  <a:lnTo>
                    <a:pt x="491959" y="2019899"/>
                  </a:lnTo>
                  <a:lnTo>
                    <a:pt x="513157" y="2019899"/>
                  </a:lnTo>
                  <a:lnTo>
                    <a:pt x="519525" y="2013399"/>
                  </a:lnTo>
                  <a:lnTo>
                    <a:pt x="519525" y="1994466"/>
                  </a:lnTo>
                  <a:lnTo>
                    <a:pt x="513157" y="1985989"/>
                  </a:lnTo>
                  <a:close/>
                </a:path>
                <a:path w="9542780" h="6570345">
                  <a:moveTo>
                    <a:pt x="513157" y="2030355"/>
                  </a:moveTo>
                  <a:lnTo>
                    <a:pt x="494083" y="2030355"/>
                  </a:lnTo>
                  <a:lnTo>
                    <a:pt x="485592" y="2036853"/>
                  </a:lnTo>
                  <a:lnTo>
                    <a:pt x="485592" y="2058047"/>
                  </a:lnTo>
                  <a:lnTo>
                    <a:pt x="491959" y="2064264"/>
                  </a:lnTo>
                  <a:lnTo>
                    <a:pt x="513157" y="2064264"/>
                  </a:lnTo>
                  <a:lnTo>
                    <a:pt x="519525" y="2058047"/>
                  </a:lnTo>
                  <a:lnTo>
                    <a:pt x="519525" y="2038832"/>
                  </a:lnTo>
                  <a:lnTo>
                    <a:pt x="513157" y="2030355"/>
                  </a:lnTo>
                  <a:close/>
                </a:path>
                <a:path w="9542780" h="6570345">
                  <a:moveTo>
                    <a:pt x="513157" y="2075002"/>
                  </a:moveTo>
                  <a:lnTo>
                    <a:pt x="494083" y="2075002"/>
                  </a:lnTo>
                  <a:lnTo>
                    <a:pt x="485592" y="2081220"/>
                  </a:lnTo>
                  <a:lnTo>
                    <a:pt x="485592" y="2102413"/>
                  </a:lnTo>
                  <a:lnTo>
                    <a:pt x="491959" y="2108912"/>
                  </a:lnTo>
                  <a:lnTo>
                    <a:pt x="513157" y="2108912"/>
                  </a:lnTo>
                  <a:lnTo>
                    <a:pt x="519525" y="2100435"/>
                  </a:lnTo>
                  <a:lnTo>
                    <a:pt x="519525" y="2083480"/>
                  </a:lnTo>
                  <a:lnTo>
                    <a:pt x="513157" y="2075002"/>
                  </a:lnTo>
                  <a:close/>
                </a:path>
                <a:path w="9542780" h="6570345">
                  <a:moveTo>
                    <a:pt x="513157" y="2119368"/>
                  </a:moveTo>
                  <a:lnTo>
                    <a:pt x="494083" y="2119368"/>
                  </a:lnTo>
                  <a:lnTo>
                    <a:pt x="485592" y="2125585"/>
                  </a:lnTo>
                  <a:lnTo>
                    <a:pt x="485592" y="2144800"/>
                  </a:lnTo>
                  <a:lnTo>
                    <a:pt x="491959" y="2153278"/>
                  </a:lnTo>
                  <a:lnTo>
                    <a:pt x="513157" y="2153278"/>
                  </a:lnTo>
                  <a:lnTo>
                    <a:pt x="519525" y="2144800"/>
                  </a:lnTo>
                  <a:lnTo>
                    <a:pt x="519525" y="2127845"/>
                  </a:lnTo>
                  <a:lnTo>
                    <a:pt x="513157" y="2119368"/>
                  </a:lnTo>
                  <a:close/>
                </a:path>
                <a:path w="9542780" h="6570345">
                  <a:moveTo>
                    <a:pt x="513157" y="3840746"/>
                  </a:moveTo>
                  <a:lnTo>
                    <a:pt x="494083" y="3840746"/>
                  </a:lnTo>
                  <a:lnTo>
                    <a:pt x="485592" y="3847105"/>
                  </a:lnTo>
                  <a:lnTo>
                    <a:pt x="485592" y="3866151"/>
                  </a:lnTo>
                  <a:lnTo>
                    <a:pt x="491959" y="3874629"/>
                  </a:lnTo>
                  <a:lnTo>
                    <a:pt x="513157" y="3874629"/>
                  </a:lnTo>
                  <a:lnTo>
                    <a:pt x="519525" y="3868270"/>
                  </a:lnTo>
                  <a:lnTo>
                    <a:pt x="519525" y="3849223"/>
                  </a:lnTo>
                  <a:lnTo>
                    <a:pt x="513157" y="3840746"/>
                  </a:lnTo>
                  <a:close/>
                </a:path>
                <a:path w="9542780" h="6570345">
                  <a:moveTo>
                    <a:pt x="513157" y="3885225"/>
                  </a:moveTo>
                  <a:lnTo>
                    <a:pt x="494083" y="3885225"/>
                  </a:lnTo>
                  <a:lnTo>
                    <a:pt x="485592" y="3891555"/>
                  </a:lnTo>
                  <a:lnTo>
                    <a:pt x="485592" y="3910629"/>
                  </a:lnTo>
                  <a:lnTo>
                    <a:pt x="491959" y="3919079"/>
                  </a:lnTo>
                  <a:lnTo>
                    <a:pt x="513157" y="3919079"/>
                  </a:lnTo>
                  <a:lnTo>
                    <a:pt x="519525" y="3912749"/>
                  </a:lnTo>
                  <a:lnTo>
                    <a:pt x="519525" y="3893675"/>
                  </a:lnTo>
                  <a:lnTo>
                    <a:pt x="513157" y="3885225"/>
                  </a:lnTo>
                  <a:close/>
                </a:path>
                <a:path w="9542780" h="6570345">
                  <a:moveTo>
                    <a:pt x="513157" y="3929675"/>
                  </a:moveTo>
                  <a:lnTo>
                    <a:pt x="494083" y="3929675"/>
                  </a:lnTo>
                  <a:lnTo>
                    <a:pt x="485592" y="3936033"/>
                  </a:lnTo>
                  <a:lnTo>
                    <a:pt x="485592" y="3955079"/>
                  </a:lnTo>
                  <a:lnTo>
                    <a:pt x="491959" y="3963556"/>
                  </a:lnTo>
                  <a:lnTo>
                    <a:pt x="513157" y="3963556"/>
                  </a:lnTo>
                  <a:lnTo>
                    <a:pt x="519525" y="3955079"/>
                  </a:lnTo>
                  <a:lnTo>
                    <a:pt x="519525" y="3938153"/>
                  </a:lnTo>
                  <a:lnTo>
                    <a:pt x="513157" y="3929675"/>
                  </a:lnTo>
                  <a:close/>
                </a:path>
                <a:path w="9542780" h="6570345">
                  <a:moveTo>
                    <a:pt x="468640" y="353510"/>
                  </a:moveTo>
                  <a:lnTo>
                    <a:pt x="449564" y="353510"/>
                  </a:lnTo>
                  <a:lnTo>
                    <a:pt x="441074" y="360010"/>
                  </a:lnTo>
                  <a:lnTo>
                    <a:pt x="441074" y="378943"/>
                  </a:lnTo>
                  <a:lnTo>
                    <a:pt x="447442" y="387421"/>
                  </a:lnTo>
                  <a:lnTo>
                    <a:pt x="458026" y="387421"/>
                  </a:lnTo>
                  <a:lnTo>
                    <a:pt x="468640" y="385160"/>
                  </a:lnTo>
                  <a:lnTo>
                    <a:pt x="475007" y="378943"/>
                  </a:lnTo>
                  <a:lnTo>
                    <a:pt x="475007" y="361988"/>
                  </a:lnTo>
                  <a:lnTo>
                    <a:pt x="468640" y="353510"/>
                  </a:lnTo>
                  <a:close/>
                </a:path>
                <a:path w="9542780" h="6570345">
                  <a:moveTo>
                    <a:pt x="468640" y="397877"/>
                  </a:moveTo>
                  <a:lnTo>
                    <a:pt x="449564" y="397877"/>
                  </a:lnTo>
                  <a:lnTo>
                    <a:pt x="441074" y="404375"/>
                  </a:lnTo>
                  <a:lnTo>
                    <a:pt x="441074" y="425569"/>
                  </a:lnTo>
                  <a:lnTo>
                    <a:pt x="447442" y="431786"/>
                  </a:lnTo>
                  <a:lnTo>
                    <a:pt x="458026" y="431786"/>
                  </a:lnTo>
                  <a:lnTo>
                    <a:pt x="468640" y="429808"/>
                  </a:lnTo>
                  <a:lnTo>
                    <a:pt x="475007" y="423308"/>
                  </a:lnTo>
                  <a:lnTo>
                    <a:pt x="475007" y="406354"/>
                  </a:lnTo>
                  <a:lnTo>
                    <a:pt x="468640" y="397877"/>
                  </a:lnTo>
                  <a:close/>
                </a:path>
                <a:path w="9542780" h="6570345">
                  <a:moveTo>
                    <a:pt x="468640" y="440263"/>
                  </a:moveTo>
                  <a:lnTo>
                    <a:pt x="449564" y="440263"/>
                  </a:lnTo>
                  <a:lnTo>
                    <a:pt x="441074" y="446763"/>
                  </a:lnTo>
                  <a:lnTo>
                    <a:pt x="441074" y="465696"/>
                  </a:lnTo>
                  <a:lnTo>
                    <a:pt x="447442" y="474173"/>
                  </a:lnTo>
                  <a:lnTo>
                    <a:pt x="468640" y="474173"/>
                  </a:lnTo>
                  <a:lnTo>
                    <a:pt x="475007" y="467956"/>
                  </a:lnTo>
                  <a:lnTo>
                    <a:pt x="475007" y="448741"/>
                  </a:lnTo>
                  <a:lnTo>
                    <a:pt x="468640" y="440263"/>
                  </a:lnTo>
                  <a:close/>
                </a:path>
                <a:path w="9542780" h="6570345">
                  <a:moveTo>
                    <a:pt x="468640" y="484911"/>
                  </a:moveTo>
                  <a:lnTo>
                    <a:pt x="449564" y="484911"/>
                  </a:lnTo>
                  <a:lnTo>
                    <a:pt x="441074" y="491128"/>
                  </a:lnTo>
                  <a:lnTo>
                    <a:pt x="441074" y="510344"/>
                  </a:lnTo>
                  <a:lnTo>
                    <a:pt x="447442" y="518539"/>
                  </a:lnTo>
                  <a:lnTo>
                    <a:pt x="468640" y="518539"/>
                  </a:lnTo>
                  <a:lnTo>
                    <a:pt x="475007" y="512321"/>
                  </a:lnTo>
                  <a:lnTo>
                    <a:pt x="475007" y="493389"/>
                  </a:lnTo>
                  <a:lnTo>
                    <a:pt x="468640" y="484911"/>
                  </a:lnTo>
                  <a:close/>
                </a:path>
                <a:path w="9542780" h="6570345">
                  <a:moveTo>
                    <a:pt x="468640" y="529277"/>
                  </a:moveTo>
                  <a:lnTo>
                    <a:pt x="449564" y="529277"/>
                  </a:lnTo>
                  <a:lnTo>
                    <a:pt x="441074" y="535494"/>
                  </a:lnTo>
                  <a:lnTo>
                    <a:pt x="441074" y="556687"/>
                  </a:lnTo>
                  <a:lnTo>
                    <a:pt x="447442" y="563186"/>
                  </a:lnTo>
                  <a:lnTo>
                    <a:pt x="468640" y="563186"/>
                  </a:lnTo>
                  <a:lnTo>
                    <a:pt x="475007" y="554709"/>
                  </a:lnTo>
                  <a:lnTo>
                    <a:pt x="475007" y="537754"/>
                  </a:lnTo>
                  <a:lnTo>
                    <a:pt x="468640" y="529277"/>
                  </a:lnTo>
                  <a:close/>
                </a:path>
                <a:path w="9542780" h="6570345">
                  <a:moveTo>
                    <a:pt x="468640" y="573642"/>
                  </a:moveTo>
                  <a:lnTo>
                    <a:pt x="449564" y="573642"/>
                  </a:lnTo>
                  <a:lnTo>
                    <a:pt x="441074" y="580142"/>
                  </a:lnTo>
                  <a:lnTo>
                    <a:pt x="441074" y="599075"/>
                  </a:lnTo>
                  <a:lnTo>
                    <a:pt x="447442" y="607552"/>
                  </a:lnTo>
                  <a:lnTo>
                    <a:pt x="468640" y="607552"/>
                  </a:lnTo>
                  <a:lnTo>
                    <a:pt x="475007" y="599075"/>
                  </a:lnTo>
                  <a:lnTo>
                    <a:pt x="475007" y="582119"/>
                  </a:lnTo>
                  <a:lnTo>
                    <a:pt x="468640" y="573642"/>
                  </a:lnTo>
                  <a:close/>
                </a:path>
                <a:path w="9542780" h="6570345">
                  <a:moveTo>
                    <a:pt x="468640" y="618290"/>
                  </a:moveTo>
                  <a:lnTo>
                    <a:pt x="449564" y="618290"/>
                  </a:lnTo>
                  <a:lnTo>
                    <a:pt x="441074" y="624507"/>
                  </a:lnTo>
                  <a:lnTo>
                    <a:pt x="441074" y="643723"/>
                  </a:lnTo>
                  <a:lnTo>
                    <a:pt x="447442" y="652200"/>
                  </a:lnTo>
                  <a:lnTo>
                    <a:pt x="468640" y="652200"/>
                  </a:lnTo>
                  <a:lnTo>
                    <a:pt x="475007" y="643723"/>
                  </a:lnTo>
                  <a:lnTo>
                    <a:pt x="475007" y="626767"/>
                  </a:lnTo>
                  <a:lnTo>
                    <a:pt x="468640" y="618290"/>
                  </a:lnTo>
                  <a:close/>
                </a:path>
                <a:path w="9542780" h="6570345">
                  <a:moveTo>
                    <a:pt x="468640" y="662655"/>
                  </a:moveTo>
                  <a:lnTo>
                    <a:pt x="449564" y="662655"/>
                  </a:lnTo>
                  <a:lnTo>
                    <a:pt x="441074" y="668873"/>
                  </a:lnTo>
                  <a:lnTo>
                    <a:pt x="441074" y="688088"/>
                  </a:lnTo>
                  <a:lnTo>
                    <a:pt x="447442" y="696565"/>
                  </a:lnTo>
                  <a:lnTo>
                    <a:pt x="458026" y="696565"/>
                  </a:lnTo>
                  <a:lnTo>
                    <a:pt x="468640" y="694305"/>
                  </a:lnTo>
                  <a:lnTo>
                    <a:pt x="475007" y="688088"/>
                  </a:lnTo>
                  <a:lnTo>
                    <a:pt x="475007" y="671134"/>
                  </a:lnTo>
                  <a:lnTo>
                    <a:pt x="468640" y="662655"/>
                  </a:lnTo>
                  <a:close/>
                </a:path>
                <a:path w="9542780" h="6570345">
                  <a:moveTo>
                    <a:pt x="468640" y="707021"/>
                  </a:moveTo>
                  <a:lnTo>
                    <a:pt x="449564" y="707021"/>
                  </a:lnTo>
                  <a:lnTo>
                    <a:pt x="441074" y="713521"/>
                  </a:lnTo>
                  <a:lnTo>
                    <a:pt x="441074" y="732453"/>
                  </a:lnTo>
                  <a:lnTo>
                    <a:pt x="447442" y="740931"/>
                  </a:lnTo>
                  <a:lnTo>
                    <a:pt x="458026" y="740931"/>
                  </a:lnTo>
                  <a:lnTo>
                    <a:pt x="468640" y="738953"/>
                  </a:lnTo>
                  <a:lnTo>
                    <a:pt x="475007" y="732453"/>
                  </a:lnTo>
                  <a:lnTo>
                    <a:pt x="475007" y="715498"/>
                  </a:lnTo>
                  <a:lnTo>
                    <a:pt x="468640" y="707021"/>
                  </a:lnTo>
                  <a:close/>
                </a:path>
                <a:path w="9542780" h="6570345">
                  <a:moveTo>
                    <a:pt x="468640" y="749409"/>
                  </a:moveTo>
                  <a:lnTo>
                    <a:pt x="449564" y="749409"/>
                  </a:lnTo>
                  <a:lnTo>
                    <a:pt x="441074" y="755907"/>
                  </a:lnTo>
                  <a:lnTo>
                    <a:pt x="441074" y="774840"/>
                  </a:lnTo>
                  <a:lnTo>
                    <a:pt x="447442" y="783318"/>
                  </a:lnTo>
                  <a:lnTo>
                    <a:pt x="468640" y="783318"/>
                  </a:lnTo>
                  <a:lnTo>
                    <a:pt x="475007" y="777101"/>
                  </a:lnTo>
                  <a:lnTo>
                    <a:pt x="475007" y="757886"/>
                  </a:lnTo>
                  <a:lnTo>
                    <a:pt x="468640" y="749409"/>
                  </a:lnTo>
                  <a:close/>
                </a:path>
                <a:path w="9542780" h="6570345">
                  <a:moveTo>
                    <a:pt x="468640" y="794057"/>
                  </a:moveTo>
                  <a:lnTo>
                    <a:pt x="449564" y="794057"/>
                  </a:lnTo>
                  <a:lnTo>
                    <a:pt x="441074" y="800273"/>
                  </a:lnTo>
                  <a:lnTo>
                    <a:pt x="441074" y="821467"/>
                  </a:lnTo>
                  <a:lnTo>
                    <a:pt x="447442" y="827684"/>
                  </a:lnTo>
                  <a:lnTo>
                    <a:pt x="468640" y="827684"/>
                  </a:lnTo>
                  <a:lnTo>
                    <a:pt x="475007" y="821467"/>
                  </a:lnTo>
                  <a:lnTo>
                    <a:pt x="475007" y="802534"/>
                  </a:lnTo>
                  <a:lnTo>
                    <a:pt x="468640" y="794057"/>
                  </a:lnTo>
                  <a:close/>
                </a:path>
                <a:path w="9542780" h="6570345">
                  <a:moveTo>
                    <a:pt x="468640" y="838422"/>
                  </a:moveTo>
                  <a:lnTo>
                    <a:pt x="449564" y="838422"/>
                  </a:lnTo>
                  <a:lnTo>
                    <a:pt x="441074" y="844638"/>
                  </a:lnTo>
                  <a:lnTo>
                    <a:pt x="441074" y="863855"/>
                  </a:lnTo>
                  <a:lnTo>
                    <a:pt x="447442" y="872332"/>
                  </a:lnTo>
                  <a:lnTo>
                    <a:pt x="468640" y="872332"/>
                  </a:lnTo>
                  <a:lnTo>
                    <a:pt x="475007" y="863855"/>
                  </a:lnTo>
                  <a:lnTo>
                    <a:pt x="475007" y="846899"/>
                  </a:lnTo>
                  <a:lnTo>
                    <a:pt x="468640" y="838422"/>
                  </a:lnTo>
                  <a:close/>
                </a:path>
                <a:path w="9542780" h="6570345">
                  <a:moveTo>
                    <a:pt x="468640" y="882788"/>
                  </a:moveTo>
                  <a:lnTo>
                    <a:pt x="449564" y="882788"/>
                  </a:lnTo>
                  <a:lnTo>
                    <a:pt x="441074" y="889287"/>
                  </a:lnTo>
                  <a:lnTo>
                    <a:pt x="441074" y="908220"/>
                  </a:lnTo>
                  <a:lnTo>
                    <a:pt x="447442" y="916697"/>
                  </a:lnTo>
                  <a:lnTo>
                    <a:pt x="468640" y="916697"/>
                  </a:lnTo>
                  <a:lnTo>
                    <a:pt x="475007" y="908220"/>
                  </a:lnTo>
                  <a:lnTo>
                    <a:pt x="475007" y="891265"/>
                  </a:lnTo>
                  <a:lnTo>
                    <a:pt x="468640" y="882788"/>
                  </a:lnTo>
                  <a:close/>
                </a:path>
                <a:path w="9542780" h="6570345">
                  <a:moveTo>
                    <a:pt x="468640" y="927435"/>
                  </a:moveTo>
                  <a:lnTo>
                    <a:pt x="449564" y="927435"/>
                  </a:lnTo>
                  <a:lnTo>
                    <a:pt x="441074" y="933653"/>
                  </a:lnTo>
                  <a:lnTo>
                    <a:pt x="441074" y="954845"/>
                  </a:lnTo>
                  <a:lnTo>
                    <a:pt x="447442" y="961063"/>
                  </a:lnTo>
                  <a:lnTo>
                    <a:pt x="468640" y="961063"/>
                  </a:lnTo>
                  <a:lnTo>
                    <a:pt x="475007" y="952585"/>
                  </a:lnTo>
                  <a:lnTo>
                    <a:pt x="475007" y="935913"/>
                  </a:lnTo>
                  <a:lnTo>
                    <a:pt x="468640" y="927435"/>
                  </a:lnTo>
                  <a:close/>
                </a:path>
                <a:path w="9542780" h="6570345">
                  <a:moveTo>
                    <a:pt x="468640" y="971801"/>
                  </a:moveTo>
                  <a:lnTo>
                    <a:pt x="449564" y="971801"/>
                  </a:lnTo>
                  <a:lnTo>
                    <a:pt x="441074" y="978018"/>
                  </a:lnTo>
                  <a:lnTo>
                    <a:pt x="441074" y="997233"/>
                  </a:lnTo>
                  <a:lnTo>
                    <a:pt x="447442" y="1005711"/>
                  </a:lnTo>
                  <a:lnTo>
                    <a:pt x="458026" y="1005711"/>
                  </a:lnTo>
                  <a:lnTo>
                    <a:pt x="468640" y="1003449"/>
                  </a:lnTo>
                  <a:lnTo>
                    <a:pt x="475007" y="997233"/>
                  </a:lnTo>
                  <a:lnTo>
                    <a:pt x="475007" y="980278"/>
                  </a:lnTo>
                  <a:lnTo>
                    <a:pt x="468640" y="971801"/>
                  </a:lnTo>
                  <a:close/>
                </a:path>
                <a:path w="9542780" h="6570345">
                  <a:moveTo>
                    <a:pt x="468640" y="1016166"/>
                  </a:moveTo>
                  <a:lnTo>
                    <a:pt x="449564" y="1016166"/>
                  </a:lnTo>
                  <a:lnTo>
                    <a:pt x="441074" y="1022666"/>
                  </a:lnTo>
                  <a:lnTo>
                    <a:pt x="441074" y="1041599"/>
                  </a:lnTo>
                  <a:lnTo>
                    <a:pt x="447442" y="1050076"/>
                  </a:lnTo>
                  <a:lnTo>
                    <a:pt x="458026" y="1050076"/>
                  </a:lnTo>
                  <a:lnTo>
                    <a:pt x="468640" y="1048097"/>
                  </a:lnTo>
                  <a:lnTo>
                    <a:pt x="475007" y="1041599"/>
                  </a:lnTo>
                  <a:lnTo>
                    <a:pt x="475007" y="1024643"/>
                  </a:lnTo>
                  <a:lnTo>
                    <a:pt x="468640" y="1016166"/>
                  </a:lnTo>
                  <a:close/>
                </a:path>
                <a:path w="9542780" h="6570345">
                  <a:moveTo>
                    <a:pt x="468640" y="1058553"/>
                  </a:moveTo>
                  <a:lnTo>
                    <a:pt x="449564" y="1058553"/>
                  </a:lnTo>
                  <a:lnTo>
                    <a:pt x="441074" y="1065053"/>
                  </a:lnTo>
                  <a:lnTo>
                    <a:pt x="441074" y="1086247"/>
                  </a:lnTo>
                  <a:lnTo>
                    <a:pt x="447442" y="1092464"/>
                  </a:lnTo>
                  <a:lnTo>
                    <a:pt x="468640" y="1092464"/>
                  </a:lnTo>
                  <a:lnTo>
                    <a:pt x="475007" y="1086247"/>
                  </a:lnTo>
                  <a:lnTo>
                    <a:pt x="475007" y="1067031"/>
                  </a:lnTo>
                  <a:lnTo>
                    <a:pt x="468640" y="1058553"/>
                  </a:lnTo>
                  <a:close/>
                </a:path>
                <a:path w="9542780" h="6570345">
                  <a:moveTo>
                    <a:pt x="468640" y="1102920"/>
                  </a:moveTo>
                  <a:lnTo>
                    <a:pt x="449564" y="1102920"/>
                  </a:lnTo>
                  <a:lnTo>
                    <a:pt x="441074" y="1109418"/>
                  </a:lnTo>
                  <a:lnTo>
                    <a:pt x="441074" y="1128351"/>
                  </a:lnTo>
                  <a:lnTo>
                    <a:pt x="447442" y="1136829"/>
                  </a:lnTo>
                  <a:lnTo>
                    <a:pt x="468640" y="1136829"/>
                  </a:lnTo>
                  <a:lnTo>
                    <a:pt x="475007" y="1130612"/>
                  </a:lnTo>
                  <a:lnTo>
                    <a:pt x="475007" y="1111397"/>
                  </a:lnTo>
                  <a:lnTo>
                    <a:pt x="468640" y="1102920"/>
                  </a:lnTo>
                  <a:close/>
                </a:path>
                <a:path w="9542780" h="6570345">
                  <a:moveTo>
                    <a:pt x="468640" y="1147566"/>
                  </a:moveTo>
                  <a:lnTo>
                    <a:pt x="449564" y="1147566"/>
                  </a:lnTo>
                  <a:lnTo>
                    <a:pt x="441074" y="1153784"/>
                  </a:lnTo>
                  <a:lnTo>
                    <a:pt x="441074" y="1172999"/>
                  </a:lnTo>
                  <a:lnTo>
                    <a:pt x="447442" y="1181477"/>
                  </a:lnTo>
                  <a:lnTo>
                    <a:pt x="468640" y="1181477"/>
                  </a:lnTo>
                  <a:lnTo>
                    <a:pt x="475007" y="1172999"/>
                  </a:lnTo>
                  <a:lnTo>
                    <a:pt x="475007" y="1156045"/>
                  </a:lnTo>
                  <a:lnTo>
                    <a:pt x="468640" y="1147566"/>
                  </a:lnTo>
                  <a:close/>
                </a:path>
                <a:path w="9542780" h="6570345">
                  <a:moveTo>
                    <a:pt x="468640" y="1191933"/>
                  </a:moveTo>
                  <a:lnTo>
                    <a:pt x="449564" y="1191933"/>
                  </a:lnTo>
                  <a:lnTo>
                    <a:pt x="441074" y="1198431"/>
                  </a:lnTo>
                  <a:lnTo>
                    <a:pt x="441074" y="1217364"/>
                  </a:lnTo>
                  <a:lnTo>
                    <a:pt x="447442" y="1225843"/>
                  </a:lnTo>
                  <a:lnTo>
                    <a:pt x="468640" y="1225843"/>
                  </a:lnTo>
                  <a:lnTo>
                    <a:pt x="475007" y="1217364"/>
                  </a:lnTo>
                  <a:lnTo>
                    <a:pt x="475007" y="1200410"/>
                  </a:lnTo>
                  <a:lnTo>
                    <a:pt x="468640" y="1191933"/>
                  </a:lnTo>
                  <a:close/>
                </a:path>
                <a:path w="9542780" h="6570345">
                  <a:moveTo>
                    <a:pt x="468640" y="1236581"/>
                  </a:moveTo>
                  <a:lnTo>
                    <a:pt x="449564" y="1236581"/>
                  </a:lnTo>
                  <a:lnTo>
                    <a:pt x="441074" y="1242797"/>
                  </a:lnTo>
                  <a:lnTo>
                    <a:pt x="441074" y="1261731"/>
                  </a:lnTo>
                  <a:lnTo>
                    <a:pt x="447442" y="1270208"/>
                  </a:lnTo>
                  <a:lnTo>
                    <a:pt x="468640" y="1270208"/>
                  </a:lnTo>
                  <a:lnTo>
                    <a:pt x="475007" y="1261731"/>
                  </a:lnTo>
                  <a:lnTo>
                    <a:pt x="475007" y="1244775"/>
                  </a:lnTo>
                  <a:lnTo>
                    <a:pt x="468640" y="1236581"/>
                  </a:lnTo>
                  <a:close/>
                </a:path>
                <a:path w="9542780" h="6570345">
                  <a:moveTo>
                    <a:pt x="468640" y="1280946"/>
                  </a:moveTo>
                  <a:lnTo>
                    <a:pt x="449564" y="1280946"/>
                  </a:lnTo>
                  <a:lnTo>
                    <a:pt x="441074" y="1287162"/>
                  </a:lnTo>
                  <a:lnTo>
                    <a:pt x="441074" y="1306379"/>
                  </a:lnTo>
                  <a:lnTo>
                    <a:pt x="447442" y="1314856"/>
                  </a:lnTo>
                  <a:lnTo>
                    <a:pt x="458026" y="1314856"/>
                  </a:lnTo>
                  <a:lnTo>
                    <a:pt x="468640" y="1312595"/>
                  </a:lnTo>
                  <a:lnTo>
                    <a:pt x="475007" y="1306379"/>
                  </a:lnTo>
                  <a:lnTo>
                    <a:pt x="475007" y="1289423"/>
                  </a:lnTo>
                  <a:lnTo>
                    <a:pt x="468640" y="1280946"/>
                  </a:lnTo>
                  <a:close/>
                </a:path>
                <a:path w="9542780" h="6570345">
                  <a:moveTo>
                    <a:pt x="468640" y="1325312"/>
                  </a:moveTo>
                  <a:lnTo>
                    <a:pt x="449564" y="1325312"/>
                  </a:lnTo>
                  <a:lnTo>
                    <a:pt x="441074" y="1331810"/>
                  </a:lnTo>
                  <a:lnTo>
                    <a:pt x="441074" y="1350744"/>
                  </a:lnTo>
                  <a:lnTo>
                    <a:pt x="447442" y="1359221"/>
                  </a:lnTo>
                  <a:lnTo>
                    <a:pt x="458026" y="1359221"/>
                  </a:lnTo>
                  <a:lnTo>
                    <a:pt x="468640" y="1357243"/>
                  </a:lnTo>
                  <a:lnTo>
                    <a:pt x="475007" y="1350744"/>
                  </a:lnTo>
                  <a:lnTo>
                    <a:pt x="475007" y="1333789"/>
                  </a:lnTo>
                  <a:lnTo>
                    <a:pt x="468640" y="1325312"/>
                  </a:lnTo>
                  <a:close/>
                </a:path>
                <a:path w="9542780" h="6570345">
                  <a:moveTo>
                    <a:pt x="468640" y="1367698"/>
                  </a:moveTo>
                  <a:lnTo>
                    <a:pt x="449564" y="1367698"/>
                  </a:lnTo>
                  <a:lnTo>
                    <a:pt x="441074" y="1374198"/>
                  </a:lnTo>
                  <a:lnTo>
                    <a:pt x="441074" y="1393131"/>
                  </a:lnTo>
                  <a:lnTo>
                    <a:pt x="447442" y="1401608"/>
                  </a:lnTo>
                  <a:lnTo>
                    <a:pt x="468640" y="1401608"/>
                  </a:lnTo>
                  <a:lnTo>
                    <a:pt x="475007" y="1395110"/>
                  </a:lnTo>
                  <a:lnTo>
                    <a:pt x="475007" y="1376177"/>
                  </a:lnTo>
                  <a:lnTo>
                    <a:pt x="468640" y="1367698"/>
                  </a:lnTo>
                  <a:close/>
                </a:path>
                <a:path w="9542780" h="6570345">
                  <a:moveTo>
                    <a:pt x="468640" y="1412064"/>
                  </a:moveTo>
                  <a:lnTo>
                    <a:pt x="449564" y="1412064"/>
                  </a:lnTo>
                  <a:lnTo>
                    <a:pt x="441074" y="1418564"/>
                  </a:lnTo>
                  <a:lnTo>
                    <a:pt x="441074" y="1439757"/>
                  </a:lnTo>
                  <a:lnTo>
                    <a:pt x="447442" y="1445975"/>
                  </a:lnTo>
                  <a:lnTo>
                    <a:pt x="468640" y="1445975"/>
                  </a:lnTo>
                  <a:lnTo>
                    <a:pt x="475007" y="1439757"/>
                  </a:lnTo>
                  <a:lnTo>
                    <a:pt x="475007" y="1420541"/>
                  </a:lnTo>
                  <a:lnTo>
                    <a:pt x="468640" y="1412064"/>
                  </a:lnTo>
                  <a:close/>
                </a:path>
                <a:path w="9542780" h="6570345">
                  <a:moveTo>
                    <a:pt x="468640" y="1456712"/>
                  </a:moveTo>
                  <a:lnTo>
                    <a:pt x="449564" y="1456712"/>
                  </a:lnTo>
                  <a:lnTo>
                    <a:pt x="441074" y="1462929"/>
                  </a:lnTo>
                  <a:lnTo>
                    <a:pt x="441074" y="1484123"/>
                  </a:lnTo>
                  <a:lnTo>
                    <a:pt x="447442" y="1490621"/>
                  </a:lnTo>
                  <a:lnTo>
                    <a:pt x="468640" y="1490621"/>
                  </a:lnTo>
                  <a:lnTo>
                    <a:pt x="475007" y="1482144"/>
                  </a:lnTo>
                  <a:lnTo>
                    <a:pt x="475007" y="1465190"/>
                  </a:lnTo>
                  <a:lnTo>
                    <a:pt x="468640" y="1456712"/>
                  </a:lnTo>
                  <a:close/>
                </a:path>
                <a:path w="9542780" h="6570345">
                  <a:moveTo>
                    <a:pt x="468640" y="1501077"/>
                  </a:moveTo>
                  <a:lnTo>
                    <a:pt x="449564" y="1501077"/>
                  </a:lnTo>
                  <a:lnTo>
                    <a:pt x="441074" y="1507577"/>
                  </a:lnTo>
                  <a:lnTo>
                    <a:pt x="441074" y="1528771"/>
                  </a:lnTo>
                  <a:lnTo>
                    <a:pt x="447442" y="1534988"/>
                  </a:lnTo>
                  <a:lnTo>
                    <a:pt x="468640" y="1534988"/>
                  </a:lnTo>
                  <a:lnTo>
                    <a:pt x="475007" y="1526510"/>
                  </a:lnTo>
                  <a:lnTo>
                    <a:pt x="475007" y="1509555"/>
                  </a:lnTo>
                  <a:lnTo>
                    <a:pt x="468640" y="1501077"/>
                  </a:lnTo>
                  <a:close/>
                </a:path>
                <a:path w="9542780" h="6570345">
                  <a:moveTo>
                    <a:pt x="468640" y="1545443"/>
                  </a:moveTo>
                  <a:lnTo>
                    <a:pt x="449564" y="1545443"/>
                  </a:lnTo>
                  <a:lnTo>
                    <a:pt x="441074" y="1551942"/>
                  </a:lnTo>
                  <a:lnTo>
                    <a:pt x="441074" y="1573136"/>
                  </a:lnTo>
                  <a:lnTo>
                    <a:pt x="447442" y="1579352"/>
                  </a:lnTo>
                  <a:lnTo>
                    <a:pt x="468640" y="1579352"/>
                  </a:lnTo>
                  <a:lnTo>
                    <a:pt x="475007" y="1570875"/>
                  </a:lnTo>
                  <a:lnTo>
                    <a:pt x="475007" y="1553921"/>
                  </a:lnTo>
                  <a:lnTo>
                    <a:pt x="468640" y="1545443"/>
                  </a:lnTo>
                  <a:close/>
                </a:path>
                <a:path w="9542780" h="6570345">
                  <a:moveTo>
                    <a:pt x="468640" y="1590092"/>
                  </a:moveTo>
                  <a:lnTo>
                    <a:pt x="449564" y="1590092"/>
                  </a:lnTo>
                  <a:lnTo>
                    <a:pt x="441074" y="1596308"/>
                  </a:lnTo>
                  <a:lnTo>
                    <a:pt x="441074" y="1615523"/>
                  </a:lnTo>
                  <a:lnTo>
                    <a:pt x="447442" y="1624001"/>
                  </a:lnTo>
                  <a:lnTo>
                    <a:pt x="458026" y="1624001"/>
                  </a:lnTo>
                  <a:lnTo>
                    <a:pt x="468640" y="1621740"/>
                  </a:lnTo>
                  <a:lnTo>
                    <a:pt x="475007" y="1615523"/>
                  </a:lnTo>
                  <a:lnTo>
                    <a:pt x="475007" y="1598569"/>
                  </a:lnTo>
                  <a:lnTo>
                    <a:pt x="468640" y="1590092"/>
                  </a:lnTo>
                  <a:close/>
                </a:path>
                <a:path w="9542780" h="6570345">
                  <a:moveTo>
                    <a:pt x="468640" y="1634456"/>
                  </a:moveTo>
                  <a:lnTo>
                    <a:pt x="449564" y="1634456"/>
                  </a:lnTo>
                  <a:lnTo>
                    <a:pt x="441074" y="1640956"/>
                  </a:lnTo>
                  <a:lnTo>
                    <a:pt x="441074" y="1659888"/>
                  </a:lnTo>
                  <a:lnTo>
                    <a:pt x="447442" y="1668367"/>
                  </a:lnTo>
                  <a:lnTo>
                    <a:pt x="458026" y="1668367"/>
                  </a:lnTo>
                  <a:lnTo>
                    <a:pt x="468640" y="1666388"/>
                  </a:lnTo>
                  <a:lnTo>
                    <a:pt x="475007" y="1659888"/>
                  </a:lnTo>
                  <a:lnTo>
                    <a:pt x="475007" y="1642934"/>
                  </a:lnTo>
                  <a:lnTo>
                    <a:pt x="468640" y="1634456"/>
                  </a:lnTo>
                  <a:close/>
                </a:path>
                <a:path w="9542780" h="6570345">
                  <a:moveTo>
                    <a:pt x="468640" y="1676844"/>
                  </a:moveTo>
                  <a:lnTo>
                    <a:pt x="449564" y="1676844"/>
                  </a:lnTo>
                  <a:lnTo>
                    <a:pt x="441074" y="1683061"/>
                  </a:lnTo>
                  <a:lnTo>
                    <a:pt x="441074" y="1704254"/>
                  </a:lnTo>
                  <a:lnTo>
                    <a:pt x="447442" y="1710754"/>
                  </a:lnTo>
                  <a:lnTo>
                    <a:pt x="468640" y="1710754"/>
                  </a:lnTo>
                  <a:lnTo>
                    <a:pt x="475007" y="1704254"/>
                  </a:lnTo>
                  <a:lnTo>
                    <a:pt x="475007" y="1685321"/>
                  </a:lnTo>
                  <a:lnTo>
                    <a:pt x="468640" y="1676844"/>
                  </a:lnTo>
                  <a:close/>
                </a:path>
                <a:path w="9542780" h="6570345">
                  <a:moveTo>
                    <a:pt x="468640" y="1721209"/>
                  </a:moveTo>
                  <a:lnTo>
                    <a:pt x="449564" y="1721209"/>
                  </a:lnTo>
                  <a:lnTo>
                    <a:pt x="441074" y="1727709"/>
                  </a:lnTo>
                  <a:lnTo>
                    <a:pt x="441074" y="1748903"/>
                  </a:lnTo>
                  <a:lnTo>
                    <a:pt x="447442" y="1755119"/>
                  </a:lnTo>
                  <a:lnTo>
                    <a:pt x="468640" y="1755119"/>
                  </a:lnTo>
                  <a:lnTo>
                    <a:pt x="475007" y="1748903"/>
                  </a:lnTo>
                  <a:lnTo>
                    <a:pt x="475007" y="1729686"/>
                  </a:lnTo>
                  <a:lnTo>
                    <a:pt x="468640" y="1721209"/>
                  </a:lnTo>
                  <a:close/>
                </a:path>
                <a:path w="9542780" h="6570345">
                  <a:moveTo>
                    <a:pt x="468640" y="1765857"/>
                  </a:moveTo>
                  <a:lnTo>
                    <a:pt x="449564" y="1765857"/>
                  </a:lnTo>
                  <a:lnTo>
                    <a:pt x="441074" y="1772074"/>
                  </a:lnTo>
                  <a:lnTo>
                    <a:pt x="441074" y="1793267"/>
                  </a:lnTo>
                  <a:lnTo>
                    <a:pt x="447442" y="1799767"/>
                  </a:lnTo>
                  <a:lnTo>
                    <a:pt x="468640" y="1799767"/>
                  </a:lnTo>
                  <a:lnTo>
                    <a:pt x="475007" y="1791290"/>
                  </a:lnTo>
                  <a:lnTo>
                    <a:pt x="475007" y="1774334"/>
                  </a:lnTo>
                  <a:lnTo>
                    <a:pt x="468640" y="1765857"/>
                  </a:lnTo>
                  <a:close/>
                </a:path>
                <a:path w="9542780" h="6570345">
                  <a:moveTo>
                    <a:pt x="468640" y="1810223"/>
                  </a:moveTo>
                  <a:lnTo>
                    <a:pt x="449564" y="1810223"/>
                  </a:lnTo>
                  <a:lnTo>
                    <a:pt x="441074" y="1816722"/>
                  </a:lnTo>
                  <a:lnTo>
                    <a:pt x="441074" y="1837634"/>
                  </a:lnTo>
                  <a:lnTo>
                    <a:pt x="447442" y="1844132"/>
                  </a:lnTo>
                  <a:lnTo>
                    <a:pt x="468640" y="1844132"/>
                  </a:lnTo>
                  <a:lnTo>
                    <a:pt x="475007" y="1835655"/>
                  </a:lnTo>
                  <a:lnTo>
                    <a:pt x="475007" y="1818700"/>
                  </a:lnTo>
                  <a:lnTo>
                    <a:pt x="468640" y="1810223"/>
                  </a:lnTo>
                  <a:close/>
                </a:path>
                <a:path w="9542780" h="6570345">
                  <a:moveTo>
                    <a:pt x="468640" y="1854588"/>
                  </a:moveTo>
                  <a:lnTo>
                    <a:pt x="449564" y="1854588"/>
                  </a:lnTo>
                  <a:lnTo>
                    <a:pt x="441074" y="1861088"/>
                  </a:lnTo>
                  <a:lnTo>
                    <a:pt x="441074" y="1880020"/>
                  </a:lnTo>
                  <a:lnTo>
                    <a:pt x="447442" y="1888498"/>
                  </a:lnTo>
                  <a:lnTo>
                    <a:pt x="468640" y="1888498"/>
                  </a:lnTo>
                  <a:lnTo>
                    <a:pt x="475007" y="1880020"/>
                  </a:lnTo>
                  <a:lnTo>
                    <a:pt x="475007" y="1863065"/>
                  </a:lnTo>
                  <a:lnTo>
                    <a:pt x="468640" y="1854588"/>
                  </a:lnTo>
                  <a:close/>
                </a:path>
                <a:path w="9542780" h="6570345">
                  <a:moveTo>
                    <a:pt x="468640" y="1899236"/>
                  </a:moveTo>
                  <a:lnTo>
                    <a:pt x="449564" y="1899236"/>
                  </a:lnTo>
                  <a:lnTo>
                    <a:pt x="441074" y="1905453"/>
                  </a:lnTo>
                  <a:lnTo>
                    <a:pt x="441074" y="1924668"/>
                  </a:lnTo>
                  <a:lnTo>
                    <a:pt x="447442" y="1933147"/>
                  </a:lnTo>
                  <a:lnTo>
                    <a:pt x="458026" y="1933147"/>
                  </a:lnTo>
                  <a:lnTo>
                    <a:pt x="468640" y="1930886"/>
                  </a:lnTo>
                  <a:lnTo>
                    <a:pt x="475007" y="1924668"/>
                  </a:lnTo>
                  <a:lnTo>
                    <a:pt x="475007" y="1907713"/>
                  </a:lnTo>
                  <a:lnTo>
                    <a:pt x="468640" y="1899236"/>
                  </a:lnTo>
                  <a:close/>
                </a:path>
                <a:path w="9542780" h="6570345">
                  <a:moveTo>
                    <a:pt x="468640" y="1943601"/>
                  </a:moveTo>
                  <a:lnTo>
                    <a:pt x="449564" y="1943601"/>
                  </a:lnTo>
                  <a:lnTo>
                    <a:pt x="441074" y="1950101"/>
                  </a:lnTo>
                  <a:lnTo>
                    <a:pt x="441074" y="1971295"/>
                  </a:lnTo>
                  <a:lnTo>
                    <a:pt x="447442" y="1977511"/>
                  </a:lnTo>
                  <a:lnTo>
                    <a:pt x="458026" y="1977511"/>
                  </a:lnTo>
                  <a:lnTo>
                    <a:pt x="468640" y="1975251"/>
                  </a:lnTo>
                  <a:lnTo>
                    <a:pt x="475007" y="1969034"/>
                  </a:lnTo>
                  <a:lnTo>
                    <a:pt x="475007" y="1952078"/>
                  </a:lnTo>
                  <a:lnTo>
                    <a:pt x="468640" y="1943601"/>
                  </a:lnTo>
                  <a:close/>
                </a:path>
                <a:path w="9542780" h="6570345">
                  <a:moveTo>
                    <a:pt x="468640" y="1985989"/>
                  </a:moveTo>
                  <a:lnTo>
                    <a:pt x="449564" y="1985989"/>
                  </a:lnTo>
                  <a:lnTo>
                    <a:pt x="441074" y="1992205"/>
                  </a:lnTo>
                  <a:lnTo>
                    <a:pt x="441074" y="2013399"/>
                  </a:lnTo>
                  <a:lnTo>
                    <a:pt x="447442" y="2019899"/>
                  </a:lnTo>
                  <a:lnTo>
                    <a:pt x="468640" y="2019899"/>
                  </a:lnTo>
                  <a:lnTo>
                    <a:pt x="475007" y="2013399"/>
                  </a:lnTo>
                  <a:lnTo>
                    <a:pt x="475007" y="1994466"/>
                  </a:lnTo>
                  <a:lnTo>
                    <a:pt x="468640" y="1985989"/>
                  </a:lnTo>
                  <a:close/>
                </a:path>
                <a:path w="9542780" h="6570345">
                  <a:moveTo>
                    <a:pt x="468640" y="2030355"/>
                  </a:moveTo>
                  <a:lnTo>
                    <a:pt x="449564" y="2030355"/>
                  </a:lnTo>
                  <a:lnTo>
                    <a:pt x="441074" y="2036853"/>
                  </a:lnTo>
                  <a:lnTo>
                    <a:pt x="441074" y="2058047"/>
                  </a:lnTo>
                  <a:lnTo>
                    <a:pt x="447442" y="2064264"/>
                  </a:lnTo>
                  <a:lnTo>
                    <a:pt x="468640" y="2064264"/>
                  </a:lnTo>
                  <a:lnTo>
                    <a:pt x="475007" y="2058047"/>
                  </a:lnTo>
                  <a:lnTo>
                    <a:pt x="475007" y="2038832"/>
                  </a:lnTo>
                  <a:lnTo>
                    <a:pt x="468640" y="2030355"/>
                  </a:lnTo>
                  <a:close/>
                </a:path>
                <a:path w="9542780" h="6570345">
                  <a:moveTo>
                    <a:pt x="468640" y="2075002"/>
                  </a:moveTo>
                  <a:lnTo>
                    <a:pt x="449564" y="2075002"/>
                  </a:lnTo>
                  <a:lnTo>
                    <a:pt x="441074" y="2081220"/>
                  </a:lnTo>
                  <a:lnTo>
                    <a:pt x="441074" y="2102413"/>
                  </a:lnTo>
                  <a:lnTo>
                    <a:pt x="447442" y="2108912"/>
                  </a:lnTo>
                  <a:lnTo>
                    <a:pt x="468640" y="2108912"/>
                  </a:lnTo>
                  <a:lnTo>
                    <a:pt x="475007" y="2100435"/>
                  </a:lnTo>
                  <a:lnTo>
                    <a:pt x="475007" y="2083480"/>
                  </a:lnTo>
                  <a:lnTo>
                    <a:pt x="468640" y="2075002"/>
                  </a:lnTo>
                  <a:close/>
                </a:path>
                <a:path w="9542780" h="6570345">
                  <a:moveTo>
                    <a:pt x="468640" y="2119368"/>
                  </a:moveTo>
                  <a:lnTo>
                    <a:pt x="449564" y="2119368"/>
                  </a:lnTo>
                  <a:lnTo>
                    <a:pt x="441074" y="2125585"/>
                  </a:lnTo>
                  <a:lnTo>
                    <a:pt x="441074" y="2144800"/>
                  </a:lnTo>
                  <a:lnTo>
                    <a:pt x="447442" y="2153278"/>
                  </a:lnTo>
                  <a:lnTo>
                    <a:pt x="468640" y="2153278"/>
                  </a:lnTo>
                  <a:lnTo>
                    <a:pt x="475007" y="2144800"/>
                  </a:lnTo>
                  <a:lnTo>
                    <a:pt x="475007" y="2127845"/>
                  </a:lnTo>
                  <a:lnTo>
                    <a:pt x="468640" y="2119368"/>
                  </a:lnTo>
                  <a:close/>
                </a:path>
                <a:path w="9542780" h="6570345">
                  <a:moveTo>
                    <a:pt x="468640" y="2163733"/>
                  </a:moveTo>
                  <a:lnTo>
                    <a:pt x="449564" y="2163733"/>
                  </a:lnTo>
                  <a:lnTo>
                    <a:pt x="441074" y="2170233"/>
                  </a:lnTo>
                  <a:lnTo>
                    <a:pt x="441074" y="2189166"/>
                  </a:lnTo>
                  <a:lnTo>
                    <a:pt x="447442" y="2197643"/>
                  </a:lnTo>
                  <a:lnTo>
                    <a:pt x="468640" y="2197643"/>
                  </a:lnTo>
                  <a:lnTo>
                    <a:pt x="475007" y="2189166"/>
                  </a:lnTo>
                  <a:lnTo>
                    <a:pt x="475007" y="2172210"/>
                  </a:lnTo>
                  <a:lnTo>
                    <a:pt x="468640" y="2163733"/>
                  </a:lnTo>
                  <a:close/>
                </a:path>
                <a:path w="9542780" h="6570345">
                  <a:moveTo>
                    <a:pt x="424093" y="484911"/>
                  </a:moveTo>
                  <a:lnTo>
                    <a:pt x="402896" y="484911"/>
                  </a:lnTo>
                  <a:lnTo>
                    <a:pt x="396528" y="491128"/>
                  </a:lnTo>
                  <a:lnTo>
                    <a:pt x="396528" y="510344"/>
                  </a:lnTo>
                  <a:lnTo>
                    <a:pt x="402896" y="518539"/>
                  </a:lnTo>
                  <a:lnTo>
                    <a:pt x="424093" y="518539"/>
                  </a:lnTo>
                  <a:lnTo>
                    <a:pt x="430461" y="512321"/>
                  </a:lnTo>
                  <a:lnTo>
                    <a:pt x="430461" y="493389"/>
                  </a:lnTo>
                  <a:lnTo>
                    <a:pt x="424093" y="484911"/>
                  </a:lnTo>
                  <a:close/>
                </a:path>
                <a:path w="9542780" h="6570345">
                  <a:moveTo>
                    <a:pt x="424093" y="529277"/>
                  </a:moveTo>
                  <a:lnTo>
                    <a:pt x="402896" y="529277"/>
                  </a:lnTo>
                  <a:lnTo>
                    <a:pt x="396528" y="535494"/>
                  </a:lnTo>
                  <a:lnTo>
                    <a:pt x="396528" y="556687"/>
                  </a:lnTo>
                  <a:lnTo>
                    <a:pt x="402896" y="563186"/>
                  </a:lnTo>
                  <a:lnTo>
                    <a:pt x="424093" y="563186"/>
                  </a:lnTo>
                  <a:lnTo>
                    <a:pt x="430461" y="554709"/>
                  </a:lnTo>
                  <a:lnTo>
                    <a:pt x="430461" y="537754"/>
                  </a:lnTo>
                  <a:lnTo>
                    <a:pt x="424093" y="529277"/>
                  </a:lnTo>
                  <a:close/>
                </a:path>
                <a:path w="9542780" h="6570345">
                  <a:moveTo>
                    <a:pt x="424093" y="573642"/>
                  </a:moveTo>
                  <a:lnTo>
                    <a:pt x="402896" y="573642"/>
                  </a:lnTo>
                  <a:lnTo>
                    <a:pt x="396528" y="580142"/>
                  </a:lnTo>
                  <a:lnTo>
                    <a:pt x="396528" y="599075"/>
                  </a:lnTo>
                  <a:lnTo>
                    <a:pt x="402896" y="607552"/>
                  </a:lnTo>
                  <a:lnTo>
                    <a:pt x="424093" y="607552"/>
                  </a:lnTo>
                  <a:lnTo>
                    <a:pt x="430461" y="599075"/>
                  </a:lnTo>
                  <a:lnTo>
                    <a:pt x="430461" y="582119"/>
                  </a:lnTo>
                  <a:lnTo>
                    <a:pt x="424093" y="573642"/>
                  </a:lnTo>
                  <a:close/>
                </a:path>
                <a:path w="9542780" h="6570345">
                  <a:moveTo>
                    <a:pt x="424093" y="618290"/>
                  </a:moveTo>
                  <a:lnTo>
                    <a:pt x="402896" y="618290"/>
                  </a:lnTo>
                  <a:lnTo>
                    <a:pt x="396528" y="624507"/>
                  </a:lnTo>
                  <a:lnTo>
                    <a:pt x="396528" y="643723"/>
                  </a:lnTo>
                  <a:lnTo>
                    <a:pt x="402896" y="652200"/>
                  </a:lnTo>
                  <a:lnTo>
                    <a:pt x="424093" y="652200"/>
                  </a:lnTo>
                  <a:lnTo>
                    <a:pt x="430461" y="643723"/>
                  </a:lnTo>
                  <a:lnTo>
                    <a:pt x="430461" y="626767"/>
                  </a:lnTo>
                  <a:lnTo>
                    <a:pt x="424093" y="618290"/>
                  </a:lnTo>
                  <a:close/>
                </a:path>
                <a:path w="9542780" h="6570345">
                  <a:moveTo>
                    <a:pt x="424093" y="662655"/>
                  </a:moveTo>
                  <a:lnTo>
                    <a:pt x="402896" y="662655"/>
                  </a:lnTo>
                  <a:lnTo>
                    <a:pt x="396528" y="668873"/>
                  </a:lnTo>
                  <a:lnTo>
                    <a:pt x="396528" y="688088"/>
                  </a:lnTo>
                  <a:lnTo>
                    <a:pt x="402896" y="696565"/>
                  </a:lnTo>
                  <a:lnTo>
                    <a:pt x="424093" y="696565"/>
                  </a:lnTo>
                  <a:lnTo>
                    <a:pt x="430461" y="688088"/>
                  </a:lnTo>
                  <a:lnTo>
                    <a:pt x="430461" y="671134"/>
                  </a:lnTo>
                  <a:lnTo>
                    <a:pt x="424093" y="662655"/>
                  </a:lnTo>
                  <a:close/>
                </a:path>
                <a:path w="9542780" h="6570345">
                  <a:moveTo>
                    <a:pt x="424093" y="707021"/>
                  </a:moveTo>
                  <a:lnTo>
                    <a:pt x="402896" y="707021"/>
                  </a:lnTo>
                  <a:lnTo>
                    <a:pt x="396528" y="713521"/>
                  </a:lnTo>
                  <a:lnTo>
                    <a:pt x="396528" y="732453"/>
                  </a:lnTo>
                  <a:lnTo>
                    <a:pt x="402896" y="740931"/>
                  </a:lnTo>
                  <a:lnTo>
                    <a:pt x="424093" y="740931"/>
                  </a:lnTo>
                  <a:lnTo>
                    <a:pt x="430461" y="732453"/>
                  </a:lnTo>
                  <a:lnTo>
                    <a:pt x="430461" y="715498"/>
                  </a:lnTo>
                  <a:lnTo>
                    <a:pt x="424093" y="707021"/>
                  </a:lnTo>
                  <a:close/>
                </a:path>
                <a:path w="9542780" h="6570345">
                  <a:moveTo>
                    <a:pt x="424093" y="749409"/>
                  </a:moveTo>
                  <a:lnTo>
                    <a:pt x="402896" y="749409"/>
                  </a:lnTo>
                  <a:lnTo>
                    <a:pt x="396528" y="755907"/>
                  </a:lnTo>
                  <a:lnTo>
                    <a:pt x="396528" y="774840"/>
                  </a:lnTo>
                  <a:lnTo>
                    <a:pt x="402896" y="783318"/>
                  </a:lnTo>
                  <a:lnTo>
                    <a:pt x="424093" y="783318"/>
                  </a:lnTo>
                  <a:lnTo>
                    <a:pt x="430461" y="777101"/>
                  </a:lnTo>
                  <a:lnTo>
                    <a:pt x="430461" y="757886"/>
                  </a:lnTo>
                  <a:lnTo>
                    <a:pt x="424093" y="749409"/>
                  </a:lnTo>
                  <a:close/>
                </a:path>
                <a:path w="9542780" h="6570345">
                  <a:moveTo>
                    <a:pt x="424093" y="794057"/>
                  </a:moveTo>
                  <a:lnTo>
                    <a:pt x="402896" y="794057"/>
                  </a:lnTo>
                  <a:lnTo>
                    <a:pt x="396528" y="800273"/>
                  </a:lnTo>
                  <a:lnTo>
                    <a:pt x="396528" y="821467"/>
                  </a:lnTo>
                  <a:lnTo>
                    <a:pt x="402896" y="827684"/>
                  </a:lnTo>
                  <a:lnTo>
                    <a:pt x="424093" y="827684"/>
                  </a:lnTo>
                  <a:lnTo>
                    <a:pt x="430461" y="821467"/>
                  </a:lnTo>
                  <a:lnTo>
                    <a:pt x="430461" y="802534"/>
                  </a:lnTo>
                  <a:lnTo>
                    <a:pt x="424093" y="794057"/>
                  </a:lnTo>
                  <a:close/>
                </a:path>
                <a:path w="9542780" h="6570345">
                  <a:moveTo>
                    <a:pt x="424093" y="838422"/>
                  </a:moveTo>
                  <a:lnTo>
                    <a:pt x="402896" y="838422"/>
                  </a:lnTo>
                  <a:lnTo>
                    <a:pt x="396528" y="844638"/>
                  </a:lnTo>
                  <a:lnTo>
                    <a:pt x="396528" y="863855"/>
                  </a:lnTo>
                  <a:lnTo>
                    <a:pt x="402896" y="872332"/>
                  </a:lnTo>
                  <a:lnTo>
                    <a:pt x="424093" y="872332"/>
                  </a:lnTo>
                  <a:lnTo>
                    <a:pt x="430461" y="863855"/>
                  </a:lnTo>
                  <a:lnTo>
                    <a:pt x="430461" y="846899"/>
                  </a:lnTo>
                  <a:lnTo>
                    <a:pt x="424093" y="838422"/>
                  </a:lnTo>
                  <a:close/>
                </a:path>
                <a:path w="9542780" h="6570345">
                  <a:moveTo>
                    <a:pt x="424093" y="882788"/>
                  </a:moveTo>
                  <a:lnTo>
                    <a:pt x="402896" y="882788"/>
                  </a:lnTo>
                  <a:lnTo>
                    <a:pt x="396528" y="889287"/>
                  </a:lnTo>
                  <a:lnTo>
                    <a:pt x="396528" y="908220"/>
                  </a:lnTo>
                  <a:lnTo>
                    <a:pt x="402896" y="916697"/>
                  </a:lnTo>
                  <a:lnTo>
                    <a:pt x="424093" y="916697"/>
                  </a:lnTo>
                  <a:lnTo>
                    <a:pt x="430461" y="908220"/>
                  </a:lnTo>
                  <a:lnTo>
                    <a:pt x="430461" y="891265"/>
                  </a:lnTo>
                  <a:lnTo>
                    <a:pt x="424093" y="882788"/>
                  </a:lnTo>
                  <a:close/>
                </a:path>
                <a:path w="9542780" h="6570345">
                  <a:moveTo>
                    <a:pt x="424093" y="927435"/>
                  </a:moveTo>
                  <a:lnTo>
                    <a:pt x="402896" y="927435"/>
                  </a:lnTo>
                  <a:lnTo>
                    <a:pt x="396528" y="933653"/>
                  </a:lnTo>
                  <a:lnTo>
                    <a:pt x="396528" y="954845"/>
                  </a:lnTo>
                  <a:lnTo>
                    <a:pt x="402896" y="961063"/>
                  </a:lnTo>
                  <a:lnTo>
                    <a:pt x="424093" y="961063"/>
                  </a:lnTo>
                  <a:lnTo>
                    <a:pt x="430461" y="952585"/>
                  </a:lnTo>
                  <a:lnTo>
                    <a:pt x="430461" y="935913"/>
                  </a:lnTo>
                  <a:lnTo>
                    <a:pt x="424093" y="927435"/>
                  </a:lnTo>
                  <a:close/>
                </a:path>
                <a:path w="9542780" h="6570345">
                  <a:moveTo>
                    <a:pt x="424093" y="971801"/>
                  </a:moveTo>
                  <a:lnTo>
                    <a:pt x="402896" y="971801"/>
                  </a:lnTo>
                  <a:lnTo>
                    <a:pt x="396528" y="978018"/>
                  </a:lnTo>
                  <a:lnTo>
                    <a:pt x="396529" y="997233"/>
                  </a:lnTo>
                  <a:lnTo>
                    <a:pt x="402896" y="1005711"/>
                  </a:lnTo>
                  <a:lnTo>
                    <a:pt x="424093" y="1005711"/>
                  </a:lnTo>
                  <a:lnTo>
                    <a:pt x="430461" y="997233"/>
                  </a:lnTo>
                  <a:lnTo>
                    <a:pt x="430461" y="980278"/>
                  </a:lnTo>
                  <a:lnTo>
                    <a:pt x="424093" y="971801"/>
                  </a:lnTo>
                  <a:close/>
                </a:path>
                <a:path w="9542780" h="6570345">
                  <a:moveTo>
                    <a:pt x="424093" y="1016166"/>
                  </a:moveTo>
                  <a:lnTo>
                    <a:pt x="402896" y="1016166"/>
                  </a:lnTo>
                  <a:lnTo>
                    <a:pt x="396529" y="1022666"/>
                  </a:lnTo>
                  <a:lnTo>
                    <a:pt x="396529" y="1041599"/>
                  </a:lnTo>
                  <a:lnTo>
                    <a:pt x="402896" y="1050076"/>
                  </a:lnTo>
                  <a:lnTo>
                    <a:pt x="424093" y="1050076"/>
                  </a:lnTo>
                  <a:lnTo>
                    <a:pt x="430461" y="1041599"/>
                  </a:lnTo>
                  <a:lnTo>
                    <a:pt x="430461" y="1024643"/>
                  </a:lnTo>
                  <a:lnTo>
                    <a:pt x="424093" y="1016166"/>
                  </a:lnTo>
                  <a:close/>
                </a:path>
                <a:path w="9542780" h="6570345">
                  <a:moveTo>
                    <a:pt x="424093" y="1058553"/>
                  </a:moveTo>
                  <a:lnTo>
                    <a:pt x="402896" y="1058553"/>
                  </a:lnTo>
                  <a:lnTo>
                    <a:pt x="396529" y="1065053"/>
                  </a:lnTo>
                  <a:lnTo>
                    <a:pt x="396529" y="1086247"/>
                  </a:lnTo>
                  <a:lnTo>
                    <a:pt x="402896" y="1092464"/>
                  </a:lnTo>
                  <a:lnTo>
                    <a:pt x="424093" y="1092464"/>
                  </a:lnTo>
                  <a:lnTo>
                    <a:pt x="430461" y="1086247"/>
                  </a:lnTo>
                  <a:lnTo>
                    <a:pt x="430461" y="1067031"/>
                  </a:lnTo>
                  <a:lnTo>
                    <a:pt x="424093" y="1058553"/>
                  </a:lnTo>
                  <a:close/>
                </a:path>
                <a:path w="9542780" h="6570345">
                  <a:moveTo>
                    <a:pt x="424093" y="1102920"/>
                  </a:moveTo>
                  <a:lnTo>
                    <a:pt x="402896" y="1102920"/>
                  </a:lnTo>
                  <a:lnTo>
                    <a:pt x="396529" y="1109418"/>
                  </a:lnTo>
                  <a:lnTo>
                    <a:pt x="396529" y="1128351"/>
                  </a:lnTo>
                  <a:lnTo>
                    <a:pt x="402896" y="1136829"/>
                  </a:lnTo>
                  <a:lnTo>
                    <a:pt x="424093" y="1136829"/>
                  </a:lnTo>
                  <a:lnTo>
                    <a:pt x="430461" y="1130612"/>
                  </a:lnTo>
                  <a:lnTo>
                    <a:pt x="430461" y="1111397"/>
                  </a:lnTo>
                  <a:lnTo>
                    <a:pt x="424093" y="1102920"/>
                  </a:lnTo>
                  <a:close/>
                </a:path>
                <a:path w="9542780" h="6570345">
                  <a:moveTo>
                    <a:pt x="424093" y="1147566"/>
                  </a:moveTo>
                  <a:lnTo>
                    <a:pt x="402896" y="1147566"/>
                  </a:lnTo>
                  <a:lnTo>
                    <a:pt x="396529" y="1153784"/>
                  </a:lnTo>
                  <a:lnTo>
                    <a:pt x="396529" y="1172999"/>
                  </a:lnTo>
                  <a:lnTo>
                    <a:pt x="402896" y="1181477"/>
                  </a:lnTo>
                  <a:lnTo>
                    <a:pt x="424093" y="1181477"/>
                  </a:lnTo>
                  <a:lnTo>
                    <a:pt x="430461" y="1172999"/>
                  </a:lnTo>
                  <a:lnTo>
                    <a:pt x="430461" y="1156045"/>
                  </a:lnTo>
                  <a:lnTo>
                    <a:pt x="424093" y="1147566"/>
                  </a:lnTo>
                  <a:close/>
                </a:path>
                <a:path w="9542780" h="6570345">
                  <a:moveTo>
                    <a:pt x="424093" y="1191933"/>
                  </a:moveTo>
                  <a:lnTo>
                    <a:pt x="402896" y="1191933"/>
                  </a:lnTo>
                  <a:lnTo>
                    <a:pt x="396529" y="1198431"/>
                  </a:lnTo>
                  <a:lnTo>
                    <a:pt x="396529" y="1217364"/>
                  </a:lnTo>
                  <a:lnTo>
                    <a:pt x="402896" y="1225843"/>
                  </a:lnTo>
                  <a:lnTo>
                    <a:pt x="424093" y="1225843"/>
                  </a:lnTo>
                  <a:lnTo>
                    <a:pt x="430461" y="1217364"/>
                  </a:lnTo>
                  <a:lnTo>
                    <a:pt x="430461" y="1200410"/>
                  </a:lnTo>
                  <a:lnTo>
                    <a:pt x="424093" y="1191933"/>
                  </a:lnTo>
                  <a:close/>
                </a:path>
                <a:path w="9542780" h="6570345">
                  <a:moveTo>
                    <a:pt x="424093" y="1236581"/>
                  </a:moveTo>
                  <a:lnTo>
                    <a:pt x="402896" y="1236581"/>
                  </a:lnTo>
                  <a:lnTo>
                    <a:pt x="396529" y="1242797"/>
                  </a:lnTo>
                  <a:lnTo>
                    <a:pt x="396529" y="1261731"/>
                  </a:lnTo>
                  <a:lnTo>
                    <a:pt x="402896" y="1270208"/>
                  </a:lnTo>
                  <a:lnTo>
                    <a:pt x="424093" y="1270208"/>
                  </a:lnTo>
                  <a:lnTo>
                    <a:pt x="430461" y="1261731"/>
                  </a:lnTo>
                  <a:lnTo>
                    <a:pt x="430461" y="1244775"/>
                  </a:lnTo>
                  <a:lnTo>
                    <a:pt x="424093" y="1236581"/>
                  </a:lnTo>
                  <a:close/>
                </a:path>
                <a:path w="9542780" h="6570345">
                  <a:moveTo>
                    <a:pt x="424093" y="1280946"/>
                  </a:moveTo>
                  <a:lnTo>
                    <a:pt x="402896" y="1280946"/>
                  </a:lnTo>
                  <a:lnTo>
                    <a:pt x="396529" y="1287162"/>
                  </a:lnTo>
                  <a:lnTo>
                    <a:pt x="396529" y="1306379"/>
                  </a:lnTo>
                  <a:lnTo>
                    <a:pt x="402896" y="1314856"/>
                  </a:lnTo>
                  <a:lnTo>
                    <a:pt x="424093" y="1314856"/>
                  </a:lnTo>
                  <a:lnTo>
                    <a:pt x="430461" y="1306379"/>
                  </a:lnTo>
                  <a:lnTo>
                    <a:pt x="430461" y="1289423"/>
                  </a:lnTo>
                  <a:lnTo>
                    <a:pt x="424093" y="1280946"/>
                  </a:lnTo>
                  <a:close/>
                </a:path>
                <a:path w="9542780" h="6570345">
                  <a:moveTo>
                    <a:pt x="424093" y="1325312"/>
                  </a:moveTo>
                  <a:lnTo>
                    <a:pt x="402896" y="1325312"/>
                  </a:lnTo>
                  <a:lnTo>
                    <a:pt x="396529" y="1331810"/>
                  </a:lnTo>
                  <a:lnTo>
                    <a:pt x="396529" y="1350744"/>
                  </a:lnTo>
                  <a:lnTo>
                    <a:pt x="402896" y="1359221"/>
                  </a:lnTo>
                  <a:lnTo>
                    <a:pt x="424093" y="1359221"/>
                  </a:lnTo>
                  <a:lnTo>
                    <a:pt x="430461" y="1350744"/>
                  </a:lnTo>
                  <a:lnTo>
                    <a:pt x="430461" y="1333789"/>
                  </a:lnTo>
                  <a:lnTo>
                    <a:pt x="424093" y="1325312"/>
                  </a:lnTo>
                  <a:close/>
                </a:path>
                <a:path w="9542780" h="6570345">
                  <a:moveTo>
                    <a:pt x="424093" y="1367698"/>
                  </a:moveTo>
                  <a:lnTo>
                    <a:pt x="402896" y="1367698"/>
                  </a:lnTo>
                  <a:lnTo>
                    <a:pt x="396529" y="1374198"/>
                  </a:lnTo>
                  <a:lnTo>
                    <a:pt x="396529" y="1393131"/>
                  </a:lnTo>
                  <a:lnTo>
                    <a:pt x="402896" y="1401608"/>
                  </a:lnTo>
                  <a:lnTo>
                    <a:pt x="424093" y="1401608"/>
                  </a:lnTo>
                  <a:lnTo>
                    <a:pt x="430461" y="1395110"/>
                  </a:lnTo>
                  <a:lnTo>
                    <a:pt x="430461" y="1376177"/>
                  </a:lnTo>
                  <a:lnTo>
                    <a:pt x="424093" y="1367698"/>
                  </a:lnTo>
                  <a:close/>
                </a:path>
                <a:path w="9542780" h="6570345">
                  <a:moveTo>
                    <a:pt x="424093" y="1412064"/>
                  </a:moveTo>
                  <a:lnTo>
                    <a:pt x="402896" y="1412064"/>
                  </a:lnTo>
                  <a:lnTo>
                    <a:pt x="396529" y="1418564"/>
                  </a:lnTo>
                  <a:lnTo>
                    <a:pt x="396529" y="1439757"/>
                  </a:lnTo>
                  <a:lnTo>
                    <a:pt x="402896" y="1445975"/>
                  </a:lnTo>
                  <a:lnTo>
                    <a:pt x="424093" y="1445975"/>
                  </a:lnTo>
                  <a:lnTo>
                    <a:pt x="430461" y="1439757"/>
                  </a:lnTo>
                  <a:lnTo>
                    <a:pt x="430461" y="1420541"/>
                  </a:lnTo>
                  <a:lnTo>
                    <a:pt x="424093" y="1412064"/>
                  </a:lnTo>
                  <a:close/>
                </a:path>
                <a:path w="9542780" h="6570345">
                  <a:moveTo>
                    <a:pt x="424093" y="1456712"/>
                  </a:moveTo>
                  <a:lnTo>
                    <a:pt x="402896" y="1456712"/>
                  </a:lnTo>
                  <a:lnTo>
                    <a:pt x="396529" y="1462929"/>
                  </a:lnTo>
                  <a:lnTo>
                    <a:pt x="396529" y="1484123"/>
                  </a:lnTo>
                  <a:lnTo>
                    <a:pt x="402896" y="1490621"/>
                  </a:lnTo>
                  <a:lnTo>
                    <a:pt x="424093" y="1490621"/>
                  </a:lnTo>
                  <a:lnTo>
                    <a:pt x="430461" y="1482144"/>
                  </a:lnTo>
                  <a:lnTo>
                    <a:pt x="430461" y="1465190"/>
                  </a:lnTo>
                  <a:lnTo>
                    <a:pt x="424093" y="1456712"/>
                  </a:lnTo>
                  <a:close/>
                </a:path>
                <a:path w="9542780" h="6570345">
                  <a:moveTo>
                    <a:pt x="424093" y="1501077"/>
                  </a:moveTo>
                  <a:lnTo>
                    <a:pt x="402896" y="1501077"/>
                  </a:lnTo>
                  <a:lnTo>
                    <a:pt x="396529" y="1507577"/>
                  </a:lnTo>
                  <a:lnTo>
                    <a:pt x="396529" y="1528771"/>
                  </a:lnTo>
                  <a:lnTo>
                    <a:pt x="402896" y="1534988"/>
                  </a:lnTo>
                  <a:lnTo>
                    <a:pt x="424093" y="1534988"/>
                  </a:lnTo>
                  <a:lnTo>
                    <a:pt x="430461" y="1526510"/>
                  </a:lnTo>
                  <a:lnTo>
                    <a:pt x="430461" y="1509555"/>
                  </a:lnTo>
                  <a:lnTo>
                    <a:pt x="424093" y="1501077"/>
                  </a:lnTo>
                  <a:close/>
                </a:path>
                <a:path w="9542780" h="6570345">
                  <a:moveTo>
                    <a:pt x="424093" y="1545443"/>
                  </a:moveTo>
                  <a:lnTo>
                    <a:pt x="402896" y="1545443"/>
                  </a:lnTo>
                  <a:lnTo>
                    <a:pt x="396529" y="1551942"/>
                  </a:lnTo>
                  <a:lnTo>
                    <a:pt x="396529" y="1573136"/>
                  </a:lnTo>
                  <a:lnTo>
                    <a:pt x="402896" y="1579352"/>
                  </a:lnTo>
                  <a:lnTo>
                    <a:pt x="424093" y="1579352"/>
                  </a:lnTo>
                  <a:lnTo>
                    <a:pt x="430461" y="1570875"/>
                  </a:lnTo>
                  <a:lnTo>
                    <a:pt x="430461" y="1553921"/>
                  </a:lnTo>
                  <a:lnTo>
                    <a:pt x="424093" y="1545443"/>
                  </a:lnTo>
                  <a:close/>
                </a:path>
                <a:path w="9542780" h="6570345">
                  <a:moveTo>
                    <a:pt x="424093" y="1590092"/>
                  </a:moveTo>
                  <a:lnTo>
                    <a:pt x="402896" y="1590092"/>
                  </a:lnTo>
                  <a:lnTo>
                    <a:pt x="396529" y="1596308"/>
                  </a:lnTo>
                  <a:lnTo>
                    <a:pt x="396529" y="1615523"/>
                  </a:lnTo>
                  <a:lnTo>
                    <a:pt x="402896" y="1624001"/>
                  </a:lnTo>
                  <a:lnTo>
                    <a:pt x="424093" y="1624001"/>
                  </a:lnTo>
                  <a:lnTo>
                    <a:pt x="430461" y="1615523"/>
                  </a:lnTo>
                  <a:lnTo>
                    <a:pt x="430461" y="1598569"/>
                  </a:lnTo>
                  <a:lnTo>
                    <a:pt x="424093" y="1590092"/>
                  </a:lnTo>
                  <a:close/>
                </a:path>
                <a:path w="9542780" h="6570345">
                  <a:moveTo>
                    <a:pt x="424093" y="1634456"/>
                  </a:moveTo>
                  <a:lnTo>
                    <a:pt x="402896" y="1634456"/>
                  </a:lnTo>
                  <a:lnTo>
                    <a:pt x="396529" y="1640956"/>
                  </a:lnTo>
                  <a:lnTo>
                    <a:pt x="396529" y="1659888"/>
                  </a:lnTo>
                  <a:lnTo>
                    <a:pt x="402896" y="1668367"/>
                  </a:lnTo>
                  <a:lnTo>
                    <a:pt x="424093" y="1668367"/>
                  </a:lnTo>
                  <a:lnTo>
                    <a:pt x="430461" y="1659888"/>
                  </a:lnTo>
                  <a:lnTo>
                    <a:pt x="430461" y="1642934"/>
                  </a:lnTo>
                  <a:lnTo>
                    <a:pt x="424093" y="1634456"/>
                  </a:lnTo>
                  <a:close/>
                </a:path>
                <a:path w="9542780" h="6570345">
                  <a:moveTo>
                    <a:pt x="424093" y="1676844"/>
                  </a:moveTo>
                  <a:lnTo>
                    <a:pt x="402896" y="1676844"/>
                  </a:lnTo>
                  <a:lnTo>
                    <a:pt x="396529" y="1683061"/>
                  </a:lnTo>
                  <a:lnTo>
                    <a:pt x="396529" y="1704254"/>
                  </a:lnTo>
                  <a:lnTo>
                    <a:pt x="402897" y="1710754"/>
                  </a:lnTo>
                  <a:lnTo>
                    <a:pt x="424093" y="1710754"/>
                  </a:lnTo>
                  <a:lnTo>
                    <a:pt x="430461" y="1704254"/>
                  </a:lnTo>
                  <a:lnTo>
                    <a:pt x="430461" y="1685321"/>
                  </a:lnTo>
                  <a:lnTo>
                    <a:pt x="424093" y="1676844"/>
                  </a:lnTo>
                  <a:close/>
                </a:path>
                <a:path w="9542780" h="6570345">
                  <a:moveTo>
                    <a:pt x="424093" y="1721209"/>
                  </a:moveTo>
                  <a:lnTo>
                    <a:pt x="402897" y="1721209"/>
                  </a:lnTo>
                  <a:lnTo>
                    <a:pt x="396529" y="1727709"/>
                  </a:lnTo>
                  <a:lnTo>
                    <a:pt x="396529" y="1748903"/>
                  </a:lnTo>
                  <a:lnTo>
                    <a:pt x="402897" y="1755119"/>
                  </a:lnTo>
                  <a:lnTo>
                    <a:pt x="424093" y="1755119"/>
                  </a:lnTo>
                  <a:lnTo>
                    <a:pt x="430461" y="1748903"/>
                  </a:lnTo>
                  <a:lnTo>
                    <a:pt x="430461" y="1729686"/>
                  </a:lnTo>
                  <a:lnTo>
                    <a:pt x="424093" y="1721209"/>
                  </a:lnTo>
                  <a:close/>
                </a:path>
                <a:path w="9542780" h="6570345">
                  <a:moveTo>
                    <a:pt x="424093" y="1765857"/>
                  </a:moveTo>
                  <a:lnTo>
                    <a:pt x="402897" y="1765857"/>
                  </a:lnTo>
                  <a:lnTo>
                    <a:pt x="396529" y="1772074"/>
                  </a:lnTo>
                  <a:lnTo>
                    <a:pt x="396529" y="1793267"/>
                  </a:lnTo>
                  <a:lnTo>
                    <a:pt x="402897" y="1799767"/>
                  </a:lnTo>
                  <a:lnTo>
                    <a:pt x="424093" y="1799767"/>
                  </a:lnTo>
                  <a:lnTo>
                    <a:pt x="430461" y="1791290"/>
                  </a:lnTo>
                  <a:lnTo>
                    <a:pt x="430461" y="1774334"/>
                  </a:lnTo>
                  <a:lnTo>
                    <a:pt x="424093" y="1765857"/>
                  </a:lnTo>
                  <a:close/>
                </a:path>
                <a:path w="9542780" h="6570345">
                  <a:moveTo>
                    <a:pt x="424093" y="1810223"/>
                  </a:moveTo>
                  <a:lnTo>
                    <a:pt x="402897" y="1810223"/>
                  </a:lnTo>
                  <a:lnTo>
                    <a:pt x="396529" y="1816722"/>
                  </a:lnTo>
                  <a:lnTo>
                    <a:pt x="396529" y="1837634"/>
                  </a:lnTo>
                  <a:lnTo>
                    <a:pt x="402897" y="1844132"/>
                  </a:lnTo>
                  <a:lnTo>
                    <a:pt x="424093" y="1844132"/>
                  </a:lnTo>
                  <a:lnTo>
                    <a:pt x="430461" y="1835655"/>
                  </a:lnTo>
                  <a:lnTo>
                    <a:pt x="430461" y="1818700"/>
                  </a:lnTo>
                  <a:lnTo>
                    <a:pt x="424093" y="1810223"/>
                  </a:lnTo>
                  <a:close/>
                </a:path>
                <a:path w="9542780" h="6570345">
                  <a:moveTo>
                    <a:pt x="424093" y="1854588"/>
                  </a:moveTo>
                  <a:lnTo>
                    <a:pt x="402897" y="1854588"/>
                  </a:lnTo>
                  <a:lnTo>
                    <a:pt x="396529" y="1861088"/>
                  </a:lnTo>
                  <a:lnTo>
                    <a:pt x="396529" y="1880020"/>
                  </a:lnTo>
                  <a:lnTo>
                    <a:pt x="402897" y="1888498"/>
                  </a:lnTo>
                  <a:lnTo>
                    <a:pt x="424093" y="1888498"/>
                  </a:lnTo>
                  <a:lnTo>
                    <a:pt x="430461" y="1880020"/>
                  </a:lnTo>
                  <a:lnTo>
                    <a:pt x="430461" y="1863065"/>
                  </a:lnTo>
                  <a:lnTo>
                    <a:pt x="424093" y="1854588"/>
                  </a:lnTo>
                  <a:close/>
                </a:path>
                <a:path w="9542780" h="6570345">
                  <a:moveTo>
                    <a:pt x="424093" y="1899236"/>
                  </a:moveTo>
                  <a:lnTo>
                    <a:pt x="402897" y="1899236"/>
                  </a:lnTo>
                  <a:lnTo>
                    <a:pt x="396529" y="1905453"/>
                  </a:lnTo>
                  <a:lnTo>
                    <a:pt x="396529" y="1924668"/>
                  </a:lnTo>
                  <a:lnTo>
                    <a:pt x="402897" y="1933147"/>
                  </a:lnTo>
                  <a:lnTo>
                    <a:pt x="424093" y="1933147"/>
                  </a:lnTo>
                  <a:lnTo>
                    <a:pt x="430461" y="1924668"/>
                  </a:lnTo>
                  <a:lnTo>
                    <a:pt x="430461" y="1907713"/>
                  </a:lnTo>
                  <a:lnTo>
                    <a:pt x="424093" y="1899236"/>
                  </a:lnTo>
                  <a:close/>
                </a:path>
                <a:path w="9542780" h="6570345">
                  <a:moveTo>
                    <a:pt x="424093" y="1943601"/>
                  </a:moveTo>
                  <a:lnTo>
                    <a:pt x="402897" y="1943601"/>
                  </a:lnTo>
                  <a:lnTo>
                    <a:pt x="396529" y="1950101"/>
                  </a:lnTo>
                  <a:lnTo>
                    <a:pt x="396529" y="1971295"/>
                  </a:lnTo>
                  <a:lnTo>
                    <a:pt x="402897" y="1977511"/>
                  </a:lnTo>
                  <a:lnTo>
                    <a:pt x="424093" y="1977511"/>
                  </a:lnTo>
                  <a:lnTo>
                    <a:pt x="430461" y="1969034"/>
                  </a:lnTo>
                  <a:lnTo>
                    <a:pt x="430461" y="1952078"/>
                  </a:lnTo>
                  <a:lnTo>
                    <a:pt x="424093" y="1943601"/>
                  </a:lnTo>
                  <a:close/>
                </a:path>
                <a:path w="9542780" h="6570345">
                  <a:moveTo>
                    <a:pt x="424093" y="1985989"/>
                  </a:moveTo>
                  <a:lnTo>
                    <a:pt x="402897" y="1985989"/>
                  </a:lnTo>
                  <a:lnTo>
                    <a:pt x="396529" y="1992205"/>
                  </a:lnTo>
                  <a:lnTo>
                    <a:pt x="396529" y="2013399"/>
                  </a:lnTo>
                  <a:lnTo>
                    <a:pt x="402897" y="2019899"/>
                  </a:lnTo>
                  <a:lnTo>
                    <a:pt x="424093" y="2019899"/>
                  </a:lnTo>
                  <a:lnTo>
                    <a:pt x="430461" y="2013399"/>
                  </a:lnTo>
                  <a:lnTo>
                    <a:pt x="430461" y="1994466"/>
                  </a:lnTo>
                  <a:lnTo>
                    <a:pt x="424093" y="1985989"/>
                  </a:lnTo>
                  <a:close/>
                </a:path>
                <a:path w="9542780" h="6570345">
                  <a:moveTo>
                    <a:pt x="424093" y="2030355"/>
                  </a:moveTo>
                  <a:lnTo>
                    <a:pt x="402897" y="2030355"/>
                  </a:lnTo>
                  <a:lnTo>
                    <a:pt x="396529" y="2036853"/>
                  </a:lnTo>
                  <a:lnTo>
                    <a:pt x="396529" y="2058047"/>
                  </a:lnTo>
                  <a:lnTo>
                    <a:pt x="402897" y="2064264"/>
                  </a:lnTo>
                  <a:lnTo>
                    <a:pt x="424093" y="2064264"/>
                  </a:lnTo>
                  <a:lnTo>
                    <a:pt x="430461" y="2058047"/>
                  </a:lnTo>
                  <a:lnTo>
                    <a:pt x="430461" y="2038832"/>
                  </a:lnTo>
                  <a:lnTo>
                    <a:pt x="424093" y="2030355"/>
                  </a:lnTo>
                  <a:close/>
                </a:path>
                <a:path w="9542780" h="6570345">
                  <a:moveTo>
                    <a:pt x="424093" y="2075002"/>
                  </a:moveTo>
                  <a:lnTo>
                    <a:pt x="402897" y="2075002"/>
                  </a:lnTo>
                  <a:lnTo>
                    <a:pt x="396529" y="2081220"/>
                  </a:lnTo>
                  <a:lnTo>
                    <a:pt x="396529" y="2102413"/>
                  </a:lnTo>
                  <a:lnTo>
                    <a:pt x="402897" y="2108912"/>
                  </a:lnTo>
                  <a:lnTo>
                    <a:pt x="424093" y="2108912"/>
                  </a:lnTo>
                  <a:lnTo>
                    <a:pt x="430461" y="2100435"/>
                  </a:lnTo>
                  <a:lnTo>
                    <a:pt x="430461" y="2083480"/>
                  </a:lnTo>
                  <a:lnTo>
                    <a:pt x="424093" y="2075002"/>
                  </a:lnTo>
                  <a:close/>
                </a:path>
                <a:path w="9542780" h="6570345">
                  <a:moveTo>
                    <a:pt x="424093" y="2119368"/>
                  </a:moveTo>
                  <a:lnTo>
                    <a:pt x="402897" y="2119368"/>
                  </a:lnTo>
                  <a:lnTo>
                    <a:pt x="396529" y="2125585"/>
                  </a:lnTo>
                  <a:lnTo>
                    <a:pt x="396529" y="2144800"/>
                  </a:lnTo>
                  <a:lnTo>
                    <a:pt x="402897" y="2153278"/>
                  </a:lnTo>
                  <a:lnTo>
                    <a:pt x="424093" y="2153278"/>
                  </a:lnTo>
                  <a:lnTo>
                    <a:pt x="430461" y="2144800"/>
                  </a:lnTo>
                  <a:lnTo>
                    <a:pt x="430461" y="2127845"/>
                  </a:lnTo>
                  <a:lnTo>
                    <a:pt x="424093" y="2119368"/>
                  </a:lnTo>
                  <a:close/>
                </a:path>
                <a:path w="9542780" h="6570345">
                  <a:moveTo>
                    <a:pt x="424093" y="2163733"/>
                  </a:moveTo>
                  <a:lnTo>
                    <a:pt x="402897" y="2163733"/>
                  </a:lnTo>
                  <a:lnTo>
                    <a:pt x="396529" y="2170233"/>
                  </a:lnTo>
                  <a:lnTo>
                    <a:pt x="396529" y="2189166"/>
                  </a:lnTo>
                  <a:lnTo>
                    <a:pt x="402897" y="2197643"/>
                  </a:lnTo>
                  <a:lnTo>
                    <a:pt x="424093" y="2197643"/>
                  </a:lnTo>
                  <a:lnTo>
                    <a:pt x="430461" y="2189166"/>
                  </a:lnTo>
                  <a:lnTo>
                    <a:pt x="430461" y="2172210"/>
                  </a:lnTo>
                  <a:lnTo>
                    <a:pt x="424093" y="2163733"/>
                  </a:lnTo>
                  <a:close/>
                </a:path>
                <a:path w="9542780" h="6570345">
                  <a:moveTo>
                    <a:pt x="379576" y="662655"/>
                  </a:moveTo>
                  <a:lnTo>
                    <a:pt x="360502" y="662655"/>
                  </a:lnTo>
                  <a:lnTo>
                    <a:pt x="352010" y="668873"/>
                  </a:lnTo>
                  <a:lnTo>
                    <a:pt x="352010" y="688088"/>
                  </a:lnTo>
                  <a:lnTo>
                    <a:pt x="358378" y="696565"/>
                  </a:lnTo>
                  <a:lnTo>
                    <a:pt x="368964" y="696565"/>
                  </a:lnTo>
                  <a:lnTo>
                    <a:pt x="379576" y="694305"/>
                  </a:lnTo>
                  <a:lnTo>
                    <a:pt x="385944" y="688088"/>
                  </a:lnTo>
                  <a:lnTo>
                    <a:pt x="385944" y="671134"/>
                  </a:lnTo>
                  <a:lnTo>
                    <a:pt x="379576" y="662655"/>
                  </a:lnTo>
                  <a:close/>
                </a:path>
                <a:path w="9542780" h="6570345">
                  <a:moveTo>
                    <a:pt x="379576" y="707021"/>
                  </a:moveTo>
                  <a:lnTo>
                    <a:pt x="360502" y="707021"/>
                  </a:lnTo>
                  <a:lnTo>
                    <a:pt x="352010" y="713521"/>
                  </a:lnTo>
                  <a:lnTo>
                    <a:pt x="352010" y="732453"/>
                  </a:lnTo>
                  <a:lnTo>
                    <a:pt x="358378" y="740931"/>
                  </a:lnTo>
                  <a:lnTo>
                    <a:pt x="368964" y="740931"/>
                  </a:lnTo>
                  <a:lnTo>
                    <a:pt x="379576" y="738953"/>
                  </a:lnTo>
                  <a:lnTo>
                    <a:pt x="385944" y="732453"/>
                  </a:lnTo>
                  <a:lnTo>
                    <a:pt x="385944" y="715498"/>
                  </a:lnTo>
                  <a:lnTo>
                    <a:pt x="379576" y="707021"/>
                  </a:lnTo>
                  <a:close/>
                </a:path>
                <a:path w="9542780" h="6570345">
                  <a:moveTo>
                    <a:pt x="379576" y="749409"/>
                  </a:moveTo>
                  <a:lnTo>
                    <a:pt x="360502" y="749409"/>
                  </a:lnTo>
                  <a:lnTo>
                    <a:pt x="352010" y="755907"/>
                  </a:lnTo>
                  <a:lnTo>
                    <a:pt x="352010" y="774840"/>
                  </a:lnTo>
                  <a:lnTo>
                    <a:pt x="358378" y="783318"/>
                  </a:lnTo>
                  <a:lnTo>
                    <a:pt x="379576" y="783318"/>
                  </a:lnTo>
                  <a:lnTo>
                    <a:pt x="385944" y="777101"/>
                  </a:lnTo>
                  <a:lnTo>
                    <a:pt x="385944" y="757886"/>
                  </a:lnTo>
                  <a:lnTo>
                    <a:pt x="379576" y="749409"/>
                  </a:lnTo>
                  <a:close/>
                </a:path>
                <a:path w="9542780" h="6570345">
                  <a:moveTo>
                    <a:pt x="379576" y="794057"/>
                  </a:moveTo>
                  <a:lnTo>
                    <a:pt x="360502" y="794057"/>
                  </a:lnTo>
                  <a:lnTo>
                    <a:pt x="352010" y="800273"/>
                  </a:lnTo>
                  <a:lnTo>
                    <a:pt x="352010" y="821467"/>
                  </a:lnTo>
                  <a:lnTo>
                    <a:pt x="358378" y="827684"/>
                  </a:lnTo>
                  <a:lnTo>
                    <a:pt x="379576" y="827684"/>
                  </a:lnTo>
                  <a:lnTo>
                    <a:pt x="385944" y="821467"/>
                  </a:lnTo>
                  <a:lnTo>
                    <a:pt x="385944" y="802534"/>
                  </a:lnTo>
                  <a:lnTo>
                    <a:pt x="379576" y="794057"/>
                  </a:lnTo>
                  <a:close/>
                </a:path>
                <a:path w="9542780" h="6570345">
                  <a:moveTo>
                    <a:pt x="379576" y="838422"/>
                  </a:moveTo>
                  <a:lnTo>
                    <a:pt x="360502" y="838422"/>
                  </a:lnTo>
                  <a:lnTo>
                    <a:pt x="352010" y="844638"/>
                  </a:lnTo>
                  <a:lnTo>
                    <a:pt x="352010" y="863855"/>
                  </a:lnTo>
                  <a:lnTo>
                    <a:pt x="358378" y="872332"/>
                  </a:lnTo>
                  <a:lnTo>
                    <a:pt x="379576" y="872332"/>
                  </a:lnTo>
                  <a:lnTo>
                    <a:pt x="385944" y="863855"/>
                  </a:lnTo>
                  <a:lnTo>
                    <a:pt x="385944" y="846899"/>
                  </a:lnTo>
                  <a:lnTo>
                    <a:pt x="379576" y="838422"/>
                  </a:lnTo>
                  <a:close/>
                </a:path>
                <a:path w="9542780" h="6570345">
                  <a:moveTo>
                    <a:pt x="379576" y="882788"/>
                  </a:moveTo>
                  <a:lnTo>
                    <a:pt x="360502" y="882788"/>
                  </a:lnTo>
                  <a:lnTo>
                    <a:pt x="352010" y="889287"/>
                  </a:lnTo>
                  <a:lnTo>
                    <a:pt x="352010" y="908220"/>
                  </a:lnTo>
                  <a:lnTo>
                    <a:pt x="358378" y="916697"/>
                  </a:lnTo>
                  <a:lnTo>
                    <a:pt x="379576" y="916697"/>
                  </a:lnTo>
                  <a:lnTo>
                    <a:pt x="385944" y="908220"/>
                  </a:lnTo>
                  <a:lnTo>
                    <a:pt x="385944" y="891265"/>
                  </a:lnTo>
                  <a:lnTo>
                    <a:pt x="379576" y="882788"/>
                  </a:lnTo>
                  <a:close/>
                </a:path>
                <a:path w="9542780" h="6570345">
                  <a:moveTo>
                    <a:pt x="379576" y="927435"/>
                  </a:moveTo>
                  <a:lnTo>
                    <a:pt x="360502" y="927435"/>
                  </a:lnTo>
                  <a:lnTo>
                    <a:pt x="352010" y="933653"/>
                  </a:lnTo>
                  <a:lnTo>
                    <a:pt x="352010" y="954845"/>
                  </a:lnTo>
                  <a:lnTo>
                    <a:pt x="358378" y="961063"/>
                  </a:lnTo>
                  <a:lnTo>
                    <a:pt x="379576" y="961063"/>
                  </a:lnTo>
                  <a:lnTo>
                    <a:pt x="385944" y="952585"/>
                  </a:lnTo>
                  <a:lnTo>
                    <a:pt x="385944" y="935913"/>
                  </a:lnTo>
                  <a:lnTo>
                    <a:pt x="379576" y="927435"/>
                  </a:lnTo>
                  <a:close/>
                </a:path>
                <a:path w="9542780" h="6570345">
                  <a:moveTo>
                    <a:pt x="379576" y="971801"/>
                  </a:moveTo>
                  <a:lnTo>
                    <a:pt x="360502" y="971801"/>
                  </a:lnTo>
                  <a:lnTo>
                    <a:pt x="352010" y="978018"/>
                  </a:lnTo>
                  <a:lnTo>
                    <a:pt x="352010" y="997233"/>
                  </a:lnTo>
                  <a:lnTo>
                    <a:pt x="358378" y="1005711"/>
                  </a:lnTo>
                  <a:lnTo>
                    <a:pt x="368964" y="1005711"/>
                  </a:lnTo>
                  <a:lnTo>
                    <a:pt x="379576" y="1003449"/>
                  </a:lnTo>
                  <a:lnTo>
                    <a:pt x="385944" y="997233"/>
                  </a:lnTo>
                  <a:lnTo>
                    <a:pt x="385944" y="980278"/>
                  </a:lnTo>
                  <a:lnTo>
                    <a:pt x="379576" y="971801"/>
                  </a:lnTo>
                  <a:close/>
                </a:path>
                <a:path w="9542780" h="6570345">
                  <a:moveTo>
                    <a:pt x="379576" y="1016166"/>
                  </a:moveTo>
                  <a:lnTo>
                    <a:pt x="360502" y="1016166"/>
                  </a:lnTo>
                  <a:lnTo>
                    <a:pt x="352010" y="1022666"/>
                  </a:lnTo>
                  <a:lnTo>
                    <a:pt x="352010" y="1041599"/>
                  </a:lnTo>
                  <a:lnTo>
                    <a:pt x="358378" y="1050076"/>
                  </a:lnTo>
                  <a:lnTo>
                    <a:pt x="368964" y="1050076"/>
                  </a:lnTo>
                  <a:lnTo>
                    <a:pt x="379576" y="1048097"/>
                  </a:lnTo>
                  <a:lnTo>
                    <a:pt x="385944" y="1041599"/>
                  </a:lnTo>
                  <a:lnTo>
                    <a:pt x="385944" y="1024643"/>
                  </a:lnTo>
                  <a:lnTo>
                    <a:pt x="379576" y="1016166"/>
                  </a:lnTo>
                  <a:close/>
                </a:path>
                <a:path w="9542780" h="6570345">
                  <a:moveTo>
                    <a:pt x="379576" y="1058553"/>
                  </a:moveTo>
                  <a:lnTo>
                    <a:pt x="360502" y="1058553"/>
                  </a:lnTo>
                  <a:lnTo>
                    <a:pt x="352010" y="1065053"/>
                  </a:lnTo>
                  <a:lnTo>
                    <a:pt x="352010" y="1086247"/>
                  </a:lnTo>
                  <a:lnTo>
                    <a:pt x="358378" y="1092464"/>
                  </a:lnTo>
                  <a:lnTo>
                    <a:pt x="379576" y="1092464"/>
                  </a:lnTo>
                  <a:lnTo>
                    <a:pt x="385944" y="1086247"/>
                  </a:lnTo>
                  <a:lnTo>
                    <a:pt x="385944" y="1067031"/>
                  </a:lnTo>
                  <a:lnTo>
                    <a:pt x="379576" y="1058553"/>
                  </a:lnTo>
                  <a:close/>
                </a:path>
                <a:path w="9542780" h="6570345">
                  <a:moveTo>
                    <a:pt x="379576" y="1102920"/>
                  </a:moveTo>
                  <a:lnTo>
                    <a:pt x="360502" y="1102920"/>
                  </a:lnTo>
                  <a:lnTo>
                    <a:pt x="352010" y="1109418"/>
                  </a:lnTo>
                  <a:lnTo>
                    <a:pt x="352010" y="1128351"/>
                  </a:lnTo>
                  <a:lnTo>
                    <a:pt x="358378" y="1136829"/>
                  </a:lnTo>
                  <a:lnTo>
                    <a:pt x="379576" y="1136829"/>
                  </a:lnTo>
                  <a:lnTo>
                    <a:pt x="385944" y="1130612"/>
                  </a:lnTo>
                  <a:lnTo>
                    <a:pt x="385944" y="1111397"/>
                  </a:lnTo>
                  <a:lnTo>
                    <a:pt x="379576" y="1102920"/>
                  </a:lnTo>
                  <a:close/>
                </a:path>
                <a:path w="9542780" h="6570345">
                  <a:moveTo>
                    <a:pt x="379576" y="1147566"/>
                  </a:moveTo>
                  <a:lnTo>
                    <a:pt x="360502" y="1147566"/>
                  </a:lnTo>
                  <a:lnTo>
                    <a:pt x="352010" y="1153784"/>
                  </a:lnTo>
                  <a:lnTo>
                    <a:pt x="352010" y="1172999"/>
                  </a:lnTo>
                  <a:lnTo>
                    <a:pt x="358378" y="1181477"/>
                  </a:lnTo>
                  <a:lnTo>
                    <a:pt x="379576" y="1181477"/>
                  </a:lnTo>
                  <a:lnTo>
                    <a:pt x="385944" y="1172999"/>
                  </a:lnTo>
                  <a:lnTo>
                    <a:pt x="385944" y="1156045"/>
                  </a:lnTo>
                  <a:lnTo>
                    <a:pt x="379576" y="1147566"/>
                  </a:lnTo>
                  <a:close/>
                </a:path>
                <a:path w="9542780" h="6570345">
                  <a:moveTo>
                    <a:pt x="379576" y="1191933"/>
                  </a:moveTo>
                  <a:lnTo>
                    <a:pt x="360502" y="1191933"/>
                  </a:lnTo>
                  <a:lnTo>
                    <a:pt x="352010" y="1198431"/>
                  </a:lnTo>
                  <a:lnTo>
                    <a:pt x="352010" y="1217364"/>
                  </a:lnTo>
                  <a:lnTo>
                    <a:pt x="358378" y="1225843"/>
                  </a:lnTo>
                  <a:lnTo>
                    <a:pt x="379576" y="1225843"/>
                  </a:lnTo>
                  <a:lnTo>
                    <a:pt x="385944" y="1217364"/>
                  </a:lnTo>
                  <a:lnTo>
                    <a:pt x="385944" y="1200410"/>
                  </a:lnTo>
                  <a:lnTo>
                    <a:pt x="379576" y="1191933"/>
                  </a:lnTo>
                  <a:close/>
                </a:path>
                <a:path w="9542780" h="6570345">
                  <a:moveTo>
                    <a:pt x="379576" y="1236581"/>
                  </a:moveTo>
                  <a:lnTo>
                    <a:pt x="360502" y="1236581"/>
                  </a:lnTo>
                  <a:lnTo>
                    <a:pt x="352010" y="1242797"/>
                  </a:lnTo>
                  <a:lnTo>
                    <a:pt x="352010" y="1261731"/>
                  </a:lnTo>
                  <a:lnTo>
                    <a:pt x="358378" y="1270208"/>
                  </a:lnTo>
                  <a:lnTo>
                    <a:pt x="379576" y="1270208"/>
                  </a:lnTo>
                  <a:lnTo>
                    <a:pt x="385944" y="1261731"/>
                  </a:lnTo>
                  <a:lnTo>
                    <a:pt x="385944" y="1244775"/>
                  </a:lnTo>
                  <a:lnTo>
                    <a:pt x="379576" y="1236581"/>
                  </a:lnTo>
                  <a:close/>
                </a:path>
                <a:path w="9542780" h="6570345">
                  <a:moveTo>
                    <a:pt x="379576" y="1280946"/>
                  </a:moveTo>
                  <a:lnTo>
                    <a:pt x="360502" y="1280946"/>
                  </a:lnTo>
                  <a:lnTo>
                    <a:pt x="352010" y="1287162"/>
                  </a:lnTo>
                  <a:lnTo>
                    <a:pt x="352010" y="1306379"/>
                  </a:lnTo>
                  <a:lnTo>
                    <a:pt x="358378" y="1314856"/>
                  </a:lnTo>
                  <a:lnTo>
                    <a:pt x="368964" y="1314856"/>
                  </a:lnTo>
                  <a:lnTo>
                    <a:pt x="379576" y="1312595"/>
                  </a:lnTo>
                  <a:lnTo>
                    <a:pt x="385944" y="1306379"/>
                  </a:lnTo>
                  <a:lnTo>
                    <a:pt x="385944" y="1289423"/>
                  </a:lnTo>
                  <a:lnTo>
                    <a:pt x="379576" y="1280946"/>
                  </a:lnTo>
                  <a:close/>
                </a:path>
                <a:path w="9542780" h="6570345">
                  <a:moveTo>
                    <a:pt x="379576" y="1325312"/>
                  </a:moveTo>
                  <a:lnTo>
                    <a:pt x="360502" y="1325312"/>
                  </a:lnTo>
                  <a:lnTo>
                    <a:pt x="352010" y="1331810"/>
                  </a:lnTo>
                  <a:lnTo>
                    <a:pt x="352010" y="1350744"/>
                  </a:lnTo>
                  <a:lnTo>
                    <a:pt x="358378" y="1359221"/>
                  </a:lnTo>
                  <a:lnTo>
                    <a:pt x="368964" y="1359221"/>
                  </a:lnTo>
                  <a:lnTo>
                    <a:pt x="379576" y="1357243"/>
                  </a:lnTo>
                  <a:lnTo>
                    <a:pt x="385944" y="1350744"/>
                  </a:lnTo>
                  <a:lnTo>
                    <a:pt x="385944" y="1333789"/>
                  </a:lnTo>
                  <a:lnTo>
                    <a:pt x="379576" y="1325312"/>
                  </a:lnTo>
                  <a:close/>
                </a:path>
                <a:path w="9542780" h="6570345">
                  <a:moveTo>
                    <a:pt x="379576" y="1367698"/>
                  </a:moveTo>
                  <a:lnTo>
                    <a:pt x="360502" y="1367698"/>
                  </a:lnTo>
                  <a:lnTo>
                    <a:pt x="352010" y="1374198"/>
                  </a:lnTo>
                  <a:lnTo>
                    <a:pt x="352010" y="1393131"/>
                  </a:lnTo>
                  <a:lnTo>
                    <a:pt x="358378" y="1401608"/>
                  </a:lnTo>
                  <a:lnTo>
                    <a:pt x="379576" y="1401608"/>
                  </a:lnTo>
                  <a:lnTo>
                    <a:pt x="385944" y="1395110"/>
                  </a:lnTo>
                  <a:lnTo>
                    <a:pt x="385944" y="1376177"/>
                  </a:lnTo>
                  <a:lnTo>
                    <a:pt x="379576" y="1367698"/>
                  </a:lnTo>
                  <a:close/>
                </a:path>
                <a:path w="9542780" h="6570345">
                  <a:moveTo>
                    <a:pt x="379576" y="1412064"/>
                  </a:moveTo>
                  <a:lnTo>
                    <a:pt x="360502" y="1412064"/>
                  </a:lnTo>
                  <a:lnTo>
                    <a:pt x="352010" y="1418564"/>
                  </a:lnTo>
                  <a:lnTo>
                    <a:pt x="352010" y="1439757"/>
                  </a:lnTo>
                  <a:lnTo>
                    <a:pt x="358378" y="1445975"/>
                  </a:lnTo>
                  <a:lnTo>
                    <a:pt x="379576" y="1445975"/>
                  </a:lnTo>
                  <a:lnTo>
                    <a:pt x="385944" y="1439757"/>
                  </a:lnTo>
                  <a:lnTo>
                    <a:pt x="385944" y="1420541"/>
                  </a:lnTo>
                  <a:lnTo>
                    <a:pt x="379576" y="1412064"/>
                  </a:lnTo>
                  <a:close/>
                </a:path>
                <a:path w="9542780" h="6570345">
                  <a:moveTo>
                    <a:pt x="379576" y="1456712"/>
                  </a:moveTo>
                  <a:lnTo>
                    <a:pt x="360502" y="1456712"/>
                  </a:lnTo>
                  <a:lnTo>
                    <a:pt x="352010" y="1462929"/>
                  </a:lnTo>
                  <a:lnTo>
                    <a:pt x="352010" y="1484123"/>
                  </a:lnTo>
                  <a:lnTo>
                    <a:pt x="358378" y="1490621"/>
                  </a:lnTo>
                  <a:lnTo>
                    <a:pt x="379576" y="1490621"/>
                  </a:lnTo>
                  <a:lnTo>
                    <a:pt x="385944" y="1482144"/>
                  </a:lnTo>
                  <a:lnTo>
                    <a:pt x="385944" y="1465190"/>
                  </a:lnTo>
                  <a:lnTo>
                    <a:pt x="379576" y="1456712"/>
                  </a:lnTo>
                  <a:close/>
                </a:path>
                <a:path w="9542780" h="6570345">
                  <a:moveTo>
                    <a:pt x="379576" y="1501077"/>
                  </a:moveTo>
                  <a:lnTo>
                    <a:pt x="360502" y="1501077"/>
                  </a:lnTo>
                  <a:lnTo>
                    <a:pt x="352010" y="1507577"/>
                  </a:lnTo>
                  <a:lnTo>
                    <a:pt x="352010" y="1528771"/>
                  </a:lnTo>
                  <a:lnTo>
                    <a:pt x="358378" y="1534988"/>
                  </a:lnTo>
                  <a:lnTo>
                    <a:pt x="379576" y="1534988"/>
                  </a:lnTo>
                  <a:lnTo>
                    <a:pt x="385944" y="1526510"/>
                  </a:lnTo>
                  <a:lnTo>
                    <a:pt x="385944" y="1509555"/>
                  </a:lnTo>
                  <a:lnTo>
                    <a:pt x="379576" y="1501077"/>
                  </a:lnTo>
                  <a:close/>
                </a:path>
                <a:path w="9542780" h="6570345">
                  <a:moveTo>
                    <a:pt x="379576" y="1545443"/>
                  </a:moveTo>
                  <a:lnTo>
                    <a:pt x="360502" y="1545443"/>
                  </a:lnTo>
                  <a:lnTo>
                    <a:pt x="352010" y="1551942"/>
                  </a:lnTo>
                  <a:lnTo>
                    <a:pt x="352010" y="1573136"/>
                  </a:lnTo>
                  <a:lnTo>
                    <a:pt x="358378" y="1579352"/>
                  </a:lnTo>
                  <a:lnTo>
                    <a:pt x="379576" y="1579352"/>
                  </a:lnTo>
                  <a:lnTo>
                    <a:pt x="385944" y="1570875"/>
                  </a:lnTo>
                  <a:lnTo>
                    <a:pt x="385944" y="1553921"/>
                  </a:lnTo>
                  <a:lnTo>
                    <a:pt x="379576" y="1545443"/>
                  </a:lnTo>
                  <a:close/>
                </a:path>
                <a:path w="9542780" h="6570345">
                  <a:moveTo>
                    <a:pt x="379576" y="1590092"/>
                  </a:moveTo>
                  <a:lnTo>
                    <a:pt x="360502" y="1590092"/>
                  </a:lnTo>
                  <a:lnTo>
                    <a:pt x="352010" y="1596308"/>
                  </a:lnTo>
                  <a:lnTo>
                    <a:pt x="352010" y="1615523"/>
                  </a:lnTo>
                  <a:lnTo>
                    <a:pt x="358378" y="1624001"/>
                  </a:lnTo>
                  <a:lnTo>
                    <a:pt x="368964" y="1624001"/>
                  </a:lnTo>
                  <a:lnTo>
                    <a:pt x="379576" y="1621740"/>
                  </a:lnTo>
                  <a:lnTo>
                    <a:pt x="385944" y="1615523"/>
                  </a:lnTo>
                  <a:lnTo>
                    <a:pt x="385944" y="1598569"/>
                  </a:lnTo>
                  <a:lnTo>
                    <a:pt x="379576" y="1590092"/>
                  </a:lnTo>
                  <a:close/>
                </a:path>
                <a:path w="9542780" h="6570345">
                  <a:moveTo>
                    <a:pt x="379576" y="1634456"/>
                  </a:moveTo>
                  <a:lnTo>
                    <a:pt x="360502" y="1634456"/>
                  </a:lnTo>
                  <a:lnTo>
                    <a:pt x="352010" y="1640956"/>
                  </a:lnTo>
                  <a:lnTo>
                    <a:pt x="352010" y="1659888"/>
                  </a:lnTo>
                  <a:lnTo>
                    <a:pt x="358378" y="1668367"/>
                  </a:lnTo>
                  <a:lnTo>
                    <a:pt x="368964" y="1668367"/>
                  </a:lnTo>
                  <a:lnTo>
                    <a:pt x="379576" y="1666388"/>
                  </a:lnTo>
                  <a:lnTo>
                    <a:pt x="385944" y="1659888"/>
                  </a:lnTo>
                  <a:lnTo>
                    <a:pt x="385944" y="1642934"/>
                  </a:lnTo>
                  <a:lnTo>
                    <a:pt x="379576" y="1634456"/>
                  </a:lnTo>
                  <a:close/>
                </a:path>
                <a:path w="9542780" h="6570345">
                  <a:moveTo>
                    <a:pt x="379576" y="1676844"/>
                  </a:moveTo>
                  <a:lnTo>
                    <a:pt x="360502" y="1676844"/>
                  </a:lnTo>
                  <a:lnTo>
                    <a:pt x="352010" y="1683061"/>
                  </a:lnTo>
                  <a:lnTo>
                    <a:pt x="352010" y="1704254"/>
                  </a:lnTo>
                  <a:lnTo>
                    <a:pt x="358378" y="1710754"/>
                  </a:lnTo>
                  <a:lnTo>
                    <a:pt x="379576" y="1710754"/>
                  </a:lnTo>
                  <a:lnTo>
                    <a:pt x="385944" y="1704254"/>
                  </a:lnTo>
                  <a:lnTo>
                    <a:pt x="385944" y="1685321"/>
                  </a:lnTo>
                  <a:lnTo>
                    <a:pt x="379576" y="1676844"/>
                  </a:lnTo>
                  <a:close/>
                </a:path>
                <a:path w="9542780" h="6570345">
                  <a:moveTo>
                    <a:pt x="379576" y="1721209"/>
                  </a:moveTo>
                  <a:lnTo>
                    <a:pt x="360502" y="1721209"/>
                  </a:lnTo>
                  <a:lnTo>
                    <a:pt x="352010" y="1727709"/>
                  </a:lnTo>
                  <a:lnTo>
                    <a:pt x="352010" y="1748903"/>
                  </a:lnTo>
                  <a:lnTo>
                    <a:pt x="358378" y="1755119"/>
                  </a:lnTo>
                  <a:lnTo>
                    <a:pt x="379576" y="1755119"/>
                  </a:lnTo>
                  <a:lnTo>
                    <a:pt x="385944" y="1748903"/>
                  </a:lnTo>
                  <a:lnTo>
                    <a:pt x="385944" y="1729686"/>
                  </a:lnTo>
                  <a:lnTo>
                    <a:pt x="379576" y="1721209"/>
                  </a:lnTo>
                  <a:close/>
                </a:path>
                <a:path w="9542780" h="6570345">
                  <a:moveTo>
                    <a:pt x="379576" y="1765857"/>
                  </a:moveTo>
                  <a:lnTo>
                    <a:pt x="360502" y="1765857"/>
                  </a:lnTo>
                  <a:lnTo>
                    <a:pt x="352010" y="1772074"/>
                  </a:lnTo>
                  <a:lnTo>
                    <a:pt x="352010" y="1782812"/>
                  </a:lnTo>
                  <a:lnTo>
                    <a:pt x="353503" y="1789872"/>
                  </a:lnTo>
                  <a:lnTo>
                    <a:pt x="357579" y="1795210"/>
                  </a:lnTo>
                  <a:lnTo>
                    <a:pt x="363640" y="1798588"/>
                  </a:lnTo>
                  <a:lnTo>
                    <a:pt x="371086" y="1799767"/>
                  </a:lnTo>
                  <a:lnTo>
                    <a:pt x="379576" y="1799767"/>
                  </a:lnTo>
                  <a:lnTo>
                    <a:pt x="385944" y="1791290"/>
                  </a:lnTo>
                  <a:lnTo>
                    <a:pt x="385944" y="1774334"/>
                  </a:lnTo>
                  <a:lnTo>
                    <a:pt x="379576" y="1765857"/>
                  </a:lnTo>
                  <a:close/>
                </a:path>
                <a:path w="9542780" h="6570345">
                  <a:moveTo>
                    <a:pt x="379576" y="1810223"/>
                  </a:moveTo>
                  <a:lnTo>
                    <a:pt x="360502" y="1810223"/>
                  </a:lnTo>
                  <a:lnTo>
                    <a:pt x="352010" y="1816722"/>
                  </a:lnTo>
                  <a:lnTo>
                    <a:pt x="352010" y="1837634"/>
                  </a:lnTo>
                  <a:lnTo>
                    <a:pt x="358378" y="1844132"/>
                  </a:lnTo>
                  <a:lnTo>
                    <a:pt x="379576" y="1844132"/>
                  </a:lnTo>
                  <a:lnTo>
                    <a:pt x="385944" y="1835655"/>
                  </a:lnTo>
                  <a:lnTo>
                    <a:pt x="385944" y="1818700"/>
                  </a:lnTo>
                  <a:lnTo>
                    <a:pt x="379576" y="1810223"/>
                  </a:lnTo>
                  <a:close/>
                </a:path>
                <a:path w="9542780" h="6570345">
                  <a:moveTo>
                    <a:pt x="379576" y="1985989"/>
                  </a:moveTo>
                  <a:lnTo>
                    <a:pt x="360502" y="1985989"/>
                  </a:lnTo>
                  <a:lnTo>
                    <a:pt x="352010" y="1992205"/>
                  </a:lnTo>
                  <a:lnTo>
                    <a:pt x="352010" y="2013399"/>
                  </a:lnTo>
                  <a:lnTo>
                    <a:pt x="358378" y="2019899"/>
                  </a:lnTo>
                  <a:lnTo>
                    <a:pt x="379576" y="2019899"/>
                  </a:lnTo>
                  <a:lnTo>
                    <a:pt x="385944" y="2013399"/>
                  </a:lnTo>
                  <a:lnTo>
                    <a:pt x="385944" y="1994466"/>
                  </a:lnTo>
                  <a:lnTo>
                    <a:pt x="379576" y="1985989"/>
                  </a:lnTo>
                  <a:close/>
                </a:path>
                <a:path w="9542780" h="6570345">
                  <a:moveTo>
                    <a:pt x="379576" y="2030355"/>
                  </a:moveTo>
                  <a:lnTo>
                    <a:pt x="360502" y="2030355"/>
                  </a:lnTo>
                  <a:lnTo>
                    <a:pt x="352010" y="2036853"/>
                  </a:lnTo>
                  <a:lnTo>
                    <a:pt x="352010" y="2058047"/>
                  </a:lnTo>
                  <a:lnTo>
                    <a:pt x="358378" y="2064264"/>
                  </a:lnTo>
                  <a:lnTo>
                    <a:pt x="379576" y="2064264"/>
                  </a:lnTo>
                  <a:lnTo>
                    <a:pt x="385944" y="2058047"/>
                  </a:lnTo>
                  <a:lnTo>
                    <a:pt x="385944" y="2038832"/>
                  </a:lnTo>
                  <a:lnTo>
                    <a:pt x="379576" y="2030355"/>
                  </a:lnTo>
                  <a:close/>
                </a:path>
                <a:path w="9542780" h="6570345">
                  <a:moveTo>
                    <a:pt x="379576" y="2075002"/>
                  </a:moveTo>
                  <a:lnTo>
                    <a:pt x="360502" y="2075002"/>
                  </a:lnTo>
                  <a:lnTo>
                    <a:pt x="352010" y="2081220"/>
                  </a:lnTo>
                  <a:lnTo>
                    <a:pt x="352010" y="2102413"/>
                  </a:lnTo>
                  <a:lnTo>
                    <a:pt x="358378" y="2108912"/>
                  </a:lnTo>
                  <a:lnTo>
                    <a:pt x="379576" y="2108912"/>
                  </a:lnTo>
                  <a:lnTo>
                    <a:pt x="385944" y="2100435"/>
                  </a:lnTo>
                  <a:lnTo>
                    <a:pt x="385944" y="2083480"/>
                  </a:lnTo>
                  <a:lnTo>
                    <a:pt x="379576" y="2075002"/>
                  </a:lnTo>
                  <a:close/>
                </a:path>
                <a:path w="9542780" h="6570345">
                  <a:moveTo>
                    <a:pt x="379576" y="2119368"/>
                  </a:moveTo>
                  <a:lnTo>
                    <a:pt x="360502" y="2119368"/>
                  </a:lnTo>
                  <a:lnTo>
                    <a:pt x="352010" y="2125585"/>
                  </a:lnTo>
                  <a:lnTo>
                    <a:pt x="352010" y="2144800"/>
                  </a:lnTo>
                  <a:lnTo>
                    <a:pt x="358378" y="2153278"/>
                  </a:lnTo>
                  <a:lnTo>
                    <a:pt x="379576" y="2153278"/>
                  </a:lnTo>
                  <a:lnTo>
                    <a:pt x="385944" y="2144800"/>
                  </a:lnTo>
                  <a:lnTo>
                    <a:pt x="385944" y="2127845"/>
                  </a:lnTo>
                  <a:lnTo>
                    <a:pt x="379576" y="2119368"/>
                  </a:lnTo>
                  <a:close/>
                </a:path>
                <a:path w="9542780" h="6570345">
                  <a:moveTo>
                    <a:pt x="379576" y="2163733"/>
                  </a:moveTo>
                  <a:lnTo>
                    <a:pt x="360502" y="2163733"/>
                  </a:lnTo>
                  <a:lnTo>
                    <a:pt x="352010" y="2170233"/>
                  </a:lnTo>
                  <a:lnTo>
                    <a:pt x="352010" y="2189166"/>
                  </a:lnTo>
                  <a:lnTo>
                    <a:pt x="358378" y="2197643"/>
                  </a:lnTo>
                  <a:lnTo>
                    <a:pt x="379576" y="2197643"/>
                  </a:lnTo>
                  <a:lnTo>
                    <a:pt x="385944" y="2189166"/>
                  </a:lnTo>
                  <a:lnTo>
                    <a:pt x="385944" y="2172210"/>
                  </a:lnTo>
                  <a:lnTo>
                    <a:pt x="379576" y="2163733"/>
                  </a:lnTo>
                  <a:close/>
                </a:path>
                <a:path w="9542780" h="6570345">
                  <a:moveTo>
                    <a:pt x="337153" y="749409"/>
                  </a:moveTo>
                  <a:lnTo>
                    <a:pt x="318077" y="749409"/>
                  </a:lnTo>
                  <a:lnTo>
                    <a:pt x="309587" y="755907"/>
                  </a:lnTo>
                  <a:lnTo>
                    <a:pt x="309587" y="774840"/>
                  </a:lnTo>
                  <a:lnTo>
                    <a:pt x="315955" y="783318"/>
                  </a:lnTo>
                  <a:lnTo>
                    <a:pt x="335031" y="783318"/>
                  </a:lnTo>
                  <a:lnTo>
                    <a:pt x="343521" y="777101"/>
                  </a:lnTo>
                  <a:lnTo>
                    <a:pt x="343521" y="757886"/>
                  </a:lnTo>
                  <a:lnTo>
                    <a:pt x="337153" y="749409"/>
                  </a:lnTo>
                  <a:close/>
                </a:path>
                <a:path w="9542780" h="6570345">
                  <a:moveTo>
                    <a:pt x="337153" y="794057"/>
                  </a:moveTo>
                  <a:lnTo>
                    <a:pt x="318077" y="794057"/>
                  </a:lnTo>
                  <a:lnTo>
                    <a:pt x="309587" y="800273"/>
                  </a:lnTo>
                  <a:lnTo>
                    <a:pt x="309587" y="821467"/>
                  </a:lnTo>
                  <a:lnTo>
                    <a:pt x="315955" y="827684"/>
                  </a:lnTo>
                  <a:lnTo>
                    <a:pt x="335031" y="827684"/>
                  </a:lnTo>
                  <a:lnTo>
                    <a:pt x="343521" y="821467"/>
                  </a:lnTo>
                  <a:lnTo>
                    <a:pt x="343521" y="802534"/>
                  </a:lnTo>
                  <a:lnTo>
                    <a:pt x="337153" y="794057"/>
                  </a:lnTo>
                  <a:close/>
                </a:path>
                <a:path w="9542780" h="6570345">
                  <a:moveTo>
                    <a:pt x="337153" y="838422"/>
                  </a:moveTo>
                  <a:lnTo>
                    <a:pt x="318077" y="838422"/>
                  </a:lnTo>
                  <a:lnTo>
                    <a:pt x="309587" y="844638"/>
                  </a:lnTo>
                  <a:lnTo>
                    <a:pt x="309587" y="863855"/>
                  </a:lnTo>
                  <a:lnTo>
                    <a:pt x="315955" y="872332"/>
                  </a:lnTo>
                  <a:lnTo>
                    <a:pt x="335031" y="872332"/>
                  </a:lnTo>
                  <a:lnTo>
                    <a:pt x="343521" y="863855"/>
                  </a:lnTo>
                  <a:lnTo>
                    <a:pt x="343521" y="846899"/>
                  </a:lnTo>
                  <a:lnTo>
                    <a:pt x="337153" y="838422"/>
                  </a:lnTo>
                  <a:close/>
                </a:path>
                <a:path w="9542780" h="6570345">
                  <a:moveTo>
                    <a:pt x="337153" y="882788"/>
                  </a:moveTo>
                  <a:lnTo>
                    <a:pt x="318076" y="882788"/>
                  </a:lnTo>
                  <a:lnTo>
                    <a:pt x="309587" y="889287"/>
                  </a:lnTo>
                  <a:lnTo>
                    <a:pt x="309587" y="908220"/>
                  </a:lnTo>
                  <a:lnTo>
                    <a:pt x="315955" y="916697"/>
                  </a:lnTo>
                  <a:lnTo>
                    <a:pt x="335031" y="916697"/>
                  </a:lnTo>
                  <a:lnTo>
                    <a:pt x="343521" y="908220"/>
                  </a:lnTo>
                  <a:lnTo>
                    <a:pt x="343521" y="891265"/>
                  </a:lnTo>
                  <a:lnTo>
                    <a:pt x="337153" y="882788"/>
                  </a:lnTo>
                  <a:close/>
                </a:path>
                <a:path w="9542780" h="6570345">
                  <a:moveTo>
                    <a:pt x="337153" y="927435"/>
                  </a:moveTo>
                  <a:lnTo>
                    <a:pt x="318077" y="927435"/>
                  </a:lnTo>
                  <a:lnTo>
                    <a:pt x="309587" y="933653"/>
                  </a:lnTo>
                  <a:lnTo>
                    <a:pt x="309587" y="954845"/>
                  </a:lnTo>
                  <a:lnTo>
                    <a:pt x="315955" y="961063"/>
                  </a:lnTo>
                  <a:lnTo>
                    <a:pt x="335031" y="961063"/>
                  </a:lnTo>
                  <a:lnTo>
                    <a:pt x="343521" y="952585"/>
                  </a:lnTo>
                  <a:lnTo>
                    <a:pt x="343521" y="935913"/>
                  </a:lnTo>
                  <a:lnTo>
                    <a:pt x="337153" y="927435"/>
                  </a:lnTo>
                  <a:close/>
                </a:path>
                <a:path w="9542780" h="6570345">
                  <a:moveTo>
                    <a:pt x="337153" y="971801"/>
                  </a:moveTo>
                  <a:lnTo>
                    <a:pt x="318077" y="971801"/>
                  </a:lnTo>
                  <a:lnTo>
                    <a:pt x="309587" y="978018"/>
                  </a:lnTo>
                  <a:lnTo>
                    <a:pt x="309587" y="997233"/>
                  </a:lnTo>
                  <a:lnTo>
                    <a:pt x="315955" y="1005711"/>
                  </a:lnTo>
                  <a:lnTo>
                    <a:pt x="326569" y="1005711"/>
                  </a:lnTo>
                  <a:lnTo>
                    <a:pt x="335031" y="1003449"/>
                  </a:lnTo>
                  <a:lnTo>
                    <a:pt x="343521" y="997233"/>
                  </a:lnTo>
                  <a:lnTo>
                    <a:pt x="343521" y="980278"/>
                  </a:lnTo>
                  <a:lnTo>
                    <a:pt x="337153" y="971801"/>
                  </a:lnTo>
                  <a:close/>
                </a:path>
                <a:path w="9542780" h="6570345">
                  <a:moveTo>
                    <a:pt x="337153" y="1016166"/>
                  </a:moveTo>
                  <a:lnTo>
                    <a:pt x="318077" y="1016166"/>
                  </a:lnTo>
                  <a:lnTo>
                    <a:pt x="309587" y="1022666"/>
                  </a:lnTo>
                  <a:lnTo>
                    <a:pt x="309587" y="1041599"/>
                  </a:lnTo>
                  <a:lnTo>
                    <a:pt x="315955" y="1050076"/>
                  </a:lnTo>
                  <a:lnTo>
                    <a:pt x="326569" y="1050076"/>
                  </a:lnTo>
                  <a:lnTo>
                    <a:pt x="335031" y="1048097"/>
                  </a:lnTo>
                  <a:lnTo>
                    <a:pt x="343521" y="1041599"/>
                  </a:lnTo>
                  <a:lnTo>
                    <a:pt x="343521" y="1024643"/>
                  </a:lnTo>
                  <a:lnTo>
                    <a:pt x="337153" y="1016166"/>
                  </a:lnTo>
                  <a:close/>
                </a:path>
                <a:path w="9542780" h="6570345">
                  <a:moveTo>
                    <a:pt x="337153" y="1058553"/>
                  </a:moveTo>
                  <a:lnTo>
                    <a:pt x="318077" y="1058553"/>
                  </a:lnTo>
                  <a:lnTo>
                    <a:pt x="309587" y="1065053"/>
                  </a:lnTo>
                  <a:lnTo>
                    <a:pt x="309587" y="1086247"/>
                  </a:lnTo>
                  <a:lnTo>
                    <a:pt x="315955" y="1092464"/>
                  </a:lnTo>
                  <a:lnTo>
                    <a:pt x="335031" y="1092464"/>
                  </a:lnTo>
                  <a:lnTo>
                    <a:pt x="343521" y="1086247"/>
                  </a:lnTo>
                  <a:lnTo>
                    <a:pt x="343521" y="1067031"/>
                  </a:lnTo>
                  <a:lnTo>
                    <a:pt x="337153" y="1058553"/>
                  </a:lnTo>
                  <a:close/>
                </a:path>
                <a:path w="9542780" h="6570345">
                  <a:moveTo>
                    <a:pt x="337153" y="1102920"/>
                  </a:moveTo>
                  <a:lnTo>
                    <a:pt x="318077" y="1102920"/>
                  </a:lnTo>
                  <a:lnTo>
                    <a:pt x="309587" y="1109418"/>
                  </a:lnTo>
                  <a:lnTo>
                    <a:pt x="309587" y="1128351"/>
                  </a:lnTo>
                  <a:lnTo>
                    <a:pt x="315955" y="1136829"/>
                  </a:lnTo>
                  <a:lnTo>
                    <a:pt x="335031" y="1136829"/>
                  </a:lnTo>
                  <a:lnTo>
                    <a:pt x="343521" y="1130612"/>
                  </a:lnTo>
                  <a:lnTo>
                    <a:pt x="343521" y="1111397"/>
                  </a:lnTo>
                  <a:lnTo>
                    <a:pt x="337153" y="1102920"/>
                  </a:lnTo>
                  <a:close/>
                </a:path>
                <a:path w="9542780" h="6570345">
                  <a:moveTo>
                    <a:pt x="337153" y="1147566"/>
                  </a:moveTo>
                  <a:lnTo>
                    <a:pt x="318077" y="1147566"/>
                  </a:lnTo>
                  <a:lnTo>
                    <a:pt x="309587" y="1153784"/>
                  </a:lnTo>
                  <a:lnTo>
                    <a:pt x="309587" y="1172999"/>
                  </a:lnTo>
                  <a:lnTo>
                    <a:pt x="315955" y="1181477"/>
                  </a:lnTo>
                  <a:lnTo>
                    <a:pt x="335031" y="1181477"/>
                  </a:lnTo>
                  <a:lnTo>
                    <a:pt x="343521" y="1172999"/>
                  </a:lnTo>
                  <a:lnTo>
                    <a:pt x="343521" y="1156045"/>
                  </a:lnTo>
                  <a:lnTo>
                    <a:pt x="337153" y="1147566"/>
                  </a:lnTo>
                  <a:close/>
                </a:path>
                <a:path w="9542780" h="6570345">
                  <a:moveTo>
                    <a:pt x="337153" y="1191933"/>
                  </a:moveTo>
                  <a:lnTo>
                    <a:pt x="318077" y="1191933"/>
                  </a:lnTo>
                  <a:lnTo>
                    <a:pt x="309587" y="1198431"/>
                  </a:lnTo>
                  <a:lnTo>
                    <a:pt x="309587" y="1217364"/>
                  </a:lnTo>
                  <a:lnTo>
                    <a:pt x="315955" y="1225843"/>
                  </a:lnTo>
                  <a:lnTo>
                    <a:pt x="335031" y="1225843"/>
                  </a:lnTo>
                  <a:lnTo>
                    <a:pt x="343521" y="1217364"/>
                  </a:lnTo>
                  <a:lnTo>
                    <a:pt x="343521" y="1200410"/>
                  </a:lnTo>
                  <a:lnTo>
                    <a:pt x="337153" y="1191933"/>
                  </a:lnTo>
                  <a:close/>
                </a:path>
                <a:path w="9542780" h="6570345">
                  <a:moveTo>
                    <a:pt x="337153" y="1236581"/>
                  </a:moveTo>
                  <a:lnTo>
                    <a:pt x="318077" y="1236581"/>
                  </a:lnTo>
                  <a:lnTo>
                    <a:pt x="309587" y="1242797"/>
                  </a:lnTo>
                  <a:lnTo>
                    <a:pt x="309587" y="1261731"/>
                  </a:lnTo>
                  <a:lnTo>
                    <a:pt x="315955" y="1270208"/>
                  </a:lnTo>
                  <a:lnTo>
                    <a:pt x="335031" y="1270208"/>
                  </a:lnTo>
                  <a:lnTo>
                    <a:pt x="343521" y="1261731"/>
                  </a:lnTo>
                  <a:lnTo>
                    <a:pt x="343521" y="1244775"/>
                  </a:lnTo>
                  <a:lnTo>
                    <a:pt x="337153" y="1236581"/>
                  </a:lnTo>
                  <a:close/>
                </a:path>
                <a:path w="9542780" h="6570345">
                  <a:moveTo>
                    <a:pt x="337153" y="1280946"/>
                  </a:moveTo>
                  <a:lnTo>
                    <a:pt x="318077" y="1280946"/>
                  </a:lnTo>
                  <a:lnTo>
                    <a:pt x="309587" y="1287162"/>
                  </a:lnTo>
                  <a:lnTo>
                    <a:pt x="309587" y="1306379"/>
                  </a:lnTo>
                  <a:lnTo>
                    <a:pt x="315955" y="1314856"/>
                  </a:lnTo>
                  <a:lnTo>
                    <a:pt x="326569" y="1314856"/>
                  </a:lnTo>
                  <a:lnTo>
                    <a:pt x="335031" y="1312595"/>
                  </a:lnTo>
                  <a:lnTo>
                    <a:pt x="343521" y="1306379"/>
                  </a:lnTo>
                  <a:lnTo>
                    <a:pt x="343521" y="1289423"/>
                  </a:lnTo>
                  <a:lnTo>
                    <a:pt x="337153" y="1280946"/>
                  </a:lnTo>
                  <a:close/>
                </a:path>
                <a:path w="9542780" h="6570345">
                  <a:moveTo>
                    <a:pt x="337153" y="1325312"/>
                  </a:moveTo>
                  <a:lnTo>
                    <a:pt x="318077" y="1325312"/>
                  </a:lnTo>
                  <a:lnTo>
                    <a:pt x="309587" y="1331810"/>
                  </a:lnTo>
                  <a:lnTo>
                    <a:pt x="309587" y="1350744"/>
                  </a:lnTo>
                  <a:lnTo>
                    <a:pt x="315955" y="1359221"/>
                  </a:lnTo>
                  <a:lnTo>
                    <a:pt x="326569" y="1359221"/>
                  </a:lnTo>
                  <a:lnTo>
                    <a:pt x="335031" y="1357243"/>
                  </a:lnTo>
                  <a:lnTo>
                    <a:pt x="343521" y="1350744"/>
                  </a:lnTo>
                  <a:lnTo>
                    <a:pt x="343521" y="1333789"/>
                  </a:lnTo>
                  <a:lnTo>
                    <a:pt x="337153" y="1325312"/>
                  </a:lnTo>
                  <a:close/>
                </a:path>
                <a:path w="9542780" h="6570345">
                  <a:moveTo>
                    <a:pt x="337153" y="1367698"/>
                  </a:moveTo>
                  <a:lnTo>
                    <a:pt x="318077" y="1367698"/>
                  </a:lnTo>
                  <a:lnTo>
                    <a:pt x="309587" y="1374198"/>
                  </a:lnTo>
                  <a:lnTo>
                    <a:pt x="309587" y="1393131"/>
                  </a:lnTo>
                  <a:lnTo>
                    <a:pt x="315955" y="1401608"/>
                  </a:lnTo>
                  <a:lnTo>
                    <a:pt x="335031" y="1401608"/>
                  </a:lnTo>
                  <a:lnTo>
                    <a:pt x="343521" y="1395110"/>
                  </a:lnTo>
                  <a:lnTo>
                    <a:pt x="343521" y="1376177"/>
                  </a:lnTo>
                  <a:lnTo>
                    <a:pt x="337153" y="1367698"/>
                  </a:lnTo>
                  <a:close/>
                </a:path>
                <a:path w="9542780" h="6570345">
                  <a:moveTo>
                    <a:pt x="337153" y="1412064"/>
                  </a:moveTo>
                  <a:lnTo>
                    <a:pt x="318077" y="1412064"/>
                  </a:lnTo>
                  <a:lnTo>
                    <a:pt x="309587" y="1418564"/>
                  </a:lnTo>
                  <a:lnTo>
                    <a:pt x="309587" y="1439757"/>
                  </a:lnTo>
                  <a:lnTo>
                    <a:pt x="315955" y="1445975"/>
                  </a:lnTo>
                  <a:lnTo>
                    <a:pt x="335031" y="1445975"/>
                  </a:lnTo>
                  <a:lnTo>
                    <a:pt x="343521" y="1439757"/>
                  </a:lnTo>
                  <a:lnTo>
                    <a:pt x="343521" y="1420541"/>
                  </a:lnTo>
                  <a:lnTo>
                    <a:pt x="337153" y="1412064"/>
                  </a:lnTo>
                  <a:close/>
                </a:path>
                <a:path w="9542780" h="6570345">
                  <a:moveTo>
                    <a:pt x="337153" y="1456712"/>
                  </a:moveTo>
                  <a:lnTo>
                    <a:pt x="318077" y="1456712"/>
                  </a:lnTo>
                  <a:lnTo>
                    <a:pt x="309587" y="1462929"/>
                  </a:lnTo>
                  <a:lnTo>
                    <a:pt x="309587" y="1484123"/>
                  </a:lnTo>
                  <a:lnTo>
                    <a:pt x="315955" y="1490621"/>
                  </a:lnTo>
                  <a:lnTo>
                    <a:pt x="335031" y="1490621"/>
                  </a:lnTo>
                  <a:lnTo>
                    <a:pt x="343521" y="1482144"/>
                  </a:lnTo>
                  <a:lnTo>
                    <a:pt x="343521" y="1465190"/>
                  </a:lnTo>
                  <a:lnTo>
                    <a:pt x="337153" y="1456712"/>
                  </a:lnTo>
                  <a:close/>
                </a:path>
                <a:path w="9542780" h="6570345">
                  <a:moveTo>
                    <a:pt x="337153" y="1501077"/>
                  </a:moveTo>
                  <a:lnTo>
                    <a:pt x="318077" y="1501077"/>
                  </a:lnTo>
                  <a:lnTo>
                    <a:pt x="309587" y="1507577"/>
                  </a:lnTo>
                  <a:lnTo>
                    <a:pt x="309587" y="1528771"/>
                  </a:lnTo>
                  <a:lnTo>
                    <a:pt x="315955" y="1534988"/>
                  </a:lnTo>
                  <a:lnTo>
                    <a:pt x="335031" y="1534988"/>
                  </a:lnTo>
                  <a:lnTo>
                    <a:pt x="343521" y="1526510"/>
                  </a:lnTo>
                  <a:lnTo>
                    <a:pt x="343521" y="1509555"/>
                  </a:lnTo>
                  <a:lnTo>
                    <a:pt x="337153" y="1501077"/>
                  </a:lnTo>
                  <a:close/>
                </a:path>
                <a:path w="9542780" h="6570345">
                  <a:moveTo>
                    <a:pt x="337153" y="1545443"/>
                  </a:moveTo>
                  <a:lnTo>
                    <a:pt x="318077" y="1545443"/>
                  </a:lnTo>
                  <a:lnTo>
                    <a:pt x="309587" y="1551942"/>
                  </a:lnTo>
                  <a:lnTo>
                    <a:pt x="309587" y="1573136"/>
                  </a:lnTo>
                  <a:lnTo>
                    <a:pt x="315955" y="1579352"/>
                  </a:lnTo>
                  <a:lnTo>
                    <a:pt x="335031" y="1579352"/>
                  </a:lnTo>
                  <a:lnTo>
                    <a:pt x="343521" y="1570875"/>
                  </a:lnTo>
                  <a:lnTo>
                    <a:pt x="343521" y="1553921"/>
                  </a:lnTo>
                  <a:lnTo>
                    <a:pt x="337153" y="1545443"/>
                  </a:lnTo>
                  <a:close/>
                </a:path>
                <a:path w="9542780" h="6570345">
                  <a:moveTo>
                    <a:pt x="337153" y="1590092"/>
                  </a:moveTo>
                  <a:lnTo>
                    <a:pt x="318077" y="1590092"/>
                  </a:lnTo>
                  <a:lnTo>
                    <a:pt x="309587" y="1596308"/>
                  </a:lnTo>
                  <a:lnTo>
                    <a:pt x="309587" y="1615523"/>
                  </a:lnTo>
                  <a:lnTo>
                    <a:pt x="315955" y="1624001"/>
                  </a:lnTo>
                  <a:lnTo>
                    <a:pt x="326569" y="1624001"/>
                  </a:lnTo>
                  <a:lnTo>
                    <a:pt x="335031" y="1621740"/>
                  </a:lnTo>
                  <a:lnTo>
                    <a:pt x="343521" y="1615523"/>
                  </a:lnTo>
                  <a:lnTo>
                    <a:pt x="343521" y="1598569"/>
                  </a:lnTo>
                  <a:lnTo>
                    <a:pt x="337153" y="1590092"/>
                  </a:lnTo>
                  <a:close/>
                </a:path>
                <a:path w="9542780" h="6570345">
                  <a:moveTo>
                    <a:pt x="337153" y="1634456"/>
                  </a:moveTo>
                  <a:lnTo>
                    <a:pt x="318077" y="1634456"/>
                  </a:lnTo>
                  <a:lnTo>
                    <a:pt x="309587" y="1640956"/>
                  </a:lnTo>
                  <a:lnTo>
                    <a:pt x="309587" y="1659888"/>
                  </a:lnTo>
                  <a:lnTo>
                    <a:pt x="315955" y="1668367"/>
                  </a:lnTo>
                  <a:lnTo>
                    <a:pt x="326569" y="1668367"/>
                  </a:lnTo>
                  <a:lnTo>
                    <a:pt x="335031" y="1666388"/>
                  </a:lnTo>
                  <a:lnTo>
                    <a:pt x="343521" y="1659888"/>
                  </a:lnTo>
                  <a:lnTo>
                    <a:pt x="343521" y="1642934"/>
                  </a:lnTo>
                  <a:lnTo>
                    <a:pt x="337153" y="1634456"/>
                  </a:lnTo>
                  <a:close/>
                </a:path>
                <a:path w="9542780" h="6570345">
                  <a:moveTo>
                    <a:pt x="337153" y="1676844"/>
                  </a:moveTo>
                  <a:lnTo>
                    <a:pt x="318077" y="1676844"/>
                  </a:lnTo>
                  <a:lnTo>
                    <a:pt x="309587" y="1683061"/>
                  </a:lnTo>
                  <a:lnTo>
                    <a:pt x="309587" y="1704254"/>
                  </a:lnTo>
                  <a:lnTo>
                    <a:pt x="315955" y="1710754"/>
                  </a:lnTo>
                  <a:lnTo>
                    <a:pt x="335031" y="1710754"/>
                  </a:lnTo>
                  <a:lnTo>
                    <a:pt x="343521" y="1704254"/>
                  </a:lnTo>
                  <a:lnTo>
                    <a:pt x="343521" y="1685321"/>
                  </a:lnTo>
                  <a:lnTo>
                    <a:pt x="337153" y="1676844"/>
                  </a:lnTo>
                  <a:close/>
                </a:path>
                <a:path w="9542780" h="6570345">
                  <a:moveTo>
                    <a:pt x="337153" y="1721209"/>
                  </a:moveTo>
                  <a:lnTo>
                    <a:pt x="318077" y="1721209"/>
                  </a:lnTo>
                  <a:lnTo>
                    <a:pt x="309587" y="1727709"/>
                  </a:lnTo>
                  <a:lnTo>
                    <a:pt x="309587" y="1748903"/>
                  </a:lnTo>
                  <a:lnTo>
                    <a:pt x="315955" y="1755119"/>
                  </a:lnTo>
                  <a:lnTo>
                    <a:pt x="335031" y="1755119"/>
                  </a:lnTo>
                  <a:lnTo>
                    <a:pt x="343521" y="1748903"/>
                  </a:lnTo>
                  <a:lnTo>
                    <a:pt x="343521" y="1729686"/>
                  </a:lnTo>
                  <a:lnTo>
                    <a:pt x="337153" y="1721209"/>
                  </a:lnTo>
                  <a:close/>
                </a:path>
                <a:path w="9542780" h="6570345">
                  <a:moveTo>
                    <a:pt x="337153" y="2030355"/>
                  </a:moveTo>
                  <a:lnTo>
                    <a:pt x="318077" y="2030355"/>
                  </a:lnTo>
                  <a:lnTo>
                    <a:pt x="309587" y="2036853"/>
                  </a:lnTo>
                  <a:lnTo>
                    <a:pt x="309587" y="2058047"/>
                  </a:lnTo>
                  <a:lnTo>
                    <a:pt x="315955" y="2064264"/>
                  </a:lnTo>
                  <a:lnTo>
                    <a:pt x="335031" y="2064264"/>
                  </a:lnTo>
                  <a:lnTo>
                    <a:pt x="343521" y="2058047"/>
                  </a:lnTo>
                  <a:lnTo>
                    <a:pt x="343521" y="2038832"/>
                  </a:lnTo>
                  <a:lnTo>
                    <a:pt x="337153" y="2030355"/>
                  </a:lnTo>
                  <a:close/>
                </a:path>
                <a:path w="9542780" h="6570345">
                  <a:moveTo>
                    <a:pt x="337153" y="2075002"/>
                  </a:moveTo>
                  <a:lnTo>
                    <a:pt x="318077" y="2075002"/>
                  </a:lnTo>
                  <a:lnTo>
                    <a:pt x="309587" y="2081220"/>
                  </a:lnTo>
                  <a:lnTo>
                    <a:pt x="309587" y="2102413"/>
                  </a:lnTo>
                  <a:lnTo>
                    <a:pt x="315955" y="2108912"/>
                  </a:lnTo>
                  <a:lnTo>
                    <a:pt x="335031" y="2108912"/>
                  </a:lnTo>
                  <a:lnTo>
                    <a:pt x="343521" y="2100435"/>
                  </a:lnTo>
                  <a:lnTo>
                    <a:pt x="343521" y="2083480"/>
                  </a:lnTo>
                  <a:lnTo>
                    <a:pt x="337153" y="2075002"/>
                  </a:lnTo>
                  <a:close/>
                </a:path>
                <a:path w="9542780" h="6570345">
                  <a:moveTo>
                    <a:pt x="337153" y="2119368"/>
                  </a:moveTo>
                  <a:lnTo>
                    <a:pt x="318077" y="2119368"/>
                  </a:lnTo>
                  <a:lnTo>
                    <a:pt x="309587" y="2125585"/>
                  </a:lnTo>
                  <a:lnTo>
                    <a:pt x="309587" y="2144800"/>
                  </a:lnTo>
                  <a:lnTo>
                    <a:pt x="315955" y="2153278"/>
                  </a:lnTo>
                  <a:lnTo>
                    <a:pt x="335031" y="2153278"/>
                  </a:lnTo>
                  <a:lnTo>
                    <a:pt x="343521" y="2144800"/>
                  </a:lnTo>
                  <a:lnTo>
                    <a:pt x="343521" y="2127845"/>
                  </a:lnTo>
                  <a:lnTo>
                    <a:pt x="337153" y="2119368"/>
                  </a:lnTo>
                  <a:close/>
                </a:path>
                <a:path w="9542780" h="6570345">
                  <a:moveTo>
                    <a:pt x="292635" y="794057"/>
                  </a:moveTo>
                  <a:lnTo>
                    <a:pt x="271438" y="794057"/>
                  </a:lnTo>
                  <a:lnTo>
                    <a:pt x="265064" y="800273"/>
                  </a:lnTo>
                  <a:lnTo>
                    <a:pt x="265064" y="821467"/>
                  </a:lnTo>
                  <a:lnTo>
                    <a:pt x="271438" y="827684"/>
                  </a:lnTo>
                  <a:lnTo>
                    <a:pt x="292635" y="827684"/>
                  </a:lnTo>
                  <a:lnTo>
                    <a:pt x="299003" y="821467"/>
                  </a:lnTo>
                  <a:lnTo>
                    <a:pt x="299003" y="802534"/>
                  </a:lnTo>
                  <a:lnTo>
                    <a:pt x="292635" y="794057"/>
                  </a:lnTo>
                  <a:close/>
                </a:path>
                <a:path w="9542780" h="6570345">
                  <a:moveTo>
                    <a:pt x="292635" y="838422"/>
                  </a:moveTo>
                  <a:lnTo>
                    <a:pt x="271438" y="838422"/>
                  </a:lnTo>
                  <a:lnTo>
                    <a:pt x="265064" y="844638"/>
                  </a:lnTo>
                  <a:lnTo>
                    <a:pt x="265064" y="863855"/>
                  </a:lnTo>
                  <a:lnTo>
                    <a:pt x="271438" y="872332"/>
                  </a:lnTo>
                  <a:lnTo>
                    <a:pt x="292635" y="872332"/>
                  </a:lnTo>
                  <a:lnTo>
                    <a:pt x="299003" y="863855"/>
                  </a:lnTo>
                  <a:lnTo>
                    <a:pt x="299003" y="846899"/>
                  </a:lnTo>
                  <a:lnTo>
                    <a:pt x="292635" y="838422"/>
                  </a:lnTo>
                  <a:close/>
                </a:path>
                <a:path w="9542780" h="6570345">
                  <a:moveTo>
                    <a:pt x="292635" y="882787"/>
                  </a:moveTo>
                  <a:lnTo>
                    <a:pt x="271438" y="882787"/>
                  </a:lnTo>
                  <a:lnTo>
                    <a:pt x="265064" y="889287"/>
                  </a:lnTo>
                  <a:lnTo>
                    <a:pt x="265064" y="908220"/>
                  </a:lnTo>
                  <a:lnTo>
                    <a:pt x="271438" y="916697"/>
                  </a:lnTo>
                  <a:lnTo>
                    <a:pt x="292635" y="916697"/>
                  </a:lnTo>
                  <a:lnTo>
                    <a:pt x="299003" y="908220"/>
                  </a:lnTo>
                  <a:lnTo>
                    <a:pt x="299003" y="891265"/>
                  </a:lnTo>
                  <a:lnTo>
                    <a:pt x="292635" y="882787"/>
                  </a:lnTo>
                  <a:close/>
                </a:path>
                <a:path w="9542780" h="6570345">
                  <a:moveTo>
                    <a:pt x="292635" y="927435"/>
                  </a:moveTo>
                  <a:lnTo>
                    <a:pt x="271438" y="927435"/>
                  </a:lnTo>
                  <a:lnTo>
                    <a:pt x="265064" y="933653"/>
                  </a:lnTo>
                  <a:lnTo>
                    <a:pt x="265064" y="954845"/>
                  </a:lnTo>
                  <a:lnTo>
                    <a:pt x="271438" y="961063"/>
                  </a:lnTo>
                  <a:lnTo>
                    <a:pt x="292635" y="961063"/>
                  </a:lnTo>
                  <a:lnTo>
                    <a:pt x="299003" y="952585"/>
                  </a:lnTo>
                  <a:lnTo>
                    <a:pt x="299003" y="935913"/>
                  </a:lnTo>
                  <a:lnTo>
                    <a:pt x="292635" y="927435"/>
                  </a:lnTo>
                  <a:close/>
                </a:path>
                <a:path w="9542780" h="6570345">
                  <a:moveTo>
                    <a:pt x="292635" y="971801"/>
                  </a:moveTo>
                  <a:lnTo>
                    <a:pt x="271438" y="971801"/>
                  </a:lnTo>
                  <a:lnTo>
                    <a:pt x="265064" y="978018"/>
                  </a:lnTo>
                  <a:lnTo>
                    <a:pt x="265064" y="997233"/>
                  </a:lnTo>
                  <a:lnTo>
                    <a:pt x="271438" y="1005711"/>
                  </a:lnTo>
                  <a:lnTo>
                    <a:pt x="292635" y="1005711"/>
                  </a:lnTo>
                  <a:lnTo>
                    <a:pt x="299003" y="997233"/>
                  </a:lnTo>
                  <a:lnTo>
                    <a:pt x="299003" y="980278"/>
                  </a:lnTo>
                  <a:lnTo>
                    <a:pt x="292635" y="971801"/>
                  </a:lnTo>
                  <a:close/>
                </a:path>
                <a:path w="9542780" h="6570345">
                  <a:moveTo>
                    <a:pt x="292635" y="1016166"/>
                  </a:moveTo>
                  <a:lnTo>
                    <a:pt x="271438" y="1016166"/>
                  </a:lnTo>
                  <a:lnTo>
                    <a:pt x="265064" y="1022666"/>
                  </a:lnTo>
                  <a:lnTo>
                    <a:pt x="265064" y="1041599"/>
                  </a:lnTo>
                  <a:lnTo>
                    <a:pt x="271438" y="1050076"/>
                  </a:lnTo>
                  <a:lnTo>
                    <a:pt x="292635" y="1050076"/>
                  </a:lnTo>
                  <a:lnTo>
                    <a:pt x="299003" y="1041599"/>
                  </a:lnTo>
                  <a:lnTo>
                    <a:pt x="299003" y="1024643"/>
                  </a:lnTo>
                  <a:lnTo>
                    <a:pt x="292635" y="1016166"/>
                  </a:lnTo>
                  <a:close/>
                </a:path>
                <a:path w="9542780" h="6570345">
                  <a:moveTo>
                    <a:pt x="292635" y="1058553"/>
                  </a:moveTo>
                  <a:lnTo>
                    <a:pt x="271438" y="1058553"/>
                  </a:lnTo>
                  <a:lnTo>
                    <a:pt x="265064" y="1065053"/>
                  </a:lnTo>
                  <a:lnTo>
                    <a:pt x="265064" y="1086247"/>
                  </a:lnTo>
                  <a:lnTo>
                    <a:pt x="271438" y="1092464"/>
                  </a:lnTo>
                  <a:lnTo>
                    <a:pt x="292635" y="1092464"/>
                  </a:lnTo>
                  <a:lnTo>
                    <a:pt x="299003" y="1086247"/>
                  </a:lnTo>
                  <a:lnTo>
                    <a:pt x="299003" y="1067031"/>
                  </a:lnTo>
                  <a:lnTo>
                    <a:pt x="292635" y="1058553"/>
                  </a:lnTo>
                  <a:close/>
                </a:path>
                <a:path w="9542780" h="6570345">
                  <a:moveTo>
                    <a:pt x="292635" y="1102920"/>
                  </a:moveTo>
                  <a:lnTo>
                    <a:pt x="271438" y="1102920"/>
                  </a:lnTo>
                  <a:lnTo>
                    <a:pt x="265064" y="1109418"/>
                  </a:lnTo>
                  <a:lnTo>
                    <a:pt x="265064" y="1128351"/>
                  </a:lnTo>
                  <a:lnTo>
                    <a:pt x="271438" y="1136829"/>
                  </a:lnTo>
                  <a:lnTo>
                    <a:pt x="292635" y="1136829"/>
                  </a:lnTo>
                  <a:lnTo>
                    <a:pt x="299003" y="1130612"/>
                  </a:lnTo>
                  <a:lnTo>
                    <a:pt x="299003" y="1111397"/>
                  </a:lnTo>
                  <a:lnTo>
                    <a:pt x="292635" y="1102920"/>
                  </a:lnTo>
                  <a:close/>
                </a:path>
                <a:path w="9542780" h="6570345">
                  <a:moveTo>
                    <a:pt x="292635" y="1147566"/>
                  </a:moveTo>
                  <a:lnTo>
                    <a:pt x="271438" y="1147566"/>
                  </a:lnTo>
                  <a:lnTo>
                    <a:pt x="265064" y="1153784"/>
                  </a:lnTo>
                  <a:lnTo>
                    <a:pt x="265064" y="1172999"/>
                  </a:lnTo>
                  <a:lnTo>
                    <a:pt x="271438" y="1181477"/>
                  </a:lnTo>
                  <a:lnTo>
                    <a:pt x="292635" y="1181477"/>
                  </a:lnTo>
                  <a:lnTo>
                    <a:pt x="299003" y="1172999"/>
                  </a:lnTo>
                  <a:lnTo>
                    <a:pt x="299003" y="1156045"/>
                  </a:lnTo>
                  <a:lnTo>
                    <a:pt x="292635" y="1147566"/>
                  </a:lnTo>
                  <a:close/>
                </a:path>
                <a:path w="9542780" h="6570345">
                  <a:moveTo>
                    <a:pt x="292635" y="1191933"/>
                  </a:moveTo>
                  <a:lnTo>
                    <a:pt x="271438" y="1191933"/>
                  </a:lnTo>
                  <a:lnTo>
                    <a:pt x="265064" y="1198431"/>
                  </a:lnTo>
                  <a:lnTo>
                    <a:pt x="265064" y="1217364"/>
                  </a:lnTo>
                  <a:lnTo>
                    <a:pt x="271438" y="1225843"/>
                  </a:lnTo>
                  <a:lnTo>
                    <a:pt x="292635" y="1225843"/>
                  </a:lnTo>
                  <a:lnTo>
                    <a:pt x="299003" y="1217364"/>
                  </a:lnTo>
                  <a:lnTo>
                    <a:pt x="299003" y="1200410"/>
                  </a:lnTo>
                  <a:lnTo>
                    <a:pt x="292635" y="1191933"/>
                  </a:lnTo>
                  <a:close/>
                </a:path>
                <a:path w="9542780" h="6570345">
                  <a:moveTo>
                    <a:pt x="292635" y="1236581"/>
                  </a:moveTo>
                  <a:lnTo>
                    <a:pt x="271438" y="1236581"/>
                  </a:lnTo>
                  <a:lnTo>
                    <a:pt x="265064" y="1242797"/>
                  </a:lnTo>
                  <a:lnTo>
                    <a:pt x="265064" y="1261731"/>
                  </a:lnTo>
                  <a:lnTo>
                    <a:pt x="271438" y="1270208"/>
                  </a:lnTo>
                  <a:lnTo>
                    <a:pt x="292635" y="1270208"/>
                  </a:lnTo>
                  <a:lnTo>
                    <a:pt x="299003" y="1261731"/>
                  </a:lnTo>
                  <a:lnTo>
                    <a:pt x="299003" y="1244775"/>
                  </a:lnTo>
                  <a:lnTo>
                    <a:pt x="292635" y="1236581"/>
                  </a:lnTo>
                  <a:close/>
                </a:path>
                <a:path w="9542780" h="6570345">
                  <a:moveTo>
                    <a:pt x="292635" y="1280946"/>
                  </a:moveTo>
                  <a:lnTo>
                    <a:pt x="271438" y="1280946"/>
                  </a:lnTo>
                  <a:lnTo>
                    <a:pt x="265064" y="1287162"/>
                  </a:lnTo>
                  <a:lnTo>
                    <a:pt x="265064" y="1306379"/>
                  </a:lnTo>
                  <a:lnTo>
                    <a:pt x="271438" y="1314856"/>
                  </a:lnTo>
                  <a:lnTo>
                    <a:pt x="292635" y="1314856"/>
                  </a:lnTo>
                  <a:lnTo>
                    <a:pt x="299003" y="1306379"/>
                  </a:lnTo>
                  <a:lnTo>
                    <a:pt x="299003" y="1289423"/>
                  </a:lnTo>
                  <a:lnTo>
                    <a:pt x="292635" y="1280946"/>
                  </a:lnTo>
                  <a:close/>
                </a:path>
                <a:path w="9542780" h="6570345">
                  <a:moveTo>
                    <a:pt x="292635" y="1325312"/>
                  </a:moveTo>
                  <a:lnTo>
                    <a:pt x="271438" y="1325312"/>
                  </a:lnTo>
                  <a:lnTo>
                    <a:pt x="265064" y="1331810"/>
                  </a:lnTo>
                  <a:lnTo>
                    <a:pt x="265064" y="1350744"/>
                  </a:lnTo>
                  <a:lnTo>
                    <a:pt x="271438" y="1359221"/>
                  </a:lnTo>
                  <a:lnTo>
                    <a:pt x="292635" y="1359221"/>
                  </a:lnTo>
                  <a:lnTo>
                    <a:pt x="299003" y="1350744"/>
                  </a:lnTo>
                  <a:lnTo>
                    <a:pt x="299003" y="1333789"/>
                  </a:lnTo>
                  <a:lnTo>
                    <a:pt x="292635" y="1325312"/>
                  </a:lnTo>
                  <a:close/>
                </a:path>
                <a:path w="9542780" h="6570345">
                  <a:moveTo>
                    <a:pt x="292635" y="1367698"/>
                  </a:moveTo>
                  <a:lnTo>
                    <a:pt x="271438" y="1367698"/>
                  </a:lnTo>
                  <a:lnTo>
                    <a:pt x="265064" y="1374198"/>
                  </a:lnTo>
                  <a:lnTo>
                    <a:pt x="265064" y="1393131"/>
                  </a:lnTo>
                  <a:lnTo>
                    <a:pt x="271438" y="1401608"/>
                  </a:lnTo>
                  <a:lnTo>
                    <a:pt x="292635" y="1401608"/>
                  </a:lnTo>
                  <a:lnTo>
                    <a:pt x="299003" y="1395110"/>
                  </a:lnTo>
                  <a:lnTo>
                    <a:pt x="299003" y="1376177"/>
                  </a:lnTo>
                  <a:lnTo>
                    <a:pt x="292635" y="1367698"/>
                  </a:lnTo>
                  <a:close/>
                </a:path>
                <a:path w="9542780" h="6570345">
                  <a:moveTo>
                    <a:pt x="292635" y="1412064"/>
                  </a:moveTo>
                  <a:lnTo>
                    <a:pt x="271438" y="1412064"/>
                  </a:lnTo>
                  <a:lnTo>
                    <a:pt x="265064" y="1418564"/>
                  </a:lnTo>
                  <a:lnTo>
                    <a:pt x="265064" y="1439757"/>
                  </a:lnTo>
                  <a:lnTo>
                    <a:pt x="271438" y="1445975"/>
                  </a:lnTo>
                  <a:lnTo>
                    <a:pt x="292635" y="1445975"/>
                  </a:lnTo>
                  <a:lnTo>
                    <a:pt x="299003" y="1439757"/>
                  </a:lnTo>
                  <a:lnTo>
                    <a:pt x="299003" y="1420541"/>
                  </a:lnTo>
                  <a:lnTo>
                    <a:pt x="292635" y="1412064"/>
                  </a:lnTo>
                  <a:close/>
                </a:path>
                <a:path w="9542780" h="6570345">
                  <a:moveTo>
                    <a:pt x="292635" y="1456712"/>
                  </a:moveTo>
                  <a:lnTo>
                    <a:pt x="271438" y="1456712"/>
                  </a:lnTo>
                  <a:lnTo>
                    <a:pt x="265064" y="1462929"/>
                  </a:lnTo>
                  <a:lnTo>
                    <a:pt x="265064" y="1484123"/>
                  </a:lnTo>
                  <a:lnTo>
                    <a:pt x="271438" y="1490621"/>
                  </a:lnTo>
                  <a:lnTo>
                    <a:pt x="292635" y="1490621"/>
                  </a:lnTo>
                  <a:lnTo>
                    <a:pt x="299003" y="1482144"/>
                  </a:lnTo>
                  <a:lnTo>
                    <a:pt x="299003" y="1465190"/>
                  </a:lnTo>
                  <a:lnTo>
                    <a:pt x="292635" y="1456712"/>
                  </a:lnTo>
                  <a:close/>
                </a:path>
                <a:path w="9542780" h="6570345">
                  <a:moveTo>
                    <a:pt x="292635" y="1501077"/>
                  </a:moveTo>
                  <a:lnTo>
                    <a:pt x="271438" y="1501077"/>
                  </a:lnTo>
                  <a:lnTo>
                    <a:pt x="265064" y="1507577"/>
                  </a:lnTo>
                  <a:lnTo>
                    <a:pt x="265064" y="1528771"/>
                  </a:lnTo>
                  <a:lnTo>
                    <a:pt x="271438" y="1534988"/>
                  </a:lnTo>
                  <a:lnTo>
                    <a:pt x="292635" y="1534988"/>
                  </a:lnTo>
                  <a:lnTo>
                    <a:pt x="299003" y="1526510"/>
                  </a:lnTo>
                  <a:lnTo>
                    <a:pt x="299003" y="1509555"/>
                  </a:lnTo>
                  <a:lnTo>
                    <a:pt x="292635" y="1501077"/>
                  </a:lnTo>
                  <a:close/>
                </a:path>
                <a:path w="9542780" h="6570345">
                  <a:moveTo>
                    <a:pt x="292635" y="1545443"/>
                  </a:moveTo>
                  <a:lnTo>
                    <a:pt x="271438" y="1545443"/>
                  </a:lnTo>
                  <a:lnTo>
                    <a:pt x="265064" y="1551942"/>
                  </a:lnTo>
                  <a:lnTo>
                    <a:pt x="265064" y="1573136"/>
                  </a:lnTo>
                  <a:lnTo>
                    <a:pt x="271438" y="1579352"/>
                  </a:lnTo>
                  <a:lnTo>
                    <a:pt x="292635" y="1579352"/>
                  </a:lnTo>
                  <a:lnTo>
                    <a:pt x="299003" y="1570875"/>
                  </a:lnTo>
                  <a:lnTo>
                    <a:pt x="299003" y="1553921"/>
                  </a:lnTo>
                  <a:lnTo>
                    <a:pt x="292635" y="1545443"/>
                  </a:lnTo>
                  <a:close/>
                </a:path>
                <a:path w="9542780" h="6570345">
                  <a:moveTo>
                    <a:pt x="292635" y="1590092"/>
                  </a:moveTo>
                  <a:lnTo>
                    <a:pt x="271438" y="1590092"/>
                  </a:lnTo>
                  <a:lnTo>
                    <a:pt x="265064" y="1596308"/>
                  </a:lnTo>
                  <a:lnTo>
                    <a:pt x="265064" y="1615523"/>
                  </a:lnTo>
                  <a:lnTo>
                    <a:pt x="271438" y="1624001"/>
                  </a:lnTo>
                  <a:lnTo>
                    <a:pt x="292635" y="1624001"/>
                  </a:lnTo>
                  <a:lnTo>
                    <a:pt x="299003" y="1615523"/>
                  </a:lnTo>
                  <a:lnTo>
                    <a:pt x="299003" y="1598569"/>
                  </a:lnTo>
                  <a:lnTo>
                    <a:pt x="292635" y="1590092"/>
                  </a:lnTo>
                  <a:close/>
                </a:path>
                <a:path w="9542780" h="6570345">
                  <a:moveTo>
                    <a:pt x="292635" y="1634456"/>
                  </a:moveTo>
                  <a:lnTo>
                    <a:pt x="271438" y="1634456"/>
                  </a:lnTo>
                  <a:lnTo>
                    <a:pt x="265064" y="1640956"/>
                  </a:lnTo>
                  <a:lnTo>
                    <a:pt x="265064" y="1659888"/>
                  </a:lnTo>
                  <a:lnTo>
                    <a:pt x="271438" y="1668367"/>
                  </a:lnTo>
                  <a:lnTo>
                    <a:pt x="292635" y="1668367"/>
                  </a:lnTo>
                  <a:lnTo>
                    <a:pt x="299003" y="1659888"/>
                  </a:lnTo>
                  <a:lnTo>
                    <a:pt x="299003" y="1642934"/>
                  </a:lnTo>
                  <a:lnTo>
                    <a:pt x="292635" y="1634456"/>
                  </a:lnTo>
                  <a:close/>
                </a:path>
                <a:path w="9542780" h="6570345">
                  <a:moveTo>
                    <a:pt x="248100" y="749409"/>
                  </a:moveTo>
                  <a:lnTo>
                    <a:pt x="229017" y="749409"/>
                  </a:lnTo>
                  <a:lnTo>
                    <a:pt x="220535" y="755907"/>
                  </a:lnTo>
                  <a:lnTo>
                    <a:pt x="220535" y="774840"/>
                  </a:lnTo>
                  <a:lnTo>
                    <a:pt x="226895" y="783318"/>
                  </a:lnTo>
                  <a:lnTo>
                    <a:pt x="245981" y="783318"/>
                  </a:lnTo>
                  <a:lnTo>
                    <a:pt x="254463" y="777101"/>
                  </a:lnTo>
                  <a:lnTo>
                    <a:pt x="254463" y="757886"/>
                  </a:lnTo>
                  <a:lnTo>
                    <a:pt x="248100" y="749409"/>
                  </a:lnTo>
                  <a:close/>
                </a:path>
                <a:path w="9542780" h="6570345">
                  <a:moveTo>
                    <a:pt x="248100" y="794057"/>
                  </a:moveTo>
                  <a:lnTo>
                    <a:pt x="229017" y="794057"/>
                  </a:lnTo>
                  <a:lnTo>
                    <a:pt x="220535" y="800273"/>
                  </a:lnTo>
                  <a:lnTo>
                    <a:pt x="220535" y="821467"/>
                  </a:lnTo>
                  <a:lnTo>
                    <a:pt x="226895" y="827684"/>
                  </a:lnTo>
                  <a:lnTo>
                    <a:pt x="245981" y="827684"/>
                  </a:lnTo>
                  <a:lnTo>
                    <a:pt x="254463" y="821467"/>
                  </a:lnTo>
                  <a:lnTo>
                    <a:pt x="254463" y="802534"/>
                  </a:lnTo>
                  <a:lnTo>
                    <a:pt x="248100" y="794057"/>
                  </a:lnTo>
                  <a:close/>
                </a:path>
                <a:path w="9542780" h="6570345">
                  <a:moveTo>
                    <a:pt x="248100" y="838422"/>
                  </a:moveTo>
                  <a:lnTo>
                    <a:pt x="229017" y="838422"/>
                  </a:lnTo>
                  <a:lnTo>
                    <a:pt x="220535" y="844638"/>
                  </a:lnTo>
                  <a:lnTo>
                    <a:pt x="220535" y="863855"/>
                  </a:lnTo>
                  <a:lnTo>
                    <a:pt x="226895" y="872332"/>
                  </a:lnTo>
                  <a:lnTo>
                    <a:pt x="245981" y="872332"/>
                  </a:lnTo>
                  <a:lnTo>
                    <a:pt x="254463" y="863855"/>
                  </a:lnTo>
                  <a:lnTo>
                    <a:pt x="254463" y="846899"/>
                  </a:lnTo>
                  <a:lnTo>
                    <a:pt x="248100" y="838422"/>
                  </a:lnTo>
                  <a:close/>
                </a:path>
                <a:path w="9542780" h="6570345">
                  <a:moveTo>
                    <a:pt x="248100" y="882787"/>
                  </a:moveTo>
                  <a:lnTo>
                    <a:pt x="229017" y="882787"/>
                  </a:lnTo>
                  <a:lnTo>
                    <a:pt x="220535" y="889287"/>
                  </a:lnTo>
                  <a:lnTo>
                    <a:pt x="220535" y="908220"/>
                  </a:lnTo>
                  <a:lnTo>
                    <a:pt x="226895" y="916697"/>
                  </a:lnTo>
                  <a:lnTo>
                    <a:pt x="245981" y="916697"/>
                  </a:lnTo>
                  <a:lnTo>
                    <a:pt x="254463" y="908220"/>
                  </a:lnTo>
                  <a:lnTo>
                    <a:pt x="254463" y="891265"/>
                  </a:lnTo>
                  <a:lnTo>
                    <a:pt x="248100" y="882787"/>
                  </a:lnTo>
                  <a:close/>
                </a:path>
                <a:path w="9542780" h="6570345">
                  <a:moveTo>
                    <a:pt x="248100" y="927435"/>
                  </a:moveTo>
                  <a:lnTo>
                    <a:pt x="229017" y="927435"/>
                  </a:lnTo>
                  <a:lnTo>
                    <a:pt x="220535" y="933653"/>
                  </a:lnTo>
                  <a:lnTo>
                    <a:pt x="220535" y="954845"/>
                  </a:lnTo>
                  <a:lnTo>
                    <a:pt x="226895" y="961063"/>
                  </a:lnTo>
                  <a:lnTo>
                    <a:pt x="245981" y="961063"/>
                  </a:lnTo>
                  <a:lnTo>
                    <a:pt x="254463" y="952585"/>
                  </a:lnTo>
                  <a:lnTo>
                    <a:pt x="254463" y="935913"/>
                  </a:lnTo>
                  <a:lnTo>
                    <a:pt x="248100" y="927435"/>
                  </a:lnTo>
                  <a:close/>
                </a:path>
                <a:path w="9542780" h="6570345">
                  <a:moveTo>
                    <a:pt x="248100" y="971801"/>
                  </a:moveTo>
                  <a:lnTo>
                    <a:pt x="229017" y="971801"/>
                  </a:lnTo>
                  <a:lnTo>
                    <a:pt x="220535" y="978018"/>
                  </a:lnTo>
                  <a:lnTo>
                    <a:pt x="220535" y="997233"/>
                  </a:lnTo>
                  <a:lnTo>
                    <a:pt x="226895" y="1005711"/>
                  </a:lnTo>
                  <a:lnTo>
                    <a:pt x="237498" y="1005711"/>
                  </a:lnTo>
                  <a:lnTo>
                    <a:pt x="245981" y="1003449"/>
                  </a:lnTo>
                  <a:lnTo>
                    <a:pt x="254463" y="997233"/>
                  </a:lnTo>
                  <a:lnTo>
                    <a:pt x="254463" y="980278"/>
                  </a:lnTo>
                  <a:lnTo>
                    <a:pt x="248100" y="971801"/>
                  </a:lnTo>
                  <a:close/>
                </a:path>
                <a:path w="9542780" h="6570345">
                  <a:moveTo>
                    <a:pt x="248100" y="1016166"/>
                  </a:moveTo>
                  <a:lnTo>
                    <a:pt x="229017" y="1016166"/>
                  </a:lnTo>
                  <a:lnTo>
                    <a:pt x="220535" y="1022666"/>
                  </a:lnTo>
                  <a:lnTo>
                    <a:pt x="220535" y="1041599"/>
                  </a:lnTo>
                  <a:lnTo>
                    <a:pt x="226895" y="1050076"/>
                  </a:lnTo>
                  <a:lnTo>
                    <a:pt x="237498" y="1050076"/>
                  </a:lnTo>
                  <a:lnTo>
                    <a:pt x="245981" y="1048097"/>
                  </a:lnTo>
                  <a:lnTo>
                    <a:pt x="254463" y="1041599"/>
                  </a:lnTo>
                  <a:lnTo>
                    <a:pt x="254463" y="1024643"/>
                  </a:lnTo>
                  <a:lnTo>
                    <a:pt x="248100" y="1016166"/>
                  </a:lnTo>
                  <a:close/>
                </a:path>
                <a:path w="9542780" h="6570345">
                  <a:moveTo>
                    <a:pt x="248100" y="1058553"/>
                  </a:moveTo>
                  <a:lnTo>
                    <a:pt x="229017" y="1058553"/>
                  </a:lnTo>
                  <a:lnTo>
                    <a:pt x="220535" y="1065053"/>
                  </a:lnTo>
                  <a:lnTo>
                    <a:pt x="220535" y="1086247"/>
                  </a:lnTo>
                  <a:lnTo>
                    <a:pt x="226895" y="1092464"/>
                  </a:lnTo>
                  <a:lnTo>
                    <a:pt x="245981" y="1092464"/>
                  </a:lnTo>
                  <a:lnTo>
                    <a:pt x="254463" y="1086247"/>
                  </a:lnTo>
                  <a:lnTo>
                    <a:pt x="254463" y="1067031"/>
                  </a:lnTo>
                  <a:lnTo>
                    <a:pt x="248100" y="1058553"/>
                  </a:lnTo>
                  <a:close/>
                </a:path>
                <a:path w="9542780" h="6570345">
                  <a:moveTo>
                    <a:pt x="248100" y="1102920"/>
                  </a:moveTo>
                  <a:lnTo>
                    <a:pt x="229017" y="1102920"/>
                  </a:lnTo>
                  <a:lnTo>
                    <a:pt x="220535" y="1109418"/>
                  </a:lnTo>
                  <a:lnTo>
                    <a:pt x="220535" y="1128351"/>
                  </a:lnTo>
                  <a:lnTo>
                    <a:pt x="226895" y="1136829"/>
                  </a:lnTo>
                  <a:lnTo>
                    <a:pt x="245981" y="1136829"/>
                  </a:lnTo>
                  <a:lnTo>
                    <a:pt x="254463" y="1130612"/>
                  </a:lnTo>
                  <a:lnTo>
                    <a:pt x="254463" y="1111397"/>
                  </a:lnTo>
                  <a:lnTo>
                    <a:pt x="248100" y="1102920"/>
                  </a:lnTo>
                  <a:close/>
                </a:path>
                <a:path w="9542780" h="6570345">
                  <a:moveTo>
                    <a:pt x="248100" y="1147566"/>
                  </a:moveTo>
                  <a:lnTo>
                    <a:pt x="229017" y="1147566"/>
                  </a:lnTo>
                  <a:lnTo>
                    <a:pt x="220535" y="1153784"/>
                  </a:lnTo>
                  <a:lnTo>
                    <a:pt x="220535" y="1172999"/>
                  </a:lnTo>
                  <a:lnTo>
                    <a:pt x="226895" y="1181477"/>
                  </a:lnTo>
                  <a:lnTo>
                    <a:pt x="245981" y="1181477"/>
                  </a:lnTo>
                  <a:lnTo>
                    <a:pt x="254463" y="1172999"/>
                  </a:lnTo>
                  <a:lnTo>
                    <a:pt x="254463" y="1156045"/>
                  </a:lnTo>
                  <a:lnTo>
                    <a:pt x="248100" y="1147566"/>
                  </a:lnTo>
                  <a:close/>
                </a:path>
                <a:path w="9542780" h="6570345">
                  <a:moveTo>
                    <a:pt x="248100" y="1191933"/>
                  </a:moveTo>
                  <a:lnTo>
                    <a:pt x="229017" y="1191933"/>
                  </a:lnTo>
                  <a:lnTo>
                    <a:pt x="220535" y="1198431"/>
                  </a:lnTo>
                  <a:lnTo>
                    <a:pt x="220535" y="1217364"/>
                  </a:lnTo>
                  <a:lnTo>
                    <a:pt x="226895" y="1225843"/>
                  </a:lnTo>
                  <a:lnTo>
                    <a:pt x="245981" y="1225843"/>
                  </a:lnTo>
                  <a:lnTo>
                    <a:pt x="254463" y="1217364"/>
                  </a:lnTo>
                  <a:lnTo>
                    <a:pt x="254463" y="1200410"/>
                  </a:lnTo>
                  <a:lnTo>
                    <a:pt x="248100" y="1191933"/>
                  </a:lnTo>
                  <a:close/>
                </a:path>
                <a:path w="9542780" h="6570345">
                  <a:moveTo>
                    <a:pt x="248100" y="1236581"/>
                  </a:moveTo>
                  <a:lnTo>
                    <a:pt x="229017" y="1236581"/>
                  </a:lnTo>
                  <a:lnTo>
                    <a:pt x="220535" y="1242797"/>
                  </a:lnTo>
                  <a:lnTo>
                    <a:pt x="220535" y="1261731"/>
                  </a:lnTo>
                  <a:lnTo>
                    <a:pt x="226895" y="1270208"/>
                  </a:lnTo>
                  <a:lnTo>
                    <a:pt x="245981" y="1270208"/>
                  </a:lnTo>
                  <a:lnTo>
                    <a:pt x="254463" y="1261731"/>
                  </a:lnTo>
                  <a:lnTo>
                    <a:pt x="254463" y="1244775"/>
                  </a:lnTo>
                  <a:lnTo>
                    <a:pt x="248100" y="1236581"/>
                  </a:lnTo>
                  <a:close/>
                </a:path>
                <a:path w="9542780" h="6570345">
                  <a:moveTo>
                    <a:pt x="248100" y="1280946"/>
                  </a:moveTo>
                  <a:lnTo>
                    <a:pt x="229017" y="1280946"/>
                  </a:lnTo>
                  <a:lnTo>
                    <a:pt x="220535" y="1287162"/>
                  </a:lnTo>
                  <a:lnTo>
                    <a:pt x="220535" y="1306379"/>
                  </a:lnTo>
                  <a:lnTo>
                    <a:pt x="226895" y="1314856"/>
                  </a:lnTo>
                  <a:lnTo>
                    <a:pt x="237498" y="1314856"/>
                  </a:lnTo>
                  <a:lnTo>
                    <a:pt x="245981" y="1312595"/>
                  </a:lnTo>
                  <a:lnTo>
                    <a:pt x="254463" y="1306379"/>
                  </a:lnTo>
                  <a:lnTo>
                    <a:pt x="254463" y="1289423"/>
                  </a:lnTo>
                  <a:lnTo>
                    <a:pt x="248100" y="1280946"/>
                  </a:lnTo>
                  <a:close/>
                </a:path>
                <a:path w="9542780" h="6570345">
                  <a:moveTo>
                    <a:pt x="248100" y="1325312"/>
                  </a:moveTo>
                  <a:lnTo>
                    <a:pt x="229017" y="1325312"/>
                  </a:lnTo>
                  <a:lnTo>
                    <a:pt x="220535" y="1331810"/>
                  </a:lnTo>
                  <a:lnTo>
                    <a:pt x="220535" y="1350744"/>
                  </a:lnTo>
                  <a:lnTo>
                    <a:pt x="226895" y="1359221"/>
                  </a:lnTo>
                  <a:lnTo>
                    <a:pt x="237500" y="1359221"/>
                  </a:lnTo>
                  <a:lnTo>
                    <a:pt x="245981" y="1357243"/>
                  </a:lnTo>
                  <a:lnTo>
                    <a:pt x="254463" y="1350744"/>
                  </a:lnTo>
                  <a:lnTo>
                    <a:pt x="254463" y="1333789"/>
                  </a:lnTo>
                  <a:lnTo>
                    <a:pt x="248100" y="1325312"/>
                  </a:lnTo>
                  <a:close/>
                </a:path>
                <a:path w="9542780" h="6570345">
                  <a:moveTo>
                    <a:pt x="248100" y="1367698"/>
                  </a:moveTo>
                  <a:lnTo>
                    <a:pt x="229017" y="1367698"/>
                  </a:lnTo>
                  <a:lnTo>
                    <a:pt x="220535" y="1374198"/>
                  </a:lnTo>
                  <a:lnTo>
                    <a:pt x="220535" y="1393131"/>
                  </a:lnTo>
                  <a:lnTo>
                    <a:pt x="226895" y="1401608"/>
                  </a:lnTo>
                  <a:lnTo>
                    <a:pt x="245981" y="1401608"/>
                  </a:lnTo>
                  <a:lnTo>
                    <a:pt x="254463" y="1395110"/>
                  </a:lnTo>
                  <a:lnTo>
                    <a:pt x="254463" y="1376177"/>
                  </a:lnTo>
                  <a:lnTo>
                    <a:pt x="248100" y="1367698"/>
                  </a:lnTo>
                  <a:close/>
                </a:path>
                <a:path w="9542780" h="6570345">
                  <a:moveTo>
                    <a:pt x="248100" y="1412064"/>
                  </a:moveTo>
                  <a:lnTo>
                    <a:pt x="229017" y="1412064"/>
                  </a:lnTo>
                  <a:lnTo>
                    <a:pt x="220535" y="1418563"/>
                  </a:lnTo>
                  <a:lnTo>
                    <a:pt x="220535" y="1439757"/>
                  </a:lnTo>
                  <a:lnTo>
                    <a:pt x="226895" y="1445975"/>
                  </a:lnTo>
                  <a:lnTo>
                    <a:pt x="245981" y="1445975"/>
                  </a:lnTo>
                  <a:lnTo>
                    <a:pt x="254463" y="1439757"/>
                  </a:lnTo>
                  <a:lnTo>
                    <a:pt x="254463" y="1420541"/>
                  </a:lnTo>
                  <a:lnTo>
                    <a:pt x="248100" y="1412064"/>
                  </a:lnTo>
                  <a:close/>
                </a:path>
                <a:path w="9542780" h="6570345">
                  <a:moveTo>
                    <a:pt x="248100" y="1456712"/>
                  </a:moveTo>
                  <a:lnTo>
                    <a:pt x="229017" y="1456712"/>
                  </a:lnTo>
                  <a:lnTo>
                    <a:pt x="220535" y="1462929"/>
                  </a:lnTo>
                  <a:lnTo>
                    <a:pt x="220535" y="1484123"/>
                  </a:lnTo>
                  <a:lnTo>
                    <a:pt x="226895" y="1490621"/>
                  </a:lnTo>
                  <a:lnTo>
                    <a:pt x="245981" y="1490621"/>
                  </a:lnTo>
                  <a:lnTo>
                    <a:pt x="254463" y="1482144"/>
                  </a:lnTo>
                  <a:lnTo>
                    <a:pt x="254463" y="1465190"/>
                  </a:lnTo>
                  <a:lnTo>
                    <a:pt x="248100" y="1456712"/>
                  </a:lnTo>
                  <a:close/>
                </a:path>
                <a:path w="9542780" h="6570345">
                  <a:moveTo>
                    <a:pt x="248100" y="1501077"/>
                  </a:moveTo>
                  <a:lnTo>
                    <a:pt x="229017" y="1501077"/>
                  </a:lnTo>
                  <a:lnTo>
                    <a:pt x="220535" y="1507577"/>
                  </a:lnTo>
                  <a:lnTo>
                    <a:pt x="220535" y="1528771"/>
                  </a:lnTo>
                  <a:lnTo>
                    <a:pt x="226895" y="1534988"/>
                  </a:lnTo>
                  <a:lnTo>
                    <a:pt x="245981" y="1534988"/>
                  </a:lnTo>
                  <a:lnTo>
                    <a:pt x="254463" y="1526510"/>
                  </a:lnTo>
                  <a:lnTo>
                    <a:pt x="254463" y="1509555"/>
                  </a:lnTo>
                  <a:lnTo>
                    <a:pt x="248100" y="1501077"/>
                  </a:lnTo>
                  <a:close/>
                </a:path>
                <a:path w="9542780" h="6570345">
                  <a:moveTo>
                    <a:pt x="248100" y="1545443"/>
                  </a:moveTo>
                  <a:lnTo>
                    <a:pt x="229017" y="1545443"/>
                  </a:lnTo>
                  <a:lnTo>
                    <a:pt x="220535" y="1551942"/>
                  </a:lnTo>
                  <a:lnTo>
                    <a:pt x="220535" y="1573136"/>
                  </a:lnTo>
                  <a:lnTo>
                    <a:pt x="226895" y="1579352"/>
                  </a:lnTo>
                  <a:lnTo>
                    <a:pt x="245981" y="1579352"/>
                  </a:lnTo>
                  <a:lnTo>
                    <a:pt x="254463" y="1570875"/>
                  </a:lnTo>
                  <a:lnTo>
                    <a:pt x="254463" y="1553921"/>
                  </a:lnTo>
                  <a:lnTo>
                    <a:pt x="248100" y="1545443"/>
                  </a:lnTo>
                  <a:close/>
                </a:path>
                <a:path w="9542780" h="6570345">
                  <a:moveTo>
                    <a:pt x="248100" y="1590092"/>
                  </a:moveTo>
                  <a:lnTo>
                    <a:pt x="229017" y="1590092"/>
                  </a:lnTo>
                  <a:lnTo>
                    <a:pt x="220535" y="1596308"/>
                  </a:lnTo>
                  <a:lnTo>
                    <a:pt x="220535" y="1615523"/>
                  </a:lnTo>
                  <a:lnTo>
                    <a:pt x="226895" y="1624001"/>
                  </a:lnTo>
                  <a:lnTo>
                    <a:pt x="237500" y="1624001"/>
                  </a:lnTo>
                  <a:lnTo>
                    <a:pt x="245981" y="1621740"/>
                  </a:lnTo>
                  <a:lnTo>
                    <a:pt x="254463" y="1615523"/>
                  </a:lnTo>
                  <a:lnTo>
                    <a:pt x="254463" y="1598569"/>
                  </a:lnTo>
                  <a:lnTo>
                    <a:pt x="248100" y="1590092"/>
                  </a:lnTo>
                  <a:close/>
                </a:path>
                <a:path w="9542780" h="6570345">
                  <a:moveTo>
                    <a:pt x="203569" y="794057"/>
                  </a:moveTo>
                  <a:lnTo>
                    <a:pt x="184486" y="794057"/>
                  </a:lnTo>
                  <a:lnTo>
                    <a:pt x="176004" y="800273"/>
                  </a:lnTo>
                  <a:lnTo>
                    <a:pt x="176004" y="821467"/>
                  </a:lnTo>
                  <a:lnTo>
                    <a:pt x="182365" y="827684"/>
                  </a:lnTo>
                  <a:lnTo>
                    <a:pt x="203569" y="827684"/>
                  </a:lnTo>
                  <a:lnTo>
                    <a:pt x="209930" y="821467"/>
                  </a:lnTo>
                  <a:lnTo>
                    <a:pt x="209930" y="802534"/>
                  </a:lnTo>
                  <a:lnTo>
                    <a:pt x="203569" y="794057"/>
                  </a:lnTo>
                  <a:close/>
                </a:path>
                <a:path w="9542780" h="6570345">
                  <a:moveTo>
                    <a:pt x="203569" y="838422"/>
                  </a:moveTo>
                  <a:lnTo>
                    <a:pt x="184486" y="838422"/>
                  </a:lnTo>
                  <a:lnTo>
                    <a:pt x="176004" y="844638"/>
                  </a:lnTo>
                  <a:lnTo>
                    <a:pt x="176004" y="863855"/>
                  </a:lnTo>
                  <a:lnTo>
                    <a:pt x="182365" y="872332"/>
                  </a:lnTo>
                  <a:lnTo>
                    <a:pt x="203569" y="872332"/>
                  </a:lnTo>
                  <a:lnTo>
                    <a:pt x="209930" y="863855"/>
                  </a:lnTo>
                  <a:lnTo>
                    <a:pt x="209930" y="846899"/>
                  </a:lnTo>
                  <a:lnTo>
                    <a:pt x="203569" y="838422"/>
                  </a:lnTo>
                  <a:close/>
                </a:path>
                <a:path w="9542780" h="6570345">
                  <a:moveTo>
                    <a:pt x="203569" y="927435"/>
                  </a:moveTo>
                  <a:lnTo>
                    <a:pt x="184486" y="927435"/>
                  </a:lnTo>
                  <a:lnTo>
                    <a:pt x="176004" y="933653"/>
                  </a:lnTo>
                  <a:lnTo>
                    <a:pt x="176004" y="954845"/>
                  </a:lnTo>
                  <a:lnTo>
                    <a:pt x="182365" y="961063"/>
                  </a:lnTo>
                  <a:lnTo>
                    <a:pt x="203569" y="961063"/>
                  </a:lnTo>
                  <a:lnTo>
                    <a:pt x="209930" y="952585"/>
                  </a:lnTo>
                  <a:lnTo>
                    <a:pt x="209930" y="935913"/>
                  </a:lnTo>
                  <a:lnTo>
                    <a:pt x="203569" y="927435"/>
                  </a:lnTo>
                  <a:close/>
                </a:path>
                <a:path w="9542780" h="6570345">
                  <a:moveTo>
                    <a:pt x="203569" y="971801"/>
                  </a:moveTo>
                  <a:lnTo>
                    <a:pt x="184486" y="971801"/>
                  </a:lnTo>
                  <a:lnTo>
                    <a:pt x="176004" y="978018"/>
                  </a:lnTo>
                  <a:lnTo>
                    <a:pt x="176004" y="997233"/>
                  </a:lnTo>
                  <a:lnTo>
                    <a:pt x="182365" y="1005711"/>
                  </a:lnTo>
                  <a:lnTo>
                    <a:pt x="192967" y="1005711"/>
                  </a:lnTo>
                  <a:lnTo>
                    <a:pt x="203569" y="1003449"/>
                  </a:lnTo>
                  <a:lnTo>
                    <a:pt x="209930" y="997233"/>
                  </a:lnTo>
                  <a:lnTo>
                    <a:pt x="209930" y="980278"/>
                  </a:lnTo>
                  <a:lnTo>
                    <a:pt x="203569" y="971801"/>
                  </a:lnTo>
                  <a:close/>
                </a:path>
                <a:path w="9542780" h="6570345">
                  <a:moveTo>
                    <a:pt x="203569" y="1016166"/>
                  </a:moveTo>
                  <a:lnTo>
                    <a:pt x="184486" y="1016166"/>
                  </a:lnTo>
                  <a:lnTo>
                    <a:pt x="176004" y="1022666"/>
                  </a:lnTo>
                  <a:lnTo>
                    <a:pt x="176004" y="1041599"/>
                  </a:lnTo>
                  <a:lnTo>
                    <a:pt x="182365" y="1050076"/>
                  </a:lnTo>
                  <a:lnTo>
                    <a:pt x="192967" y="1050076"/>
                  </a:lnTo>
                  <a:lnTo>
                    <a:pt x="203569" y="1048097"/>
                  </a:lnTo>
                  <a:lnTo>
                    <a:pt x="209930" y="1041599"/>
                  </a:lnTo>
                  <a:lnTo>
                    <a:pt x="209930" y="1024643"/>
                  </a:lnTo>
                  <a:lnTo>
                    <a:pt x="203569" y="1016166"/>
                  </a:lnTo>
                  <a:close/>
                </a:path>
                <a:path w="9542780" h="6570345">
                  <a:moveTo>
                    <a:pt x="203569" y="1058553"/>
                  </a:moveTo>
                  <a:lnTo>
                    <a:pt x="184486" y="1058553"/>
                  </a:lnTo>
                  <a:lnTo>
                    <a:pt x="176004" y="1065053"/>
                  </a:lnTo>
                  <a:lnTo>
                    <a:pt x="176004" y="1086247"/>
                  </a:lnTo>
                  <a:lnTo>
                    <a:pt x="182365" y="1092464"/>
                  </a:lnTo>
                  <a:lnTo>
                    <a:pt x="203569" y="1092464"/>
                  </a:lnTo>
                  <a:lnTo>
                    <a:pt x="209930" y="1086247"/>
                  </a:lnTo>
                  <a:lnTo>
                    <a:pt x="209930" y="1067031"/>
                  </a:lnTo>
                  <a:lnTo>
                    <a:pt x="203569" y="1058553"/>
                  </a:lnTo>
                  <a:close/>
                </a:path>
                <a:path w="9542780" h="6570345">
                  <a:moveTo>
                    <a:pt x="203569" y="1102920"/>
                  </a:moveTo>
                  <a:lnTo>
                    <a:pt x="184486" y="1102920"/>
                  </a:lnTo>
                  <a:lnTo>
                    <a:pt x="176004" y="1109418"/>
                  </a:lnTo>
                  <a:lnTo>
                    <a:pt x="176004" y="1128351"/>
                  </a:lnTo>
                  <a:lnTo>
                    <a:pt x="182365" y="1136829"/>
                  </a:lnTo>
                  <a:lnTo>
                    <a:pt x="203569" y="1136829"/>
                  </a:lnTo>
                  <a:lnTo>
                    <a:pt x="209930" y="1130612"/>
                  </a:lnTo>
                  <a:lnTo>
                    <a:pt x="209930" y="1111397"/>
                  </a:lnTo>
                  <a:lnTo>
                    <a:pt x="203569" y="1102920"/>
                  </a:lnTo>
                  <a:close/>
                </a:path>
                <a:path w="9542780" h="6570345">
                  <a:moveTo>
                    <a:pt x="203569" y="1147566"/>
                  </a:moveTo>
                  <a:lnTo>
                    <a:pt x="184486" y="1147566"/>
                  </a:lnTo>
                  <a:lnTo>
                    <a:pt x="176004" y="1153784"/>
                  </a:lnTo>
                  <a:lnTo>
                    <a:pt x="176004" y="1172999"/>
                  </a:lnTo>
                  <a:lnTo>
                    <a:pt x="182365" y="1181477"/>
                  </a:lnTo>
                  <a:lnTo>
                    <a:pt x="203569" y="1181477"/>
                  </a:lnTo>
                  <a:lnTo>
                    <a:pt x="209930" y="1172999"/>
                  </a:lnTo>
                  <a:lnTo>
                    <a:pt x="209930" y="1156045"/>
                  </a:lnTo>
                  <a:lnTo>
                    <a:pt x="203569" y="1147566"/>
                  </a:lnTo>
                  <a:close/>
                </a:path>
                <a:path w="9542780" h="6570345">
                  <a:moveTo>
                    <a:pt x="203569" y="1191933"/>
                  </a:moveTo>
                  <a:lnTo>
                    <a:pt x="184486" y="1191933"/>
                  </a:lnTo>
                  <a:lnTo>
                    <a:pt x="176004" y="1198431"/>
                  </a:lnTo>
                  <a:lnTo>
                    <a:pt x="176004" y="1217364"/>
                  </a:lnTo>
                  <a:lnTo>
                    <a:pt x="182365" y="1225843"/>
                  </a:lnTo>
                  <a:lnTo>
                    <a:pt x="203569" y="1225843"/>
                  </a:lnTo>
                  <a:lnTo>
                    <a:pt x="209930" y="1217364"/>
                  </a:lnTo>
                  <a:lnTo>
                    <a:pt x="209930" y="1200410"/>
                  </a:lnTo>
                  <a:lnTo>
                    <a:pt x="203569" y="1191933"/>
                  </a:lnTo>
                  <a:close/>
                </a:path>
                <a:path w="9542780" h="6570345">
                  <a:moveTo>
                    <a:pt x="203569" y="1236581"/>
                  </a:moveTo>
                  <a:lnTo>
                    <a:pt x="184486" y="1236581"/>
                  </a:lnTo>
                  <a:lnTo>
                    <a:pt x="176004" y="1242797"/>
                  </a:lnTo>
                  <a:lnTo>
                    <a:pt x="176004" y="1261731"/>
                  </a:lnTo>
                  <a:lnTo>
                    <a:pt x="182365" y="1270208"/>
                  </a:lnTo>
                  <a:lnTo>
                    <a:pt x="203569" y="1270208"/>
                  </a:lnTo>
                  <a:lnTo>
                    <a:pt x="209930" y="1261731"/>
                  </a:lnTo>
                  <a:lnTo>
                    <a:pt x="209930" y="1244775"/>
                  </a:lnTo>
                  <a:lnTo>
                    <a:pt x="203569" y="1236581"/>
                  </a:lnTo>
                  <a:close/>
                </a:path>
                <a:path w="9542780" h="6570345">
                  <a:moveTo>
                    <a:pt x="203569" y="1280946"/>
                  </a:moveTo>
                  <a:lnTo>
                    <a:pt x="184486" y="1280946"/>
                  </a:lnTo>
                  <a:lnTo>
                    <a:pt x="176004" y="1287162"/>
                  </a:lnTo>
                  <a:lnTo>
                    <a:pt x="176004" y="1306379"/>
                  </a:lnTo>
                  <a:lnTo>
                    <a:pt x="182365" y="1314856"/>
                  </a:lnTo>
                  <a:lnTo>
                    <a:pt x="192967" y="1314856"/>
                  </a:lnTo>
                  <a:lnTo>
                    <a:pt x="203569" y="1312595"/>
                  </a:lnTo>
                  <a:lnTo>
                    <a:pt x="209930" y="1306379"/>
                  </a:lnTo>
                  <a:lnTo>
                    <a:pt x="209930" y="1289423"/>
                  </a:lnTo>
                  <a:lnTo>
                    <a:pt x="203569" y="1280946"/>
                  </a:lnTo>
                  <a:close/>
                </a:path>
                <a:path w="9542780" h="6570345">
                  <a:moveTo>
                    <a:pt x="203569" y="1325312"/>
                  </a:moveTo>
                  <a:lnTo>
                    <a:pt x="184486" y="1325312"/>
                  </a:lnTo>
                  <a:lnTo>
                    <a:pt x="176004" y="1331810"/>
                  </a:lnTo>
                  <a:lnTo>
                    <a:pt x="176004" y="1350744"/>
                  </a:lnTo>
                  <a:lnTo>
                    <a:pt x="182365" y="1359221"/>
                  </a:lnTo>
                  <a:lnTo>
                    <a:pt x="192967" y="1359221"/>
                  </a:lnTo>
                  <a:lnTo>
                    <a:pt x="203569" y="1357243"/>
                  </a:lnTo>
                  <a:lnTo>
                    <a:pt x="209930" y="1350744"/>
                  </a:lnTo>
                  <a:lnTo>
                    <a:pt x="209930" y="1333789"/>
                  </a:lnTo>
                  <a:lnTo>
                    <a:pt x="203569" y="1325312"/>
                  </a:lnTo>
                  <a:close/>
                </a:path>
                <a:path w="9542780" h="6570345">
                  <a:moveTo>
                    <a:pt x="203569" y="1367698"/>
                  </a:moveTo>
                  <a:lnTo>
                    <a:pt x="184486" y="1367698"/>
                  </a:lnTo>
                  <a:lnTo>
                    <a:pt x="176004" y="1374198"/>
                  </a:lnTo>
                  <a:lnTo>
                    <a:pt x="176004" y="1393131"/>
                  </a:lnTo>
                  <a:lnTo>
                    <a:pt x="182365" y="1401608"/>
                  </a:lnTo>
                  <a:lnTo>
                    <a:pt x="203569" y="1401608"/>
                  </a:lnTo>
                  <a:lnTo>
                    <a:pt x="209930" y="1395110"/>
                  </a:lnTo>
                  <a:lnTo>
                    <a:pt x="209930" y="1376177"/>
                  </a:lnTo>
                  <a:lnTo>
                    <a:pt x="203569" y="1367698"/>
                  </a:lnTo>
                  <a:close/>
                </a:path>
                <a:path w="9542780" h="6570345">
                  <a:moveTo>
                    <a:pt x="203569" y="1412064"/>
                  </a:moveTo>
                  <a:lnTo>
                    <a:pt x="184486" y="1412064"/>
                  </a:lnTo>
                  <a:lnTo>
                    <a:pt x="176004" y="1418563"/>
                  </a:lnTo>
                  <a:lnTo>
                    <a:pt x="176004" y="1439757"/>
                  </a:lnTo>
                  <a:lnTo>
                    <a:pt x="182365" y="1445975"/>
                  </a:lnTo>
                  <a:lnTo>
                    <a:pt x="203569" y="1445975"/>
                  </a:lnTo>
                  <a:lnTo>
                    <a:pt x="209930" y="1439757"/>
                  </a:lnTo>
                  <a:lnTo>
                    <a:pt x="209930" y="1420541"/>
                  </a:lnTo>
                  <a:lnTo>
                    <a:pt x="203569" y="1412064"/>
                  </a:lnTo>
                  <a:close/>
                </a:path>
                <a:path w="9542780" h="6570345">
                  <a:moveTo>
                    <a:pt x="203569" y="1456712"/>
                  </a:moveTo>
                  <a:lnTo>
                    <a:pt x="184486" y="1456712"/>
                  </a:lnTo>
                  <a:lnTo>
                    <a:pt x="176004" y="1462929"/>
                  </a:lnTo>
                  <a:lnTo>
                    <a:pt x="176004" y="1484123"/>
                  </a:lnTo>
                  <a:lnTo>
                    <a:pt x="182365" y="1490621"/>
                  </a:lnTo>
                  <a:lnTo>
                    <a:pt x="203569" y="1490621"/>
                  </a:lnTo>
                  <a:lnTo>
                    <a:pt x="209930" y="1482144"/>
                  </a:lnTo>
                  <a:lnTo>
                    <a:pt x="209930" y="1465190"/>
                  </a:lnTo>
                  <a:lnTo>
                    <a:pt x="203569" y="1456712"/>
                  </a:lnTo>
                  <a:close/>
                </a:path>
                <a:path w="9542780" h="6570345">
                  <a:moveTo>
                    <a:pt x="159040" y="971801"/>
                  </a:moveTo>
                  <a:lnTo>
                    <a:pt x="139953" y="971801"/>
                  </a:lnTo>
                  <a:lnTo>
                    <a:pt x="131472" y="978018"/>
                  </a:lnTo>
                  <a:lnTo>
                    <a:pt x="131472" y="997233"/>
                  </a:lnTo>
                  <a:lnTo>
                    <a:pt x="137834" y="1005711"/>
                  </a:lnTo>
                  <a:lnTo>
                    <a:pt x="148436" y="1005711"/>
                  </a:lnTo>
                  <a:lnTo>
                    <a:pt x="159040" y="1003449"/>
                  </a:lnTo>
                  <a:lnTo>
                    <a:pt x="165399" y="997233"/>
                  </a:lnTo>
                  <a:lnTo>
                    <a:pt x="165399" y="980278"/>
                  </a:lnTo>
                  <a:lnTo>
                    <a:pt x="159040" y="971801"/>
                  </a:lnTo>
                  <a:close/>
                </a:path>
                <a:path w="9542780" h="6570345">
                  <a:moveTo>
                    <a:pt x="159040" y="1016166"/>
                  </a:moveTo>
                  <a:lnTo>
                    <a:pt x="139953" y="1016166"/>
                  </a:lnTo>
                  <a:lnTo>
                    <a:pt x="131472" y="1022666"/>
                  </a:lnTo>
                  <a:lnTo>
                    <a:pt x="131472" y="1041599"/>
                  </a:lnTo>
                  <a:lnTo>
                    <a:pt x="137834" y="1050076"/>
                  </a:lnTo>
                  <a:lnTo>
                    <a:pt x="148436" y="1050076"/>
                  </a:lnTo>
                  <a:lnTo>
                    <a:pt x="159040" y="1048097"/>
                  </a:lnTo>
                  <a:lnTo>
                    <a:pt x="165399" y="1041599"/>
                  </a:lnTo>
                  <a:lnTo>
                    <a:pt x="165399" y="1022666"/>
                  </a:lnTo>
                  <a:lnTo>
                    <a:pt x="159040" y="1016166"/>
                  </a:lnTo>
                  <a:close/>
                </a:path>
                <a:path w="9542780" h="6570345">
                  <a:moveTo>
                    <a:pt x="159040" y="1058553"/>
                  </a:moveTo>
                  <a:lnTo>
                    <a:pt x="139953" y="1058553"/>
                  </a:lnTo>
                  <a:lnTo>
                    <a:pt x="131472" y="1065053"/>
                  </a:lnTo>
                  <a:lnTo>
                    <a:pt x="131472" y="1086247"/>
                  </a:lnTo>
                  <a:lnTo>
                    <a:pt x="137834" y="1092464"/>
                  </a:lnTo>
                  <a:lnTo>
                    <a:pt x="159040" y="1092464"/>
                  </a:lnTo>
                  <a:lnTo>
                    <a:pt x="165399" y="1086247"/>
                  </a:lnTo>
                  <a:lnTo>
                    <a:pt x="165399" y="1067031"/>
                  </a:lnTo>
                  <a:lnTo>
                    <a:pt x="159040" y="1058553"/>
                  </a:lnTo>
                  <a:close/>
                </a:path>
                <a:path w="9542780" h="6570345">
                  <a:moveTo>
                    <a:pt x="159040" y="1102920"/>
                  </a:moveTo>
                  <a:lnTo>
                    <a:pt x="139953" y="1102920"/>
                  </a:lnTo>
                  <a:lnTo>
                    <a:pt x="131472" y="1109418"/>
                  </a:lnTo>
                  <a:lnTo>
                    <a:pt x="131472" y="1128351"/>
                  </a:lnTo>
                  <a:lnTo>
                    <a:pt x="137834" y="1136829"/>
                  </a:lnTo>
                  <a:lnTo>
                    <a:pt x="159040" y="1136829"/>
                  </a:lnTo>
                  <a:lnTo>
                    <a:pt x="165399" y="1130612"/>
                  </a:lnTo>
                  <a:lnTo>
                    <a:pt x="165399" y="1111397"/>
                  </a:lnTo>
                  <a:lnTo>
                    <a:pt x="159040" y="1102920"/>
                  </a:lnTo>
                  <a:close/>
                </a:path>
                <a:path w="9542780" h="6570345">
                  <a:moveTo>
                    <a:pt x="159040" y="1147566"/>
                  </a:moveTo>
                  <a:lnTo>
                    <a:pt x="139953" y="1147566"/>
                  </a:lnTo>
                  <a:lnTo>
                    <a:pt x="131472" y="1153784"/>
                  </a:lnTo>
                  <a:lnTo>
                    <a:pt x="131472" y="1172999"/>
                  </a:lnTo>
                  <a:lnTo>
                    <a:pt x="137834" y="1181477"/>
                  </a:lnTo>
                  <a:lnTo>
                    <a:pt x="159040" y="1181477"/>
                  </a:lnTo>
                  <a:lnTo>
                    <a:pt x="165399" y="1172999"/>
                  </a:lnTo>
                  <a:lnTo>
                    <a:pt x="165399" y="1156045"/>
                  </a:lnTo>
                  <a:lnTo>
                    <a:pt x="159040" y="1147566"/>
                  </a:lnTo>
                  <a:close/>
                </a:path>
                <a:path w="9542780" h="6570345">
                  <a:moveTo>
                    <a:pt x="159040" y="1191933"/>
                  </a:moveTo>
                  <a:lnTo>
                    <a:pt x="139953" y="1191933"/>
                  </a:lnTo>
                  <a:lnTo>
                    <a:pt x="131472" y="1198431"/>
                  </a:lnTo>
                  <a:lnTo>
                    <a:pt x="131472" y="1217364"/>
                  </a:lnTo>
                  <a:lnTo>
                    <a:pt x="137834" y="1225843"/>
                  </a:lnTo>
                  <a:lnTo>
                    <a:pt x="159040" y="1225843"/>
                  </a:lnTo>
                  <a:lnTo>
                    <a:pt x="165399" y="1217364"/>
                  </a:lnTo>
                  <a:lnTo>
                    <a:pt x="165399" y="1200410"/>
                  </a:lnTo>
                  <a:lnTo>
                    <a:pt x="159040" y="1191933"/>
                  </a:lnTo>
                  <a:close/>
                </a:path>
                <a:path w="9542780" h="6570345">
                  <a:moveTo>
                    <a:pt x="159040" y="1236581"/>
                  </a:moveTo>
                  <a:lnTo>
                    <a:pt x="139953" y="1236581"/>
                  </a:lnTo>
                  <a:lnTo>
                    <a:pt x="131472" y="1242797"/>
                  </a:lnTo>
                  <a:lnTo>
                    <a:pt x="131472" y="1253253"/>
                  </a:lnTo>
                  <a:lnTo>
                    <a:pt x="133592" y="1261731"/>
                  </a:lnTo>
                  <a:lnTo>
                    <a:pt x="139953" y="1270208"/>
                  </a:lnTo>
                  <a:lnTo>
                    <a:pt x="159040" y="1270208"/>
                  </a:lnTo>
                  <a:lnTo>
                    <a:pt x="165399" y="1261731"/>
                  </a:lnTo>
                  <a:lnTo>
                    <a:pt x="165399" y="1244775"/>
                  </a:lnTo>
                  <a:lnTo>
                    <a:pt x="159040" y="1236581"/>
                  </a:lnTo>
                  <a:close/>
                </a:path>
                <a:path w="9542780" h="6570345">
                  <a:moveTo>
                    <a:pt x="159040" y="1280946"/>
                  </a:moveTo>
                  <a:lnTo>
                    <a:pt x="139953" y="1280946"/>
                  </a:lnTo>
                  <a:lnTo>
                    <a:pt x="131472" y="1287162"/>
                  </a:lnTo>
                  <a:lnTo>
                    <a:pt x="131472" y="1297901"/>
                  </a:lnTo>
                  <a:lnTo>
                    <a:pt x="133592" y="1306379"/>
                  </a:lnTo>
                  <a:lnTo>
                    <a:pt x="139953" y="1312595"/>
                  </a:lnTo>
                  <a:lnTo>
                    <a:pt x="159040" y="1312595"/>
                  </a:lnTo>
                  <a:lnTo>
                    <a:pt x="165399" y="1306379"/>
                  </a:lnTo>
                  <a:lnTo>
                    <a:pt x="165399" y="1289423"/>
                  </a:lnTo>
                  <a:lnTo>
                    <a:pt x="159040" y="1280946"/>
                  </a:lnTo>
                  <a:close/>
                </a:path>
                <a:path w="9542780" h="6570345">
                  <a:moveTo>
                    <a:pt x="159040" y="1325312"/>
                  </a:moveTo>
                  <a:lnTo>
                    <a:pt x="139953" y="1325312"/>
                  </a:lnTo>
                  <a:lnTo>
                    <a:pt x="131472" y="1331810"/>
                  </a:lnTo>
                  <a:lnTo>
                    <a:pt x="131472" y="1350744"/>
                  </a:lnTo>
                  <a:lnTo>
                    <a:pt x="137834" y="1359221"/>
                  </a:lnTo>
                  <a:lnTo>
                    <a:pt x="148436" y="1359221"/>
                  </a:lnTo>
                  <a:lnTo>
                    <a:pt x="159040" y="1357243"/>
                  </a:lnTo>
                  <a:lnTo>
                    <a:pt x="165399" y="1350744"/>
                  </a:lnTo>
                  <a:lnTo>
                    <a:pt x="165399" y="1333789"/>
                  </a:lnTo>
                  <a:lnTo>
                    <a:pt x="159040" y="1325312"/>
                  </a:lnTo>
                  <a:close/>
                </a:path>
                <a:path w="9542780" h="6570345">
                  <a:moveTo>
                    <a:pt x="159040" y="1367698"/>
                  </a:moveTo>
                  <a:lnTo>
                    <a:pt x="139953" y="1367698"/>
                  </a:lnTo>
                  <a:lnTo>
                    <a:pt x="131472" y="1374198"/>
                  </a:lnTo>
                  <a:lnTo>
                    <a:pt x="131472" y="1393131"/>
                  </a:lnTo>
                  <a:lnTo>
                    <a:pt x="137834" y="1401608"/>
                  </a:lnTo>
                  <a:lnTo>
                    <a:pt x="159040" y="1401608"/>
                  </a:lnTo>
                  <a:lnTo>
                    <a:pt x="165399" y="1395110"/>
                  </a:lnTo>
                  <a:lnTo>
                    <a:pt x="165399" y="1376177"/>
                  </a:lnTo>
                  <a:lnTo>
                    <a:pt x="159040" y="1367698"/>
                  </a:lnTo>
                  <a:close/>
                </a:path>
                <a:path w="9542780" h="6570345">
                  <a:moveTo>
                    <a:pt x="159040" y="1412064"/>
                  </a:moveTo>
                  <a:lnTo>
                    <a:pt x="139953" y="1412064"/>
                  </a:lnTo>
                  <a:lnTo>
                    <a:pt x="131472" y="1418563"/>
                  </a:lnTo>
                  <a:lnTo>
                    <a:pt x="131472" y="1439757"/>
                  </a:lnTo>
                  <a:lnTo>
                    <a:pt x="137834" y="1445975"/>
                  </a:lnTo>
                  <a:lnTo>
                    <a:pt x="159040" y="1445975"/>
                  </a:lnTo>
                  <a:lnTo>
                    <a:pt x="165399" y="1439757"/>
                  </a:lnTo>
                  <a:lnTo>
                    <a:pt x="165399" y="1420541"/>
                  </a:lnTo>
                  <a:lnTo>
                    <a:pt x="159040" y="1412064"/>
                  </a:lnTo>
                  <a:close/>
                </a:path>
                <a:path w="9542780" h="6570345">
                  <a:moveTo>
                    <a:pt x="159040" y="1456712"/>
                  </a:moveTo>
                  <a:lnTo>
                    <a:pt x="139953" y="1456712"/>
                  </a:lnTo>
                  <a:lnTo>
                    <a:pt x="131472" y="1462929"/>
                  </a:lnTo>
                  <a:lnTo>
                    <a:pt x="131472" y="1484123"/>
                  </a:lnTo>
                  <a:lnTo>
                    <a:pt x="137834" y="1490621"/>
                  </a:lnTo>
                  <a:lnTo>
                    <a:pt x="159040" y="1490621"/>
                  </a:lnTo>
                  <a:lnTo>
                    <a:pt x="165399" y="1482144"/>
                  </a:lnTo>
                  <a:lnTo>
                    <a:pt x="165399" y="1465190"/>
                  </a:lnTo>
                  <a:lnTo>
                    <a:pt x="159040" y="1456712"/>
                  </a:lnTo>
                  <a:close/>
                </a:path>
                <a:path w="9542780" h="6570345">
                  <a:moveTo>
                    <a:pt x="114508" y="1102920"/>
                  </a:moveTo>
                  <a:lnTo>
                    <a:pt x="95422" y="1102920"/>
                  </a:lnTo>
                  <a:lnTo>
                    <a:pt x="86940" y="1109418"/>
                  </a:lnTo>
                  <a:lnTo>
                    <a:pt x="86940" y="1128351"/>
                  </a:lnTo>
                  <a:lnTo>
                    <a:pt x="93303" y="1136829"/>
                  </a:lnTo>
                  <a:lnTo>
                    <a:pt x="114508" y="1136829"/>
                  </a:lnTo>
                  <a:lnTo>
                    <a:pt x="120870" y="1130612"/>
                  </a:lnTo>
                  <a:lnTo>
                    <a:pt x="120870" y="1111397"/>
                  </a:lnTo>
                  <a:lnTo>
                    <a:pt x="114508" y="1102920"/>
                  </a:lnTo>
                  <a:close/>
                </a:path>
                <a:path w="9542780" h="6570345">
                  <a:moveTo>
                    <a:pt x="114508" y="1147566"/>
                  </a:moveTo>
                  <a:lnTo>
                    <a:pt x="95422" y="1147566"/>
                  </a:lnTo>
                  <a:lnTo>
                    <a:pt x="86940" y="1153784"/>
                  </a:lnTo>
                  <a:lnTo>
                    <a:pt x="86940" y="1172999"/>
                  </a:lnTo>
                  <a:lnTo>
                    <a:pt x="93303" y="1181477"/>
                  </a:lnTo>
                  <a:lnTo>
                    <a:pt x="114508" y="1181477"/>
                  </a:lnTo>
                  <a:lnTo>
                    <a:pt x="120870" y="1172999"/>
                  </a:lnTo>
                  <a:lnTo>
                    <a:pt x="120870" y="1156045"/>
                  </a:lnTo>
                  <a:lnTo>
                    <a:pt x="114508" y="1147566"/>
                  </a:lnTo>
                  <a:close/>
                </a:path>
                <a:path w="9542780" h="6570345">
                  <a:moveTo>
                    <a:pt x="114508" y="1191933"/>
                  </a:moveTo>
                  <a:lnTo>
                    <a:pt x="95422" y="1191933"/>
                  </a:lnTo>
                  <a:lnTo>
                    <a:pt x="86940" y="1198431"/>
                  </a:lnTo>
                  <a:lnTo>
                    <a:pt x="86940" y="1217364"/>
                  </a:lnTo>
                  <a:lnTo>
                    <a:pt x="93303" y="1225843"/>
                  </a:lnTo>
                  <a:lnTo>
                    <a:pt x="114508" y="1225843"/>
                  </a:lnTo>
                  <a:lnTo>
                    <a:pt x="120870" y="1217364"/>
                  </a:lnTo>
                  <a:lnTo>
                    <a:pt x="120870" y="1200410"/>
                  </a:lnTo>
                  <a:lnTo>
                    <a:pt x="114508" y="1191933"/>
                  </a:lnTo>
                  <a:close/>
                </a:path>
                <a:path w="9542780" h="6570345">
                  <a:moveTo>
                    <a:pt x="114508" y="1236581"/>
                  </a:moveTo>
                  <a:lnTo>
                    <a:pt x="95422" y="1236581"/>
                  </a:lnTo>
                  <a:lnTo>
                    <a:pt x="86940" y="1242797"/>
                  </a:lnTo>
                  <a:lnTo>
                    <a:pt x="86940" y="1261731"/>
                  </a:lnTo>
                  <a:lnTo>
                    <a:pt x="93303" y="1270208"/>
                  </a:lnTo>
                  <a:lnTo>
                    <a:pt x="114508" y="1270208"/>
                  </a:lnTo>
                  <a:lnTo>
                    <a:pt x="120870" y="1261731"/>
                  </a:lnTo>
                  <a:lnTo>
                    <a:pt x="120870" y="1244775"/>
                  </a:lnTo>
                  <a:lnTo>
                    <a:pt x="114508" y="1236581"/>
                  </a:lnTo>
                  <a:close/>
                </a:path>
                <a:path w="9542780" h="6570345">
                  <a:moveTo>
                    <a:pt x="114508" y="1280946"/>
                  </a:moveTo>
                  <a:lnTo>
                    <a:pt x="95422" y="1280946"/>
                  </a:lnTo>
                  <a:lnTo>
                    <a:pt x="86940" y="1287162"/>
                  </a:lnTo>
                  <a:lnTo>
                    <a:pt x="86940" y="1306379"/>
                  </a:lnTo>
                  <a:lnTo>
                    <a:pt x="93303" y="1314856"/>
                  </a:lnTo>
                  <a:lnTo>
                    <a:pt x="103903" y="1314856"/>
                  </a:lnTo>
                  <a:lnTo>
                    <a:pt x="114508" y="1312595"/>
                  </a:lnTo>
                  <a:lnTo>
                    <a:pt x="120870" y="1306379"/>
                  </a:lnTo>
                  <a:lnTo>
                    <a:pt x="120870" y="1289423"/>
                  </a:lnTo>
                  <a:lnTo>
                    <a:pt x="114508" y="1280946"/>
                  </a:lnTo>
                  <a:close/>
                </a:path>
                <a:path w="9542780" h="6570345">
                  <a:moveTo>
                    <a:pt x="114508" y="1325312"/>
                  </a:moveTo>
                  <a:lnTo>
                    <a:pt x="95422" y="1325312"/>
                  </a:lnTo>
                  <a:lnTo>
                    <a:pt x="86940" y="1331810"/>
                  </a:lnTo>
                  <a:lnTo>
                    <a:pt x="86940" y="1350744"/>
                  </a:lnTo>
                  <a:lnTo>
                    <a:pt x="93303" y="1359221"/>
                  </a:lnTo>
                  <a:lnTo>
                    <a:pt x="103903" y="1359221"/>
                  </a:lnTo>
                  <a:lnTo>
                    <a:pt x="114508" y="1357243"/>
                  </a:lnTo>
                  <a:lnTo>
                    <a:pt x="120870" y="1350744"/>
                  </a:lnTo>
                  <a:lnTo>
                    <a:pt x="120870" y="1333789"/>
                  </a:lnTo>
                  <a:lnTo>
                    <a:pt x="114508" y="1325312"/>
                  </a:lnTo>
                  <a:close/>
                </a:path>
                <a:path w="9542780" h="6570345">
                  <a:moveTo>
                    <a:pt x="114508" y="1367698"/>
                  </a:moveTo>
                  <a:lnTo>
                    <a:pt x="95422" y="1367698"/>
                  </a:lnTo>
                  <a:lnTo>
                    <a:pt x="86940" y="1374198"/>
                  </a:lnTo>
                  <a:lnTo>
                    <a:pt x="86940" y="1393131"/>
                  </a:lnTo>
                  <a:lnTo>
                    <a:pt x="93303" y="1401608"/>
                  </a:lnTo>
                  <a:lnTo>
                    <a:pt x="114508" y="1401608"/>
                  </a:lnTo>
                  <a:lnTo>
                    <a:pt x="120870" y="1395110"/>
                  </a:lnTo>
                  <a:lnTo>
                    <a:pt x="120870" y="1376177"/>
                  </a:lnTo>
                  <a:lnTo>
                    <a:pt x="114508" y="1367698"/>
                  </a:lnTo>
                  <a:close/>
                </a:path>
                <a:path w="9542780" h="6570345">
                  <a:moveTo>
                    <a:pt x="114508" y="1412064"/>
                  </a:moveTo>
                  <a:lnTo>
                    <a:pt x="95422" y="1412064"/>
                  </a:lnTo>
                  <a:lnTo>
                    <a:pt x="86940" y="1418563"/>
                  </a:lnTo>
                  <a:lnTo>
                    <a:pt x="86940" y="1439757"/>
                  </a:lnTo>
                  <a:lnTo>
                    <a:pt x="93303" y="1445975"/>
                  </a:lnTo>
                  <a:lnTo>
                    <a:pt x="114508" y="1445975"/>
                  </a:lnTo>
                  <a:lnTo>
                    <a:pt x="120870" y="1439757"/>
                  </a:lnTo>
                  <a:lnTo>
                    <a:pt x="120870" y="1420541"/>
                  </a:lnTo>
                  <a:lnTo>
                    <a:pt x="114508" y="1412064"/>
                  </a:lnTo>
                  <a:close/>
                </a:path>
                <a:path w="9542780" h="6570345">
                  <a:moveTo>
                    <a:pt x="69976" y="1147566"/>
                  </a:moveTo>
                  <a:lnTo>
                    <a:pt x="48770" y="1147566"/>
                  </a:lnTo>
                  <a:lnTo>
                    <a:pt x="44531" y="1156045"/>
                  </a:lnTo>
                  <a:lnTo>
                    <a:pt x="44531" y="1172999"/>
                  </a:lnTo>
                  <a:lnTo>
                    <a:pt x="50893" y="1181477"/>
                  </a:lnTo>
                  <a:lnTo>
                    <a:pt x="72096" y="1181477"/>
                  </a:lnTo>
                  <a:lnTo>
                    <a:pt x="76338" y="1172999"/>
                  </a:lnTo>
                  <a:lnTo>
                    <a:pt x="76338" y="1156045"/>
                  </a:lnTo>
                  <a:lnTo>
                    <a:pt x="69976" y="1147566"/>
                  </a:lnTo>
                  <a:close/>
                </a:path>
                <a:path w="9542780" h="6570345">
                  <a:moveTo>
                    <a:pt x="69976" y="1191933"/>
                  </a:moveTo>
                  <a:lnTo>
                    <a:pt x="48770" y="1191933"/>
                  </a:lnTo>
                  <a:lnTo>
                    <a:pt x="42411" y="1198431"/>
                  </a:lnTo>
                  <a:lnTo>
                    <a:pt x="42411" y="1217364"/>
                  </a:lnTo>
                  <a:lnTo>
                    <a:pt x="48770" y="1225843"/>
                  </a:lnTo>
                  <a:lnTo>
                    <a:pt x="69976" y="1225843"/>
                  </a:lnTo>
                  <a:lnTo>
                    <a:pt x="76338" y="1217364"/>
                  </a:lnTo>
                  <a:lnTo>
                    <a:pt x="76338" y="1200410"/>
                  </a:lnTo>
                  <a:lnTo>
                    <a:pt x="69976" y="1191933"/>
                  </a:lnTo>
                  <a:close/>
                </a:path>
                <a:path w="9542780" h="6570345">
                  <a:moveTo>
                    <a:pt x="69976" y="1236581"/>
                  </a:moveTo>
                  <a:lnTo>
                    <a:pt x="48770" y="1236581"/>
                  </a:lnTo>
                  <a:lnTo>
                    <a:pt x="42411" y="1242797"/>
                  </a:lnTo>
                  <a:lnTo>
                    <a:pt x="42411" y="1261731"/>
                  </a:lnTo>
                  <a:lnTo>
                    <a:pt x="48770" y="1270208"/>
                  </a:lnTo>
                  <a:lnTo>
                    <a:pt x="69976" y="1270208"/>
                  </a:lnTo>
                  <a:lnTo>
                    <a:pt x="76338" y="1261731"/>
                  </a:lnTo>
                  <a:lnTo>
                    <a:pt x="76338" y="1244775"/>
                  </a:lnTo>
                  <a:lnTo>
                    <a:pt x="69976" y="1236581"/>
                  </a:lnTo>
                  <a:close/>
                </a:path>
                <a:path w="9542780" h="6570345">
                  <a:moveTo>
                    <a:pt x="69976" y="1280946"/>
                  </a:moveTo>
                  <a:lnTo>
                    <a:pt x="48770" y="1280946"/>
                  </a:lnTo>
                  <a:lnTo>
                    <a:pt x="42411" y="1287162"/>
                  </a:lnTo>
                  <a:lnTo>
                    <a:pt x="42411" y="1306379"/>
                  </a:lnTo>
                  <a:lnTo>
                    <a:pt x="48770" y="1314856"/>
                  </a:lnTo>
                  <a:lnTo>
                    <a:pt x="69976" y="1314856"/>
                  </a:lnTo>
                  <a:lnTo>
                    <a:pt x="76338" y="1306379"/>
                  </a:lnTo>
                  <a:lnTo>
                    <a:pt x="76338" y="1289423"/>
                  </a:lnTo>
                  <a:lnTo>
                    <a:pt x="69976" y="1280946"/>
                  </a:lnTo>
                  <a:close/>
                </a:path>
                <a:path w="9542780" h="6570345">
                  <a:moveTo>
                    <a:pt x="69976" y="1325312"/>
                  </a:moveTo>
                  <a:lnTo>
                    <a:pt x="48770" y="1325312"/>
                  </a:lnTo>
                  <a:lnTo>
                    <a:pt x="42411" y="1331810"/>
                  </a:lnTo>
                  <a:lnTo>
                    <a:pt x="42411" y="1350744"/>
                  </a:lnTo>
                  <a:lnTo>
                    <a:pt x="48770" y="1359221"/>
                  </a:lnTo>
                  <a:lnTo>
                    <a:pt x="69976" y="1359221"/>
                  </a:lnTo>
                  <a:lnTo>
                    <a:pt x="76338" y="1350744"/>
                  </a:lnTo>
                  <a:lnTo>
                    <a:pt x="76338" y="1333789"/>
                  </a:lnTo>
                  <a:lnTo>
                    <a:pt x="69976" y="1325312"/>
                  </a:lnTo>
                  <a:close/>
                </a:path>
                <a:path w="9542780" h="6570345">
                  <a:moveTo>
                    <a:pt x="69976" y="1367698"/>
                  </a:moveTo>
                  <a:lnTo>
                    <a:pt x="48770" y="1367698"/>
                  </a:lnTo>
                  <a:lnTo>
                    <a:pt x="44531" y="1376177"/>
                  </a:lnTo>
                  <a:lnTo>
                    <a:pt x="44531" y="1393131"/>
                  </a:lnTo>
                  <a:lnTo>
                    <a:pt x="50893" y="1401608"/>
                  </a:lnTo>
                  <a:lnTo>
                    <a:pt x="72096" y="1401608"/>
                  </a:lnTo>
                  <a:lnTo>
                    <a:pt x="76338" y="1395110"/>
                  </a:lnTo>
                  <a:lnTo>
                    <a:pt x="76338" y="1376177"/>
                  </a:lnTo>
                  <a:lnTo>
                    <a:pt x="69976" y="1367698"/>
                  </a:lnTo>
                  <a:close/>
                </a:path>
                <a:path w="9542780" h="6570345">
                  <a:moveTo>
                    <a:pt x="27567" y="1236581"/>
                  </a:moveTo>
                  <a:lnTo>
                    <a:pt x="6361" y="1236581"/>
                  </a:lnTo>
                  <a:lnTo>
                    <a:pt x="0" y="1244775"/>
                  </a:lnTo>
                  <a:lnTo>
                    <a:pt x="0" y="1261731"/>
                  </a:lnTo>
                  <a:lnTo>
                    <a:pt x="6361" y="1270208"/>
                  </a:lnTo>
                  <a:lnTo>
                    <a:pt x="27567" y="1270208"/>
                  </a:lnTo>
                  <a:lnTo>
                    <a:pt x="33926" y="1261731"/>
                  </a:lnTo>
                  <a:lnTo>
                    <a:pt x="33926" y="1244775"/>
                  </a:lnTo>
                  <a:lnTo>
                    <a:pt x="27567" y="1236581"/>
                  </a:lnTo>
                  <a:close/>
                </a:path>
                <a:path w="9542780" h="6570345">
                  <a:moveTo>
                    <a:pt x="27567" y="1280946"/>
                  </a:moveTo>
                  <a:lnTo>
                    <a:pt x="6361" y="1280946"/>
                  </a:lnTo>
                  <a:lnTo>
                    <a:pt x="0" y="1287162"/>
                  </a:lnTo>
                  <a:lnTo>
                    <a:pt x="0" y="1306379"/>
                  </a:lnTo>
                  <a:lnTo>
                    <a:pt x="6361" y="1312595"/>
                  </a:lnTo>
                  <a:lnTo>
                    <a:pt x="27567" y="1312595"/>
                  </a:lnTo>
                  <a:lnTo>
                    <a:pt x="33926" y="1306379"/>
                  </a:lnTo>
                  <a:lnTo>
                    <a:pt x="33926" y="1289423"/>
                  </a:lnTo>
                  <a:lnTo>
                    <a:pt x="27567" y="12809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030483" y="2533964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1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79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6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2610476"/>
              <a:ext cx="229570" cy="2331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030483" y="3486465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2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80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7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3562977"/>
              <a:ext cx="229570" cy="2331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030483" y="4553253"/>
              <a:ext cx="380365" cy="581025"/>
            </a:xfrm>
            <a:custGeom>
              <a:avLst/>
              <a:gdLst/>
              <a:ahLst/>
              <a:cxnLst/>
              <a:rect l="l" t="t" r="r" b="b"/>
              <a:pathLst>
                <a:path w="380365" h="581025">
                  <a:moveTo>
                    <a:pt x="190105" y="0"/>
                  </a:moveTo>
                  <a:lnTo>
                    <a:pt x="146515" y="5017"/>
                  </a:lnTo>
                  <a:lnTo>
                    <a:pt x="106501" y="19310"/>
                  </a:lnTo>
                  <a:lnTo>
                    <a:pt x="71203" y="41738"/>
                  </a:lnTo>
                  <a:lnTo>
                    <a:pt x="41763" y="71160"/>
                  </a:lnTo>
                  <a:lnTo>
                    <a:pt x="19321" y="106436"/>
                  </a:lnTo>
                  <a:lnTo>
                    <a:pt x="5020" y="146425"/>
                  </a:lnTo>
                  <a:lnTo>
                    <a:pt x="0" y="189988"/>
                  </a:lnTo>
                  <a:lnTo>
                    <a:pt x="29704" y="309108"/>
                  </a:lnTo>
                  <a:lnTo>
                    <a:pt x="95053" y="436866"/>
                  </a:lnTo>
                  <a:lnTo>
                    <a:pt x="160402" y="538797"/>
                  </a:lnTo>
                  <a:lnTo>
                    <a:pt x="190106" y="580433"/>
                  </a:lnTo>
                  <a:lnTo>
                    <a:pt x="219810" y="538797"/>
                  </a:lnTo>
                  <a:lnTo>
                    <a:pt x="285158" y="436866"/>
                  </a:lnTo>
                  <a:lnTo>
                    <a:pt x="350506" y="309108"/>
                  </a:lnTo>
                  <a:lnTo>
                    <a:pt x="380210" y="189988"/>
                  </a:lnTo>
                  <a:lnTo>
                    <a:pt x="375189" y="146425"/>
                  </a:lnTo>
                  <a:lnTo>
                    <a:pt x="360887" y="106436"/>
                  </a:lnTo>
                  <a:lnTo>
                    <a:pt x="338445" y="71160"/>
                  </a:lnTo>
                  <a:lnTo>
                    <a:pt x="309005" y="41738"/>
                  </a:lnTo>
                  <a:lnTo>
                    <a:pt x="273707" y="19310"/>
                  </a:lnTo>
                  <a:lnTo>
                    <a:pt x="233693" y="5017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5806" y="4628532"/>
              <a:ext cx="229570" cy="2294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030483" y="5610528"/>
              <a:ext cx="380365" cy="581025"/>
            </a:xfrm>
            <a:custGeom>
              <a:avLst/>
              <a:gdLst/>
              <a:ahLst/>
              <a:cxnLst/>
              <a:rect l="l" t="t" r="r" b="b"/>
              <a:pathLst>
                <a:path w="380365" h="581025">
                  <a:moveTo>
                    <a:pt x="190105" y="0"/>
                  </a:moveTo>
                  <a:lnTo>
                    <a:pt x="146515" y="5017"/>
                  </a:lnTo>
                  <a:lnTo>
                    <a:pt x="106501" y="19310"/>
                  </a:lnTo>
                  <a:lnTo>
                    <a:pt x="71203" y="41738"/>
                  </a:lnTo>
                  <a:lnTo>
                    <a:pt x="41763" y="71160"/>
                  </a:lnTo>
                  <a:lnTo>
                    <a:pt x="19321" y="106436"/>
                  </a:lnTo>
                  <a:lnTo>
                    <a:pt x="5020" y="146425"/>
                  </a:lnTo>
                  <a:lnTo>
                    <a:pt x="0" y="189988"/>
                  </a:lnTo>
                  <a:lnTo>
                    <a:pt x="29704" y="309108"/>
                  </a:lnTo>
                  <a:lnTo>
                    <a:pt x="95053" y="436866"/>
                  </a:lnTo>
                  <a:lnTo>
                    <a:pt x="160402" y="538797"/>
                  </a:lnTo>
                  <a:lnTo>
                    <a:pt x="190106" y="580433"/>
                  </a:lnTo>
                  <a:lnTo>
                    <a:pt x="219810" y="538797"/>
                  </a:lnTo>
                  <a:lnTo>
                    <a:pt x="285158" y="436866"/>
                  </a:lnTo>
                  <a:lnTo>
                    <a:pt x="350506" y="309108"/>
                  </a:lnTo>
                  <a:lnTo>
                    <a:pt x="380210" y="189988"/>
                  </a:lnTo>
                  <a:lnTo>
                    <a:pt x="375189" y="146425"/>
                  </a:lnTo>
                  <a:lnTo>
                    <a:pt x="360887" y="106436"/>
                  </a:lnTo>
                  <a:lnTo>
                    <a:pt x="338445" y="71160"/>
                  </a:lnTo>
                  <a:lnTo>
                    <a:pt x="309005" y="41738"/>
                  </a:lnTo>
                  <a:lnTo>
                    <a:pt x="273707" y="19310"/>
                  </a:lnTo>
                  <a:lnTo>
                    <a:pt x="233693" y="5017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5806" y="5685807"/>
              <a:ext cx="229570" cy="2294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0483" y="6820214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1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79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6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6896726"/>
              <a:ext cx="229570" cy="2331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2303" y="0"/>
              <a:ext cx="8235696" cy="4976495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438400" y="859790"/>
            <a:ext cx="13352145" cy="1311910"/>
          </a:xfrm>
          <a:prstGeom prst="rect">
            <a:avLst/>
          </a:prstGeom>
        </p:spPr>
        <p:txBody>
          <a:bodyPr vert="horz" wrap="square" lIns="0" tIns="642894" rIns="0" bIns="0" rtlCol="0">
            <a:spAutoFit/>
          </a:bodyPr>
          <a:lstStyle/>
          <a:p>
            <a:pPr marL="2844800">
              <a:lnSpc>
                <a:spcPct val="100000"/>
              </a:lnSpc>
              <a:spcBef>
                <a:spcPts val="100"/>
              </a:spcBef>
            </a:pPr>
            <a:r>
              <a:rPr lang="en-US" altLang="en-US">
                <a:sym typeface="+mn-ea"/>
              </a:rPr>
              <a:t>{{section.Our_Regional_Offices.0.title}}</a:t>
            </a: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12551791" y="2613977"/>
            <a:ext cx="4458335" cy="467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700" b="1" spc="-9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Bangkok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Vietnam</a:t>
            </a:r>
            <a:r>
              <a:rPr sz="2700" b="1" spc="-10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5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Ho</a:t>
            </a:r>
            <a:r>
              <a:rPr sz="2700" b="1" spc="-4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Chi</a:t>
            </a:r>
            <a:r>
              <a:rPr sz="2700" b="1" spc="-4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Minh</a:t>
            </a:r>
            <a:r>
              <a:rPr sz="2700" b="1" spc="-4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2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City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Singapore</a:t>
            </a:r>
            <a:r>
              <a:rPr sz="2700" b="1" spc="-9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Singapore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marL="12700" marR="275590">
              <a:lnSpc>
                <a:spcPct val="139000"/>
              </a:lnSpc>
              <a:spcBef>
                <a:spcPts val="2590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Malaysia</a:t>
            </a:r>
            <a:r>
              <a:rPr sz="2700" b="1" spc="-6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6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Kuala</a:t>
            </a:r>
            <a:r>
              <a:rPr sz="2700" b="1" spc="-12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2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Lumpur,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Johor</a:t>
            </a:r>
            <a:r>
              <a:rPr sz="2700" b="1" spc="-8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Bahru,</a:t>
            </a:r>
            <a:r>
              <a:rPr sz="2700" b="1" spc="-8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Labuan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055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Indonesia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6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Jakarta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145784"/>
            <a:ext cx="6283453" cy="414121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6763" y="5274436"/>
            <a:ext cx="8881237" cy="50125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54654" y="1542709"/>
              <a:ext cx="512445" cy="474345"/>
            </a:xfrm>
            <a:custGeom>
              <a:avLst/>
              <a:gdLst/>
              <a:ahLst/>
              <a:cxnLst/>
              <a:rect l="l" t="t" r="r" b="b"/>
              <a:pathLst>
                <a:path w="512445" h="474344">
                  <a:moveTo>
                    <a:pt x="474385" y="0"/>
                  </a:moveTo>
                  <a:lnTo>
                    <a:pt x="37735" y="0"/>
                  </a:lnTo>
                  <a:lnTo>
                    <a:pt x="23058" y="2950"/>
                  </a:lnTo>
                  <a:lnTo>
                    <a:pt x="11062" y="10991"/>
                  </a:lnTo>
                  <a:lnTo>
                    <a:pt x="2968" y="22911"/>
                  </a:lnTo>
                  <a:lnTo>
                    <a:pt x="0" y="37494"/>
                  </a:lnTo>
                  <a:lnTo>
                    <a:pt x="0" y="284739"/>
                  </a:lnTo>
                  <a:lnTo>
                    <a:pt x="29179" y="321186"/>
                  </a:lnTo>
                  <a:lnTo>
                    <a:pt x="80082" y="340525"/>
                  </a:lnTo>
                  <a:lnTo>
                    <a:pt x="124942" y="369858"/>
                  </a:lnTo>
                  <a:lnTo>
                    <a:pt x="162388" y="407815"/>
                  </a:lnTo>
                  <a:lnTo>
                    <a:pt x="191052" y="453026"/>
                  </a:lnTo>
                  <a:lnTo>
                    <a:pt x="196992" y="461787"/>
                  </a:lnTo>
                  <a:lnTo>
                    <a:pt x="204940" y="468450"/>
                  </a:lnTo>
                  <a:lnTo>
                    <a:pt x="214401" y="472688"/>
                  </a:lnTo>
                  <a:lnTo>
                    <a:pt x="224883" y="474173"/>
                  </a:lnTo>
                  <a:lnTo>
                    <a:pt x="474296" y="474173"/>
                  </a:lnTo>
                  <a:lnTo>
                    <a:pt x="488974" y="471225"/>
                  </a:lnTo>
                  <a:lnTo>
                    <a:pt x="500970" y="463188"/>
                  </a:lnTo>
                  <a:lnTo>
                    <a:pt x="509064" y="451273"/>
                  </a:lnTo>
                  <a:lnTo>
                    <a:pt x="512033" y="436692"/>
                  </a:lnTo>
                  <a:lnTo>
                    <a:pt x="512033" y="37494"/>
                  </a:lnTo>
                  <a:lnTo>
                    <a:pt x="509064" y="22911"/>
                  </a:lnTo>
                  <a:lnTo>
                    <a:pt x="500970" y="10991"/>
                  </a:lnTo>
                  <a:lnTo>
                    <a:pt x="488974" y="2950"/>
                  </a:lnTo>
                  <a:lnTo>
                    <a:pt x="47429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56134" y="1542998"/>
              <a:ext cx="4970145" cy="1124585"/>
            </a:xfrm>
            <a:custGeom>
              <a:avLst/>
              <a:gdLst/>
              <a:ahLst/>
              <a:cxnLst/>
              <a:rect l="l" t="t" r="r" b="b"/>
              <a:pathLst>
                <a:path w="4970145" h="1124585">
                  <a:moveTo>
                    <a:pt x="534466" y="840778"/>
                  </a:moveTo>
                  <a:lnTo>
                    <a:pt x="506615" y="804608"/>
                  </a:lnTo>
                  <a:lnTo>
                    <a:pt x="463689" y="789952"/>
                  </a:lnTo>
                  <a:lnTo>
                    <a:pt x="424713" y="768197"/>
                  </a:lnTo>
                  <a:lnTo>
                    <a:pt x="390436" y="740143"/>
                  </a:lnTo>
                  <a:lnTo>
                    <a:pt x="361670" y="706551"/>
                  </a:lnTo>
                  <a:lnTo>
                    <a:pt x="339166" y="668235"/>
                  </a:lnTo>
                  <a:lnTo>
                    <a:pt x="323735" y="625944"/>
                  </a:lnTo>
                  <a:lnTo>
                    <a:pt x="318617" y="614908"/>
                  </a:lnTo>
                  <a:lnTo>
                    <a:pt x="310286" y="606374"/>
                  </a:lnTo>
                  <a:lnTo>
                    <a:pt x="299593" y="600875"/>
                  </a:lnTo>
                  <a:lnTo>
                    <a:pt x="287439" y="598932"/>
                  </a:lnTo>
                  <a:lnTo>
                    <a:pt x="38874" y="598932"/>
                  </a:lnTo>
                  <a:lnTo>
                    <a:pt x="22999" y="602373"/>
                  </a:lnTo>
                  <a:lnTo>
                    <a:pt x="10452" y="611644"/>
                  </a:lnTo>
                  <a:lnTo>
                    <a:pt x="2755" y="625106"/>
                  </a:lnTo>
                  <a:lnTo>
                    <a:pt x="1422" y="641146"/>
                  </a:lnTo>
                  <a:lnTo>
                    <a:pt x="9956" y="687705"/>
                  </a:lnTo>
                  <a:lnTo>
                    <a:pt x="22225" y="732853"/>
                  </a:lnTo>
                  <a:lnTo>
                    <a:pt x="38049" y="776439"/>
                  </a:lnTo>
                  <a:lnTo>
                    <a:pt x="57264" y="818273"/>
                  </a:lnTo>
                  <a:lnTo>
                    <a:pt x="79717" y="858215"/>
                  </a:lnTo>
                  <a:lnTo>
                    <a:pt x="105232" y="896073"/>
                  </a:lnTo>
                  <a:lnTo>
                    <a:pt x="133642" y="931710"/>
                  </a:lnTo>
                  <a:lnTo>
                    <a:pt x="164782" y="964946"/>
                  </a:lnTo>
                  <a:lnTo>
                    <a:pt x="198488" y="995616"/>
                  </a:lnTo>
                  <a:lnTo>
                    <a:pt x="234594" y="1023556"/>
                  </a:lnTo>
                  <a:lnTo>
                    <a:pt x="272935" y="1048600"/>
                  </a:lnTo>
                  <a:lnTo>
                    <a:pt x="313334" y="1070571"/>
                  </a:lnTo>
                  <a:lnTo>
                    <a:pt x="355638" y="1089329"/>
                  </a:lnTo>
                  <a:lnTo>
                    <a:pt x="399656" y="1104684"/>
                  </a:lnTo>
                  <a:lnTo>
                    <a:pt x="445262" y="1116495"/>
                  </a:lnTo>
                  <a:lnTo>
                    <a:pt x="492252" y="1124572"/>
                  </a:lnTo>
                  <a:lnTo>
                    <a:pt x="508317" y="1123137"/>
                  </a:lnTo>
                  <a:lnTo>
                    <a:pt x="521766" y="1115441"/>
                  </a:lnTo>
                  <a:lnTo>
                    <a:pt x="531025" y="1102995"/>
                  </a:lnTo>
                  <a:lnTo>
                    <a:pt x="534466" y="1087272"/>
                  </a:lnTo>
                  <a:lnTo>
                    <a:pt x="534466" y="840778"/>
                  </a:lnTo>
                  <a:close/>
                </a:path>
                <a:path w="4970145" h="1124585">
                  <a:moveTo>
                    <a:pt x="534466" y="37312"/>
                  </a:moveTo>
                  <a:lnTo>
                    <a:pt x="531025" y="21590"/>
                  </a:lnTo>
                  <a:lnTo>
                    <a:pt x="521766" y="9131"/>
                  </a:lnTo>
                  <a:lnTo>
                    <a:pt x="508317" y="1435"/>
                  </a:lnTo>
                  <a:lnTo>
                    <a:pt x="492252" y="0"/>
                  </a:lnTo>
                  <a:lnTo>
                    <a:pt x="444627" y="8204"/>
                  </a:lnTo>
                  <a:lnTo>
                    <a:pt x="398449" y="20231"/>
                  </a:lnTo>
                  <a:lnTo>
                    <a:pt x="353885" y="35902"/>
                  </a:lnTo>
                  <a:lnTo>
                    <a:pt x="311099" y="55054"/>
                  </a:lnTo>
                  <a:lnTo>
                    <a:pt x="270268" y="77520"/>
                  </a:lnTo>
                  <a:lnTo>
                    <a:pt x="231571" y="103111"/>
                  </a:lnTo>
                  <a:lnTo>
                    <a:pt x="195173" y="131673"/>
                  </a:lnTo>
                  <a:lnTo>
                    <a:pt x="161264" y="163017"/>
                  </a:lnTo>
                  <a:lnTo>
                    <a:pt x="129997" y="196977"/>
                  </a:lnTo>
                  <a:lnTo>
                    <a:pt x="101561" y="233387"/>
                  </a:lnTo>
                  <a:lnTo>
                    <a:pt x="76123" y="272072"/>
                  </a:lnTo>
                  <a:lnTo>
                    <a:pt x="53860" y="312851"/>
                  </a:lnTo>
                  <a:lnTo>
                    <a:pt x="34937" y="355561"/>
                  </a:lnTo>
                  <a:lnTo>
                    <a:pt x="19545" y="400024"/>
                  </a:lnTo>
                  <a:lnTo>
                    <a:pt x="7835" y="446074"/>
                  </a:lnTo>
                  <a:lnTo>
                    <a:pt x="0" y="493534"/>
                  </a:lnTo>
                  <a:lnTo>
                    <a:pt x="1587" y="509409"/>
                  </a:lnTo>
                  <a:lnTo>
                    <a:pt x="9359" y="522681"/>
                  </a:lnTo>
                  <a:lnTo>
                    <a:pt x="21844" y="531799"/>
                  </a:lnTo>
                  <a:lnTo>
                    <a:pt x="37541" y="535190"/>
                  </a:lnTo>
                  <a:lnTo>
                    <a:pt x="279158" y="535190"/>
                  </a:lnTo>
                  <a:lnTo>
                    <a:pt x="316738" y="515061"/>
                  </a:lnTo>
                  <a:lnTo>
                    <a:pt x="337858" y="458609"/>
                  </a:lnTo>
                  <a:lnTo>
                    <a:pt x="360108" y="419887"/>
                  </a:lnTo>
                  <a:lnTo>
                    <a:pt x="388747" y="385914"/>
                  </a:lnTo>
                  <a:lnTo>
                    <a:pt x="422960" y="357466"/>
                  </a:lnTo>
                  <a:lnTo>
                    <a:pt x="461937" y="335343"/>
                  </a:lnTo>
                  <a:lnTo>
                    <a:pt x="504901" y="320332"/>
                  </a:lnTo>
                  <a:lnTo>
                    <a:pt x="516737" y="315302"/>
                  </a:lnTo>
                  <a:lnTo>
                    <a:pt x="526097" y="307060"/>
                  </a:lnTo>
                  <a:lnTo>
                    <a:pt x="532244" y="296316"/>
                  </a:lnTo>
                  <a:lnTo>
                    <a:pt x="534466" y="283781"/>
                  </a:lnTo>
                  <a:lnTo>
                    <a:pt x="534466" y="37312"/>
                  </a:lnTo>
                  <a:close/>
                </a:path>
                <a:path w="4970145" h="1124585">
                  <a:moveTo>
                    <a:pt x="1110107" y="721334"/>
                  </a:moveTo>
                  <a:lnTo>
                    <a:pt x="1103503" y="705421"/>
                  </a:lnTo>
                  <a:lnTo>
                    <a:pt x="1090536" y="694093"/>
                  </a:lnTo>
                  <a:lnTo>
                    <a:pt x="1072896" y="689775"/>
                  </a:lnTo>
                  <a:lnTo>
                    <a:pt x="802690" y="689775"/>
                  </a:lnTo>
                  <a:lnTo>
                    <a:pt x="743661" y="739038"/>
                  </a:lnTo>
                  <a:lnTo>
                    <a:pt x="709383" y="767422"/>
                  </a:lnTo>
                  <a:lnTo>
                    <a:pt x="670344" y="789444"/>
                  </a:lnTo>
                  <a:lnTo>
                    <a:pt x="627316" y="804329"/>
                  </a:lnTo>
                  <a:lnTo>
                    <a:pt x="615759" y="809231"/>
                  </a:lnTo>
                  <a:lnTo>
                    <a:pt x="606640" y="817232"/>
                  </a:lnTo>
                  <a:lnTo>
                    <a:pt x="600659" y="827659"/>
                  </a:lnTo>
                  <a:lnTo>
                    <a:pt x="598512" y="839838"/>
                  </a:lnTo>
                  <a:lnTo>
                    <a:pt x="598512" y="1087170"/>
                  </a:lnTo>
                  <a:lnTo>
                    <a:pt x="601954" y="1102893"/>
                  </a:lnTo>
                  <a:lnTo>
                    <a:pt x="611200" y="1115352"/>
                  </a:lnTo>
                  <a:lnTo>
                    <a:pt x="624662" y="1123048"/>
                  </a:lnTo>
                  <a:lnTo>
                    <a:pt x="640727" y="1124470"/>
                  </a:lnTo>
                  <a:lnTo>
                    <a:pt x="690753" y="1115745"/>
                  </a:lnTo>
                  <a:lnTo>
                    <a:pt x="739165" y="1102791"/>
                  </a:lnTo>
                  <a:lnTo>
                    <a:pt x="785787" y="1085824"/>
                  </a:lnTo>
                  <a:lnTo>
                    <a:pt x="830402" y="1065047"/>
                  </a:lnTo>
                  <a:lnTo>
                    <a:pt x="872807" y="1040650"/>
                  </a:lnTo>
                  <a:lnTo>
                    <a:pt x="912812" y="1012837"/>
                  </a:lnTo>
                  <a:lnTo>
                    <a:pt x="950214" y="981811"/>
                  </a:lnTo>
                  <a:lnTo>
                    <a:pt x="984808" y="947775"/>
                  </a:lnTo>
                  <a:lnTo>
                    <a:pt x="1016393" y="910920"/>
                  </a:lnTo>
                  <a:lnTo>
                    <a:pt x="1044778" y="871448"/>
                  </a:lnTo>
                  <a:lnTo>
                    <a:pt x="1069746" y="829564"/>
                  </a:lnTo>
                  <a:lnTo>
                    <a:pt x="1091095" y="785469"/>
                  </a:lnTo>
                  <a:lnTo>
                    <a:pt x="1108646" y="739355"/>
                  </a:lnTo>
                  <a:lnTo>
                    <a:pt x="1110107" y="721334"/>
                  </a:lnTo>
                  <a:close/>
                </a:path>
                <a:path w="4970145" h="1124585">
                  <a:moveTo>
                    <a:pt x="1756054" y="633298"/>
                  </a:moveTo>
                  <a:lnTo>
                    <a:pt x="1670989" y="633298"/>
                  </a:lnTo>
                  <a:lnTo>
                    <a:pt x="1668043" y="642696"/>
                  </a:lnTo>
                  <a:lnTo>
                    <a:pt x="1664131" y="651471"/>
                  </a:lnTo>
                  <a:lnTo>
                    <a:pt x="1630235" y="684517"/>
                  </a:lnTo>
                  <a:lnTo>
                    <a:pt x="1588312" y="695553"/>
                  </a:lnTo>
                  <a:lnTo>
                    <a:pt x="1576171" y="696010"/>
                  </a:lnTo>
                  <a:lnTo>
                    <a:pt x="1556016" y="694791"/>
                  </a:lnTo>
                  <a:lnTo>
                    <a:pt x="1507985" y="676465"/>
                  </a:lnTo>
                  <a:lnTo>
                    <a:pt x="1476870" y="640524"/>
                  </a:lnTo>
                  <a:lnTo>
                    <a:pt x="1461236" y="593267"/>
                  </a:lnTo>
                  <a:lnTo>
                    <a:pt x="1458290" y="559269"/>
                  </a:lnTo>
                  <a:lnTo>
                    <a:pt x="1459001" y="542607"/>
                  </a:lnTo>
                  <a:lnTo>
                    <a:pt x="1469567" y="495046"/>
                  </a:lnTo>
                  <a:lnTo>
                    <a:pt x="1494307" y="455701"/>
                  </a:lnTo>
                  <a:lnTo>
                    <a:pt x="1535861" y="430923"/>
                  </a:lnTo>
                  <a:lnTo>
                    <a:pt x="1574406" y="426110"/>
                  </a:lnTo>
                  <a:lnTo>
                    <a:pt x="1592821" y="427151"/>
                  </a:lnTo>
                  <a:lnTo>
                    <a:pt x="1636636" y="442925"/>
                  </a:lnTo>
                  <a:lnTo>
                    <a:pt x="1663077" y="475056"/>
                  </a:lnTo>
                  <a:lnTo>
                    <a:pt x="1667954" y="488810"/>
                  </a:lnTo>
                  <a:lnTo>
                    <a:pt x="1750085" y="488810"/>
                  </a:lnTo>
                  <a:lnTo>
                    <a:pt x="1739811" y="446290"/>
                  </a:lnTo>
                  <a:lnTo>
                    <a:pt x="1720684" y="410997"/>
                  </a:lnTo>
                  <a:lnTo>
                    <a:pt x="1693481" y="383159"/>
                  </a:lnTo>
                  <a:lnTo>
                    <a:pt x="1658950" y="363016"/>
                  </a:lnTo>
                  <a:lnTo>
                    <a:pt x="1618310" y="350837"/>
                  </a:lnTo>
                  <a:lnTo>
                    <a:pt x="1572628" y="346786"/>
                  </a:lnTo>
                  <a:lnTo>
                    <a:pt x="1541932" y="348475"/>
                  </a:lnTo>
                  <a:lnTo>
                    <a:pt x="1487449" y="362000"/>
                  </a:lnTo>
                  <a:lnTo>
                    <a:pt x="1442313" y="388607"/>
                  </a:lnTo>
                  <a:lnTo>
                    <a:pt x="1407655" y="426351"/>
                  </a:lnTo>
                  <a:lnTo>
                    <a:pt x="1383703" y="474510"/>
                  </a:lnTo>
                  <a:lnTo>
                    <a:pt x="1371587" y="531317"/>
                  </a:lnTo>
                  <a:lnTo>
                    <a:pt x="1370063" y="562864"/>
                  </a:lnTo>
                  <a:lnTo>
                    <a:pt x="1371536" y="593801"/>
                  </a:lnTo>
                  <a:lnTo>
                    <a:pt x="1383322" y="649719"/>
                  </a:lnTo>
                  <a:lnTo>
                    <a:pt x="1406753" y="697268"/>
                  </a:lnTo>
                  <a:lnTo>
                    <a:pt x="1441399" y="734377"/>
                  </a:lnTo>
                  <a:lnTo>
                    <a:pt x="1486801" y="760425"/>
                  </a:lnTo>
                  <a:lnTo>
                    <a:pt x="1542034" y="773595"/>
                  </a:lnTo>
                  <a:lnTo>
                    <a:pt x="1573263" y="775347"/>
                  </a:lnTo>
                  <a:lnTo>
                    <a:pt x="1596529" y="774331"/>
                  </a:lnTo>
                  <a:lnTo>
                    <a:pt x="1640014" y="766216"/>
                  </a:lnTo>
                  <a:lnTo>
                    <a:pt x="1679016" y="749960"/>
                  </a:lnTo>
                  <a:lnTo>
                    <a:pt x="1711452" y="725817"/>
                  </a:lnTo>
                  <a:lnTo>
                    <a:pt x="1736674" y="694042"/>
                  </a:lnTo>
                  <a:lnTo>
                    <a:pt x="1752130" y="655256"/>
                  </a:lnTo>
                  <a:lnTo>
                    <a:pt x="1756054" y="633298"/>
                  </a:lnTo>
                  <a:close/>
                </a:path>
                <a:path w="4970145" h="1124585">
                  <a:moveTo>
                    <a:pt x="2201608" y="351840"/>
                  </a:moveTo>
                  <a:lnTo>
                    <a:pt x="2115921" y="351840"/>
                  </a:lnTo>
                  <a:lnTo>
                    <a:pt x="2115921" y="524560"/>
                  </a:lnTo>
                  <a:lnTo>
                    <a:pt x="1933511" y="524560"/>
                  </a:lnTo>
                  <a:lnTo>
                    <a:pt x="1933511" y="351840"/>
                  </a:lnTo>
                  <a:lnTo>
                    <a:pt x="1848459" y="351840"/>
                  </a:lnTo>
                  <a:lnTo>
                    <a:pt x="1848459" y="524560"/>
                  </a:lnTo>
                  <a:lnTo>
                    <a:pt x="1848459" y="603300"/>
                  </a:lnTo>
                  <a:lnTo>
                    <a:pt x="1848459" y="770940"/>
                  </a:lnTo>
                  <a:lnTo>
                    <a:pt x="1933511" y="770940"/>
                  </a:lnTo>
                  <a:lnTo>
                    <a:pt x="1933511" y="603300"/>
                  </a:lnTo>
                  <a:lnTo>
                    <a:pt x="2115921" y="603300"/>
                  </a:lnTo>
                  <a:lnTo>
                    <a:pt x="2115921" y="770940"/>
                  </a:lnTo>
                  <a:lnTo>
                    <a:pt x="2201608" y="770940"/>
                  </a:lnTo>
                  <a:lnTo>
                    <a:pt x="2201608" y="603300"/>
                  </a:lnTo>
                  <a:lnTo>
                    <a:pt x="2201608" y="524560"/>
                  </a:lnTo>
                  <a:lnTo>
                    <a:pt x="2201608" y="351840"/>
                  </a:lnTo>
                  <a:close/>
                </a:path>
                <a:path w="4970145" h="1124585">
                  <a:moveTo>
                    <a:pt x="2624480" y="351840"/>
                  </a:moveTo>
                  <a:lnTo>
                    <a:pt x="2320633" y="351840"/>
                  </a:lnTo>
                  <a:lnTo>
                    <a:pt x="2320633" y="430580"/>
                  </a:lnTo>
                  <a:lnTo>
                    <a:pt x="2320633" y="524560"/>
                  </a:lnTo>
                  <a:lnTo>
                    <a:pt x="2320633" y="600760"/>
                  </a:lnTo>
                  <a:lnTo>
                    <a:pt x="2320633" y="692200"/>
                  </a:lnTo>
                  <a:lnTo>
                    <a:pt x="2320633" y="770940"/>
                  </a:lnTo>
                  <a:lnTo>
                    <a:pt x="2624480" y="770940"/>
                  </a:lnTo>
                  <a:lnTo>
                    <a:pt x="2624480" y="692200"/>
                  </a:lnTo>
                  <a:lnTo>
                    <a:pt x="2405824" y="692200"/>
                  </a:lnTo>
                  <a:lnTo>
                    <a:pt x="2405824" y="600760"/>
                  </a:lnTo>
                  <a:lnTo>
                    <a:pt x="2593429" y="600760"/>
                  </a:lnTo>
                  <a:lnTo>
                    <a:pt x="2593429" y="524560"/>
                  </a:lnTo>
                  <a:lnTo>
                    <a:pt x="2405824" y="524560"/>
                  </a:lnTo>
                  <a:lnTo>
                    <a:pt x="2405824" y="430580"/>
                  </a:lnTo>
                  <a:lnTo>
                    <a:pt x="2624480" y="430580"/>
                  </a:lnTo>
                  <a:lnTo>
                    <a:pt x="2624480" y="351840"/>
                  </a:lnTo>
                  <a:close/>
                </a:path>
                <a:path w="4970145" h="1124585">
                  <a:moveTo>
                    <a:pt x="3059265" y="770623"/>
                  </a:moveTo>
                  <a:lnTo>
                    <a:pt x="2973679" y="623303"/>
                  </a:lnTo>
                  <a:lnTo>
                    <a:pt x="2965716" y="609600"/>
                  </a:lnTo>
                  <a:lnTo>
                    <a:pt x="2978912" y="604380"/>
                  </a:lnTo>
                  <a:lnTo>
                    <a:pt x="3012744" y="582968"/>
                  </a:lnTo>
                  <a:lnTo>
                    <a:pt x="3036824" y="553199"/>
                  </a:lnTo>
                  <a:lnTo>
                    <a:pt x="3050121" y="515797"/>
                  </a:lnTo>
                  <a:lnTo>
                    <a:pt x="3051987" y="502158"/>
                  </a:lnTo>
                  <a:lnTo>
                    <a:pt x="3052038" y="501827"/>
                  </a:lnTo>
                  <a:lnTo>
                    <a:pt x="3049333" y="449935"/>
                  </a:lnTo>
                  <a:lnTo>
                    <a:pt x="3031960" y="407517"/>
                  </a:lnTo>
                  <a:lnTo>
                    <a:pt x="3002610" y="378802"/>
                  </a:lnTo>
                  <a:lnTo>
                    <a:pt x="2967494" y="362369"/>
                  </a:lnTo>
                  <a:lnTo>
                    <a:pt x="2967494" y="486359"/>
                  </a:lnTo>
                  <a:lnTo>
                    <a:pt x="2967113" y="494588"/>
                  </a:lnTo>
                  <a:lnTo>
                    <a:pt x="2949244" y="530491"/>
                  </a:lnTo>
                  <a:lnTo>
                    <a:pt x="2910001" y="546138"/>
                  </a:lnTo>
                  <a:lnTo>
                    <a:pt x="2884081" y="547928"/>
                  </a:lnTo>
                  <a:lnTo>
                    <a:pt x="2805493" y="547928"/>
                  </a:lnTo>
                  <a:lnTo>
                    <a:pt x="2805493" y="430174"/>
                  </a:lnTo>
                  <a:lnTo>
                    <a:pt x="2889415" y="430174"/>
                  </a:lnTo>
                  <a:lnTo>
                    <a:pt x="2930855" y="435178"/>
                  </a:lnTo>
                  <a:lnTo>
                    <a:pt x="2962516" y="459054"/>
                  </a:lnTo>
                  <a:lnTo>
                    <a:pt x="2967494" y="486359"/>
                  </a:lnTo>
                  <a:lnTo>
                    <a:pt x="2967494" y="362369"/>
                  </a:lnTo>
                  <a:lnTo>
                    <a:pt x="2920974" y="353060"/>
                  </a:lnTo>
                  <a:lnTo>
                    <a:pt x="2890164" y="351510"/>
                  </a:lnTo>
                  <a:lnTo>
                    <a:pt x="2720314" y="351510"/>
                  </a:lnTo>
                  <a:lnTo>
                    <a:pt x="2720314" y="770623"/>
                  </a:lnTo>
                  <a:lnTo>
                    <a:pt x="2805493" y="770623"/>
                  </a:lnTo>
                  <a:lnTo>
                    <a:pt x="2805493" y="623303"/>
                  </a:lnTo>
                  <a:lnTo>
                    <a:pt x="2881172" y="623303"/>
                  </a:lnTo>
                  <a:lnTo>
                    <a:pt x="2963430" y="770623"/>
                  </a:lnTo>
                  <a:lnTo>
                    <a:pt x="3059265" y="770623"/>
                  </a:lnTo>
                  <a:close/>
                </a:path>
                <a:path w="4970145" h="1124585">
                  <a:moveTo>
                    <a:pt x="3606749" y="351510"/>
                  </a:moveTo>
                  <a:lnTo>
                    <a:pt x="3497732" y="351510"/>
                  </a:lnTo>
                  <a:lnTo>
                    <a:pt x="3386302" y="553872"/>
                  </a:lnTo>
                  <a:lnTo>
                    <a:pt x="3273742" y="351510"/>
                  </a:lnTo>
                  <a:lnTo>
                    <a:pt x="3160547" y="351510"/>
                  </a:lnTo>
                  <a:lnTo>
                    <a:pt x="3160547" y="770521"/>
                  </a:lnTo>
                  <a:lnTo>
                    <a:pt x="3245726" y="770521"/>
                  </a:lnTo>
                  <a:lnTo>
                    <a:pt x="3245726" y="464540"/>
                  </a:lnTo>
                  <a:lnTo>
                    <a:pt x="3367290" y="677024"/>
                  </a:lnTo>
                  <a:lnTo>
                    <a:pt x="3401771" y="677024"/>
                  </a:lnTo>
                  <a:lnTo>
                    <a:pt x="3521557" y="464540"/>
                  </a:lnTo>
                  <a:lnTo>
                    <a:pt x="3521557" y="770521"/>
                  </a:lnTo>
                  <a:lnTo>
                    <a:pt x="3606749" y="770521"/>
                  </a:lnTo>
                  <a:lnTo>
                    <a:pt x="3606749" y="351510"/>
                  </a:lnTo>
                  <a:close/>
                </a:path>
                <a:path w="4970145" h="1124585">
                  <a:moveTo>
                    <a:pt x="4104017" y="770521"/>
                  </a:moveTo>
                  <a:lnTo>
                    <a:pt x="4076242" y="698944"/>
                  </a:lnTo>
                  <a:lnTo>
                    <a:pt x="4046588" y="622541"/>
                  </a:lnTo>
                  <a:lnTo>
                    <a:pt x="3976281" y="441413"/>
                  </a:lnTo>
                  <a:lnTo>
                    <a:pt x="3959390" y="397891"/>
                  </a:lnTo>
                  <a:lnTo>
                    <a:pt x="3959390" y="622541"/>
                  </a:lnTo>
                  <a:lnTo>
                    <a:pt x="3827056" y="622541"/>
                  </a:lnTo>
                  <a:lnTo>
                    <a:pt x="3893731" y="441413"/>
                  </a:lnTo>
                  <a:lnTo>
                    <a:pt x="3959390" y="622541"/>
                  </a:lnTo>
                  <a:lnTo>
                    <a:pt x="3959390" y="397891"/>
                  </a:lnTo>
                  <a:lnTo>
                    <a:pt x="3941394" y="351510"/>
                  </a:lnTo>
                  <a:lnTo>
                    <a:pt x="3846068" y="351510"/>
                  </a:lnTo>
                  <a:lnTo>
                    <a:pt x="3681653" y="770521"/>
                  </a:lnTo>
                  <a:lnTo>
                    <a:pt x="3773436" y="770521"/>
                  </a:lnTo>
                  <a:lnTo>
                    <a:pt x="3799675" y="698944"/>
                  </a:lnTo>
                  <a:lnTo>
                    <a:pt x="3986009" y="698944"/>
                  </a:lnTo>
                  <a:lnTo>
                    <a:pt x="4012247" y="770521"/>
                  </a:lnTo>
                  <a:lnTo>
                    <a:pt x="4104017" y="770521"/>
                  </a:lnTo>
                  <a:close/>
                </a:path>
                <a:path w="4970145" h="1124585">
                  <a:moveTo>
                    <a:pt x="4545914" y="770521"/>
                  </a:moveTo>
                  <a:lnTo>
                    <a:pt x="4545901" y="351510"/>
                  </a:lnTo>
                  <a:lnTo>
                    <a:pt x="4460849" y="351510"/>
                  </a:lnTo>
                  <a:lnTo>
                    <a:pt x="4460849" y="635000"/>
                  </a:lnTo>
                  <a:lnTo>
                    <a:pt x="4266019" y="351510"/>
                  </a:lnTo>
                  <a:lnTo>
                    <a:pt x="4179062" y="351510"/>
                  </a:lnTo>
                  <a:lnTo>
                    <a:pt x="4179062" y="770521"/>
                  </a:lnTo>
                  <a:lnTo>
                    <a:pt x="4264253" y="770521"/>
                  </a:lnTo>
                  <a:lnTo>
                    <a:pt x="4264241" y="490054"/>
                  </a:lnTo>
                  <a:lnTo>
                    <a:pt x="4461357" y="770521"/>
                  </a:lnTo>
                  <a:lnTo>
                    <a:pt x="4545914" y="770521"/>
                  </a:lnTo>
                  <a:close/>
                </a:path>
                <a:path w="4970145" h="1124585">
                  <a:moveTo>
                    <a:pt x="4969535" y="351840"/>
                  </a:moveTo>
                  <a:lnTo>
                    <a:pt x="4625772" y="351840"/>
                  </a:lnTo>
                  <a:lnTo>
                    <a:pt x="4625772" y="430580"/>
                  </a:lnTo>
                  <a:lnTo>
                    <a:pt x="4754550" y="430580"/>
                  </a:lnTo>
                  <a:lnTo>
                    <a:pt x="4754550" y="770940"/>
                  </a:lnTo>
                  <a:lnTo>
                    <a:pt x="4840249" y="770940"/>
                  </a:lnTo>
                  <a:lnTo>
                    <a:pt x="4840249" y="430580"/>
                  </a:lnTo>
                  <a:lnTo>
                    <a:pt x="4969535" y="430580"/>
                  </a:lnTo>
                  <a:lnTo>
                    <a:pt x="4969535" y="351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330315" y="4991354"/>
            <a:ext cx="572008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0770" marR="5080" indent="-1068705">
              <a:lnSpc>
                <a:spcPct val="120000"/>
              </a:lnSpc>
              <a:spcBef>
                <a:spcPts val="100"/>
              </a:spcBef>
            </a:pP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4800" b="0" spc="-1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Growth, </a:t>
            </a: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4800" b="0" spc="-9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4800" b="0" spc="-1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944337" y="893064"/>
            <a:ext cx="343661" cy="60271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861" y="2719178"/>
            <a:ext cx="4835653" cy="64072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6420" y="437902"/>
            <a:ext cx="2511425" cy="645160"/>
            <a:chOff x="476420" y="437902"/>
            <a:chExt cx="2511425" cy="645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420" y="437902"/>
              <a:ext cx="634768" cy="6451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542" y="612296"/>
              <a:ext cx="1844683" cy="30486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5822" y="2719178"/>
            <a:ext cx="4835652" cy="64072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786499" y="2766803"/>
            <a:ext cx="4743450" cy="1971675"/>
            <a:chOff x="11786499" y="2766803"/>
            <a:chExt cx="4743450" cy="1971675"/>
          </a:xfrm>
        </p:grpSpPr>
        <p:sp>
          <p:nvSpPr>
            <p:cNvPr id="9" name="object 9"/>
            <p:cNvSpPr/>
            <p:nvPr/>
          </p:nvSpPr>
          <p:spPr>
            <a:xfrm>
              <a:off x="11786499" y="2766803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392373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80"/>
                  </a:lnTo>
                  <a:lnTo>
                    <a:pt x="8982" y="69823"/>
                  </a:lnTo>
                  <a:lnTo>
                    <a:pt x="0" y="114339"/>
                  </a:lnTo>
                  <a:lnTo>
                    <a:pt x="0" y="1857335"/>
                  </a:lnTo>
                  <a:lnTo>
                    <a:pt x="8982" y="1901851"/>
                  </a:lnTo>
                  <a:lnTo>
                    <a:pt x="33483" y="1938194"/>
                  </a:lnTo>
                  <a:lnTo>
                    <a:pt x="69830" y="1962693"/>
                  </a:lnTo>
                  <a:lnTo>
                    <a:pt x="114352" y="1971674"/>
                  </a:lnTo>
                  <a:lnTo>
                    <a:pt x="4628911" y="1971674"/>
                  </a:lnTo>
                  <a:lnTo>
                    <a:pt x="4673433" y="1962693"/>
                  </a:lnTo>
                  <a:lnTo>
                    <a:pt x="4709780" y="1938194"/>
                  </a:lnTo>
                  <a:lnTo>
                    <a:pt x="4734279" y="1901851"/>
                  </a:lnTo>
                  <a:lnTo>
                    <a:pt x="4743262" y="1857335"/>
                  </a:lnTo>
                  <a:lnTo>
                    <a:pt x="4743262" y="819426"/>
                  </a:lnTo>
                  <a:lnTo>
                    <a:pt x="4741870" y="771276"/>
                  </a:lnTo>
                  <a:lnTo>
                    <a:pt x="4737749" y="723858"/>
                  </a:lnTo>
                  <a:lnTo>
                    <a:pt x="4730972" y="677250"/>
                  </a:lnTo>
                  <a:lnTo>
                    <a:pt x="4721619" y="631529"/>
                  </a:lnTo>
                  <a:lnTo>
                    <a:pt x="4709765" y="586771"/>
                  </a:lnTo>
                  <a:lnTo>
                    <a:pt x="4695488" y="543054"/>
                  </a:lnTo>
                  <a:lnTo>
                    <a:pt x="4678864" y="500455"/>
                  </a:lnTo>
                  <a:lnTo>
                    <a:pt x="4659970" y="459049"/>
                  </a:lnTo>
                  <a:lnTo>
                    <a:pt x="4638883" y="418914"/>
                  </a:lnTo>
                  <a:lnTo>
                    <a:pt x="4615680" y="380127"/>
                  </a:lnTo>
                  <a:lnTo>
                    <a:pt x="4590437" y="342764"/>
                  </a:lnTo>
                  <a:lnTo>
                    <a:pt x="4563232" y="306903"/>
                  </a:lnTo>
                  <a:lnTo>
                    <a:pt x="4534141" y="272620"/>
                  </a:lnTo>
                  <a:lnTo>
                    <a:pt x="4503241" y="239992"/>
                  </a:lnTo>
                  <a:lnTo>
                    <a:pt x="4470609" y="209096"/>
                  </a:lnTo>
                  <a:lnTo>
                    <a:pt x="4436322" y="180008"/>
                  </a:lnTo>
                  <a:lnTo>
                    <a:pt x="4400456" y="152806"/>
                  </a:lnTo>
                  <a:lnTo>
                    <a:pt x="4363089" y="127566"/>
                  </a:lnTo>
                  <a:lnTo>
                    <a:pt x="4324297" y="104366"/>
                  </a:lnTo>
                  <a:lnTo>
                    <a:pt x="4284157" y="83281"/>
                  </a:lnTo>
                  <a:lnTo>
                    <a:pt x="4242745" y="64389"/>
                  </a:lnTo>
                  <a:lnTo>
                    <a:pt x="4200140" y="47767"/>
                  </a:lnTo>
                  <a:lnTo>
                    <a:pt x="4156417" y="33492"/>
                  </a:lnTo>
                  <a:lnTo>
                    <a:pt x="4111654" y="21639"/>
                  </a:lnTo>
                  <a:lnTo>
                    <a:pt x="4065927" y="12287"/>
                  </a:lnTo>
                  <a:lnTo>
                    <a:pt x="4019312" y="5512"/>
                  </a:lnTo>
                  <a:lnTo>
                    <a:pt x="3971888" y="1390"/>
                  </a:lnTo>
                  <a:lnTo>
                    <a:pt x="392373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993953" y="2973089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1786499" y="4938217"/>
            <a:ext cx="4743450" cy="1971675"/>
            <a:chOff x="11786499" y="4938217"/>
            <a:chExt cx="4743450" cy="1971675"/>
          </a:xfrm>
        </p:grpSpPr>
        <p:sp>
          <p:nvSpPr>
            <p:cNvPr id="12" name="object 12"/>
            <p:cNvSpPr/>
            <p:nvPr/>
          </p:nvSpPr>
          <p:spPr>
            <a:xfrm>
              <a:off x="11786499" y="4938217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462891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80"/>
                  </a:lnTo>
                  <a:lnTo>
                    <a:pt x="8982" y="69823"/>
                  </a:lnTo>
                  <a:lnTo>
                    <a:pt x="0" y="114339"/>
                  </a:lnTo>
                  <a:lnTo>
                    <a:pt x="0" y="1857336"/>
                  </a:lnTo>
                  <a:lnTo>
                    <a:pt x="8982" y="1901852"/>
                  </a:lnTo>
                  <a:lnTo>
                    <a:pt x="33483" y="1938195"/>
                  </a:lnTo>
                  <a:lnTo>
                    <a:pt x="69830" y="1962693"/>
                  </a:lnTo>
                  <a:lnTo>
                    <a:pt x="114352" y="1971675"/>
                  </a:lnTo>
                  <a:lnTo>
                    <a:pt x="4628911" y="1971675"/>
                  </a:lnTo>
                  <a:lnTo>
                    <a:pt x="4673433" y="1962693"/>
                  </a:lnTo>
                  <a:lnTo>
                    <a:pt x="4709780" y="1938195"/>
                  </a:lnTo>
                  <a:lnTo>
                    <a:pt x="4734279" y="1901852"/>
                  </a:lnTo>
                  <a:lnTo>
                    <a:pt x="4743262" y="1857336"/>
                  </a:lnTo>
                  <a:lnTo>
                    <a:pt x="4743262" y="114339"/>
                  </a:lnTo>
                  <a:lnTo>
                    <a:pt x="4734279" y="69823"/>
                  </a:lnTo>
                  <a:lnTo>
                    <a:pt x="4709780" y="33480"/>
                  </a:lnTo>
                  <a:lnTo>
                    <a:pt x="4673433" y="8981"/>
                  </a:lnTo>
                  <a:lnTo>
                    <a:pt x="462891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993953" y="5147838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1786499" y="7109631"/>
            <a:ext cx="4743450" cy="1971675"/>
            <a:chOff x="11786499" y="7109631"/>
            <a:chExt cx="4743450" cy="1971675"/>
          </a:xfrm>
        </p:grpSpPr>
        <p:sp>
          <p:nvSpPr>
            <p:cNvPr id="15" name="object 15"/>
            <p:cNvSpPr/>
            <p:nvPr/>
          </p:nvSpPr>
          <p:spPr>
            <a:xfrm>
              <a:off x="11786499" y="7109631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462891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79"/>
                  </a:lnTo>
                  <a:lnTo>
                    <a:pt x="8982" y="69822"/>
                  </a:lnTo>
                  <a:lnTo>
                    <a:pt x="0" y="114338"/>
                  </a:lnTo>
                  <a:lnTo>
                    <a:pt x="0" y="1857335"/>
                  </a:lnTo>
                  <a:lnTo>
                    <a:pt x="8982" y="1901852"/>
                  </a:lnTo>
                  <a:lnTo>
                    <a:pt x="33483" y="1938194"/>
                  </a:lnTo>
                  <a:lnTo>
                    <a:pt x="69830" y="1962692"/>
                  </a:lnTo>
                  <a:lnTo>
                    <a:pt x="114352" y="1971674"/>
                  </a:lnTo>
                  <a:lnTo>
                    <a:pt x="3920403" y="1971674"/>
                  </a:lnTo>
                  <a:lnTo>
                    <a:pt x="3968753" y="1970278"/>
                  </a:lnTo>
                  <a:lnTo>
                    <a:pt x="4016367" y="1966139"/>
                  </a:lnTo>
                  <a:lnTo>
                    <a:pt x="4063168" y="1959336"/>
                  </a:lnTo>
                  <a:lnTo>
                    <a:pt x="4109078" y="1949945"/>
                  </a:lnTo>
                  <a:lnTo>
                    <a:pt x="4154022" y="1938043"/>
                  </a:lnTo>
                  <a:lnTo>
                    <a:pt x="4197921" y="1923709"/>
                  </a:lnTo>
                  <a:lnTo>
                    <a:pt x="4240699" y="1907018"/>
                  </a:lnTo>
                  <a:lnTo>
                    <a:pt x="4282277" y="1888048"/>
                  </a:lnTo>
                  <a:lnTo>
                    <a:pt x="4322580" y="1866877"/>
                  </a:lnTo>
                  <a:lnTo>
                    <a:pt x="4361530" y="1843581"/>
                  </a:lnTo>
                  <a:lnTo>
                    <a:pt x="4399049" y="1818237"/>
                  </a:lnTo>
                  <a:lnTo>
                    <a:pt x="4435061" y="1790923"/>
                  </a:lnTo>
                  <a:lnTo>
                    <a:pt x="4469488" y="1761717"/>
                  </a:lnTo>
                  <a:lnTo>
                    <a:pt x="4502254" y="1730694"/>
                  </a:lnTo>
                  <a:lnTo>
                    <a:pt x="4533280" y="1697932"/>
                  </a:lnTo>
                  <a:lnTo>
                    <a:pt x="4562490" y="1663509"/>
                  </a:lnTo>
                  <a:lnTo>
                    <a:pt x="4589807" y="1627501"/>
                  </a:lnTo>
                  <a:lnTo>
                    <a:pt x="4615154" y="1589986"/>
                  </a:lnTo>
                  <a:lnTo>
                    <a:pt x="4638452" y="1551041"/>
                  </a:lnTo>
                  <a:lnTo>
                    <a:pt x="4659626" y="1510743"/>
                  </a:lnTo>
                  <a:lnTo>
                    <a:pt x="4678598" y="1469170"/>
                  </a:lnTo>
                  <a:lnTo>
                    <a:pt x="4695291" y="1426397"/>
                  </a:lnTo>
                  <a:lnTo>
                    <a:pt x="4709627" y="1382503"/>
                  </a:lnTo>
                  <a:lnTo>
                    <a:pt x="4721530" y="1337565"/>
                  </a:lnTo>
                  <a:lnTo>
                    <a:pt x="4730922" y="1291660"/>
                  </a:lnTo>
                  <a:lnTo>
                    <a:pt x="4737726" y="1244864"/>
                  </a:lnTo>
                  <a:lnTo>
                    <a:pt x="4741865" y="1197256"/>
                  </a:lnTo>
                  <a:lnTo>
                    <a:pt x="4743262" y="1148913"/>
                  </a:lnTo>
                  <a:lnTo>
                    <a:pt x="4743262" y="114338"/>
                  </a:lnTo>
                  <a:lnTo>
                    <a:pt x="4734279" y="69822"/>
                  </a:lnTo>
                  <a:lnTo>
                    <a:pt x="4709780" y="33479"/>
                  </a:lnTo>
                  <a:lnTo>
                    <a:pt x="4673433" y="8981"/>
                  </a:lnTo>
                  <a:lnTo>
                    <a:pt x="462891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993953" y="7322587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74785" y="5741089"/>
            <a:ext cx="4338447" cy="313015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46121" cy="707898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2896870" y="1277620"/>
            <a:ext cx="130105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250">
                <a:sym typeface="+mn-ea"/>
              </a:rPr>
              <a:t>{{section.Contact_Us.0.title}}</a:t>
            </a:r>
            <a:endParaRPr sz="4250"/>
          </a:p>
        </p:txBody>
      </p:sp>
      <p:sp>
        <p:nvSpPr>
          <p:cNvPr id="20" name="object 20"/>
          <p:cNvSpPr txBox="1"/>
          <p:nvPr/>
        </p:nvSpPr>
        <p:spPr>
          <a:xfrm>
            <a:off x="6998155" y="4766316"/>
            <a:ext cx="4104640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City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Centre,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37th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Floor,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2030"/>
              </a:lnSpc>
              <a:spcBef>
                <a:spcPts val="65"/>
              </a:spcBef>
            </a:pP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548</a:t>
            </a:r>
            <a:r>
              <a:rPr sz="1700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Ploenchit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Road,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Lumpini,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Pathumwan,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Bangkok</a:t>
            </a:r>
            <a:r>
              <a:rPr sz="1700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10330,</a:t>
            </a:r>
            <a:r>
              <a:rPr sz="1700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Thailand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95116" y="5738332"/>
            <a:ext cx="19602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hlinkClick r:id="rId8"/>
              </a:rPr>
              <a:t>info@chermant.com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88110" y="3588265"/>
            <a:ext cx="192023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hlinkClick r:id="rId9"/>
              </a:rPr>
              <a:t>www.chermant.com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35138" y="7942798"/>
            <a:ext cx="1369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086-369-2781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64198" y="3422262"/>
            <a:ext cx="605155" cy="616585"/>
            <a:chOff x="2364198" y="3422262"/>
            <a:chExt cx="605155" cy="616585"/>
          </a:xfrm>
        </p:grpSpPr>
        <p:sp>
          <p:nvSpPr>
            <p:cNvPr id="25" name="object 25"/>
            <p:cNvSpPr/>
            <p:nvPr/>
          </p:nvSpPr>
          <p:spPr>
            <a:xfrm>
              <a:off x="2690173" y="3422262"/>
              <a:ext cx="279400" cy="260350"/>
            </a:xfrm>
            <a:custGeom>
              <a:avLst/>
              <a:gdLst/>
              <a:ahLst/>
              <a:cxnLst/>
              <a:rect l="l" t="t" r="r" b="b"/>
              <a:pathLst>
                <a:path w="279400" h="260350">
                  <a:moveTo>
                    <a:pt x="258367" y="93"/>
                  </a:moveTo>
                  <a:lnTo>
                    <a:pt x="20510" y="93"/>
                  </a:lnTo>
                  <a:lnTo>
                    <a:pt x="12498" y="1711"/>
                  </a:lnTo>
                  <a:lnTo>
                    <a:pt x="5982" y="6119"/>
                  </a:lnTo>
                  <a:lnTo>
                    <a:pt x="1602" y="12648"/>
                  </a:lnTo>
                  <a:lnTo>
                    <a:pt x="0" y="20629"/>
                  </a:lnTo>
                  <a:lnTo>
                    <a:pt x="0" y="156011"/>
                  </a:lnTo>
                  <a:lnTo>
                    <a:pt x="43580" y="186582"/>
                  </a:lnTo>
                  <a:lnTo>
                    <a:pt x="68010" y="202644"/>
                  </a:lnTo>
                  <a:lnTo>
                    <a:pt x="88416" y="223411"/>
                  </a:lnTo>
                  <a:lnTo>
                    <a:pt x="104068" y="248136"/>
                  </a:lnTo>
                  <a:lnTo>
                    <a:pt x="107487" y="255170"/>
                  </a:lnTo>
                  <a:lnTo>
                    <a:pt x="114608" y="259735"/>
                  </a:lnTo>
                  <a:lnTo>
                    <a:pt x="258367" y="259735"/>
                  </a:lnTo>
                  <a:lnTo>
                    <a:pt x="266379" y="258117"/>
                  </a:lnTo>
                  <a:lnTo>
                    <a:pt x="272895" y="253709"/>
                  </a:lnTo>
                  <a:lnTo>
                    <a:pt x="277275" y="247180"/>
                  </a:lnTo>
                  <a:lnTo>
                    <a:pt x="278878" y="239199"/>
                  </a:lnTo>
                  <a:lnTo>
                    <a:pt x="278878" y="20534"/>
                  </a:lnTo>
                  <a:lnTo>
                    <a:pt x="277262" y="12553"/>
                  </a:lnTo>
                  <a:lnTo>
                    <a:pt x="272860" y="6024"/>
                  </a:lnTo>
                  <a:lnTo>
                    <a:pt x="266339" y="1617"/>
                  </a:lnTo>
                  <a:lnTo>
                    <a:pt x="258367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64193" y="3422548"/>
              <a:ext cx="605155" cy="615950"/>
            </a:xfrm>
            <a:custGeom>
              <a:avLst/>
              <a:gdLst/>
              <a:ahLst/>
              <a:cxnLst/>
              <a:rect l="l" t="t" r="r" b="b"/>
              <a:pathLst>
                <a:path w="605155" h="615950">
                  <a:moveTo>
                    <a:pt x="290931" y="20447"/>
                  </a:moveTo>
                  <a:lnTo>
                    <a:pt x="289052" y="11849"/>
                  </a:lnTo>
                  <a:lnTo>
                    <a:pt x="284010" y="5016"/>
                  </a:lnTo>
                  <a:lnTo>
                    <a:pt x="276669" y="787"/>
                  </a:lnTo>
                  <a:lnTo>
                    <a:pt x="267957" y="0"/>
                  </a:lnTo>
                  <a:lnTo>
                    <a:pt x="222415" y="9436"/>
                  </a:lnTo>
                  <a:lnTo>
                    <a:pt x="179578" y="25247"/>
                  </a:lnTo>
                  <a:lnTo>
                    <a:pt x="139979" y="46926"/>
                  </a:lnTo>
                  <a:lnTo>
                    <a:pt x="104140" y="73926"/>
                  </a:lnTo>
                  <a:lnTo>
                    <a:pt x="72593" y="105727"/>
                  </a:lnTo>
                  <a:lnTo>
                    <a:pt x="45885" y="141808"/>
                  </a:lnTo>
                  <a:lnTo>
                    <a:pt x="24523" y="181610"/>
                  </a:lnTo>
                  <a:lnTo>
                    <a:pt x="9055" y="224612"/>
                  </a:lnTo>
                  <a:lnTo>
                    <a:pt x="0" y="270294"/>
                  </a:lnTo>
                  <a:lnTo>
                    <a:pt x="876" y="278993"/>
                  </a:lnTo>
                  <a:lnTo>
                    <a:pt x="5118" y="286270"/>
                  </a:lnTo>
                  <a:lnTo>
                    <a:pt x="11899" y="291261"/>
                  </a:lnTo>
                  <a:lnTo>
                    <a:pt x="20408" y="293116"/>
                  </a:lnTo>
                  <a:lnTo>
                    <a:pt x="152019" y="293116"/>
                  </a:lnTo>
                  <a:lnTo>
                    <a:pt x="189572" y="240207"/>
                  </a:lnTo>
                  <a:lnTo>
                    <a:pt x="211683" y="211289"/>
                  </a:lnTo>
                  <a:lnTo>
                    <a:pt x="240614" y="189191"/>
                  </a:lnTo>
                  <a:lnTo>
                    <a:pt x="274891" y="175412"/>
                  </a:lnTo>
                  <a:lnTo>
                    <a:pt x="281317" y="172631"/>
                  </a:lnTo>
                  <a:lnTo>
                    <a:pt x="286397" y="168097"/>
                  </a:lnTo>
                  <a:lnTo>
                    <a:pt x="289737" y="162204"/>
                  </a:lnTo>
                  <a:lnTo>
                    <a:pt x="290931" y="155346"/>
                  </a:lnTo>
                  <a:lnTo>
                    <a:pt x="290931" y="20447"/>
                  </a:lnTo>
                  <a:close/>
                </a:path>
                <a:path w="605155" h="615950">
                  <a:moveTo>
                    <a:pt x="291033" y="451218"/>
                  </a:moveTo>
                  <a:lnTo>
                    <a:pt x="284861" y="442849"/>
                  </a:lnTo>
                  <a:lnTo>
                    <a:pt x="275844" y="440664"/>
                  </a:lnTo>
                  <a:lnTo>
                    <a:pt x="241554" y="427139"/>
                  </a:lnTo>
                  <a:lnTo>
                    <a:pt x="212572" y="405371"/>
                  </a:lnTo>
                  <a:lnTo>
                    <a:pt x="190322" y="376783"/>
                  </a:lnTo>
                  <a:lnTo>
                    <a:pt x="176237" y="342836"/>
                  </a:lnTo>
                  <a:lnTo>
                    <a:pt x="173951" y="333984"/>
                  </a:lnTo>
                  <a:lnTo>
                    <a:pt x="165595" y="328002"/>
                  </a:lnTo>
                  <a:lnTo>
                    <a:pt x="21170" y="328002"/>
                  </a:lnTo>
                  <a:lnTo>
                    <a:pt x="12534" y="329882"/>
                  </a:lnTo>
                  <a:lnTo>
                    <a:pt x="5702" y="334949"/>
                  </a:lnTo>
                  <a:lnTo>
                    <a:pt x="1485" y="342315"/>
                  </a:lnTo>
                  <a:lnTo>
                    <a:pt x="762" y="351104"/>
                  </a:lnTo>
                  <a:lnTo>
                    <a:pt x="10426" y="395897"/>
                  </a:lnTo>
                  <a:lnTo>
                    <a:pt x="26289" y="438035"/>
                  </a:lnTo>
                  <a:lnTo>
                    <a:pt x="47840" y="476999"/>
                  </a:lnTo>
                  <a:lnTo>
                    <a:pt x="74574" y="512292"/>
                  </a:lnTo>
                  <a:lnTo>
                    <a:pt x="105968" y="543394"/>
                  </a:lnTo>
                  <a:lnTo>
                    <a:pt x="141528" y="569810"/>
                  </a:lnTo>
                  <a:lnTo>
                    <a:pt x="180733" y="591019"/>
                  </a:lnTo>
                  <a:lnTo>
                    <a:pt x="223075" y="606513"/>
                  </a:lnTo>
                  <a:lnTo>
                    <a:pt x="268058" y="615784"/>
                  </a:lnTo>
                  <a:lnTo>
                    <a:pt x="276809" y="614997"/>
                  </a:lnTo>
                  <a:lnTo>
                    <a:pt x="284137" y="610768"/>
                  </a:lnTo>
                  <a:lnTo>
                    <a:pt x="289166" y="603935"/>
                  </a:lnTo>
                  <a:lnTo>
                    <a:pt x="291033" y="595337"/>
                  </a:lnTo>
                  <a:lnTo>
                    <a:pt x="291033" y="451218"/>
                  </a:lnTo>
                  <a:close/>
                </a:path>
                <a:path w="605155" h="615950">
                  <a:moveTo>
                    <a:pt x="604583" y="395008"/>
                  </a:moveTo>
                  <a:lnTo>
                    <a:pt x="600976" y="386295"/>
                  </a:lnTo>
                  <a:lnTo>
                    <a:pt x="593928" y="380085"/>
                  </a:lnTo>
                  <a:lnTo>
                    <a:pt x="584339" y="377723"/>
                  </a:lnTo>
                  <a:lnTo>
                    <a:pt x="430618" y="377723"/>
                  </a:lnTo>
                  <a:lnTo>
                    <a:pt x="424345" y="380771"/>
                  </a:lnTo>
                  <a:lnTo>
                    <a:pt x="420636" y="386092"/>
                  </a:lnTo>
                  <a:lnTo>
                    <a:pt x="405015" y="404685"/>
                  </a:lnTo>
                  <a:lnTo>
                    <a:pt x="386346" y="420230"/>
                  </a:lnTo>
                  <a:lnTo>
                    <a:pt x="365074" y="432308"/>
                  </a:lnTo>
                  <a:lnTo>
                    <a:pt x="341642" y="440474"/>
                  </a:lnTo>
                  <a:lnTo>
                    <a:pt x="332524" y="442747"/>
                  </a:lnTo>
                  <a:lnTo>
                    <a:pt x="325970" y="450545"/>
                  </a:lnTo>
                  <a:lnTo>
                    <a:pt x="325970" y="595439"/>
                  </a:lnTo>
                  <a:lnTo>
                    <a:pt x="327837" y="604037"/>
                  </a:lnTo>
                  <a:lnTo>
                    <a:pt x="332867" y="610857"/>
                  </a:lnTo>
                  <a:lnTo>
                    <a:pt x="340194" y="615086"/>
                  </a:lnTo>
                  <a:lnTo>
                    <a:pt x="348957" y="615873"/>
                  </a:lnTo>
                  <a:lnTo>
                    <a:pt x="398868" y="605142"/>
                  </a:lnTo>
                  <a:lnTo>
                    <a:pt x="445452" y="586778"/>
                  </a:lnTo>
                  <a:lnTo>
                    <a:pt x="487997" y="561479"/>
                  </a:lnTo>
                  <a:lnTo>
                    <a:pt x="525805" y="529932"/>
                  </a:lnTo>
                  <a:lnTo>
                    <a:pt x="558177" y="492861"/>
                  </a:lnTo>
                  <a:lnTo>
                    <a:pt x="584403" y="450951"/>
                  </a:lnTo>
                  <a:lnTo>
                    <a:pt x="603808" y="404914"/>
                  </a:lnTo>
                  <a:lnTo>
                    <a:pt x="604583" y="395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2364215" y="4535826"/>
            <a:ext cx="614680" cy="626110"/>
            <a:chOff x="2364215" y="4535826"/>
            <a:chExt cx="614680" cy="626110"/>
          </a:xfrm>
        </p:grpSpPr>
        <p:sp>
          <p:nvSpPr>
            <p:cNvPr id="28" name="object 28"/>
            <p:cNvSpPr/>
            <p:nvPr/>
          </p:nvSpPr>
          <p:spPr>
            <a:xfrm>
              <a:off x="2695234" y="4535826"/>
              <a:ext cx="283845" cy="264160"/>
            </a:xfrm>
            <a:custGeom>
              <a:avLst/>
              <a:gdLst/>
              <a:ahLst/>
              <a:cxnLst/>
              <a:rect l="l" t="t" r="r" b="b"/>
              <a:pathLst>
                <a:path w="283844" h="264160">
                  <a:moveTo>
                    <a:pt x="262356" y="0"/>
                  </a:moveTo>
                  <a:lnTo>
                    <a:pt x="20886" y="0"/>
                  </a:lnTo>
                  <a:lnTo>
                    <a:pt x="12754" y="1639"/>
                  </a:lnTo>
                  <a:lnTo>
                    <a:pt x="6115" y="6109"/>
                  </a:lnTo>
                  <a:lnTo>
                    <a:pt x="1640" y="12741"/>
                  </a:lnTo>
                  <a:lnTo>
                    <a:pt x="0" y="20864"/>
                  </a:lnTo>
                  <a:lnTo>
                    <a:pt x="0" y="158346"/>
                  </a:lnTo>
                  <a:lnTo>
                    <a:pt x="44258" y="189391"/>
                  </a:lnTo>
                  <a:lnTo>
                    <a:pt x="69082" y="205698"/>
                  </a:lnTo>
                  <a:lnTo>
                    <a:pt x="89811" y="226792"/>
                  </a:lnTo>
                  <a:lnTo>
                    <a:pt x="105667" y="251907"/>
                  </a:lnTo>
                  <a:lnTo>
                    <a:pt x="109195" y="259052"/>
                  </a:lnTo>
                  <a:lnTo>
                    <a:pt x="116348" y="263625"/>
                  </a:lnTo>
                  <a:lnTo>
                    <a:pt x="262356" y="263625"/>
                  </a:lnTo>
                  <a:lnTo>
                    <a:pt x="270488" y="261986"/>
                  </a:lnTo>
                  <a:lnTo>
                    <a:pt x="277126" y="257515"/>
                  </a:lnTo>
                  <a:lnTo>
                    <a:pt x="281601" y="250883"/>
                  </a:lnTo>
                  <a:lnTo>
                    <a:pt x="283241" y="242760"/>
                  </a:lnTo>
                  <a:lnTo>
                    <a:pt x="283241" y="20864"/>
                  </a:lnTo>
                  <a:lnTo>
                    <a:pt x="281601" y="12741"/>
                  </a:lnTo>
                  <a:lnTo>
                    <a:pt x="277126" y="6109"/>
                  </a:lnTo>
                  <a:lnTo>
                    <a:pt x="270488" y="1639"/>
                  </a:lnTo>
                  <a:lnTo>
                    <a:pt x="26235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64206" y="4536020"/>
              <a:ext cx="614045" cy="625475"/>
            </a:xfrm>
            <a:custGeom>
              <a:avLst/>
              <a:gdLst/>
              <a:ahLst/>
              <a:cxnLst/>
              <a:rect l="l" t="t" r="r" b="b"/>
              <a:pathLst>
                <a:path w="614044" h="625475">
                  <a:moveTo>
                    <a:pt x="295541" y="458089"/>
                  </a:moveTo>
                  <a:lnTo>
                    <a:pt x="289344" y="449605"/>
                  </a:lnTo>
                  <a:lnTo>
                    <a:pt x="280187" y="447408"/>
                  </a:lnTo>
                  <a:lnTo>
                    <a:pt x="245389" y="433666"/>
                  </a:lnTo>
                  <a:lnTo>
                    <a:pt x="215938" y="411556"/>
                  </a:lnTo>
                  <a:lnTo>
                    <a:pt x="193319" y="382524"/>
                  </a:lnTo>
                  <a:lnTo>
                    <a:pt x="179006" y="348043"/>
                  </a:lnTo>
                  <a:lnTo>
                    <a:pt x="176618" y="339090"/>
                  </a:lnTo>
                  <a:lnTo>
                    <a:pt x="168236" y="332994"/>
                  </a:lnTo>
                  <a:lnTo>
                    <a:pt x="21463" y="332994"/>
                  </a:lnTo>
                  <a:lnTo>
                    <a:pt x="12661" y="334911"/>
                  </a:lnTo>
                  <a:lnTo>
                    <a:pt x="5702" y="340067"/>
                  </a:lnTo>
                  <a:lnTo>
                    <a:pt x="1422" y="347535"/>
                  </a:lnTo>
                  <a:lnTo>
                    <a:pt x="673" y="356425"/>
                  </a:lnTo>
                  <a:lnTo>
                    <a:pt x="10477" y="401929"/>
                  </a:lnTo>
                  <a:lnTo>
                    <a:pt x="26581" y="444728"/>
                  </a:lnTo>
                  <a:lnTo>
                    <a:pt x="48475" y="484314"/>
                  </a:lnTo>
                  <a:lnTo>
                    <a:pt x="75615" y="520153"/>
                  </a:lnTo>
                  <a:lnTo>
                    <a:pt x="107518" y="551751"/>
                  </a:lnTo>
                  <a:lnTo>
                    <a:pt x="143637" y="578573"/>
                  </a:lnTo>
                  <a:lnTo>
                    <a:pt x="183464" y="600125"/>
                  </a:lnTo>
                  <a:lnTo>
                    <a:pt x="226491" y="615861"/>
                  </a:lnTo>
                  <a:lnTo>
                    <a:pt x="272186" y="625297"/>
                  </a:lnTo>
                  <a:lnTo>
                    <a:pt x="281063" y="624484"/>
                  </a:lnTo>
                  <a:lnTo>
                    <a:pt x="288505" y="620191"/>
                  </a:lnTo>
                  <a:lnTo>
                    <a:pt x="293636" y="613257"/>
                  </a:lnTo>
                  <a:lnTo>
                    <a:pt x="295541" y="604520"/>
                  </a:lnTo>
                  <a:lnTo>
                    <a:pt x="295541" y="458089"/>
                  </a:lnTo>
                  <a:close/>
                </a:path>
                <a:path w="614044" h="625475">
                  <a:moveTo>
                    <a:pt x="295541" y="20777"/>
                  </a:moveTo>
                  <a:lnTo>
                    <a:pt x="293636" y="12039"/>
                  </a:lnTo>
                  <a:lnTo>
                    <a:pt x="288505" y="5105"/>
                  </a:lnTo>
                  <a:lnTo>
                    <a:pt x="281063" y="812"/>
                  </a:lnTo>
                  <a:lnTo>
                    <a:pt x="272186" y="0"/>
                  </a:lnTo>
                  <a:lnTo>
                    <a:pt x="225920" y="9588"/>
                  </a:lnTo>
                  <a:lnTo>
                    <a:pt x="182397" y="25654"/>
                  </a:lnTo>
                  <a:lnTo>
                    <a:pt x="142163" y="47663"/>
                  </a:lnTo>
                  <a:lnTo>
                    <a:pt x="105765" y="75082"/>
                  </a:lnTo>
                  <a:lnTo>
                    <a:pt x="73736" y="107365"/>
                  </a:lnTo>
                  <a:lnTo>
                    <a:pt x="46596" y="143967"/>
                  </a:lnTo>
                  <a:lnTo>
                    <a:pt x="24904" y="184378"/>
                  </a:lnTo>
                  <a:lnTo>
                    <a:pt x="9194" y="228028"/>
                  </a:lnTo>
                  <a:lnTo>
                    <a:pt x="0" y="274396"/>
                  </a:lnTo>
                  <a:lnTo>
                    <a:pt x="863" y="283197"/>
                  </a:lnTo>
                  <a:lnTo>
                    <a:pt x="5181" y="290576"/>
                  </a:lnTo>
                  <a:lnTo>
                    <a:pt x="12103" y="295656"/>
                  </a:lnTo>
                  <a:lnTo>
                    <a:pt x="20789" y="297548"/>
                  </a:lnTo>
                  <a:lnTo>
                    <a:pt x="154305" y="297548"/>
                  </a:lnTo>
                  <a:lnTo>
                    <a:pt x="192544" y="243979"/>
                  </a:lnTo>
                  <a:lnTo>
                    <a:pt x="215011" y="214604"/>
                  </a:lnTo>
                  <a:lnTo>
                    <a:pt x="244398" y="192176"/>
                  </a:lnTo>
                  <a:lnTo>
                    <a:pt x="279234" y="178168"/>
                  </a:lnTo>
                  <a:lnTo>
                    <a:pt x="285762" y="175361"/>
                  </a:lnTo>
                  <a:lnTo>
                    <a:pt x="290931" y="170764"/>
                  </a:lnTo>
                  <a:lnTo>
                    <a:pt x="294322" y="164807"/>
                  </a:lnTo>
                  <a:lnTo>
                    <a:pt x="295541" y="157873"/>
                  </a:lnTo>
                  <a:lnTo>
                    <a:pt x="295541" y="20777"/>
                  </a:lnTo>
                  <a:close/>
                </a:path>
                <a:path w="614044" h="625475">
                  <a:moveTo>
                    <a:pt x="613918" y="401091"/>
                  </a:moveTo>
                  <a:lnTo>
                    <a:pt x="610260" y="392226"/>
                  </a:lnTo>
                  <a:lnTo>
                    <a:pt x="603084" y="385902"/>
                  </a:lnTo>
                  <a:lnTo>
                    <a:pt x="593382" y="383489"/>
                  </a:lnTo>
                  <a:lnTo>
                    <a:pt x="437261" y="383489"/>
                  </a:lnTo>
                  <a:lnTo>
                    <a:pt x="430961" y="386537"/>
                  </a:lnTo>
                  <a:lnTo>
                    <a:pt x="427151" y="392061"/>
                  </a:lnTo>
                  <a:lnTo>
                    <a:pt x="411289" y="410946"/>
                  </a:lnTo>
                  <a:lnTo>
                    <a:pt x="392341" y="426720"/>
                  </a:lnTo>
                  <a:lnTo>
                    <a:pt x="370751" y="438950"/>
                  </a:lnTo>
                  <a:lnTo>
                    <a:pt x="346951" y="447217"/>
                  </a:lnTo>
                  <a:lnTo>
                    <a:pt x="337693" y="449503"/>
                  </a:lnTo>
                  <a:lnTo>
                    <a:pt x="331025" y="457517"/>
                  </a:lnTo>
                  <a:lnTo>
                    <a:pt x="331025" y="604621"/>
                  </a:lnTo>
                  <a:lnTo>
                    <a:pt x="332930" y="613359"/>
                  </a:lnTo>
                  <a:lnTo>
                    <a:pt x="338061" y="620293"/>
                  </a:lnTo>
                  <a:lnTo>
                    <a:pt x="345503" y="624586"/>
                  </a:lnTo>
                  <a:lnTo>
                    <a:pt x="354393" y="625386"/>
                  </a:lnTo>
                  <a:lnTo>
                    <a:pt x="405053" y="614489"/>
                  </a:lnTo>
                  <a:lnTo>
                    <a:pt x="452335" y="595820"/>
                  </a:lnTo>
                  <a:lnTo>
                    <a:pt x="495528" y="570115"/>
                  </a:lnTo>
                  <a:lnTo>
                    <a:pt x="533920" y="538073"/>
                  </a:lnTo>
                  <a:lnTo>
                    <a:pt x="566788" y="500405"/>
                  </a:lnTo>
                  <a:lnTo>
                    <a:pt x="593432" y="457847"/>
                  </a:lnTo>
                  <a:lnTo>
                    <a:pt x="613117" y="411111"/>
                  </a:lnTo>
                  <a:lnTo>
                    <a:pt x="613918" y="40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364215" y="5653384"/>
            <a:ext cx="614680" cy="626110"/>
            <a:chOff x="2364215" y="5653384"/>
            <a:chExt cx="614680" cy="626110"/>
          </a:xfrm>
        </p:grpSpPr>
        <p:sp>
          <p:nvSpPr>
            <p:cNvPr id="31" name="object 31"/>
            <p:cNvSpPr/>
            <p:nvPr/>
          </p:nvSpPr>
          <p:spPr>
            <a:xfrm>
              <a:off x="2695234" y="5653384"/>
              <a:ext cx="283845" cy="264160"/>
            </a:xfrm>
            <a:custGeom>
              <a:avLst/>
              <a:gdLst/>
              <a:ahLst/>
              <a:cxnLst/>
              <a:rect l="l" t="t" r="r" b="b"/>
              <a:pathLst>
                <a:path w="283844" h="264160">
                  <a:moveTo>
                    <a:pt x="262356" y="0"/>
                  </a:moveTo>
                  <a:lnTo>
                    <a:pt x="20886" y="0"/>
                  </a:lnTo>
                  <a:lnTo>
                    <a:pt x="12754" y="1639"/>
                  </a:lnTo>
                  <a:lnTo>
                    <a:pt x="6115" y="6109"/>
                  </a:lnTo>
                  <a:lnTo>
                    <a:pt x="1640" y="12741"/>
                  </a:lnTo>
                  <a:lnTo>
                    <a:pt x="0" y="20866"/>
                  </a:lnTo>
                  <a:lnTo>
                    <a:pt x="0" y="158347"/>
                  </a:lnTo>
                  <a:lnTo>
                    <a:pt x="44258" y="189391"/>
                  </a:lnTo>
                  <a:lnTo>
                    <a:pt x="69082" y="205698"/>
                  </a:lnTo>
                  <a:lnTo>
                    <a:pt x="89811" y="226793"/>
                  </a:lnTo>
                  <a:lnTo>
                    <a:pt x="105667" y="251907"/>
                  </a:lnTo>
                  <a:lnTo>
                    <a:pt x="109195" y="259053"/>
                  </a:lnTo>
                  <a:lnTo>
                    <a:pt x="116348" y="263721"/>
                  </a:lnTo>
                  <a:lnTo>
                    <a:pt x="262356" y="263721"/>
                  </a:lnTo>
                  <a:lnTo>
                    <a:pt x="270488" y="262082"/>
                  </a:lnTo>
                  <a:lnTo>
                    <a:pt x="277126" y="257612"/>
                  </a:lnTo>
                  <a:lnTo>
                    <a:pt x="281601" y="250979"/>
                  </a:lnTo>
                  <a:lnTo>
                    <a:pt x="283241" y="242855"/>
                  </a:lnTo>
                  <a:lnTo>
                    <a:pt x="283241" y="20866"/>
                  </a:lnTo>
                  <a:lnTo>
                    <a:pt x="281601" y="12741"/>
                  </a:lnTo>
                  <a:lnTo>
                    <a:pt x="277126" y="6109"/>
                  </a:lnTo>
                  <a:lnTo>
                    <a:pt x="270488" y="1639"/>
                  </a:lnTo>
                  <a:lnTo>
                    <a:pt x="26235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64206" y="5653582"/>
              <a:ext cx="614045" cy="625475"/>
            </a:xfrm>
            <a:custGeom>
              <a:avLst/>
              <a:gdLst/>
              <a:ahLst/>
              <a:cxnLst/>
              <a:rect l="l" t="t" r="r" b="b"/>
              <a:pathLst>
                <a:path w="614044" h="625475">
                  <a:moveTo>
                    <a:pt x="295541" y="458076"/>
                  </a:moveTo>
                  <a:lnTo>
                    <a:pt x="289344" y="449605"/>
                  </a:lnTo>
                  <a:lnTo>
                    <a:pt x="280187" y="447408"/>
                  </a:lnTo>
                  <a:lnTo>
                    <a:pt x="245389" y="433666"/>
                  </a:lnTo>
                  <a:lnTo>
                    <a:pt x="215938" y="411556"/>
                  </a:lnTo>
                  <a:lnTo>
                    <a:pt x="193319" y="382524"/>
                  </a:lnTo>
                  <a:lnTo>
                    <a:pt x="179006" y="348043"/>
                  </a:lnTo>
                  <a:lnTo>
                    <a:pt x="176618" y="339077"/>
                  </a:lnTo>
                  <a:lnTo>
                    <a:pt x="168236" y="332981"/>
                  </a:lnTo>
                  <a:lnTo>
                    <a:pt x="21463" y="332981"/>
                  </a:lnTo>
                  <a:lnTo>
                    <a:pt x="12661" y="334911"/>
                  </a:lnTo>
                  <a:lnTo>
                    <a:pt x="5702" y="340055"/>
                  </a:lnTo>
                  <a:lnTo>
                    <a:pt x="1422" y="347535"/>
                  </a:lnTo>
                  <a:lnTo>
                    <a:pt x="673" y="356425"/>
                  </a:lnTo>
                  <a:lnTo>
                    <a:pt x="10477" y="401929"/>
                  </a:lnTo>
                  <a:lnTo>
                    <a:pt x="26581" y="444728"/>
                  </a:lnTo>
                  <a:lnTo>
                    <a:pt x="48475" y="484314"/>
                  </a:lnTo>
                  <a:lnTo>
                    <a:pt x="75615" y="520153"/>
                  </a:lnTo>
                  <a:lnTo>
                    <a:pt x="107518" y="551751"/>
                  </a:lnTo>
                  <a:lnTo>
                    <a:pt x="143637" y="578573"/>
                  </a:lnTo>
                  <a:lnTo>
                    <a:pt x="183464" y="600113"/>
                  </a:lnTo>
                  <a:lnTo>
                    <a:pt x="226491" y="615861"/>
                  </a:lnTo>
                  <a:lnTo>
                    <a:pt x="272186" y="625284"/>
                  </a:lnTo>
                  <a:lnTo>
                    <a:pt x="281063" y="624484"/>
                  </a:lnTo>
                  <a:lnTo>
                    <a:pt x="288505" y="620191"/>
                  </a:lnTo>
                  <a:lnTo>
                    <a:pt x="293636" y="613257"/>
                  </a:lnTo>
                  <a:lnTo>
                    <a:pt x="295541" y="604520"/>
                  </a:lnTo>
                  <a:lnTo>
                    <a:pt x="295541" y="458076"/>
                  </a:lnTo>
                  <a:close/>
                </a:path>
                <a:path w="614044" h="625475">
                  <a:moveTo>
                    <a:pt x="295541" y="20764"/>
                  </a:moveTo>
                  <a:lnTo>
                    <a:pt x="293636" y="12026"/>
                  </a:lnTo>
                  <a:lnTo>
                    <a:pt x="288505" y="5092"/>
                  </a:lnTo>
                  <a:lnTo>
                    <a:pt x="281063" y="800"/>
                  </a:lnTo>
                  <a:lnTo>
                    <a:pt x="272186" y="0"/>
                  </a:lnTo>
                  <a:lnTo>
                    <a:pt x="225920" y="9575"/>
                  </a:lnTo>
                  <a:lnTo>
                    <a:pt x="182397" y="25641"/>
                  </a:lnTo>
                  <a:lnTo>
                    <a:pt x="142163" y="47663"/>
                  </a:lnTo>
                  <a:lnTo>
                    <a:pt x="105765" y="75069"/>
                  </a:lnTo>
                  <a:lnTo>
                    <a:pt x="73736" y="107353"/>
                  </a:lnTo>
                  <a:lnTo>
                    <a:pt x="46596" y="143967"/>
                  </a:lnTo>
                  <a:lnTo>
                    <a:pt x="24904" y="184365"/>
                  </a:lnTo>
                  <a:lnTo>
                    <a:pt x="9194" y="228028"/>
                  </a:lnTo>
                  <a:lnTo>
                    <a:pt x="0" y="274396"/>
                  </a:lnTo>
                  <a:lnTo>
                    <a:pt x="863" y="283197"/>
                  </a:lnTo>
                  <a:lnTo>
                    <a:pt x="5181" y="290576"/>
                  </a:lnTo>
                  <a:lnTo>
                    <a:pt x="12103" y="295656"/>
                  </a:lnTo>
                  <a:lnTo>
                    <a:pt x="20789" y="297548"/>
                  </a:lnTo>
                  <a:lnTo>
                    <a:pt x="154305" y="297548"/>
                  </a:lnTo>
                  <a:lnTo>
                    <a:pt x="192544" y="243979"/>
                  </a:lnTo>
                  <a:lnTo>
                    <a:pt x="215011" y="214604"/>
                  </a:lnTo>
                  <a:lnTo>
                    <a:pt x="244398" y="192163"/>
                  </a:lnTo>
                  <a:lnTo>
                    <a:pt x="279234" y="178168"/>
                  </a:lnTo>
                  <a:lnTo>
                    <a:pt x="285762" y="175348"/>
                  </a:lnTo>
                  <a:lnTo>
                    <a:pt x="290931" y="170764"/>
                  </a:lnTo>
                  <a:lnTo>
                    <a:pt x="294322" y="164807"/>
                  </a:lnTo>
                  <a:lnTo>
                    <a:pt x="295541" y="157873"/>
                  </a:lnTo>
                  <a:lnTo>
                    <a:pt x="295541" y="20764"/>
                  </a:lnTo>
                  <a:close/>
                </a:path>
                <a:path w="614044" h="625475">
                  <a:moveTo>
                    <a:pt x="613918" y="401104"/>
                  </a:moveTo>
                  <a:lnTo>
                    <a:pt x="610260" y="392264"/>
                  </a:lnTo>
                  <a:lnTo>
                    <a:pt x="603084" y="385978"/>
                  </a:lnTo>
                  <a:lnTo>
                    <a:pt x="593382" y="383578"/>
                  </a:lnTo>
                  <a:lnTo>
                    <a:pt x="437261" y="383578"/>
                  </a:lnTo>
                  <a:lnTo>
                    <a:pt x="430961" y="386626"/>
                  </a:lnTo>
                  <a:lnTo>
                    <a:pt x="427151" y="392049"/>
                  </a:lnTo>
                  <a:lnTo>
                    <a:pt x="411289" y="410933"/>
                  </a:lnTo>
                  <a:lnTo>
                    <a:pt x="392341" y="426720"/>
                  </a:lnTo>
                  <a:lnTo>
                    <a:pt x="370751" y="438988"/>
                  </a:lnTo>
                  <a:lnTo>
                    <a:pt x="346951" y="447319"/>
                  </a:lnTo>
                  <a:lnTo>
                    <a:pt x="337693" y="449605"/>
                  </a:lnTo>
                  <a:lnTo>
                    <a:pt x="331025" y="457504"/>
                  </a:lnTo>
                  <a:lnTo>
                    <a:pt x="331025" y="604608"/>
                  </a:lnTo>
                  <a:lnTo>
                    <a:pt x="332930" y="613346"/>
                  </a:lnTo>
                  <a:lnTo>
                    <a:pt x="338061" y="620280"/>
                  </a:lnTo>
                  <a:lnTo>
                    <a:pt x="345503" y="624573"/>
                  </a:lnTo>
                  <a:lnTo>
                    <a:pt x="354393" y="625386"/>
                  </a:lnTo>
                  <a:lnTo>
                    <a:pt x="405053" y="614451"/>
                  </a:lnTo>
                  <a:lnTo>
                    <a:pt x="452335" y="595782"/>
                  </a:lnTo>
                  <a:lnTo>
                    <a:pt x="495528" y="570064"/>
                  </a:lnTo>
                  <a:lnTo>
                    <a:pt x="533920" y="538035"/>
                  </a:lnTo>
                  <a:lnTo>
                    <a:pt x="566788" y="500392"/>
                  </a:lnTo>
                  <a:lnTo>
                    <a:pt x="593432" y="457847"/>
                  </a:lnTo>
                  <a:lnTo>
                    <a:pt x="613117" y="411111"/>
                  </a:lnTo>
                  <a:lnTo>
                    <a:pt x="613918" y="401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1205" y="3502760"/>
            <a:ext cx="213483" cy="23812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3385693" y="3505199"/>
            <a:ext cx="195580" cy="232410"/>
          </a:xfrm>
          <a:custGeom>
            <a:avLst/>
            <a:gdLst/>
            <a:ahLst/>
            <a:cxnLst/>
            <a:rect l="l" t="t" r="r" b="b"/>
            <a:pathLst>
              <a:path w="195579" h="232410">
                <a:moveTo>
                  <a:pt x="195275" y="0"/>
                </a:moveTo>
                <a:lnTo>
                  <a:pt x="147878" y="0"/>
                </a:lnTo>
                <a:lnTo>
                  <a:pt x="147878" y="96520"/>
                </a:lnTo>
                <a:lnTo>
                  <a:pt x="47104" y="96520"/>
                </a:lnTo>
                <a:lnTo>
                  <a:pt x="47104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2410"/>
                </a:lnTo>
                <a:lnTo>
                  <a:pt x="47104" y="232410"/>
                </a:lnTo>
                <a:lnTo>
                  <a:pt x="47104" y="139700"/>
                </a:lnTo>
                <a:lnTo>
                  <a:pt x="147878" y="139700"/>
                </a:lnTo>
                <a:lnTo>
                  <a:pt x="147878" y="232410"/>
                </a:lnTo>
                <a:lnTo>
                  <a:pt x="195275" y="232410"/>
                </a:lnTo>
                <a:lnTo>
                  <a:pt x="195275" y="139700"/>
                </a:lnTo>
                <a:lnTo>
                  <a:pt x="195275" y="96520"/>
                </a:lnTo>
                <a:lnTo>
                  <a:pt x="195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6856" y="3505199"/>
            <a:ext cx="168275" cy="232410"/>
          </a:xfrm>
          <a:custGeom>
            <a:avLst/>
            <a:gdLst/>
            <a:ahLst/>
            <a:cxnLst/>
            <a:rect l="l" t="t" r="r" b="b"/>
            <a:pathLst>
              <a:path w="168275" h="232410">
                <a:moveTo>
                  <a:pt x="167995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2410"/>
                </a:lnTo>
                <a:lnTo>
                  <a:pt x="167995" y="232410"/>
                </a:lnTo>
                <a:lnTo>
                  <a:pt x="167995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837" y="138430"/>
                </a:lnTo>
                <a:lnTo>
                  <a:pt x="150837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95" y="44450"/>
                </a:lnTo>
                <a:lnTo>
                  <a:pt x="167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67870" y="3505424"/>
            <a:ext cx="187262" cy="232796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4111292" y="3505200"/>
            <a:ext cx="1000760" cy="233045"/>
            <a:chOff x="4111292" y="3505200"/>
            <a:chExt cx="1000760" cy="233045"/>
          </a:xfrm>
        </p:grpSpPr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1292" y="3505424"/>
              <a:ext cx="246664" cy="2327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99527" y="3505424"/>
              <a:ext cx="233506" cy="23279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74509" y="3505424"/>
              <a:ext cx="202899" cy="2327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921554" y="3505199"/>
              <a:ext cx="190500" cy="232410"/>
            </a:xfrm>
            <a:custGeom>
              <a:avLst/>
              <a:gdLst/>
              <a:ahLst/>
              <a:cxnLst/>
              <a:rect l="l" t="t" r="r" b="b"/>
              <a:pathLst>
                <a:path w="190500" h="232410">
                  <a:moveTo>
                    <a:pt x="19001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2410"/>
                  </a:lnTo>
                  <a:lnTo>
                    <a:pt x="118516" y="232410"/>
                  </a:lnTo>
                  <a:lnTo>
                    <a:pt x="118516" y="44450"/>
                  </a:lnTo>
                  <a:lnTo>
                    <a:pt x="190017" y="44450"/>
                  </a:lnTo>
                  <a:lnTo>
                    <a:pt x="190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1205" y="4624415"/>
            <a:ext cx="213483" cy="238125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3385693" y="4626609"/>
            <a:ext cx="195580" cy="233679"/>
          </a:xfrm>
          <a:custGeom>
            <a:avLst/>
            <a:gdLst/>
            <a:ahLst/>
            <a:cxnLst/>
            <a:rect l="l" t="t" r="r" b="b"/>
            <a:pathLst>
              <a:path w="195579" h="233679">
                <a:moveTo>
                  <a:pt x="195275" y="0"/>
                </a:moveTo>
                <a:lnTo>
                  <a:pt x="147878" y="0"/>
                </a:lnTo>
                <a:lnTo>
                  <a:pt x="147878" y="96520"/>
                </a:lnTo>
                <a:lnTo>
                  <a:pt x="47104" y="96520"/>
                </a:lnTo>
                <a:lnTo>
                  <a:pt x="47104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3680"/>
                </a:lnTo>
                <a:lnTo>
                  <a:pt x="47104" y="233680"/>
                </a:lnTo>
                <a:lnTo>
                  <a:pt x="47104" y="139700"/>
                </a:lnTo>
                <a:lnTo>
                  <a:pt x="147878" y="139700"/>
                </a:lnTo>
                <a:lnTo>
                  <a:pt x="147878" y="233680"/>
                </a:lnTo>
                <a:lnTo>
                  <a:pt x="195275" y="233680"/>
                </a:lnTo>
                <a:lnTo>
                  <a:pt x="195275" y="139700"/>
                </a:lnTo>
                <a:lnTo>
                  <a:pt x="195275" y="96520"/>
                </a:lnTo>
                <a:lnTo>
                  <a:pt x="195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6856" y="4626609"/>
            <a:ext cx="168275" cy="233679"/>
          </a:xfrm>
          <a:custGeom>
            <a:avLst/>
            <a:gdLst/>
            <a:ahLst/>
            <a:cxnLst/>
            <a:rect l="l" t="t" r="r" b="b"/>
            <a:pathLst>
              <a:path w="168275" h="233679">
                <a:moveTo>
                  <a:pt x="167995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3680"/>
                </a:lnTo>
                <a:lnTo>
                  <a:pt x="167995" y="233680"/>
                </a:lnTo>
                <a:lnTo>
                  <a:pt x="167995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837" y="138430"/>
                </a:lnTo>
                <a:lnTo>
                  <a:pt x="150837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95" y="44450"/>
                </a:lnTo>
                <a:lnTo>
                  <a:pt x="167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67870" y="4627079"/>
            <a:ext cx="187262" cy="232794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4111292" y="4626609"/>
            <a:ext cx="1000760" cy="233679"/>
            <a:chOff x="4111292" y="4626609"/>
            <a:chExt cx="1000760" cy="233679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11292" y="4627079"/>
              <a:ext cx="246664" cy="2327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9527" y="4627079"/>
              <a:ext cx="233506" cy="23279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74509" y="4627079"/>
              <a:ext cx="202899" cy="2327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921554" y="4626609"/>
              <a:ext cx="190500" cy="233679"/>
            </a:xfrm>
            <a:custGeom>
              <a:avLst/>
              <a:gdLst/>
              <a:ahLst/>
              <a:cxnLst/>
              <a:rect l="l" t="t" r="r" b="b"/>
              <a:pathLst>
                <a:path w="190500" h="233679">
                  <a:moveTo>
                    <a:pt x="19001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3680"/>
                  </a:lnTo>
                  <a:lnTo>
                    <a:pt x="118516" y="233680"/>
                  </a:lnTo>
                  <a:lnTo>
                    <a:pt x="118516" y="44450"/>
                  </a:lnTo>
                  <a:lnTo>
                    <a:pt x="190017" y="44450"/>
                  </a:lnTo>
                  <a:lnTo>
                    <a:pt x="190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21428" y="5741963"/>
            <a:ext cx="213434" cy="238125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3385858" y="5744209"/>
            <a:ext cx="195580" cy="233679"/>
          </a:xfrm>
          <a:custGeom>
            <a:avLst/>
            <a:gdLst/>
            <a:ahLst/>
            <a:cxnLst/>
            <a:rect l="l" t="t" r="r" b="b"/>
            <a:pathLst>
              <a:path w="195579" h="233679">
                <a:moveTo>
                  <a:pt x="195224" y="0"/>
                </a:moveTo>
                <a:lnTo>
                  <a:pt x="147853" y="0"/>
                </a:lnTo>
                <a:lnTo>
                  <a:pt x="147853" y="96520"/>
                </a:lnTo>
                <a:lnTo>
                  <a:pt x="47091" y="96520"/>
                </a:lnTo>
                <a:lnTo>
                  <a:pt x="47091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3680"/>
                </a:lnTo>
                <a:lnTo>
                  <a:pt x="47091" y="233680"/>
                </a:lnTo>
                <a:lnTo>
                  <a:pt x="47091" y="139700"/>
                </a:lnTo>
                <a:lnTo>
                  <a:pt x="147853" y="139700"/>
                </a:lnTo>
                <a:lnTo>
                  <a:pt x="147853" y="233680"/>
                </a:lnTo>
                <a:lnTo>
                  <a:pt x="195224" y="233680"/>
                </a:lnTo>
                <a:lnTo>
                  <a:pt x="195224" y="139700"/>
                </a:lnTo>
                <a:lnTo>
                  <a:pt x="195224" y="96520"/>
                </a:lnTo>
                <a:lnTo>
                  <a:pt x="1952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46957" y="5744209"/>
            <a:ext cx="168275" cy="233679"/>
          </a:xfrm>
          <a:custGeom>
            <a:avLst/>
            <a:gdLst/>
            <a:ahLst/>
            <a:cxnLst/>
            <a:rect l="l" t="t" r="r" b="b"/>
            <a:pathLst>
              <a:path w="168275" h="233679">
                <a:moveTo>
                  <a:pt x="167957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3680"/>
                </a:lnTo>
                <a:lnTo>
                  <a:pt x="167957" y="233680"/>
                </a:lnTo>
                <a:lnTo>
                  <a:pt x="167957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799" y="138430"/>
                </a:lnTo>
                <a:lnTo>
                  <a:pt x="150799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57" y="44450"/>
                </a:lnTo>
                <a:lnTo>
                  <a:pt x="1679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67925" y="5744630"/>
            <a:ext cx="187220" cy="232887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4111293" y="5744209"/>
            <a:ext cx="1000125" cy="233679"/>
            <a:chOff x="4111293" y="5744209"/>
            <a:chExt cx="1000125" cy="233679"/>
          </a:xfrm>
        </p:grpSpPr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1293" y="5744630"/>
              <a:ext cx="246608" cy="23279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99464" y="5744630"/>
              <a:ext cx="233452" cy="23288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74383" y="5744630"/>
              <a:ext cx="202853" cy="23279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921364" y="5744209"/>
              <a:ext cx="190500" cy="233679"/>
            </a:xfrm>
            <a:custGeom>
              <a:avLst/>
              <a:gdLst/>
              <a:ahLst/>
              <a:cxnLst/>
              <a:rect l="l" t="t" r="r" b="b"/>
              <a:pathLst>
                <a:path w="190500" h="233679">
                  <a:moveTo>
                    <a:pt x="189992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3680"/>
                  </a:lnTo>
                  <a:lnTo>
                    <a:pt x="118491" y="233680"/>
                  </a:lnTo>
                  <a:lnTo>
                    <a:pt x="118491" y="44450"/>
                  </a:lnTo>
                  <a:lnTo>
                    <a:pt x="189992" y="44450"/>
                  </a:lnTo>
                  <a:lnTo>
                    <a:pt x="189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3115750" y="5984115"/>
            <a:ext cx="1761489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Payroll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15750" y="3744921"/>
            <a:ext cx="2501265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15750" y="4866566"/>
            <a:ext cx="2612390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200" spc="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333615" y="5692116"/>
            <a:ext cx="7810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E-</a:t>
            </a:r>
            <a:r>
              <a:rPr sz="21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mail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038854" y="7901554"/>
            <a:ext cx="12852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Telephone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186235" y="3561827"/>
            <a:ext cx="98869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Website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D:/Downloads/Untitled.pngUntitled"/>
          <p:cNvPicPr/>
          <p:nvPr/>
        </p:nvPicPr>
        <p:blipFill>
          <a:blip r:embed="rId1"/>
          <a:srcRect t="2" b="2"/>
          <a:stretch>
            <a:fillRect/>
          </a:stretch>
        </p:blipFill>
        <p:spPr>
          <a:xfrm>
            <a:off x="0" y="-38100"/>
            <a:ext cx="18288000" cy="10286999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/>
        </p:nvSpPr>
        <p:spPr>
          <a:xfrm>
            <a:off x="2896870" y="1277620"/>
            <a:ext cx="130105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250">
                <a:sym typeface="+mn-ea"/>
              </a:rPr>
              <a:t>{{section.Contact_Us.1.title}}</a:t>
            </a:r>
            <a:endParaRPr sz="4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C564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8963</Words>
  <Application>WPS Presentation</Application>
  <PresentationFormat>On-screen Show (4:3)</PresentationFormat>
  <Paragraphs>274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Arial</vt:lpstr>
      <vt:lpstr>Segoe UI Symbol</vt:lpstr>
      <vt:lpstr>Microsoft YaHei</vt:lpstr>
      <vt:lpstr>Arial Unicode MS</vt:lpstr>
      <vt:lpstr>Calibri</vt:lpstr>
      <vt:lpstr>Office Theme</vt:lpstr>
      <vt:lpstr>Empowering Growth, Built on Trust</vt:lpstr>
      <vt:lpstr>AGENDA</vt:lpstr>
      <vt:lpstr>{{section.Background.0.title}}</vt:lpstr>
      <vt:lpstr>02</vt:lpstr>
      <vt:lpstr>SERVICE SCOPE</vt:lpstr>
      <vt:lpstr>03</vt:lpstr>
      <vt:lpstr>04</vt:lpstr>
      <vt:lpstr>05</vt:lpstr>
      <vt:lpstr>BUSINESS PROFILE OF</vt:lpstr>
      <vt:lpstr>With 100+ years of combined experience across various industries,</vt:lpstr>
      <vt:lpstr>{{section.Why_Us.0.title}}</vt:lpstr>
      <vt:lpstr>{{section.How_We_Can_Help_You.0.title}}</vt:lpstr>
      <vt:lpstr>{{section.Service_Team.0.title}}</vt:lpstr>
      <vt:lpstr>{{section.Service_Team.1.title}}</vt:lpstr>
      <vt:lpstr>PowerPoint 演示文稿</vt:lpstr>
      <vt:lpstr>Our Regional Offices</vt:lpstr>
      <vt:lpstr>Empowering Growth, Built on Trust</vt:lpstr>
      <vt:lpstr>Contact Us</vt:lpstr>
      <vt:lpstr>{{section.Contact_Us.0.title}}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Empowering Growth, Built on Trust</dc:title>
  <dc:creator/>
  <cp:lastModifiedBy>google1583896295</cp:lastModifiedBy>
  <cp:revision>9</cp:revision>
  <dcterms:created xsi:type="dcterms:W3CDTF">2026-01-30T02:56:00Z</dcterms:created>
  <dcterms:modified xsi:type="dcterms:W3CDTF">2026-01-30T08:21:34Z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2025-10-11T04:00:00Z</vt:filetime>
  </property>
  <property fmtid="{D5CDD505-2E9C-101B-9397-08002B2CF9AE}" pid="3" name="LastSaved">
    <vt:filetime>2026-01-31T04:00:00Z</vt:filetime>
  </property>
  <property fmtid="{D5CDD505-2E9C-101B-9397-08002B2CF9AE}" pid="4" name="Producer">
    <vt:lpwstr>macOS Version 15.6.1 (Build 24G90) Quartz PDFContext</vt:lpwstr>
  </property>
  <property fmtid="{D5CDD505-2E9C-101B-9397-08002B2CF9AE}" pid="5" name="ICV">
    <vt:lpwstr>B660DD9AEBCD4E2FB3753501BBDC2335_12</vt:lpwstr>
  </property>
  <property fmtid="{D5CDD505-2E9C-101B-9397-08002B2CF9AE}" pid="6" name="KSOProductBuildVer">
    <vt:lpwstr>1033-12.2.0.23196</vt:lpwstr>
  </property>
</Properties>
</file>